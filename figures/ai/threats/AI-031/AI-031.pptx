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61994b23f7a43ed" /><Relationship Type="http://schemas.openxmlformats.org/officeDocument/2006/relationships/extended-properties" Target="/docProps/app.xml" Id="Rf7afe631069c475c" /><Relationship Type="http://schemas.openxmlformats.org/officeDocument/2006/relationships/officeDocument" Target="/ppt/presentation.xml" Id="R9d192849db9f46a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b71d94da7e14649"/>
  </p:sldMasterIdLst>
  <p:notesMasterIdLst>
    <p:notesMasterId xmlns:r="http://schemas.openxmlformats.org/officeDocument/2006/relationships" r:id="R3ec92481ad034942"/>
  </p:notesMasterIdLst>
  <p:sldIdLst>
    <p:sldId xmlns:r="http://schemas.openxmlformats.org/officeDocument/2006/relationships" id="256" r:id="Rfd06ece71f774823"/>
  </p:sldIdLst>
  <p:sldSz cx="13030200" cy="5057775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e7f09c5d91c490f" /><Relationship Type="http://schemas.openxmlformats.org/officeDocument/2006/relationships/slideMaster" Target="/ppt/slideMasters/slideMaster1.xml" Id="R2b71d94da7e14649" /><Relationship Type="http://schemas.openxmlformats.org/officeDocument/2006/relationships/notesMaster" Target="/ppt/notesMasters/notesMaster1.xml" Id="R3ec92481ad034942" /><Relationship Type="http://schemas.openxmlformats.org/officeDocument/2006/relationships/presProps" Target="/ppt/presProps.xml" Id="R242d1b0ce4fa4486" /><Relationship Type="http://schemas.openxmlformats.org/officeDocument/2006/relationships/tableStyles" Target="/ppt/tableStyles.xml" Id="Rf2e47672e8d946b5" /><Relationship Type="http://schemas.openxmlformats.org/officeDocument/2006/relationships/slide" Target="/ppt/slides/slide1.xml" Id="Rfd06ece71f77482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9893b6346e74c5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12e863ab2254cab" /><Relationship Type="http://schemas.openxmlformats.org/officeDocument/2006/relationships/notesMaster" Target="/ppt/notesMasters/notesMaster1.xml" Id="R2e6cf6db6a5f4b66" /></Relationships>
</file>

<file path=ppt/notesSlides/notesSlide1.xml><?xml version="1.0" encoding="utf-8"?>
<ns0:notes xmlns:ns0="http://schemas.openxmlformats.org/presentationml/2006/main" xmlns:ns1="http://schemas.openxmlformats.org/drawingml/2006/main">
  <ns0:cSld>
    <ns0:spTree>
      <ns0:nvGrpSpPr>
        <ns0:cNvPr id="1" name=""/>
        <ns0:cNvGrpSpPr/>
        <ns0:nvPr/>
      </ns0:nvGrpSpPr>
      <ns0:grpSpPr>
        <ns1:xfrm/>
      </ns0:grpSpPr>
      <ns0:sp>
        <ns0:nvSpPr>
          <ns0:cNvPr id="2" name="Slide Image Placeholder 1"/>
          <ns0:cNvSpPr>
            <ns1:spLocks noGrp="1"/>
          </ns0:cNvSpPr>
          <ns0:nvPr>
            <ns0:ph type="sldImg" idx="0"/>
          </ns0:nvPr>
        </ns0:nvSpPr>
        <ns0:spPr/>
      </ns0:sp>
      <ns0:sp>
        <ns0:nvSpPr>
          <ns0:cNvPr id="3" name="Notes Placeholder 2"/>
          <ns0:cNvSpPr>
            <ns1:spLocks noGrp="1"/>
          </ns0:cNvSpPr>
          <ns0:nvPr>
            <ns0:ph type="body" idx="1"/>
          </ns0:nvPr>
        </ns0:nvSpPr>
        <ns0:spPr/>
        <ns0:txBody>
          <ns1:bodyPr/>
          <ns1:lstStyle/>
          <ns1:p>
            <ns1:r>
              <ns1:t>素材ID：AI-031</ns1:t>
            </ns1:r>
          </ns1:p>
          <ns1:p>
            <ns1:r>
              <ns1:t>论文：PsySafe: A Comprehensive Framework for Psychological-based Attack, Defense, and Evaluation of Multi-agent System Safety</ns1:t>
            </ns1:r>
          </ns1:p>
          <ns1:p>
            <ns1:r>
              <ns1:t>会议：ACL 2024</ns1:t>
            </ns1:r>
          </ns1:p>
          <ns1:p>
            <ns1:r>
              <ns1:t>奖项：Outstanding Paper</ns1:t>
            </ns1:r>
          </ns1:p>
          <ns1:p>
            <ns1:r>
              <ns1:t>图号：Figure 2，PDF第4页</ns1:t>
            </ns1:r>
          </ns1:p>
          <ns1:p>
            <ns1:r>
              <ns1:t>类型：威胁与攻击</ns1:t>
            </ns1:r>
          </ns1:p>
          <ns1:p>
            <ns1:r>
              <ns1:t>借鉴点：心理维度、攻击构造、不同多agent组织、防御和分层风险评测共同组成全景图。</ns1:t>
            </ns1:r>
          </ns1:p>
          <ns1:p>
            <ns1:r>
              <ns1:t>论文URL：https://aclanthology.org/2024.acl-long.812/</ns1:t>
            </ns1:r>
          </ns1:p>
          <ns1:p>
            <ns1:r>
              <ns1:t>官方获奖URL：https://2024.aclweb.org/program/best_papers/</ns1:t>
            </ns1:r>
          </ns1:p>
          <ns1:p>
            <ns1:r>
              <ns1:t>原始论文与绘图来源：见本页论文链接及仓库 catalog/papers.md。</ns1:t>
            </ns1:r>
          </ns1:p>
        </ns0:txBody>
      </ns0:sp>
      <ns0:sp>
        <ns0:nvSpPr>
          <ns0:cNvPr id="4" name="Slide Number Placeholder 3"/>
          <ns0:cNvSpPr>
            <ns1:spLocks noGrp="1"/>
          </ns0:cNvSpPr>
          <ns0:nvPr>
            <ns0:ph type="sldNum" idx="5"/>
          </ns0:nvPr>
        </ns0:nvSpPr>
        <ns0:spPr/>
        <ns0:txBody>
          <ns1:bodyPr/>
          <ns1:lstStyle/>
          <ns1:p/>
        </ns0:txBody>
      </ns0:sp>
    </ns0:spTree>
  </ns0:cSld>
  <ns0:clrMapOvr>
    <ns1:masterClrMapping/>
  </ns0:clrMapOvr>
</ns0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fc7b4d543b44f7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9adc3e963884a43" /><Relationship Type="http://schemas.openxmlformats.org/officeDocument/2006/relationships/slideLayout" Target="/ppt/slideLayouts/slideLayout1.xml" Id="Rc800b129b8d646c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800b129b8d646c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46b38285f5046cf" /><Relationship Type="http://schemas.openxmlformats.org/officeDocument/2006/relationships/image" Target="/ppt/media/image.png" Id="R53f80cc67c18480b" /><Relationship Type="http://schemas.openxmlformats.org/officeDocument/2006/relationships/image" Target="/ppt/media/image2.png" Id="R5efabd26f05744e1" /><Relationship Type="http://schemas.openxmlformats.org/officeDocument/2006/relationships/image" Target="/ppt/media/image3.png" Id="R2668d740b0e047d3" /><Relationship Type="http://schemas.openxmlformats.org/officeDocument/2006/relationships/image" Target="/ppt/media/image4.png" Id="Rfa141ae412e0453d" /><Relationship Type="http://schemas.openxmlformats.org/officeDocument/2006/relationships/image" Target="/ppt/media/image5.png" Id="R2af9d32e4993425f" /><Relationship Type="http://schemas.openxmlformats.org/officeDocument/2006/relationships/image" Target="/ppt/media/image6.png" Id="Rd1fe584f53ca4fa2" /><Relationship Type="http://schemas.openxmlformats.org/officeDocument/2006/relationships/image" Target="/ppt/media/image7.png" Id="R47b30e4407074393" /><Relationship Type="http://schemas.openxmlformats.org/officeDocument/2006/relationships/image" Target="/ppt/media/image8.png" Id="Rd0b6d920989044b5" /><Relationship Type="http://schemas.openxmlformats.org/officeDocument/2006/relationships/image" Target="/ppt/media/image9.png" Id="Rab2415eb485a4237" /><Relationship Type="http://schemas.openxmlformats.org/officeDocument/2006/relationships/image" Target="/ppt/media/image10.png" Id="Rc4e0132b68e343b3" /><Relationship Type="http://schemas.openxmlformats.org/officeDocument/2006/relationships/image" Target="/ppt/media/image11.png" Id="R13a0f9497c8d432a" /><Relationship Type="http://schemas.openxmlformats.org/officeDocument/2006/relationships/image" Target="/ppt/media/image12.png" Id="R221b59831dcf4c22" /><Relationship Type="http://schemas.openxmlformats.org/officeDocument/2006/relationships/image" Target="/ppt/media/image13.png" Id="R155387469de94a3f" /><Relationship Type="http://schemas.openxmlformats.org/officeDocument/2006/relationships/image" Target="/ppt/media/image14.png" Id="R6a32281160fd4219" /><Relationship Type="http://schemas.openxmlformats.org/officeDocument/2006/relationships/image" Target="/ppt/media/image15.png" Id="R07bb27a9e0d14efd" /><Relationship Type="http://schemas.openxmlformats.org/officeDocument/2006/relationships/image" Target="/ppt/media/image16.png" Id="R05a0fadcd45c4242" /><Relationship Type="http://schemas.openxmlformats.org/officeDocument/2006/relationships/image" Target="/ppt/media/image17.png" Id="R98776b80f5ea4d65" /><Relationship Type="http://schemas.openxmlformats.org/officeDocument/2006/relationships/image" Target="/ppt/media/image18.png" Id="R39aac175cbe64a99" /><Relationship Type="http://schemas.openxmlformats.org/officeDocument/2006/relationships/image" Target="/ppt/media/image19.png" Id="Ra3f39486f8724ce7" /><Relationship Type="http://schemas.openxmlformats.org/officeDocument/2006/relationships/image" Target="/ppt/media/image20.png" Id="R65612028d242486a" /><Relationship Type="http://schemas.openxmlformats.org/officeDocument/2006/relationships/image" Target="/ppt/media/image21.png" Id="R48356400d26f4253" /><Relationship Type="http://schemas.openxmlformats.org/officeDocument/2006/relationships/image" Target="/ppt/media/image22.png" Id="Ree8229bdfb1949be" /><Relationship Type="http://schemas.openxmlformats.org/officeDocument/2006/relationships/image" Target="/ppt/media/image23.png" Id="Rd52de5e60c114790" /><Relationship Type="http://schemas.openxmlformats.org/officeDocument/2006/relationships/image" Target="/ppt/media/image24.png" Id="R838ad831f9e2499d" /><Relationship Type="http://schemas.openxmlformats.org/officeDocument/2006/relationships/image" Target="/ppt/media/image25.png" Id="R77969fc84de44ca3" /><Relationship Type="http://schemas.openxmlformats.org/officeDocument/2006/relationships/image" Target="/ppt/media/image26.png" Id="Ra5a1bef22cb142fa" /><Relationship Type="http://schemas.openxmlformats.org/officeDocument/2006/relationships/image" Target="/ppt/media/image27.png" Id="Rca2a16ca1bcd474c" /><Relationship Type="http://schemas.openxmlformats.org/officeDocument/2006/relationships/image" Target="/ppt/media/image28.png" Id="R07ea4f174efc4a94" /><Relationship Type="http://schemas.openxmlformats.org/officeDocument/2006/relationships/image" Target="/ppt/media/image29.png" Id="R17217c99d0254053" /><Relationship Type="http://schemas.openxmlformats.org/officeDocument/2006/relationships/image" Target="/ppt/media/image30.png" Id="R0c94d21545e74912" /><Relationship Type="http://schemas.openxmlformats.org/officeDocument/2006/relationships/image" Target="/ppt/media/image31.png" Id="R7e2c5c49b16b46a1" /><Relationship Type="http://schemas.openxmlformats.org/officeDocument/2006/relationships/image" Target="/ppt/media/image32.png" Id="Rb8211f24b5e34986" /><Relationship Type="http://schemas.openxmlformats.org/officeDocument/2006/relationships/image" Target="/ppt/media/image33.png" Id="Ra57e5efd10624bb9" /><Relationship Type="http://schemas.openxmlformats.org/officeDocument/2006/relationships/image" Target="/ppt/media/image34.png" Id="R6d19132798fa4470" /><Relationship Type="http://schemas.openxmlformats.org/officeDocument/2006/relationships/image" Target="/ppt/media/image35.png" Id="Rab538d43e6144baf" /><Relationship Type="http://schemas.openxmlformats.org/officeDocument/2006/relationships/image" Target="/ppt/media/image36.png" Id="R0e9be16f828e45ba" /><Relationship Type="http://schemas.openxmlformats.org/officeDocument/2006/relationships/image" Target="/ppt/media/image37.png" Id="R9b070198e829414f" /><Relationship Type="http://schemas.openxmlformats.org/officeDocument/2006/relationships/image" Target="/ppt/media/image38.png" Id="R65d6182cd8044187" /><Relationship Type="http://schemas.openxmlformats.org/officeDocument/2006/relationships/image" Target="/ppt/media/image39.png" Id="Rf8744ab615e04c51" /><Relationship Type="http://schemas.openxmlformats.org/officeDocument/2006/relationships/image" Target="/ppt/media/image40.png" Id="Rea5730d1f244492c" /><Relationship Type="http://schemas.openxmlformats.org/officeDocument/2006/relationships/image" Target="/ppt/media/image41.png" Id="R6551efdd2ea94bb1" /><Relationship Type="http://schemas.openxmlformats.org/officeDocument/2006/relationships/image" Target="/ppt/media/image42.png" Id="R1b2da5b8406c4ee4" /><Relationship Type="http://schemas.openxmlformats.org/officeDocument/2006/relationships/image" Target="/ppt/media/image43.png" Id="Rc56151ad04384469" /><Relationship Type="http://schemas.openxmlformats.org/officeDocument/2006/relationships/image" Target="/ppt/media/image44.png" Id="Ra1689252a746423f" /><Relationship Type="http://schemas.openxmlformats.org/officeDocument/2006/relationships/image" Target="/ppt/media/image45.png" Id="Re6ef78ca6fc94056" /><Relationship Type="http://schemas.openxmlformats.org/officeDocument/2006/relationships/image" Target="/ppt/media/image46.png" Id="Rb28c80014b144e54" /><Relationship Type="http://schemas.openxmlformats.org/officeDocument/2006/relationships/image" Target="/ppt/media/image47.png" Id="R21140fb406094f19" /><Relationship Type="http://schemas.openxmlformats.org/officeDocument/2006/relationships/image" Target="/ppt/media/image48.png" Id="Rc75943765b6343d6" /><Relationship Type="http://schemas.openxmlformats.org/officeDocument/2006/relationships/image" Target="/ppt/media/image49.png" Id="R1f51e9a0918445f9" /><Relationship Type="http://schemas.openxmlformats.org/officeDocument/2006/relationships/image" Target="/ppt/media/image50.png" Id="Rd2a462a0c8ec4e6b" /><Relationship Type="http://schemas.openxmlformats.org/officeDocument/2006/relationships/image" Target="/ppt/media/image51.png" Id="R801fd7d88c33418f" /><Relationship Type="http://schemas.openxmlformats.org/officeDocument/2006/relationships/image" Target="/ppt/media/image52.png" Id="R88ee5e70bd5f44f1" /><Relationship Type="http://schemas.openxmlformats.org/officeDocument/2006/relationships/image" Target="/ppt/media/image53.png" Id="R76ead52f220646f8" /><Relationship Type="http://schemas.openxmlformats.org/officeDocument/2006/relationships/image" Target="/ppt/media/image54.png" Id="R8801249dfeaa48d6" /><Relationship Type="http://schemas.openxmlformats.org/officeDocument/2006/relationships/image" Target="/ppt/media/image55.png" Id="R4faaca82471e420d" /><Relationship Type="http://schemas.openxmlformats.org/officeDocument/2006/relationships/image" Target="/ppt/media/image56.png" Id="R1e90aeb2bf934b6a" /><Relationship Type="http://schemas.openxmlformats.org/officeDocument/2006/relationships/image" Target="/ppt/media/image57.png" Id="R64b3de5349b54d4c" /><Relationship Type="http://schemas.openxmlformats.org/officeDocument/2006/relationships/image" Target="/ppt/media/image58.png" Id="R822ce114294d4755" /><Relationship Type="http://schemas.openxmlformats.org/officeDocument/2006/relationships/image" Target="/ppt/media/image59.png" Id="R7da662061b5c44d5" /><Relationship Type="http://schemas.openxmlformats.org/officeDocument/2006/relationships/image" Target="/ppt/media/image60.png" Id="R9f50bc621255437c" /><Relationship Type="http://schemas.openxmlformats.org/officeDocument/2006/relationships/image" Target="/ppt/media/image61.png" Id="R9645166613224778" /><Relationship Type="http://schemas.openxmlformats.org/officeDocument/2006/relationships/image" Target="/ppt/media/image62.png" Id="Rdc3347b3ff6040ea" /><Relationship Type="http://schemas.openxmlformats.org/officeDocument/2006/relationships/image" Target="/ppt/media/image63.png" Id="Rcc9591c614bc4eae" /><Relationship Type="http://schemas.openxmlformats.org/officeDocument/2006/relationships/image" Target="/ppt/media/image64.png" Id="Ree5ab024eb6348c8" /><Relationship Type="http://schemas.openxmlformats.org/officeDocument/2006/relationships/image" Target="/ppt/media/image65.png" Id="Rf95677bdfd024e38" /><Relationship Type="http://schemas.openxmlformats.org/officeDocument/2006/relationships/image" Target="/ppt/media/image66.png" Id="R3e01e5c1c7d642e8" /><Relationship Type="http://schemas.openxmlformats.org/officeDocument/2006/relationships/image" Target="/ppt/media/image67.png" Id="R75d5112e97534816" /><Relationship Type="http://schemas.openxmlformats.org/officeDocument/2006/relationships/image" Target="/ppt/media/image68.png" Id="Ra038cc9c070f48af" /><Relationship Type="http://schemas.openxmlformats.org/officeDocument/2006/relationships/image" Target="/ppt/media/image69.png" Id="Re5256b19e07a403f" /><Relationship Type="http://schemas.openxmlformats.org/officeDocument/2006/relationships/image" Target="/ppt/media/image70.png" Id="R8baeace635bd4662" /><Relationship Type="http://schemas.openxmlformats.org/officeDocument/2006/relationships/image" Target="/ppt/media/image71.png" Id="Rb092de47a02d4094" /><Relationship Type="http://schemas.openxmlformats.org/officeDocument/2006/relationships/image" Target="/ppt/media/image72.png" Id="R30674b4198ee4cba" /><Relationship Type="http://schemas.openxmlformats.org/officeDocument/2006/relationships/image" Target="/ppt/media/image73.png" Id="R023be9be518a4d7f" /><Relationship Type="http://schemas.openxmlformats.org/officeDocument/2006/relationships/notesSlide" Target="/ppt/notesSlides/notesSlide1.xml" Id="R15eeeb40b18047c8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0BC759C-BE04-4D05-B584-E467E30C1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476" y="24136"/>
            <a:ext cx="12960940" cy="4972207"/>
          </a:xfrm>
          <a:custGeom xmlns:a="http://schemas.openxmlformats.org/drawingml/2006/main">
            <a:pathLst>
              <a:path w="12960940" h="4972207">
                <a:moveTo>
                  <a:pt x="0" y="4972207"/>
                </a:moveTo>
                <a:lnTo>
                  <a:pt x="0" y="0"/>
                </a:lnTo>
                <a:lnTo>
                  <a:pt x="12960940" y="0"/>
                </a:lnTo>
                <a:lnTo>
                  <a:pt x="12960940" y="4972207"/>
                </a:lnTo>
                <a:lnTo>
                  <a:pt x="0" y="4972207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E630184-55D5-4A9E-A9EF-EBD8467C2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137" y="80823"/>
            <a:ext cx="2243162" cy="4844662"/>
          </a:xfrm>
          <a:custGeom xmlns:a="http://schemas.openxmlformats.org/drawingml/2006/main">
            <a:pathLst>
              <a:path w="2243162" h="4844662">
                <a:moveTo>
                  <a:pt x="0" y="278708"/>
                </a:moveTo>
                <a:cubicBezTo>
                  <a:pt x="0" y="124845"/>
                  <a:pt x="124778" y="0"/>
                  <a:pt x="278691" y="0"/>
                </a:cubicBezTo>
                <a:lnTo>
                  <a:pt x="1964454" y="0"/>
                </a:lnTo>
                <a:cubicBezTo>
                  <a:pt x="2118317" y="0"/>
                  <a:pt x="2243162" y="124845"/>
                  <a:pt x="2243162" y="278708"/>
                </a:cubicBezTo>
                <a:lnTo>
                  <a:pt x="2243162" y="4565971"/>
                </a:lnTo>
                <a:cubicBezTo>
                  <a:pt x="2243162" y="4719885"/>
                  <a:pt x="2118317" y="4844662"/>
                  <a:pt x="1964454" y="4844662"/>
                </a:cubicBezTo>
                <a:lnTo>
                  <a:pt x="278691" y="4844662"/>
                </a:lnTo>
                <a:cubicBezTo>
                  <a:pt x="124778" y="4844662"/>
                  <a:pt x="0" y="4719885"/>
                  <a:pt x="0" y="4565971"/>
                </a:cubicBezTo>
                <a:lnTo>
                  <a:pt x="0" y="278708"/>
                </a:lnTo>
                <a:close/>
              </a:path>
            </a:pathLst>
          </a:custGeom>
          <a:solidFill xmlns:a="http://schemas.openxmlformats.org/drawingml/2006/main">
            <a:srgbClr val="E7E6E6">
              <a:alpha val="47451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3" name="Text Psychology">
            <a:extLst xmlns:a="http://schemas.openxmlformats.org/drawingml/2006/main">
              <a:ext uri="{FF2B5EF4-FFF2-40B4-BE49-F238E27FC236}">
                <a16:creationId xmlns:a16="http://schemas.microsoft.com/office/drawing/2014/main" id="{4927DBC2-1E28-4243-8411-0A64BB5D6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045" y="278311"/>
            <a:ext cx="1313901" cy="254798"/>
          </a:xfrm>
          <a:custGeom xmlns:a="http://schemas.openxmlformats.org/drawingml/2006/main">
            <a:pathLst>
              <a:path w="1313901" h="254798">
                <a:moveTo>
                  <a:pt x="48802" y="122272"/>
                </a:moveTo>
                <a:cubicBezTo>
                  <a:pt x="45904" y="122272"/>
                  <a:pt x="43050" y="122228"/>
                  <a:pt x="40240" y="122140"/>
                </a:cubicBezTo>
                <a:cubicBezTo>
                  <a:pt x="37432" y="122052"/>
                  <a:pt x="34800" y="121877"/>
                  <a:pt x="32343" y="121614"/>
                </a:cubicBezTo>
                <a:lnTo>
                  <a:pt x="32343" y="190376"/>
                </a:lnTo>
                <a:lnTo>
                  <a:pt x="0" y="190376"/>
                </a:lnTo>
                <a:lnTo>
                  <a:pt x="0" y="14462"/>
                </a:lnTo>
                <a:lnTo>
                  <a:pt x="50852" y="14462"/>
                </a:lnTo>
                <a:cubicBezTo>
                  <a:pt x="59373" y="14462"/>
                  <a:pt x="66817" y="14835"/>
                  <a:pt x="73182" y="15580"/>
                </a:cubicBezTo>
                <a:cubicBezTo>
                  <a:pt x="79550" y="16325"/>
                  <a:pt x="85238" y="17442"/>
                  <a:pt x="90245" y="18932"/>
                </a:cubicBezTo>
                <a:cubicBezTo>
                  <a:pt x="102278" y="22614"/>
                  <a:pt x="111544" y="28486"/>
                  <a:pt x="118044" y="36550"/>
                </a:cubicBezTo>
                <a:cubicBezTo>
                  <a:pt x="124544" y="44614"/>
                  <a:pt x="127794" y="54869"/>
                  <a:pt x="127794" y="67315"/>
                </a:cubicBezTo>
                <a:cubicBezTo>
                  <a:pt x="127794" y="75817"/>
                  <a:pt x="126038" y="83465"/>
                  <a:pt x="122526" y="90257"/>
                </a:cubicBezTo>
                <a:cubicBezTo>
                  <a:pt x="119015" y="97050"/>
                  <a:pt x="113880" y="102813"/>
                  <a:pt x="107123" y="107546"/>
                </a:cubicBezTo>
                <a:cubicBezTo>
                  <a:pt x="100366" y="112279"/>
                  <a:pt x="92116" y="115917"/>
                  <a:pt x="82373" y="118459"/>
                </a:cubicBezTo>
                <a:cubicBezTo>
                  <a:pt x="72630" y="121001"/>
                  <a:pt x="61440" y="122272"/>
                  <a:pt x="48802" y="122272"/>
                </a:cubicBezTo>
                <a:moveTo>
                  <a:pt x="32343" y="94403"/>
                </a:moveTo>
                <a:cubicBezTo>
                  <a:pt x="34183" y="94663"/>
                  <a:pt x="36528" y="94859"/>
                  <a:pt x="39377" y="94991"/>
                </a:cubicBezTo>
                <a:cubicBezTo>
                  <a:pt x="42225" y="95122"/>
                  <a:pt x="45184" y="95188"/>
                  <a:pt x="48251" y="95188"/>
                </a:cubicBezTo>
                <a:cubicBezTo>
                  <a:pt x="56929" y="95188"/>
                  <a:pt x="64204" y="94491"/>
                  <a:pt x="70076" y="93096"/>
                </a:cubicBezTo>
                <a:cubicBezTo>
                  <a:pt x="75949" y="91700"/>
                  <a:pt x="80682" y="89759"/>
                  <a:pt x="84275" y="87275"/>
                </a:cubicBezTo>
                <a:cubicBezTo>
                  <a:pt x="87869" y="84788"/>
                  <a:pt x="90455" y="81779"/>
                  <a:pt x="92032" y="78248"/>
                </a:cubicBezTo>
                <a:cubicBezTo>
                  <a:pt x="93610" y="74715"/>
                  <a:pt x="94399" y="70854"/>
                  <a:pt x="94399" y="66666"/>
                </a:cubicBezTo>
                <a:cubicBezTo>
                  <a:pt x="94399" y="61519"/>
                  <a:pt x="93216" y="57071"/>
                  <a:pt x="90849" y="53321"/>
                </a:cubicBezTo>
                <a:cubicBezTo>
                  <a:pt x="88483" y="49571"/>
                  <a:pt x="84363" y="46649"/>
                  <a:pt x="78490" y="44554"/>
                </a:cubicBezTo>
                <a:cubicBezTo>
                  <a:pt x="75423" y="43507"/>
                  <a:pt x="71632" y="42744"/>
                  <a:pt x="67118" y="42265"/>
                </a:cubicBezTo>
                <a:cubicBezTo>
                  <a:pt x="62604" y="41786"/>
                  <a:pt x="57060" y="41546"/>
                  <a:pt x="50486" y="41546"/>
                </a:cubicBezTo>
                <a:lnTo>
                  <a:pt x="32343" y="41546"/>
                </a:lnTo>
                <a:lnTo>
                  <a:pt x="32343" y="94403"/>
                </a:lnTo>
                <a:close/>
                <a:moveTo>
                  <a:pt x="214415" y="153485"/>
                </a:moveTo>
                <a:cubicBezTo>
                  <a:pt x="214415" y="150762"/>
                  <a:pt x="213647" y="148523"/>
                  <a:pt x="212110" y="146767"/>
                </a:cubicBezTo>
                <a:cubicBezTo>
                  <a:pt x="210574" y="145011"/>
                  <a:pt x="208532" y="143540"/>
                  <a:pt x="205985" y="142354"/>
                </a:cubicBezTo>
                <a:cubicBezTo>
                  <a:pt x="203437" y="141168"/>
                  <a:pt x="200516" y="140137"/>
                  <a:pt x="197221" y="139261"/>
                </a:cubicBezTo>
                <a:cubicBezTo>
                  <a:pt x="193929" y="138381"/>
                  <a:pt x="190481" y="137502"/>
                  <a:pt x="186880" y="136623"/>
                </a:cubicBezTo>
                <a:cubicBezTo>
                  <a:pt x="182311" y="135393"/>
                  <a:pt x="177919" y="133966"/>
                  <a:pt x="173703" y="132342"/>
                </a:cubicBezTo>
                <a:cubicBezTo>
                  <a:pt x="169488" y="130717"/>
                  <a:pt x="165777" y="128588"/>
                  <a:pt x="162569" y="125953"/>
                </a:cubicBezTo>
                <a:cubicBezTo>
                  <a:pt x="159364" y="123318"/>
                  <a:pt x="156817" y="120002"/>
                  <a:pt x="154927" y="116006"/>
                </a:cubicBezTo>
                <a:cubicBezTo>
                  <a:pt x="153040" y="112010"/>
                  <a:pt x="152096" y="107114"/>
                  <a:pt x="152096" y="101318"/>
                </a:cubicBezTo>
                <a:cubicBezTo>
                  <a:pt x="152096" y="94204"/>
                  <a:pt x="153373" y="88035"/>
                  <a:pt x="155926" y="82809"/>
                </a:cubicBezTo>
                <a:cubicBezTo>
                  <a:pt x="158478" y="77582"/>
                  <a:pt x="161934" y="73257"/>
                  <a:pt x="166291" y="69834"/>
                </a:cubicBezTo>
                <a:cubicBezTo>
                  <a:pt x="170649" y="66407"/>
                  <a:pt x="175706" y="63860"/>
                  <a:pt x="181460" y="62192"/>
                </a:cubicBezTo>
                <a:cubicBezTo>
                  <a:pt x="187215" y="60524"/>
                  <a:pt x="193292" y="59690"/>
                  <a:pt x="199690" y="59690"/>
                </a:cubicBezTo>
                <a:cubicBezTo>
                  <a:pt x="207491" y="59690"/>
                  <a:pt x="214810" y="60322"/>
                  <a:pt x="221646" y="61588"/>
                </a:cubicBezTo>
                <a:cubicBezTo>
                  <a:pt x="228483" y="62853"/>
                  <a:pt x="234662" y="64490"/>
                  <a:pt x="240184" y="66497"/>
                </a:cubicBezTo>
                <a:lnTo>
                  <a:pt x="240184" y="91769"/>
                </a:lnTo>
                <a:cubicBezTo>
                  <a:pt x="237292" y="90824"/>
                  <a:pt x="234246" y="89944"/>
                  <a:pt x="231047" y="89128"/>
                </a:cubicBezTo>
                <a:cubicBezTo>
                  <a:pt x="227848" y="88309"/>
                  <a:pt x="224605" y="87599"/>
                  <a:pt x="221318" y="86999"/>
                </a:cubicBezTo>
                <a:cubicBezTo>
                  <a:pt x="218031" y="86397"/>
                  <a:pt x="214766" y="85902"/>
                  <a:pt x="211523" y="85516"/>
                </a:cubicBezTo>
                <a:cubicBezTo>
                  <a:pt x="208280" y="85127"/>
                  <a:pt x="205212" y="84933"/>
                  <a:pt x="202320" y="84933"/>
                </a:cubicBezTo>
                <a:cubicBezTo>
                  <a:pt x="198638" y="84933"/>
                  <a:pt x="195527" y="85286"/>
                  <a:pt x="192985" y="85993"/>
                </a:cubicBezTo>
                <a:cubicBezTo>
                  <a:pt x="190443" y="86697"/>
                  <a:pt x="188383" y="87644"/>
                  <a:pt x="186806" y="88836"/>
                </a:cubicBezTo>
                <a:cubicBezTo>
                  <a:pt x="185228" y="90025"/>
                  <a:pt x="184089" y="91390"/>
                  <a:pt x="183387" y="92932"/>
                </a:cubicBezTo>
                <a:cubicBezTo>
                  <a:pt x="182686" y="94474"/>
                  <a:pt x="182336" y="96083"/>
                  <a:pt x="182336" y="97760"/>
                </a:cubicBezTo>
                <a:cubicBezTo>
                  <a:pt x="182336" y="100658"/>
                  <a:pt x="183102" y="103030"/>
                  <a:pt x="184636" y="104876"/>
                </a:cubicBezTo>
                <a:cubicBezTo>
                  <a:pt x="186170" y="106719"/>
                  <a:pt x="188296" y="108212"/>
                  <a:pt x="191013" y="109354"/>
                </a:cubicBezTo>
                <a:cubicBezTo>
                  <a:pt x="193730" y="110494"/>
                  <a:pt x="196579" y="111437"/>
                  <a:pt x="199559" y="112185"/>
                </a:cubicBezTo>
                <a:cubicBezTo>
                  <a:pt x="202539" y="112933"/>
                  <a:pt x="205431" y="113657"/>
                  <a:pt x="208236" y="114358"/>
                </a:cubicBezTo>
                <a:cubicBezTo>
                  <a:pt x="212619" y="115413"/>
                  <a:pt x="217001" y="116687"/>
                  <a:pt x="221384" y="118179"/>
                </a:cubicBezTo>
                <a:cubicBezTo>
                  <a:pt x="225766" y="119672"/>
                  <a:pt x="229710" y="121758"/>
                  <a:pt x="233216" y="124437"/>
                </a:cubicBezTo>
                <a:cubicBezTo>
                  <a:pt x="236722" y="127116"/>
                  <a:pt x="239593" y="130585"/>
                  <a:pt x="241828" y="134844"/>
                </a:cubicBezTo>
                <a:cubicBezTo>
                  <a:pt x="244063" y="139103"/>
                  <a:pt x="245180" y="144526"/>
                  <a:pt x="245180" y="151114"/>
                </a:cubicBezTo>
                <a:cubicBezTo>
                  <a:pt x="245180" y="158315"/>
                  <a:pt x="243822" y="164594"/>
                  <a:pt x="241105" y="169952"/>
                </a:cubicBezTo>
                <a:cubicBezTo>
                  <a:pt x="238388" y="175309"/>
                  <a:pt x="234597" y="179767"/>
                  <a:pt x="229732" y="183325"/>
                </a:cubicBezTo>
                <a:cubicBezTo>
                  <a:pt x="224868" y="186880"/>
                  <a:pt x="219039" y="189514"/>
                  <a:pt x="212246" y="191226"/>
                </a:cubicBezTo>
                <a:cubicBezTo>
                  <a:pt x="205453" y="192938"/>
                  <a:pt x="197981" y="193794"/>
                  <a:pt x="189830" y="193794"/>
                </a:cubicBezTo>
                <a:cubicBezTo>
                  <a:pt x="181766" y="193794"/>
                  <a:pt x="174513" y="193158"/>
                  <a:pt x="168071" y="191887"/>
                </a:cubicBezTo>
                <a:cubicBezTo>
                  <a:pt x="161628" y="190617"/>
                  <a:pt x="156304" y="189017"/>
                  <a:pt x="152096" y="187089"/>
                </a:cubicBezTo>
                <a:lnTo>
                  <a:pt x="152096" y="161977"/>
                </a:lnTo>
                <a:cubicBezTo>
                  <a:pt x="158933" y="164519"/>
                  <a:pt x="165244" y="166250"/>
                  <a:pt x="171029" y="167170"/>
                </a:cubicBezTo>
                <a:cubicBezTo>
                  <a:pt x="176814" y="168091"/>
                  <a:pt x="182204" y="168551"/>
                  <a:pt x="187200" y="168551"/>
                </a:cubicBezTo>
                <a:cubicBezTo>
                  <a:pt x="191057" y="168551"/>
                  <a:pt x="194650" y="168264"/>
                  <a:pt x="197981" y="167692"/>
                </a:cubicBezTo>
                <a:cubicBezTo>
                  <a:pt x="201312" y="167120"/>
                  <a:pt x="204182" y="166217"/>
                  <a:pt x="206593" y="164984"/>
                </a:cubicBezTo>
                <a:cubicBezTo>
                  <a:pt x="209003" y="163749"/>
                  <a:pt x="210909" y="162185"/>
                  <a:pt x="212312" y="160292"/>
                </a:cubicBezTo>
                <a:cubicBezTo>
                  <a:pt x="213714" y="158397"/>
                  <a:pt x="214415" y="156128"/>
                  <a:pt x="214415" y="153485"/>
                </a:cubicBezTo>
                <a:close/>
                <a:moveTo>
                  <a:pt x="256271" y="62845"/>
                </a:moveTo>
                <a:lnTo>
                  <a:pt x="289665" y="62845"/>
                </a:lnTo>
                <a:lnTo>
                  <a:pt x="308729" y="109058"/>
                </a:lnTo>
                <a:cubicBezTo>
                  <a:pt x="315916" y="126613"/>
                  <a:pt x="321000" y="139603"/>
                  <a:pt x="323980" y="148028"/>
                </a:cubicBezTo>
                <a:lnTo>
                  <a:pt x="324506" y="148028"/>
                </a:lnTo>
                <a:cubicBezTo>
                  <a:pt x="326697" y="141446"/>
                  <a:pt x="331343" y="129247"/>
                  <a:pt x="338442" y="111429"/>
                </a:cubicBezTo>
                <a:lnTo>
                  <a:pt x="358164" y="62845"/>
                </a:lnTo>
                <a:lnTo>
                  <a:pt x="391953" y="62845"/>
                </a:lnTo>
                <a:lnTo>
                  <a:pt x="309912" y="251643"/>
                </a:lnTo>
                <a:lnTo>
                  <a:pt x="279147" y="251643"/>
                </a:lnTo>
                <a:lnTo>
                  <a:pt x="308335" y="183313"/>
                </a:lnTo>
                <a:lnTo>
                  <a:pt x="256271" y="62845"/>
                </a:lnTo>
                <a:close/>
                <a:moveTo>
                  <a:pt x="501002" y="187771"/>
                </a:moveTo>
                <a:cubicBezTo>
                  <a:pt x="497058" y="189431"/>
                  <a:pt x="492237" y="190849"/>
                  <a:pt x="486540" y="192027"/>
                </a:cubicBezTo>
                <a:cubicBezTo>
                  <a:pt x="480843" y="193205"/>
                  <a:pt x="474839" y="193794"/>
                  <a:pt x="468528" y="193794"/>
                </a:cubicBezTo>
                <a:cubicBezTo>
                  <a:pt x="459325" y="193794"/>
                  <a:pt x="450732" y="192476"/>
                  <a:pt x="442751" y="189841"/>
                </a:cubicBezTo>
                <a:cubicBezTo>
                  <a:pt x="434769" y="187206"/>
                  <a:pt x="427786" y="183212"/>
                  <a:pt x="421801" y="177857"/>
                </a:cubicBezTo>
                <a:cubicBezTo>
                  <a:pt x="415816" y="172499"/>
                  <a:pt x="411108" y="165714"/>
                  <a:pt x="407676" y="157503"/>
                </a:cubicBezTo>
                <a:cubicBezTo>
                  <a:pt x="404244" y="149291"/>
                  <a:pt x="402527" y="139696"/>
                  <a:pt x="402527" y="128718"/>
                </a:cubicBezTo>
                <a:cubicBezTo>
                  <a:pt x="402527" y="116422"/>
                  <a:pt x="404508" y="105884"/>
                  <a:pt x="408469" y="97102"/>
                </a:cubicBezTo>
                <a:cubicBezTo>
                  <a:pt x="412429" y="88321"/>
                  <a:pt x="417555" y="81186"/>
                  <a:pt x="423847" y="75697"/>
                </a:cubicBezTo>
                <a:cubicBezTo>
                  <a:pt x="430139" y="70208"/>
                  <a:pt x="437208" y="66167"/>
                  <a:pt x="445055" y="63576"/>
                </a:cubicBezTo>
                <a:cubicBezTo>
                  <a:pt x="452903" y="60985"/>
                  <a:pt x="460639" y="59690"/>
                  <a:pt x="468265" y="59690"/>
                </a:cubicBezTo>
                <a:cubicBezTo>
                  <a:pt x="473962" y="59690"/>
                  <a:pt x="479440" y="60194"/>
                  <a:pt x="484699" y="61202"/>
                </a:cubicBezTo>
                <a:cubicBezTo>
                  <a:pt x="489958" y="62209"/>
                  <a:pt x="494735" y="63590"/>
                  <a:pt x="499030" y="65343"/>
                </a:cubicBezTo>
                <a:lnTo>
                  <a:pt x="499030" y="90718"/>
                </a:lnTo>
                <a:cubicBezTo>
                  <a:pt x="495173" y="89052"/>
                  <a:pt x="491076" y="87716"/>
                  <a:pt x="486737" y="86708"/>
                </a:cubicBezTo>
                <a:cubicBezTo>
                  <a:pt x="482398" y="85700"/>
                  <a:pt x="477731" y="85196"/>
                  <a:pt x="472735" y="85196"/>
                </a:cubicBezTo>
                <a:cubicBezTo>
                  <a:pt x="467739" y="85196"/>
                  <a:pt x="462962" y="85965"/>
                  <a:pt x="458404" y="87505"/>
                </a:cubicBezTo>
                <a:cubicBezTo>
                  <a:pt x="453846" y="89044"/>
                  <a:pt x="449815" y="91485"/>
                  <a:pt x="446309" y="94826"/>
                </a:cubicBezTo>
                <a:cubicBezTo>
                  <a:pt x="442803" y="98165"/>
                  <a:pt x="440020" y="102583"/>
                  <a:pt x="437960" y="108081"/>
                </a:cubicBezTo>
                <a:cubicBezTo>
                  <a:pt x="435900" y="113575"/>
                  <a:pt x="434870" y="120191"/>
                  <a:pt x="434870" y="127929"/>
                </a:cubicBezTo>
                <a:cubicBezTo>
                  <a:pt x="434870" y="133555"/>
                  <a:pt x="435659" y="138852"/>
                  <a:pt x="437237" y="143821"/>
                </a:cubicBezTo>
                <a:cubicBezTo>
                  <a:pt x="438815" y="148790"/>
                  <a:pt x="441115" y="153033"/>
                  <a:pt x="444139" y="156550"/>
                </a:cubicBezTo>
                <a:cubicBezTo>
                  <a:pt x="447163" y="160066"/>
                  <a:pt x="451020" y="162903"/>
                  <a:pt x="455709" y="165058"/>
                </a:cubicBezTo>
                <a:cubicBezTo>
                  <a:pt x="460398" y="167211"/>
                  <a:pt x="465942" y="168288"/>
                  <a:pt x="472341" y="168288"/>
                </a:cubicBezTo>
                <a:cubicBezTo>
                  <a:pt x="478038" y="168288"/>
                  <a:pt x="483209" y="167730"/>
                  <a:pt x="487855" y="166616"/>
                </a:cubicBezTo>
                <a:cubicBezTo>
                  <a:pt x="492500" y="165501"/>
                  <a:pt x="496883" y="164130"/>
                  <a:pt x="501002" y="162503"/>
                </a:cubicBezTo>
                <a:lnTo>
                  <a:pt x="501002" y="187771"/>
                </a:lnTo>
                <a:close/>
                <a:moveTo>
                  <a:pt x="560451" y="51818"/>
                </a:moveTo>
                <a:cubicBezTo>
                  <a:pt x="560451" y="58380"/>
                  <a:pt x="560341" y="63787"/>
                  <a:pt x="560122" y="68038"/>
                </a:cubicBezTo>
                <a:cubicBezTo>
                  <a:pt x="559903" y="72289"/>
                  <a:pt x="559530" y="76124"/>
                  <a:pt x="559005" y="79542"/>
                </a:cubicBezTo>
                <a:lnTo>
                  <a:pt x="559530" y="79542"/>
                </a:lnTo>
                <a:cubicBezTo>
                  <a:pt x="561374" y="77088"/>
                  <a:pt x="563634" y="74634"/>
                  <a:pt x="566310" y="72180"/>
                </a:cubicBezTo>
                <a:cubicBezTo>
                  <a:pt x="568988" y="69725"/>
                  <a:pt x="571930" y="67600"/>
                  <a:pt x="575135" y="65803"/>
                </a:cubicBezTo>
                <a:cubicBezTo>
                  <a:pt x="578340" y="64006"/>
                  <a:pt x="581982" y="62538"/>
                  <a:pt x="586064" y="61399"/>
                </a:cubicBezTo>
                <a:cubicBezTo>
                  <a:pt x="590145" y="60259"/>
                  <a:pt x="594644" y="59690"/>
                  <a:pt x="599560" y="59690"/>
                </a:cubicBezTo>
                <a:cubicBezTo>
                  <a:pt x="603776" y="59690"/>
                  <a:pt x="607880" y="60107"/>
                  <a:pt x="611874" y="60943"/>
                </a:cubicBezTo>
                <a:cubicBezTo>
                  <a:pt x="615867" y="61775"/>
                  <a:pt x="619598" y="63070"/>
                  <a:pt x="623066" y="64825"/>
                </a:cubicBezTo>
                <a:cubicBezTo>
                  <a:pt x="626533" y="66578"/>
                  <a:pt x="629693" y="68859"/>
                  <a:pt x="632544" y="71666"/>
                </a:cubicBezTo>
                <a:cubicBezTo>
                  <a:pt x="635398" y="74474"/>
                  <a:pt x="637791" y="77807"/>
                  <a:pt x="639722" y="81666"/>
                </a:cubicBezTo>
                <a:cubicBezTo>
                  <a:pt x="641390" y="85003"/>
                  <a:pt x="642618" y="88777"/>
                  <a:pt x="643407" y="92990"/>
                </a:cubicBezTo>
                <a:cubicBezTo>
                  <a:pt x="644199" y="97200"/>
                  <a:pt x="644595" y="102331"/>
                  <a:pt x="644595" y="108385"/>
                </a:cubicBezTo>
                <a:lnTo>
                  <a:pt x="644595" y="190376"/>
                </a:lnTo>
                <a:lnTo>
                  <a:pt x="613304" y="190376"/>
                </a:lnTo>
                <a:lnTo>
                  <a:pt x="613304" y="112674"/>
                </a:lnTo>
                <a:cubicBezTo>
                  <a:pt x="613304" y="108730"/>
                  <a:pt x="613128" y="105509"/>
                  <a:pt x="612778" y="103011"/>
                </a:cubicBezTo>
                <a:cubicBezTo>
                  <a:pt x="612427" y="100512"/>
                  <a:pt x="611814" y="98343"/>
                  <a:pt x="610937" y="96503"/>
                </a:cubicBezTo>
                <a:cubicBezTo>
                  <a:pt x="609096" y="92646"/>
                  <a:pt x="606467" y="89929"/>
                  <a:pt x="603049" y="88351"/>
                </a:cubicBezTo>
                <a:cubicBezTo>
                  <a:pt x="599630" y="86773"/>
                  <a:pt x="595730" y="85985"/>
                  <a:pt x="591347" y="85985"/>
                </a:cubicBezTo>
                <a:cubicBezTo>
                  <a:pt x="585299" y="86072"/>
                  <a:pt x="579712" y="87518"/>
                  <a:pt x="574584" y="90323"/>
                </a:cubicBezTo>
                <a:cubicBezTo>
                  <a:pt x="569457" y="93128"/>
                  <a:pt x="564746" y="97248"/>
                  <a:pt x="560451" y="102682"/>
                </a:cubicBezTo>
                <a:lnTo>
                  <a:pt x="560451" y="190376"/>
                </a:lnTo>
                <a:lnTo>
                  <a:pt x="529160" y="190376"/>
                </a:lnTo>
                <a:lnTo>
                  <a:pt x="529160" y="0"/>
                </a:lnTo>
                <a:lnTo>
                  <a:pt x="560451" y="0"/>
                </a:lnTo>
                <a:lnTo>
                  <a:pt x="560451" y="51818"/>
                </a:lnTo>
                <a:close/>
                <a:moveTo>
                  <a:pt x="768034" y="126742"/>
                </a:moveTo>
                <a:cubicBezTo>
                  <a:pt x="768034" y="119971"/>
                  <a:pt x="767245" y="113991"/>
                  <a:pt x="765667" y="108804"/>
                </a:cubicBezTo>
                <a:cubicBezTo>
                  <a:pt x="764090" y="103616"/>
                  <a:pt x="761898" y="99263"/>
                  <a:pt x="759094" y="95747"/>
                </a:cubicBezTo>
                <a:cubicBezTo>
                  <a:pt x="756289" y="92230"/>
                  <a:pt x="752914" y="89592"/>
                  <a:pt x="748970" y="87833"/>
                </a:cubicBezTo>
                <a:cubicBezTo>
                  <a:pt x="745026" y="86075"/>
                  <a:pt x="740731" y="85196"/>
                  <a:pt x="736085" y="85196"/>
                </a:cubicBezTo>
                <a:cubicBezTo>
                  <a:pt x="731528" y="85196"/>
                  <a:pt x="727299" y="86075"/>
                  <a:pt x="723398" y="87833"/>
                </a:cubicBezTo>
                <a:cubicBezTo>
                  <a:pt x="719498" y="89592"/>
                  <a:pt x="716145" y="92230"/>
                  <a:pt x="713340" y="95747"/>
                </a:cubicBezTo>
                <a:cubicBezTo>
                  <a:pt x="710536" y="99263"/>
                  <a:pt x="708344" y="103616"/>
                  <a:pt x="706767" y="108804"/>
                </a:cubicBezTo>
                <a:cubicBezTo>
                  <a:pt x="705189" y="113991"/>
                  <a:pt x="704400" y="119971"/>
                  <a:pt x="704400" y="126742"/>
                </a:cubicBezTo>
                <a:cubicBezTo>
                  <a:pt x="704400" y="133513"/>
                  <a:pt x="705189" y="139492"/>
                  <a:pt x="706767" y="144680"/>
                </a:cubicBezTo>
                <a:cubicBezTo>
                  <a:pt x="708344" y="149868"/>
                  <a:pt x="710557" y="154198"/>
                  <a:pt x="713406" y="157671"/>
                </a:cubicBezTo>
                <a:cubicBezTo>
                  <a:pt x="716255" y="161144"/>
                  <a:pt x="719629" y="163782"/>
                  <a:pt x="723530" y="165584"/>
                </a:cubicBezTo>
                <a:cubicBezTo>
                  <a:pt x="727430" y="167387"/>
                  <a:pt x="731703" y="168288"/>
                  <a:pt x="736348" y="168288"/>
                </a:cubicBezTo>
                <a:cubicBezTo>
                  <a:pt x="740994" y="168288"/>
                  <a:pt x="745245" y="167387"/>
                  <a:pt x="749101" y="165584"/>
                </a:cubicBezTo>
                <a:cubicBezTo>
                  <a:pt x="752958" y="163782"/>
                  <a:pt x="756289" y="161144"/>
                  <a:pt x="759094" y="157671"/>
                </a:cubicBezTo>
                <a:cubicBezTo>
                  <a:pt x="761898" y="154198"/>
                  <a:pt x="764090" y="149868"/>
                  <a:pt x="765667" y="144680"/>
                </a:cubicBezTo>
                <a:cubicBezTo>
                  <a:pt x="767245" y="139492"/>
                  <a:pt x="768034" y="133513"/>
                  <a:pt x="768034" y="126742"/>
                </a:cubicBezTo>
                <a:moveTo>
                  <a:pt x="800377" y="126742"/>
                </a:moveTo>
                <a:cubicBezTo>
                  <a:pt x="800377" y="136753"/>
                  <a:pt x="798884" y="145886"/>
                  <a:pt x="795898" y="154142"/>
                </a:cubicBezTo>
                <a:cubicBezTo>
                  <a:pt x="792913" y="162397"/>
                  <a:pt x="788630" y="169467"/>
                  <a:pt x="783051" y="175350"/>
                </a:cubicBezTo>
                <a:cubicBezTo>
                  <a:pt x="777474" y="181234"/>
                  <a:pt x="770733" y="185779"/>
                  <a:pt x="762828" y="188987"/>
                </a:cubicBezTo>
                <a:cubicBezTo>
                  <a:pt x="754923" y="192192"/>
                  <a:pt x="746097" y="193794"/>
                  <a:pt x="736348" y="193794"/>
                </a:cubicBezTo>
                <a:cubicBezTo>
                  <a:pt x="726337" y="193794"/>
                  <a:pt x="717357" y="192192"/>
                  <a:pt x="709408" y="188987"/>
                </a:cubicBezTo>
                <a:cubicBezTo>
                  <a:pt x="701460" y="185779"/>
                  <a:pt x="694717" y="181234"/>
                  <a:pt x="689182" y="175350"/>
                </a:cubicBezTo>
                <a:cubicBezTo>
                  <a:pt x="683649" y="169467"/>
                  <a:pt x="679412" y="162397"/>
                  <a:pt x="676470" y="154142"/>
                </a:cubicBezTo>
                <a:cubicBezTo>
                  <a:pt x="673528" y="145886"/>
                  <a:pt x="672057" y="136753"/>
                  <a:pt x="672057" y="126742"/>
                </a:cubicBezTo>
                <a:cubicBezTo>
                  <a:pt x="672057" y="116730"/>
                  <a:pt x="673550" y="107597"/>
                  <a:pt x="676536" y="99342"/>
                </a:cubicBezTo>
                <a:cubicBezTo>
                  <a:pt x="679521" y="91086"/>
                  <a:pt x="683802" y="84017"/>
                  <a:pt x="689379" y="78133"/>
                </a:cubicBezTo>
                <a:cubicBezTo>
                  <a:pt x="694959" y="72250"/>
                  <a:pt x="701701" y="67705"/>
                  <a:pt x="709606" y="64501"/>
                </a:cubicBezTo>
                <a:cubicBezTo>
                  <a:pt x="717511" y="61293"/>
                  <a:pt x="726337" y="59690"/>
                  <a:pt x="736085" y="59690"/>
                </a:cubicBezTo>
                <a:cubicBezTo>
                  <a:pt x="746097" y="59690"/>
                  <a:pt x="755077" y="61293"/>
                  <a:pt x="763025" y="64501"/>
                </a:cubicBezTo>
                <a:cubicBezTo>
                  <a:pt x="770974" y="67705"/>
                  <a:pt x="777715" y="72250"/>
                  <a:pt x="783248" y="78133"/>
                </a:cubicBezTo>
                <a:cubicBezTo>
                  <a:pt x="788784" y="84017"/>
                  <a:pt x="793022" y="91086"/>
                  <a:pt x="795964" y="99342"/>
                </a:cubicBezTo>
                <a:cubicBezTo>
                  <a:pt x="798906" y="107597"/>
                  <a:pt x="800377" y="116730"/>
                  <a:pt x="800377" y="126742"/>
                </a:cubicBezTo>
                <a:close/>
                <a:moveTo>
                  <a:pt x="829116" y="190376"/>
                </a:moveTo>
                <a:lnTo>
                  <a:pt x="829116" y="0"/>
                </a:lnTo>
                <a:lnTo>
                  <a:pt x="860407" y="0"/>
                </a:lnTo>
                <a:lnTo>
                  <a:pt x="860407" y="190376"/>
                </a:lnTo>
                <a:lnTo>
                  <a:pt x="829116" y="190376"/>
                </a:lnTo>
                <a:close/>
                <a:moveTo>
                  <a:pt x="986135" y="126742"/>
                </a:moveTo>
                <a:cubicBezTo>
                  <a:pt x="986135" y="119971"/>
                  <a:pt x="985346" y="113991"/>
                  <a:pt x="983768" y="108804"/>
                </a:cubicBezTo>
                <a:cubicBezTo>
                  <a:pt x="982191" y="103616"/>
                  <a:pt x="979999" y="99263"/>
                  <a:pt x="977195" y="95747"/>
                </a:cubicBezTo>
                <a:cubicBezTo>
                  <a:pt x="974390" y="92230"/>
                  <a:pt x="971015" y="89592"/>
                  <a:pt x="967071" y="87833"/>
                </a:cubicBezTo>
                <a:cubicBezTo>
                  <a:pt x="963127" y="86075"/>
                  <a:pt x="958832" y="85196"/>
                  <a:pt x="954186" y="85196"/>
                </a:cubicBezTo>
                <a:cubicBezTo>
                  <a:pt x="949629" y="85196"/>
                  <a:pt x="945400" y="86075"/>
                  <a:pt x="941499" y="87833"/>
                </a:cubicBezTo>
                <a:cubicBezTo>
                  <a:pt x="937599" y="89592"/>
                  <a:pt x="934246" y="92230"/>
                  <a:pt x="931441" y="95747"/>
                </a:cubicBezTo>
                <a:cubicBezTo>
                  <a:pt x="928637" y="99263"/>
                  <a:pt x="926445" y="103616"/>
                  <a:pt x="924868" y="108804"/>
                </a:cubicBezTo>
                <a:cubicBezTo>
                  <a:pt x="923290" y="113991"/>
                  <a:pt x="922501" y="119971"/>
                  <a:pt x="922501" y="126742"/>
                </a:cubicBezTo>
                <a:cubicBezTo>
                  <a:pt x="922501" y="133513"/>
                  <a:pt x="923290" y="139492"/>
                  <a:pt x="924868" y="144680"/>
                </a:cubicBezTo>
                <a:cubicBezTo>
                  <a:pt x="926445" y="149868"/>
                  <a:pt x="928658" y="154198"/>
                  <a:pt x="931507" y="157671"/>
                </a:cubicBezTo>
                <a:cubicBezTo>
                  <a:pt x="934356" y="161144"/>
                  <a:pt x="937730" y="163782"/>
                  <a:pt x="941631" y="165584"/>
                </a:cubicBezTo>
                <a:cubicBezTo>
                  <a:pt x="945531" y="167387"/>
                  <a:pt x="949804" y="168288"/>
                  <a:pt x="954449" y="168288"/>
                </a:cubicBezTo>
                <a:cubicBezTo>
                  <a:pt x="959095" y="168288"/>
                  <a:pt x="963346" y="167387"/>
                  <a:pt x="967202" y="165584"/>
                </a:cubicBezTo>
                <a:cubicBezTo>
                  <a:pt x="971059" y="163782"/>
                  <a:pt x="974390" y="161144"/>
                  <a:pt x="977195" y="157671"/>
                </a:cubicBezTo>
                <a:cubicBezTo>
                  <a:pt x="979999" y="154198"/>
                  <a:pt x="982191" y="149868"/>
                  <a:pt x="983768" y="144680"/>
                </a:cubicBezTo>
                <a:cubicBezTo>
                  <a:pt x="985346" y="139492"/>
                  <a:pt x="986135" y="133513"/>
                  <a:pt x="986135" y="126742"/>
                </a:cubicBezTo>
                <a:moveTo>
                  <a:pt x="1018478" y="126742"/>
                </a:moveTo>
                <a:cubicBezTo>
                  <a:pt x="1018478" y="136753"/>
                  <a:pt x="1016985" y="145886"/>
                  <a:pt x="1013999" y="154142"/>
                </a:cubicBezTo>
                <a:cubicBezTo>
                  <a:pt x="1011014" y="162397"/>
                  <a:pt x="1006731" y="169467"/>
                  <a:pt x="1001152" y="175350"/>
                </a:cubicBezTo>
                <a:cubicBezTo>
                  <a:pt x="995575" y="181234"/>
                  <a:pt x="988834" y="185779"/>
                  <a:pt x="980929" y="188987"/>
                </a:cubicBezTo>
                <a:cubicBezTo>
                  <a:pt x="973024" y="192192"/>
                  <a:pt x="964198" y="193794"/>
                  <a:pt x="954449" y="193794"/>
                </a:cubicBezTo>
                <a:cubicBezTo>
                  <a:pt x="944438" y="193794"/>
                  <a:pt x="935458" y="192192"/>
                  <a:pt x="927509" y="188987"/>
                </a:cubicBezTo>
                <a:cubicBezTo>
                  <a:pt x="919561" y="185779"/>
                  <a:pt x="912818" y="181234"/>
                  <a:pt x="907283" y="175350"/>
                </a:cubicBezTo>
                <a:cubicBezTo>
                  <a:pt x="901750" y="169467"/>
                  <a:pt x="897513" y="162397"/>
                  <a:pt x="894571" y="154142"/>
                </a:cubicBezTo>
                <a:cubicBezTo>
                  <a:pt x="891629" y="145886"/>
                  <a:pt x="890158" y="136753"/>
                  <a:pt x="890158" y="126742"/>
                </a:cubicBezTo>
                <a:cubicBezTo>
                  <a:pt x="890158" y="116730"/>
                  <a:pt x="891651" y="107597"/>
                  <a:pt x="894637" y="99342"/>
                </a:cubicBezTo>
                <a:cubicBezTo>
                  <a:pt x="897622" y="91086"/>
                  <a:pt x="901903" y="84017"/>
                  <a:pt x="907480" y="78133"/>
                </a:cubicBezTo>
                <a:cubicBezTo>
                  <a:pt x="913059" y="72250"/>
                  <a:pt x="919802" y="67705"/>
                  <a:pt x="927707" y="64501"/>
                </a:cubicBezTo>
                <a:cubicBezTo>
                  <a:pt x="935612" y="61293"/>
                  <a:pt x="944438" y="59690"/>
                  <a:pt x="954186" y="59690"/>
                </a:cubicBezTo>
                <a:cubicBezTo>
                  <a:pt x="964198" y="59690"/>
                  <a:pt x="973178" y="61293"/>
                  <a:pt x="981126" y="64501"/>
                </a:cubicBezTo>
                <a:cubicBezTo>
                  <a:pt x="989075" y="67705"/>
                  <a:pt x="995816" y="72250"/>
                  <a:pt x="1001349" y="78133"/>
                </a:cubicBezTo>
                <a:cubicBezTo>
                  <a:pt x="1006885" y="84017"/>
                  <a:pt x="1011123" y="91086"/>
                  <a:pt x="1014065" y="99342"/>
                </a:cubicBezTo>
                <a:cubicBezTo>
                  <a:pt x="1017007" y="107597"/>
                  <a:pt x="1018478" y="116730"/>
                  <a:pt x="1018478" y="126742"/>
                </a:cubicBezTo>
                <a:close/>
                <a:moveTo>
                  <a:pt x="1128731" y="193794"/>
                </a:moveTo>
                <a:cubicBezTo>
                  <a:pt x="1128731" y="192041"/>
                  <a:pt x="1128753" y="189872"/>
                  <a:pt x="1128797" y="187286"/>
                </a:cubicBezTo>
                <a:cubicBezTo>
                  <a:pt x="1128841" y="184700"/>
                  <a:pt x="1128950" y="182531"/>
                  <a:pt x="1129126" y="180778"/>
                </a:cubicBezTo>
                <a:lnTo>
                  <a:pt x="1128863" y="180778"/>
                </a:lnTo>
                <a:cubicBezTo>
                  <a:pt x="1126932" y="182356"/>
                  <a:pt x="1124714" y="183911"/>
                  <a:pt x="1122211" y="185445"/>
                </a:cubicBezTo>
                <a:cubicBezTo>
                  <a:pt x="1119710" y="186979"/>
                  <a:pt x="1116967" y="188381"/>
                  <a:pt x="1113981" y="189652"/>
                </a:cubicBezTo>
                <a:cubicBezTo>
                  <a:pt x="1110999" y="190923"/>
                  <a:pt x="1107708" y="191931"/>
                  <a:pt x="1104109" y="192676"/>
                </a:cubicBezTo>
                <a:cubicBezTo>
                  <a:pt x="1100509" y="193421"/>
                  <a:pt x="1096823" y="193794"/>
                  <a:pt x="1093048" y="193794"/>
                </a:cubicBezTo>
                <a:cubicBezTo>
                  <a:pt x="1086291" y="193794"/>
                  <a:pt x="1079686" y="192587"/>
                  <a:pt x="1073233" y="190174"/>
                </a:cubicBezTo>
                <a:cubicBezTo>
                  <a:pt x="1066782" y="187758"/>
                  <a:pt x="1061055" y="183937"/>
                  <a:pt x="1056050" y="178711"/>
                </a:cubicBezTo>
                <a:cubicBezTo>
                  <a:pt x="1051046" y="173485"/>
                  <a:pt x="1047007" y="166788"/>
                  <a:pt x="1043934" y="158620"/>
                </a:cubicBezTo>
                <a:cubicBezTo>
                  <a:pt x="1040864" y="150452"/>
                  <a:pt x="1039328" y="140616"/>
                  <a:pt x="1039328" y="129112"/>
                </a:cubicBezTo>
                <a:cubicBezTo>
                  <a:pt x="1039328" y="117608"/>
                  <a:pt x="1040886" y="107531"/>
                  <a:pt x="1044000" y="98881"/>
                </a:cubicBezTo>
                <a:cubicBezTo>
                  <a:pt x="1047117" y="90231"/>
                  <a:pt x="1051265" y="83009"/>
                  <a:pt x="1056445" y="77213"/>
                </a:cubicBezTo>
                <a:cubicBezTo>
                  <a:pt x="1061624" y="71414"/>
                  <a:pt x="1067571" y="67044"/>
                  <a:pt x="1074284" y="64102"/>
                </a:cubicBezTo>
                <a:cubicBezTo>
                  <a:pt x="1081000" y="61160"/>
                  <a:pt x="1087913" y="59690"/>
                  <a:pt x="1095020" y="59690"/>
                </a:cubicBezTo>
                <a:cubicBezTo>
                  <a:pt x="1102832" y="59690"/>
                  <a:pt x="1109766" y="61336"/>
                  <a:pt x="1115822" y="64628"/>
                </a:cubicBezTo>
                <a:cubicBezTo>
                  <a:pt x="1121881" y="67920"/>
                  <a:pt x="1126841" y="72113"/>
                  <a:pt x="1130703" y="77204"/>
                </a:cubicBezTo>
                <a:lnTo>
                  <a:pt x="1131229" y="77204"/>
                </a:lnTo>
                <a:lnTo>
                  <a:pt x="1132548" y="62845"/>
                </a:lnTo>
                <a:lnTo>
                  <a:pt x="1160022" y="62845"/>
                </a:lnTo>
                <a:lnTo>
                  <a:pt x="1160022" y="192701"/>
                </a:lnTo>
                <a:cubicBezTo>
                  <a:pt x="1160022" y="200157"/>
                  <a:pt x="1159406" y="206559"/>
                  <a:pt x="1158173" y="211909"/>
                </a:cubicBezTo>
                <a:cubicBezTo>
                  <a:pt x="1156941" y="217258"/>
                  <a:pt x="1155136" y="221994"/>
                  <a:pt x="1152758" y="226116"/>
                </a:cubicBezTo>
                <a:cubicBezTo>
                  <a:pt x="1149943" y="230940"/>
                  <a:pt x="1146356" y="235150"/>
                  <a:pt x="1141998" y="238746"/>
                </a:cubicBezTo>
                <a:cubicBezTo>
                  <a:pt x="1137643" y="242342"/>
                  <a:pt x="1132677" y="245324"/>
                  <a:pt x="1127100" y="247690"/>
                </a:cubicBezTo>
                <a:cubicBezTo>
                  <a:pt x="1121526" y="250060"/>
                  <a:pt x="1115409" y="251836"/>
                  <a:pt x="1108747" y="253019"/>
                </a:cubicBezTo>
                <a:cubicBezTo>
                  <a:pt x="1102086" y="254205"/>
                  <a:pt x="1095030" y="254798"/>
                  <a:pt x="1087580" y="254798"/>
                </a:cubicBezTo>
                <a:cubicBezTo>
                  <a:pt x="1083373" y="254798"/>
                  <a:pt x="1079253" y="254645"/>
                  <a:pt x="1075221" y="254338"/>
                </a:cubicBezTo>
                <a:cubicBezTo>
                  <a:pt x="1071189" y="254034"/>
                  <a:pt x="1067398" y="253598"/>
                  <a:pt x="1063849" y="253031"/>
                </a:cubicBezTo>
                <a:cubicBezTo>
                  <a:pt x="1060299" y="252464"/>
                  <a:pt x="1057056" y="251810"/>
                  <a:pt x="1054119" y="251068"/>
                </a:cubicBezTo>
                <a:cubicBezTo>
                  <a:pt x="1051183" y="250325"/>
                  <a:pt x="1048707" y="249561"/>
                  <a:pt x="1046691" y="248775"/>
                </a:cubicBezTo>
                <a:lnTo>
                  <a:pt x="1046691" y="223507"/>
                </a:lnTo>
                <a:cubicBezTo>
                  <a:pt x="1052476" y="225392"/>
                  <a:pt x="1058546" y="226827"/>
                  <a:pt x="1064900" y="227813"/>
                </a:cubicBezTo>
                <a:cubicBezTo>
                  <a:pt x="1071255" y="228799"/>
                  <a:pt x="1077938" y="229292"/>
                  <a:pt x="1084950" y="229292"/>
                </a:cubicBezTo>
                <a:cubicBezTo>
                  <a:pt x="1098887" y="229292"/>
                  <a:pt x="1109667" y="226606"/>
                  <a:pt x="1117293" y="221235"/>
                </a:cubicBezTo>
                <a:cubicBezTo>
                  <a:pt x="1124919" y="215867"/>
                  <a:pt x="1128731" y="207723"/>
                  <a:pt x="1128731" y="196805"/>
                </a:cubicBezTo>
                <a:lnTo>
                  <a:pt x="1128731" y="193794"/>
                </a:lnTo>
                <a:moveTo>
                  <a:pt x="1100859" y="168814"/>
                </a:moveTo>
                <a:cubicBezTo>
                  <a:pt x="1104014" y="168814"/>
                  <a:pt x="1106994" y="168419"/>
                  <a:pt x="1109799" y="167630"/>
                </a:cubicBezTo>
                <a:cubicBezTo>
                  <a:pt x="1112604" y="166842"/>
                  <a:pt x="1115189" y="165834"/>
                  <a:pt x="1117556" y="164606"/>
                </a:cubicBezTo>
                <a:cubicBezTo>
                  <a:pt x="1119923" y="163379"/>
                  <a:pt x="1122048" y="162021"/>
                  <a:pt x="1123932" y="160531"/>
                </a:cubicBezTo>
                <a:cubicBezTo>
                  <a:pt x="1125817" y="159041"/>
                  <a:pt x="1127417" y="157551"/>
                  <a:pt x="1128731" y="156061"/>
                </a:cubicBezTo>
                <a:lnTo>
                  <a:pt x="1128731" y="99132"/>
                </a:lnTo>
                <a:cubicBezTo>
                  <a:pt x="1125401" y="95188"/>
                  <a:pt x="1121281" y="91901"/>
                  <a:pt x="1116373" y="89271"/>
                </a:cubicBezTo>
                <a:cubicBezTo>
                  <a:pt x="1111464" y="86642"/>
                  <a:pt x="1106249" y="85283"/>
                  <a:pt x="1100727" y="85196"/>
                </a:cubicBezTo>
                <a:cubicBezTo>
                  <a:pt x="1098799" y="85196"/>
                  <a:pt x="1096761" y="85437"/>
                  <a:pt x="1094614" y="85919"/>
                </a:cubicBezTo>
                <a:cubicBezTo>
                  <a:pt x="1092466" y="86401"/>
                  <a:pt x="1090297" y="87255"/>
                  <a:pt x="1088106" y="88483"/>
                </a:cubicBezTo>
                <a:cubicBezTo>
                  <a:pt x="1085914" y="89710"/>
                  <a:pt x="1083833" y="91353"/>
                  <a:pt x="1081861" y="93413"/>
                </a:cubicBezTo>
                <a:cubicBezTo>
                  <a:pt x="1079888" y="95473"/>
                  <a:pt x="1078157" y="98080"/>
                  <a:pt x="1076667" y="101236"/>
                </a:cubicBezTo>
                <a:cubicBezTo>
                  <a:pt x="1075177" y="104391"/>
                  <a:pt x="1073972" y="108160"/>
                  <a:pt x="1073052" y="112542"/>
                </a:cubicBezTo>
                <a:cubicBezTo>
                  <a:pt x="1072131" y="116925"/>
                  <a:pt x="1071671" y="122009"/>
                  <a:pt x="1071671" y="127794"/>
                </a:cubicBezTo>
                <a:cubicBezTo>
                  <a:pt x="1071671" y="134192"/>
                  <a:pt x="1072285" y="139911"/>
                  <a:pt x="1073512" y="144951"/>
                </a:cubicBezTo>
                <a:cubicBezTo>
                  <a:pt x="1074739" y="149991"/>
                  <a:pt x="1076580" y="154286"/>
                  <a:pt x="1079034" y="157836"/>
                </a:cubicBezTo>
                <a:cubicBezTo>
                  <a:pt x="1081488" y="161385"/>
                  <a:pt x="1084534" y="164102"/>
                  <a:pt x="1088171" y="165987"/>
                </a:cubicBezTo>
                <a:cubicBezTo>
                  <a:pt x="1091809" y="167871"/>
                  <a:pt x="1096038" y="168814"/>
                  <a:pt x="1100859" y="168814"/>
                </a:cubicBezTo>
                <a:close/>
                <a:moveTo>
                  <a:pt x="1178219" y="62845"/>
                </a:moveTo>
                <a:lnTo>
                  <a:pt x="1211613" y="62845"/>
                </a:lnTo>
                <a:lnTo>
                  <a:pt x="1230677" y="109058"/>
                </a:lnTo>
                <a:cubicBezTo>
                  <a:pt x="1237864" y="126613"/>
                  <a:pt x="1242948" y="139603"/>
                  <a:pt x="1245928" y="148028"/>
                </a:cubicBezTo>
                <a:lnTo>
                  <a:pt x="1246454" y="148028"/>
                </a:lnTo>
                <a:cubicBezTo>
                  <a:pt x="1248645" y="141446"/>
                  <a:pt x="1253291" y="129247"/>
                  <a:pt x="1260390" y="111429"/>
                </a:cubicBezTo>
                <a:lnTo>
                  <a:pt x="1280111" y="62845"/>
                </a:lnTo>
                <a:lnTo>
                  <a:pt x="1313901" y="62845"/>
                </a:lnTo>
                <a:lnTo>
                  <a:pt x="1231860" y="251643"/>
                </a:lnTo>
                <a:lnTo>
                  <a:pt x="1201095" y="251643"/>
                </a:lnTo>
                <a:lnTo>
                  <a:pt x="1230283" y="183313"/>
                </a:lnTo>
                <a:lnTo>
                  <a:pt x="1178219" y="62845"/>
                </a:lnTo>
                <a:close/>
              </a:path>
            </a:pathLst>
          </a:custGeom>
          <a:solidFill xmlns:a="http://schemas.openxmlformats.org/drawingml/2006/main">
            <a:srgbClr val="76717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73F8823-3B4C-439F-B772-C4981B2CB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731" y="1253939"/>
            <a:ext cx="54516" cy="54566"/>
          </a:xfrm>
          <a:custGeom xmlns:a="http://schemas.openxmlformats.org/drawingml/2006/main">
            <a:pathLst>
              <a:path w="54516" h="54566">
                <a:moveTo>
                  <a:pt x="54516" y="27283"/>
                </a:moveTo>
                <a:cubicBezTo>
                  <a:pt x="54516" y="42349"/>
                  <a:pt x="42311" y="54566"/>
                  <a:pt x="27258" y="54566"/>
                </a:cubicBezTo>
                <a:cubicBezTo>
                  <a:pt x="12202" y="54566"/>
                  <a:pt x="0" y="42349"/>
                  <a:pt x="0" y="27283"/>
                </a:cubicBezTo>
                <a:cubicBezTo>
                  <a:pt x="0" y="12213"/>
                  <a:pt x="12202" y="0"/>
                  <a:pt x="27258" y="0"/>
                </a:cubicBezTo>
                <a:cubicBezTo>
                  <a:pt x="42311" y="0"/>
                  <a:pt x="54516" y="12213"/>
                  <a:pt x="54516" y="27283"/>
                </a:cubicBezTo>
                <a:close/>
              </a:path>
            </a:pathLst>
          </a:custGeom>
          <a:solidFill xmlns:a="http://schemas.openxmlformats.org/drawingml/2006/main">
            <a:srgbClr val="7F7F7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9547955-07A0-45D3-BD72-966C29C3E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731" y="1253939"/>
            <a:ext cx="54516" cy="54566"/>
          </a:xfrm>
          <a:custGeom xmlns:a="http://schemas.openxmlformats.org/drawingml/2006/main">
            <a:pathLst>
              <a:path w="54516" h="54566" fill="none">
                <a:moveTo>
                  <a:pt x="54516" y="27283"/>
                </a:moveTo>
                <a:cubicBezTo>
                  <a:pt x="54516" y="42349"/>
                  <a:pt x="42311" y="54566"/>
                  <a:pt x="27258" y="54566"/>
                </a:cubicBezTo>
                <a:cubicBezTo>
                  <a:pt x="12202" y="54566"/>
                  <a:pt x="0" y="42349"/>
                  <a:pt x="0" y="27283"/>
                </a:cubicBezTo>
                <a:cubicBezTo>
                  <a:pt x="0" y="12213"/>
                  <a:pt x="12202" y="0"/>
                  <a:pt x="27258" y="0"/>
                </a:cubicBezTo>
                <a:cubicBezTo>
                  <a:pt x="42311" y="0"/>
                  <a:pt x="54516" y="12213"/>
                  <a:pt x="54516" y="27283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5303" cap="flat">
            <a:solidFill>
              <a:srgbClr val="7F7F7F"/>
            </a:solidFill>
            <a:miter/>
          </a:ln>
        </p:spPr>
      </p:sp>
      <p:sp>
        <p:nvSpPr>
          <p:cNvPr id="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29CE806-5C09-4874-9E55-C77D891B7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07" y="1253939"/>
            <a:ext cx="54516" cy="54566"/>
          </a:xfrm>
          <a:custGeom xmlns:a="http://schemas.openxmlformats.org/drawingml/2006/main">
            <a:pathLst>
              <a:path w="54516" h="54566">
                <a:moveTo>
                  <a:pt x="54516" y="27283"/>
                </a:moveTo>
                <a:cubicBezTo>
                  <a:pt x="54516" y="42349"/>
                  <a:pt x="42311" y="54566"/>
                  <a:pt x="27258" y="54566"/>
                </a:cubicBezTo>
                <a:cubicBezTo>
                  <a:pt x="12202" y="54566"/>
                  <a:pt x="0" y="42349"/>
                  <a:pt x="0" y="27283"/>
                </a:cubicBezTo>
                <a:cubicBezTo>
                  <a:pt x="0" y="12213"/>
                  <a:pt x="12202" y="0"/>
                  <a:pt x="27258" y="0"/>
                </a:cubicBezTo>
                <a:cubicBezTo>
                  <a:pt x="42311" y="0"/>
                  <a:pt x="54516" y="12213"/>
                  <a:pt x="54516" y="27283"/>
                </a:cubicBezTo>
                <a:close/>
              </a:path>
            </a:pathLst>
          </a:custGeom>
          <a:solidFill xmlns:a="http://schemas.openxmlformats.org/drawingml/2006/main">
            <a:srgbClr val="7F7F7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FE90685-932A-4560-983B-67B7980C7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07" y="1253939"/>
            <a:ext cx="54516" cy="54566"/>
          </a:xfrm>
          <a:custGeom xmlns:a="http://schemas.openxmlformats.org/drawingml/2006/main">
            <a:pathLst>
              <a:path w="54516" h="54566" fill="none">
                <a:moveTo>
                  <a:pt x="54516" y="27283"/>
                </a:moveTo>
                <a:cubicBezTo>
                  <a:pt x="54516" y="42349"/>
                  <a:pt x="42311" y="54566"/>
                  <a:pt x="27258" y="54566"/>
                </a:cubicBezTo>
                <a:cubicBezTo>
                  <a:pt x="12202" y="54566"/>
                  <a:pt x="0" y="42349"/>
                  <a:pt x="0" y="27283"/>
                </a:cubicBezTo>
                <a:cubicBezTo>
                  <a:pt x="0" y="12213"/>
                  <a:pt x="12202" y="0"/>
                  <a:pt x="27258" y="0"/>
                </a:cubicBezTo>
                <a:cubicBezTo>
                  <a:pt x="42311" y="0"/>
                  <a:pt x="54516" y="12213"/>
                  <a:pt x="54516" y="27283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5303" cap="flat">
            <a:solidFill>
              <a:srgbClr val="7F7F7F"/>
            </a:solidFill>
            <a:miter/>
          </a:ln>
        </p:spPr>
      </p:sp>
      <p:sp>
        <p:nvSpPr>
          <p:cNvPr id="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BFF8FF7-5179-404D-A255-8BAD84E59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08" y="1367617"/>
            <a:ext cx="183537" cy="59113"/>
          </a:xfrm>
          <a:custGeom xmlns:a="http://schemas.openxmlformats.org/drawingml/2006/main">
            <a:pathLst>
              <a:path w="183537" h="59113">
                <a:moveTo>
                  <a:pt x="174451" y="0"/>
                </a:moveTo>
                <a:cubicBezTo>
                  <a:pt x="171271" y="0"/>
                  <a:pt x="168546" y="1364"/>
                  <a:pt x="167183" y="3638"/>
                </a:cubicBezTo>
                <a:cubicBezTo>
                  <a:pt x="149919" y="26373"/>
                  <a:pt x="122661" y="40469"/>
                  <a:pt x="91769" y="40469"/>
                </a:cubicBezTo>
                <a:cubicBezTo>
                  <a:pt x="60876" y="40469"/>
                  <a:pt x="34073" y="26373"/>
                  <a:pt x="16355" y="3638"/>
                </a:cubicBezTo>
                <a:cubicBezTo>
                  <a:pt x="14538" y="1364"/>
                  <a:pt x="11812" y="0"/>
                  <a:pt x="9086" y="0"/>
                </a:cubicBezTo>
                <a:cubicBezTo>
                  <a:pt x="4089" y="0"/>
                  <a:pt x="0" y="4092"/>
                  <a:pt x="0" y="9094"/>
                </a:cubicBezTo>
                <a:cubicBezTo>
                  <a:pt x="0" y="10913"/>
                  <a:pt x="454" y="12732"/>
                  <a:pt x="1817" y="14551"/>
                </a:cubicBezTo>
                <a:cubicBezTo>
                  <a:pt x="22715" y="41834"/>
                  <a:pt x="54970" y="59113"/>
                  <a:pt x="91769" y="59113"/>
                </a:cubicBezTo>
                <a:cubicBezTo>
                  <a:pt x="128567" y="59113"/>
                  <a:pt x="160822" y="41834"/>
                  <a:pt x="181720" y="14551"/>
                </a:cubicBezTo>
                <a:cubicBezTo>
                  <a:pt x="182629" y="13187"/>
                  <a:pt x="183537" y="11368"/>
                  <a:pt x="183537" y="9094"/>
                </a:cubicBezTo>
                <a:cubicBezTo>
                  <a:pt x="183537" y="4093"/>
                  <a:pt x="179449" y="0"/>
                  <a:pt x="174451" y="0"/>
                </a:cubicBezTo>
                <a:close/>
              </a:path>
            </a:pathLst>
          </a:custGeom>
          <a:solidFill xmlns:a="http://schemas.openxmlformats.org/drawingml/2006/main">
            <a:srgbClr val="7F7F7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BF8F1AD-BE55-43E7-948B-BADC7BDF1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08" y="1367617"/>
            <a:ext cx="183537" cy="59113"/>
          </a:xfrm>
          <a:custGeom xmlns:a="http://schemas.openxmlformats.org/drawingml/2006/main">
            <a:pathLst>
              <a:path w="183537" h="59113" fill="none">
                <a:moveTo>
                  <a:pt x="174451" y="0"/>
                </a:moveTo>
                <a:cubicBezTo>
                  <a:pt x="171271" y="0"/>
                  <a:pt x="168546" y="1364"/>
                  <a:pt x="167183" y="3638"/>
                </a:cubicBezTo>
                <a:cubicBezTo>
                  <a:pt x="149919" y="26373"/>
                  <a:pt x="122661" y="40469"/>
                  <a:pt x="91769" y="40469"/>
                </a:cubicBezTo>
                <a:cubicBezTo>
                  <a:pt x="60876" y="40469"/>
                  <a:pt x="34073" y="26373"/>
                  <a:pt x="16355" y="3638"/>
                </a:cubicBezTo>
                <a:cubicBezTo>
                  <a:pt x="14538" y="1364"/>
                  <a:pt x="11812" y="0"/>
                  <a:pt x="9086" y="0"/>
                </a:cubicBezTo>
                <a:cubicBezTo>
                  <a:pt x="4089" y="0"/>
                  <a:pt x="0" y="4092"/>
                  <a:pt x="0" y="9094"/>
                </a:cubicBezTo>
                <a:cubicBezTo>
                  <a:pt x="0" y="10913"/>
                  <a:pt x="454" y="12732"/>
                  <a:pt x="1817" y="14551"/>
                </a:cubicBezTo>
                <a:cubicBezTo>
                  <a:pt x="22715" y="41834"/>
                  <a:pt x="54970" y="59113"/>
                  <a:pt x="91769" y="59113"/>
                </a:cubicBezTo>
                <a:cubicBezTo>
                  <a:pt x="128567" y="59113"/>
                  <a:pt x="160822" y="41834"/>
                  <a:pt x="181720" y="14551"/>
                </a:cubicBezTo>
                <a:cubicBezTo>
                  <a:pt x="182629" y="13187"/>
                  <a:pt x="183537" y="11368"/>
                  <a:pt x="183537" y="9094"/>
                </a:cubicBezTo>
                <a:cubicBezTo>
                  <a:pt x="183537" y="4093"/>
                  <a:pt x="179449" y="0"/>
                  <a:pt x="174451" y="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5303" cap="flat">
            <a:solidFill>
              <a:srgbClr val="7F7F7F"/>
            </a:solidFill>
            <a:miter/>
          </a:ln>
        </p:spPr>
      </p:sp>
      <p:sp>
        <p:nvSpPr>
          <p:cNvPr id="1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45D1DFC-B975-4A07-9C39-1F167178B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043" y="1135706"/>
            <a:ext cx="345257" cy="345589"/>
          </a:xfrm>
          <a:custGeom xmlns:a="http://schemas.openxmlformats.org/drawingml/2006/main">
            <a:pathLst>
              <a:path w="345257" h="345589">
                <a:moveTo>
                  <a:pt x="172634" y="18196"/>
                </a:moveTo>
                <a:cubicBezTo>
                  <a:pt x="257589" y="18196"/>
                  <a:pt x="327097" y="87767"/>
                  <a:pt x="327097" y="172799"/>
                </a:cubicBezTo>
                <a:cubicBezTo>
                  <a:pt x="327097" y="257830"/>
                  <a:pt x="257589" y="327401"/>
                  <a:pt x="172634" y="327401"/>
                </a:cubicBezTo>
                <a:cubicBezTo>
                  <a:pt x="87680" y="327401"/>
                  <a:pt x="18172" y="257830"/>
                  <a:pt x="18172" y="172798"/>
                </a:cubicBezTo>
                <a:cubicBezTo>
                  <a:pt x="18172" y="87767"/>
                  <a:pt x="87680" y="18196"/>
                  <a:pt x="172634" y="18196"/>
                </a:cubicBezTo>
                <a:moveTo>
                  <a:pt x="172634" y="0"/>
                </a:moveTo>
                <a:cubicBezTo>
                  <a:pt x="77231" y="0"/>
                  <a:pt x="0" y="77309"/>
                  <a:pt x="0" y="172798"/>
                </a:cubicBezTo>
                <a:cubicBezTo>
                  <a:pt x="0" y="268288"/>
                  <a:pt x="77231" y="345589"/>
                  <a:pt x="172634" y="345589"/>
                </a:cubicBezTo>
                <a:cubicBezTo>
                  <a:pt x="268037" y="345589"/>
                  <a:pt x="345257" y="268288"/>
                  <a:pt x="345257" y="172799"/>
                </a:cubicBezTo>
                <a:cubicBezTo>
                  <a:pt x="345257" y="77309"/>
                  <a:pt x="268037" y="0"/>
                  <a:pt x="172634" y="0"/>
                </a:cubicBezTo>
                <a:close/>
              </a:path>
            </a:pathLst>
          </a:custGeom>
          <a:solidFill xmlns:a="http://schemas.openxmlformats.org/drawingml/2006/main">
            <a:srgbClr val="7F7F7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5D6FE38-6256-46D1-A730-4964F028D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043" y="1135706"/>
            <a:ext cx="345257" cy="345589"/>
          </a:xfrm>
          <a:custGeom xmlns:a="http://schemas.openxmlformats.org/drawingml/2006/main">
            <a:pathLst>
              <a:path w="345257" h="345589" fill="none">
                <a:moveTo>
                  <a:pt x="172634" y="18196"/>
                </a:moveTo>
                <a:cubicBezTo>
                  <a:pt x="257589" y="18196"/>
                  <a:pt x="327097" y="87767"/>
                  <a:pt x="327097" y="172799"/>
                </a:cubicBezTo>
                <a:cubicBezTo>
                  <a:pt x="327097" y="257830"/>
                  <a:pt x="257589" y="327401"/>
                  <a:pt x="172634" y="327401"/>
                </a:cubicBezTo>
                <a:cubicBezTo>
                  <a:pt x="87680" y="327401"/>
                  <a:pt x="18172" y="257830"/>
                  <a:pt x="18172" y="172798"/>
                </a:cubicBezTo>
                <a:cubicBezTo>
                  <a:pt x="18172" y="87767"/>
                  <a:pt x="87680" y="18196"/>
                  <a:pt x="172634" y="18196"/>
                </a:cubicBezTo>
                <a:moveTo>
                  <a:pt x="172634" y="0"/>
                </a:moveTo>
                <a:cubicBezTo>
                  <a:pt x="77231" y="0"/>
                  <a:pt x="0" y="77309"/>
                  <a:pt x="0" y="172798"/>
                </a:cubicBezTo>
                <a:cubicBezTo>
                  <a:pt x="0" y="268288"/>
                  <a:pt x="77231" y="345589"/>
                  <a:pt x="172634" y="345589"/>
                </a:cubicBezTo>
                <a:cubicBezTo>
                  <a:pt x="268037" y="345589"/>
                  <a:pt x="345257" y="268288"/>
                  <a:pt x="345257" y="172799"/>
                </a:cubicBezTo>
                <a:cubicBezTo>
                  <a:pt x="345257" y="77309"/>
                  <a:pt x="268037" y="0"/>
                  <a:pt x="172634" y="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5303" cap="flat">
            <a:solidFill>
              <a:srgbClr val="7F7F7F"/>
            </a:solidFill>
            <a:miter/>
          </a:ln>
        </p:spPr>
      </p:sp>
      <p:sp>
        <p:nvSpPr>
          <p:cNvPr id="1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EDE8B8E-B186-4CED-8BBE-E00337DCF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4474" y="1353976"/>
            <a:ext cx="183537" cy="59113"/>
          </a:xfrm>
          <a:custGeom xmlns:a="http://schemas.openxmlformats.org/drawingml/2006/main">
            <a:pathLst>
              <a:path w="183537" h="59113">
                <a:moveTo>
                  <a:pt x="1817" y="44562"/>
                </a:moveTo>
                <a:cubicBezTo>
                  <a:pt x="909" y="45926"/>
                  <a:pt x="0" y="47745"/>
                  <a:pt x="0" y="50018"/>
                </a:cubicBezTo>
                <a:cubicBezTo>
                  <a:pt x="0" y="55020"/>
                  <a:pt x="4089" y="59113"/>
                  <a:pt x="9086" y="59113"/>
                </a:cubicBezTo>
                <a:cubicBezTo>
                  <a:pt x="12266" y="59113"/>
                  <a:pt x="14992" y="57748"/>
                  <a:pt x="16355" y="55475"/>
                </a:cubicBezTo>
                <a:cubicBezTo>
                  <a:pt x="33618" y="32739"/>
                  <a:pt x="60876" y="18643"/>
                  <a:pt x="91769" y="18643"/>
                </a:cubicBezTo>
                <a:cubicBezTo>
                  <a:pt x="122661" y="18643"/>
                  <a:pt x="149465" y="32739"/>
                  <a:pt x="167183" y="55475"/>
                </a:cubicBezTo>
                <a:cubicBezTo>
                  <a:pt x="169000" y="57749"/>
                  <a:pt x="171726" y="59113"/>
                  <a:pt x="174451" y="59113"/>
                </a:cubicBezTo>
                <a:cubicBezTo>
                  <a:pt x="179449" y="59113"/>
                  <a:pt x="183537" y="55020"/>
                  <a:pt x="183537" y="50018"/>
                </a:cubicBezTo>
                <a:cubicBezTo>
                  <a:pt x="183537" y="48200"/>
                  <a:pt x="183083" y="46381"/>
                  <a:pt x="181720" y="44562"/>
                </a:cubicBezTo>
                <a:cubicBezTo>
                  <a:pt x="160822" y="17734"/>
                  <a:pt x="128567" y="0"/>
                  <a:pt x="91769" y="0"/>
                </a:cubicBezTo>
                <a:cubicBezTo>
                  <a:pt x="54970" y="0"/>
                  <a:pt x="22715" y="17734"/>
                  <a:pt x="1817" y="44562"/>
                </a:cubicBezTo>
                <a:close/>
              </a:path>
            </a:pathLst>
          </a:custGeom>
          <a:solidFill xmlns:a="http://schemas.openxmlformats.org/drawingml/2006/main">
            <a:srgbClr val="7F7F7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D44E9BF-01EA-4356-9FAA-29333D07F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4474" y="1353976"/>
            <a:ext cx="183537" cy="59113"/>
          </a:xfrm>
          <a:custGeom xmlns:a="http://schemas.openxmlformats.org/drawingml/2006/main">
            <a:pathLst>
              <a:path w="183537" h="59113" fill="none">
                <a:moveTo>
                  <a:pt x="1817" y="44562"/>
                </a:moveTo>
                <a:cubicBezTo>
                  <a:pt x="909" y="45926"/>
                  <a:pt x="0" y="47745"/>
                  <a:pt x="0" y="50018"/>
                </a:cubicBezTo>
                <a:cubicBezTo>
                  <a:pt x="0" y="55020"/>
                  <a:pt x="4089" y="59113"/>
                  <a:pt x="9086" y="59113"/>
                </a:cubicBezTo>
                <a:cubicBezTo>
                  <a:pt x="12266" y="59113"/>
                  <a:pt x="14992" y="57748"/>
                  <a:pt x="16355" y="55475"/>
                </a:cubicBezTo>
                <a:cubicBezTo>
                  <a:pt x="33618" y="32739"/>
                  <a:pt x="60876" y="18643"/>
                  <a:pt x="91769" y="18643"/>
                </a:cubicBezTo>
                <a:cubicBezTo>
                  <a:pt x="122661" y="18643"/>
                  <a:pt x="149465" y="32739"/>
                  <a:pt x="167183" y="55475"/>
                </a:cubicBezTo>
                <a:cubicBezTo>
                  <a:pt x="169000" y="57749"/>
                  <a:pt x="171726" y="59113"/>
                  <a:pt x="174451" y="59113"/>
                </a:cubicBezTo>
                <a:cubicBezTo>
                  <a:pt x="179449" y="59113"/>
                  <a:pt x="183537" y="55020"/>
                  <a:pt x="183537" y="50018"/>
                </a:cubicBezTo>
                <a:cubicBezTo>
                  <a:pt x="183537" y="48200"/>
                  <a:pt x="183083" y="46381"/>
                  <a:pt x="181720" y="44562"/>
                </a:cubicBezTo>
                <a:cubicBezTo>
                  <a:pt x="160822" y="17734"/>
                  <a:pt x="128567" y="0"/>
                  <a:pt x="91769" y="0"/>
                </a:cubicBezTo>
                <a:cubicBezTo>
                  <a:pt x="54970" y="0"/>
                  <a:pt x="22715" y="17734"/>
                  <a:pt x="1817" y="4456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5303" cap="flat">
            <a:solidFill>
              <a:srgbClr val="7F7F7F"/>
            </a:solidFill>
            <a:miter/>
          </a:ln>
        </p:spPr>
      </p:sp>
      <p:sp>
        <p:nvSpPr>
          <p:cNvPr id="1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37EBC98-694D-4965-B8C2-84DFF9555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1673" y="1253939"/>
            <a:ext cx="54516" cy="54566"/>
          </a:xfrm>
          <a:custGeom xmlns:a="http://schemas.openxmlformats.org/drawingml/2006/main">
            <a:pathLst>
              <a:path w="54516" h="54566">
                <a:moveTo>
                  <a:pt x="54516" y="27283"/>
                </a:moveTo>
                <a:cubicBezTo>
                  <a:pt x="54516" y="42349"/>
                  <a:pt x="42311" y="54566"/>
                  <a:pt x="27258" y="54566"/>
                </a:cubicBezTo>
                <a:cubicBezTo>
                  <a:pt x="12202" y="54566"/>
                  <a:pt x="0" y="42349"/>
                  <a:pt x="0" y="27283"/>
                </a:cubicBezTo>
                <a:cubicBezTo>
                  <a:pt x="0" y="12213"/>
                  <a:pt x="12202" y="0"/>
                  <a:pt x="27258" y="0"/>
                </a:cubicBezTo>
                <a:cubicBezTo>
                  <a:pt x="42311" y="0"/>
                  <a:pt x="54516" y="12213"/>
                  <a:pt x="54516" y="27283"/>
                </a:cubicBezTo>
                <a:close/>
              </a:path>
            </a:pathLst>
          </a:custGeom>
          <a:solidFill xmlns:a="http://schemas.openxmlformats.org/drawingml/2006/main">
            <a:srgbClr val="7F7F7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2FEAE6B-30E5-4216-8A3D-F0FA66BE0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1673" y="1253939"/>
            <a:ext cx="54516" cy="54566"/>
          </a:xfrm>
          <a:custGeom xmlns:a="http://schemas.openxmlformats.org/drawingml/2006/main">
            <a:pathLst>
              <a:path w="54516" h="54566" fill="none">
                <a:moveTo>
                  <a:pt x="54516" y="27283"/>
                </a:moveTo>
                <a:cubicBezTo>
                  <a:pt x="54516" y="42349"/>
                  <a:pt x="42311" y="54566"/>
                  <a:pt x="27258" y="54566"/>
                </a:cubicBezTo>
                <a:cubicBezTo>
                  <a:pt x="12202" y="54566"/>
                  <a:pt x="0" y="42349"/>
                  <a:pt x="0" y="27283"/>
                </a:cubicBezTo>
                <a:cubicBezTo>
                  <a:pt x="0" y="12213"/>
                  <a:pt x="12202" y="0"/>
                  <a:pt x="27258" y="0"/>
                </a:cubicBezTo>
                <a:cubicBezTo>
                  <a:pt x="42311" y="0"/>
                  <a:pt x="54516" y="12213"/>
                  <a:pt x="54516" y="27283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5303" cap="flat">
            <a:solidFill>
              <a:srgbClr val="7F7F7F"/>
            </a:solidFill>
            <a:miter/>
          </a:ln>
        </p:spPr>
      </p:sp>
      <p:sp>
        <p:nvSpPr>
          <p:cNvPr id="1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5CFC6F0-0953-46C3-A7DE-F2A771054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6297" y="1253939"/>
            <a:ext cx="54516" cy="54566"/>
          </a:xfrm>
          <a:custGeom xmlns:a="http://schemas.openxmlformats.org/drawingml/2006/main">
            <a:pathLst>
              <a:path w="54516" h="54566">
                <a:moveTo>
                  <a:pt x="54516" y="27283"/>
                </a:moveTo>
                <a:cubicBezTo>
                  <a:pt x="54516" y="42349"/>
                  <a:pt x="42311" y="54566"/>
                  <a:pt x="27258" y="54566"/>
                </a:cubicBezTo>
                <a:cubicBezTo>
                  <a:pt x="12202" y="54566"/>
                  <a:pt x="0" y="42349"/>
                  <a:pt x="0" y="27283"/>
                </a:cubicBezTo>
                <a:cubicBezTo>
                  <a:pt x="0" y="12213"/>
                  <a:pt x="12202" y="0"/>
                  <a:pt x="27258" y="0"/>
                </a:cubicBezTo>
                <a:cubicBezTo>
                  <a:pt x="42311" y="0"/>
                  <a:pt x="54516" y="12213"/>
                  <a:pt x="54516" y="27283"/>
                </a:cubicBezTo>
                <a:close/>
              </a:path>
            </a:pathLst>
          </a:custGeom>
          <a:solidFill xmlns:a="http://schemas.openxmlformats.org/drawingml/2006/main">
            <a:srgbClr val="7F7F7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5FA6E2A-D431-4810-B13B-5EC99558C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6297" y="1253939"/>
            <a:ext cx="54516" cy="54566"/>
          </a:xfrm>
          <a:custGeom xmlns:a="http://schemas.openxmlformats.org/drawingml/2006/main">
            <a:pathLst>
              <a:path w="54516" h="54566" fill="none">
                <a:moveTo>
                  <a:pt x="54516" y="27283"/>
                </a:moveTo>
                <a:cubicBezTo>
                  <a:pt x="54516" y="42349"/>
                  <a:pt x="42311" y="54566"/>
                  <a:pt x="27258" y="54566"/>
                </a:cubicBezTo>
                <a:cubicBezTo>
                  <a:pt x="12202" y="54566"/>
                  <a:pt x="0" y="42349"/>
                  <a:pt x="0" y="27283"/>
                </a:cubicBezTo>
                <a:cubicBezTo>
                  <a:pt x="0" y="12213"/>
                  <a:pt x="12202" y="0"/>
                  <a:pt x="27258" y="0"/>
                </a:cubicBezTo>
                <a:cubicBezTo>
                  <a:pt x="42311" y="0"/>
                  <a:pt x="54516" y="12213"/>
                  <a:pt x="54516" y="27283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5303" cap="flat">
            <a:solidFill>
              <a:srgbClr val="7F7F7F"/>
            </a:solidFill>
            <a:miter/>
          </a:ln>
        </p:spPr>
      </p:sp>
      <p:sp>
        <p:nvSpPr>
          <p:cNvPr id="1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C9F95B7-EF85-4AAA-990B-BDDA378D1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3608" y="1135706"/>
            <a:ext cx="345257" cy="345589"/>
          </a:xfrm>
          <a:custGeom xmlns:a="http://schemas.openxmlformats.org/drawingml/2006/main">
            <a:pathLst>
              <a:path w="345257" h="345589">
                <a:moveTo>
                  <a:pt x="172634" y="18196"/>
                </a:moveTo>
                <a:cubicBezTo>
                  <a:pt x="257589" y="18196"/>
                  <a:pt x="327097" y="87767"/>
                  <a:pt x="327097" y="172799"/>
                </a:cubicBezTo>
                <a:cubicBezTo>
                  <a:pt x="327097" y="257830"/>
                  <a:pt x="257589" y="327401"/>
                  <a:pt x="172634" y="327401"/>
                </a:cubicBezTo>
                <a:cubicBezTo>
                  <a:pt x="87680" y="327401"/>
                  <a:pt x="18172" y="257830"/>
                  <a:pt x="18172" y="172798"/>
                </a:cubicBezTo>
                <a:cubicBezTo>
                  <a:pt x="18172" y="87767"/>
                  <a:pt x="87680" y="18196"/>
                  <a:pt x="172634" y="18196"/>
                </a:cubicBezTo>
                <a:moveTo>
                  <a:pt x="172634" y="0"/>
                </a:moveTo>
                <a:cubicBezTo>
                  <a:pt x="77231" y="0"/>
                  <a:pt x="0" y="77309"/>
                  <a:pt x="0" y="172798"/>
                </a:cubicBezTo>
                <a:cubicBezTo>
                  <a:pt x="0" y="268288"/>
                  <a:pt x="77231" y="345589"/>
                  <a:pt x="172634" y="345589"/>
                </a:cubicBezTo>
                <a:cubicBezTo>
                  <a:pt x="268038" y="345589"/>
                  <a:pt x="345257" y="268288"/>
                  <a:pt x="345257" y="172799"/>
                </a:cubicBezTo>
                <a:cubicBezTo>
                  <a:pt x="345257" y="77309"/>
                  <a:pt x="268037" y="0"/>
                  <a:pt x="172634" y="0"/>
                </a:cubicBezTo>
                <a:close/>
              </a:path>
            </a:pathLst>
          </a:custGeom>
          <a:solidFill xmlns:a="http://schemas.openxmlformats.org/drawingml/2006/main">
            <a:srgbClr val="7F7F7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C6D45B2-D52C-496C-901D-84A835D0C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3608" y="1135706"/>
            <a:ext cx="345257" cy="345589"/>
          </a:xfrm>
          <a:custGeom xmlns:a="http://schemas.openxmlformats.org/drawingml/2006/main">
            <a:pathLst>
              <a:path w="345257" h="345589" fill="none">
                <a:moveTo>
                  <a:pt x="172634" y="18196"/>
                </a:moveTo>
                <a:cubicBezTo>
                  <a:pt x="257589" y="18196"/>
                  <a:pt x="327097" y="87767"/>
                  <a:pt x="327097" y="172799"/>
                </a:cubicBezTo>
                <a:cubicBezTo>
                  <a:pt x="327097" y="257830"/>
                  <a:pt x="257589" y="327401"/>
                  <a:pt x="172634" y="327401"/>
                </a:cubicBezTo>
                <a:cubicBezTo>
                  <a:pt x="87680" y="327401"/>
                  <a:pt x="18172" y="257830"/>
                  <a:pt x="18172" y="172798"/>
                </a:cubicBezTo>
                <a:cubicBezTo>
                  <a:pt x="18172" y="87767"/>
                  <a:pt x="87680" y="18196"/>
                  <a:pt x="172634" y="18196"/>
                </a:cubicBezTo>
                <a:moveTo>
                  <a:pt x="172634" y="0"/>
                </a:moveTo>
                <a:cubicBezTo>
                  <a:pt x="77231" y="0"/>
                  <a:pt x="0" y="77309"/>
                  <a:pt x="0" y="172798"/>
                </a:cubicBezTo>
                <a:cubicBezTo>
                  <a:pt x="0" y="268288"/>
                  <a:pt x="77231" y="345589"/>
                  <a:pt x="172634" y="345589"/>
                </a:cubicBezTo>
                <a:cubicBezTo>
                  <a:pt x="268038" y="345589"/>
                  <a:pt x="345257" y="268288"/>
                  <a:pt x="345257" y="172799"/>
                </a:cubicBezTo>
                <a:cubicBezTo>
                  <a:pt x="345257" y="77309"/>
                  <a:pt x="268037" y="0"/>
                  <a:pt x="172634" y="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5303" cap="flat">
            <a:solidFill>
              <a:srgbClr val="7F7F7F"/>
            </a:solidFill>
            <a:miter/>
          </a:ln>
        </p:spPr>
      </p:sp>
      <p:sp>
        <p:nvSpPr>
          <p:cNvPr id="2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6BAAB7E-60D4-4B67-AC78-8F10B44C8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0201" y="578923"/>
            <a:ext cx="380891" cy="465573"/>
          </a:xfrm>
          <a:custGeom xmlns:a="http://schemas.openxmlformats.org/drawingml/2006/main">
            <a:pathLst>
              <a:path w="380891" h="465573">
                <a:moveTo>
                  <a:pt x="191221" y="69844"/>
                </a:moveTo>
                <a:cubicBezTo>
                  <a:pt x="196860" y="69844"/>
                  <a:pt x="201474" y="75082"/>
                  <a:pt x="201474" y="81483"/>
                </a:cubicBezTo>
                <a:cubicBezTo>
                  <a:pt x="201474" y="87885"/>
                  <a:pt x="196860" y="93122"/>
                  <a:pt x="191221" y="93122"/>
                </a:cubicBezTo>
                <a:cubicBezTo>
                  <a:pt x="185581" y="93122"/>
                  <a:pt x="180968" y="87885"/>
                  <a:pt x="180968" y="81483"/>
                </a:cubicBezTo>
                <a:cubicBezTo>
                  <a:pt x="180968" y="75082"/>
                  <a:pt x="185581" y="69844"/>
                  <a:pt x="191221" y="69844"/>
                </a:cubicBezTo>
                <a:close/>
                <a:moveTo>
                  <a:pt x="252739" y="419017"/>
                </a:moveTo>
                <a:cubicBezTo>
                  <a:pt x="252739" y="412615"/>
                  <a:pt x="248125" y="407378"/>
                  <a:pt x="242486" y="407378"/>
                </a:cubicBezTo>
                <a:lnTo>
                  <a:pt x="206600" y="407378"/>
                </a:lnTo>
                <a:lnTo>
                  <a:pt x="206600" y="111745"/>
                </a:lnTo>
                <a:cubicBezTo>
                  <a:pt x="211214" y="108835"/>
                  <a:pt x="215316" y="104180"/>
                  <a:pt x="217879" y="98942"/>
                </a:cubicBezTo>
                <a:lnTo>
                  <a:pt x="316309" y="98942"/>
                </a:lnTo>
                <a:lnTo>
                  <a:pt x="287600" y="267709"/>
                </a:lnTo>
                <a:lnTo>
                  <a:pt x="308619" y="267709"/>
                </a:lnTo>
                <a:lnTo>
                  <a:pt x="331176" y="135023"/>
                </a:lnTo>
                <a:lnTo>
                  <a:pt x="359884" y="267709"/>
                </a:lnTo>
                <a:lnTo>
                  <a:pt x="380891" y="267709"/>
                </a:lnTo>
                <a:lnTo>
                  <a:pt x="343480" y="98942"/>
                </a:lnTo>
                <a:lnTo>
                  <a:pt x="350144" y="98942"/>
                </a:lnTo>
                <a:cubicBezTo>
                  <a:pt x="358859" y="98942"/>
                  <a:pt x="365524" y="91377"/>
                  <a:pt x="365524" y="81483"/>
                </a:cubicBezTo>
                <a:cubicBezTo>
                  <a:pt x="365524" y="71590"/>
                  <a:pt x="358859" y="64025"/>
                  <a:pt x="350144" y="64025"/>
                </a:cubicBezTo>
                <a:lnTo>
                  <a:pt x="217879" y="64025"/>
                </a:lnTo>
                <a:cubicBezTo>
                  <a:pt x="215316" y="58787"/>
                  <a:pt x="211214" y="54131"/>
                  <a:pt x="206600" y="51222"/>
                </a:cubicBezTo>
                <a:lnTo>
                  <a:pt x="206600" y="17459"/>
                </a:lnTo>
                <a:cubicBezTo>
                  <a:pt x="206600" y="7565"/>
                  <a:pt x="199936" y="0"/>
                  <a:pt x="191221" y="0"/>
                </a:cubicBezTo>
                <a:cubicBezTo>
                  <a:pt x="182506" y="0"/>
                  <a:pt x="175841" y="7565"/>
                  <a:pt x="175841" y="17459"/>
                </a:cubicBezTo>
                <a:lnTo>
                  <a:pt x="175841" y="51222"/>
                </a:lnTo>
                <a:cubicBezTo>
                  <a:pt x="171227" y="54131"/>
                  <a:pt x="167126" y="58787"/>
                  <a:pt x="164563" y="64025"/>
                </a:cubicBezTo>
                <a:lnTo>
                  <a:pt x="32297" y="64025"/>
                </a:lnTo>
                <a:cubicBezTo>
                  <a:pt x="23582" y="64025"/>
                  <a:pt x="16918" y="71590"/>
                  <a:pt x="16918" y="81483"/>
                </a:cubicBezTo>
                <a:cubicBezTo>
                  <a:pt x="16918" y="89630"/>
                  <a:pt x="22044" y="97196"/>
                  <a:pt x="29221" y="98360"/>
                </a:cubicBezTo>
                <a:lnTo>
                  <a:pt x="0" y="267708"/>
                </a:lnTo>
                <a:lnTo>
                  <a:pt x="21019" y="267708"/>
                </a:lnTo>
                <a:lnTo>
                  <a:pt x="43576" y="135023"/>
                </a:lnTo>
                <a:lnTo>
                  <a:pt x="72797" y="267708"/>
                </a:lnTo>
                <a:lnTo>
                  <a:pt x="93816" y="267708"/>
                </a:lnTo>
                <a:lnTo>
                  <a:pt x="56392" y="98942"/>
                </a:lnTo>
                <a:lnTo>
                  <a:pt x="164050" y="98942"/>
                </a:lnTo>
                <a:cubicBezTo>
                  <a:pt x="166613" y="104179"/>
                  <a:pt x="170714" y="108835"/>
                  <a:pt x="175328" y="111745"/>
                </a:cubicBezTo>
                <a:lnTo>
                  <a:pt x="175328" y="407378"/>
                </a:lnTo>
                <a:lnTo>
                  <a:pt x="139442" y="407378"/>
                </a:lnTo>
                <a:cubicBezTo>
                  <a:pt x="133803" y="407378"/>
                  <a:pt x="129189" y="412615"/>
                  <a:pt x="129189" y="419017"/>
                </a:cubicBezTo>
                <a:lnTo>
                  <a:pt x="129189" y="430656"/>
                </a:lnTo>
                <a:lnTo>
                  <a:pt x="68183" y="430656"/>
                </a:lnTo>
                <a:lnTo>
                  <a:pt x="68183" y="465573"/>
                </a:lnTo>
                <a:lnTo>
                  <a:pt x="314258" y="465573"/>
                </a:lnTo>
                <a:lnTo>
                  <a:pt x="314258" y="430656"/>
                </a:lnTo>
                <a:lnTo>
                  <a:pt x="252739" y="430656"/>
                </a:lnTo>
                <a:lnTo>
                  <a:pt x="252739" y="419017"/>
                </a:lnTo>
                <a:close/>
              </a:path>
            </a:pathLst>
          </a:custGeom>
          <a:solidFill xmlns:a="http://schemas.openxmlformats.org/drawingml/2006/main">
            <a:srgbClr val="7F7F7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F4D3634-F60B-4180-85CD-CC61E1025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360" y="864090"/>
            <a:ext cx="123037" cy="34917"/>
          </a:xfrm>
          <a:custGeom xmlns:a="http://schemas.openxmlformats.org/drawingml/2006/main">
            <a:pathLst>
              <a:path w="123037" h="34917">
                <a:moveTo>
                  <a:pt x="123037" y="0"/>
                </a:moveTo>
                <a:lnTo>
                  <a:pt x="0" y="0"/>
                </a:lnTo>
                <a:cubicBezTo>
                  <a:pt x="0" y="19204"/>
                  <a:pt x="27683" y="34917"/>
                  <a:pt x="61519" y="34917"/>
                </a:cubicBezTo>
                <a:cubicBezTo>
                  <a:pt x="95354" y="34917"/>
                  <a:pt x="123037" y="19205"/>
                  <a:pt x="123037" y="0"/>
                </a:cubicBezTo>
                <a:close/>
              </a:path>
            </a:pathLst>
          </a:custGeom>
          <a:solidFill xmlns:a="http://schemas.openxmlformats.org/drawingml/2006/main">
            <a:srgbClr val="7F7F7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D70646D-3293-418A-A3FB-B78D77D03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3447" y="864091"/>
            <a:ext cx="123025" cy="34917"/>
          </a:xfrm>
          <a:custGeom xmlns:a="http://schemas.openxmlformats.org/drawingml/2006/main">
            <a:pathLst>
              <a:path w="123025" h="34917">
                <a:moveTo>
                  <a:pt x="0" y="0"/>
                </a:moveTo>
                <a:cubicBezTo>
                  <a:pt x="0" y="19204"/>
                  <a:pt x="27683" y="34917"/>
                  <a:pt x="61519" y="34917"/>
                </a:cubicBezTo>
                <a:cubicBezTo>
                  <a:pt x="95354" y="34917"/>
                  <a:pt x="123025" y="19205"/>
                  <a:pt x="123025" y="0"/>
                </a:cubicBez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7F7F7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3" name="Text Care">
            <a:extLst xmlns:a="http://schemas.openxmlformats.org/drawingml/2006/main">
              <a:ext uri="{FF2B5EF4-FFF2-40B4-BE49-F238E27FC236}">
                <a16:creationId xmlns:a16="http://schemas.microsoft.com/office/drawing/2014/main" id="{67B2214A-1671-4679-8B61-F3E295614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567" y="1699869"/>
            <a:ext cx="302845" cy="114047"/>
          </a:xfrm>
          <a:custGeom xmlns:a="http://schemas.openxmlformats.org/drawingml/2006/main">
            <a:pathLst>
              <a:path w="302845" h="114047">
                <a:moveTo>
                  <a:pt x="57154" y="11979"/>
                </a:moveTo>
                <a:cubicBezTo>
                  <a:pt x="51006" y="11979"/>
                  <a:pt x="45259" y="12950"/>
                  <a:pt x="39914" y="14892"/>
                </a:cubicBezTo>
                <a:cubicBezTo>
                  <a:pt x="34570" y="16834"/>
                  <a:pt x="29933" y="19733"/>
                  <a:pt x="26002" y="23589"/>
                </a:cubicBezTo>
                <a:cubicBezTo>
                  <a:pt x="22070" y="27445"/>
                  <a:pt x="18969" y="32231"/>
                  <a:pt x="16697" y="37947"/>
                </a:cubicBezTo>
                <a:cubicBezTo>
                  <a:pt x="14427" y="43663"/>
                  <a:pt x="13292" y="50323"/>
                  <a:pt x="13292" y="57926"/>
                </a:cubicBezTo>
                <a:cubicBezTo>
                  <a:pt x="13292" y="65474"/>
                  <a:pt x="14345" y="72025"/>
                  <a:pt x="16451" y="77577"/>
                </a:cubicBezTo>
                <a:cubicBezTo>
                  <a:pt x="18558" y="83128"/>
                  <a:pt x="21552" y="87723"/>
                  <a:pt x="25432" y="91361"/>
                </a:cubicBezTo>
                <a:cubicBezTo>
                  <a:pt x="29313" y="94998"/>
                  <a:pt x="33982" y="97692"/>
                  <a:pt x="39442" y="99442"/>
                </a:cubicBezTo>
                <a:cubicBezTo>
                  <a:pt x="44903" y="101193"/>
                  <a:pt x="50989" y="102068"/>
                  <a:pt x="57698" y="102068"/>
                </a:cubicBezTo>
                <a:cubicBezTo>
                  <a:pt x="59527" y="102068"/>
                  <a:pt x="61467" y="101975"/>
                  <a:pt x="63518" y="101788"/>
                </a:cubicBezTo>
                <a:cubicBezTo>
                  <a:pt x="65569" y="101600"/>
                  <a:pt x="67634" y="101333"/>
                  <a:pt x="69713" y="100986"/>
                </a:cubicBezTo>
                <a:cubicBezTo>
                  <a:pt x="71791" y="100637"/>
                  <a:pt x="73814" y="100236"/>
                  <a:pt x="75782" y="99781"/>
                </a:cubicBezTo>
                <a:cubicBezTo>
                  <a:pt x="77751" y="99324"/>
                  <a:pt x="79512" y="98829"/>
                  <a:pt x="81064" y="98294"/>
                </a:cubicBezTo>
                <a:lnTo>
                  <a:pt x="81064" y="110109"/>
                </a:lnTo>
                <a:cubicBezTo>
                  <a:pt x="77833" y="111367"/>
                  <a:pt x="74082" y="112338"/>
                  <a:pt x="69810" y="113021"/>
                </a:cubicBezTo>
                <a:cubicBezTo>
                  <a:pt x="65540" y="113705"/>
                  <a:pt x="61160" y="114047"/>
                  <a:pt x="56670" y="114047"/>
                </a:cubicBezTo>
                <a:cubicBezTo>
                  <a:pt x="47526" y="114047"/>
                  <a:pt x="39423" y="112774"/>
                  <a:pt x="32360" y="110227"/>
                </a:cubicBezTo>
                <a:cubicBezTo>
                  <a:pt x="25297" y="107680"/>
                  <a:pt x="19370" y="104023"/>
                  <a:pt x="14579" y="99258"/>
                </a:cubicBezTo>
                <a:cubicBezTo>
                  <a:pt x="9788" y="94492"/>
                  <a:pt x="6160" y="88672"/>
                  <a:pt x="3695" y="81797"/>
                </a:cubicBezTo>
                <a:cubicBezTo>
                  <a:pt x="1232" y="74922"/>
                  <a:pt x="0" y="67130"/>
                  <a:pt x="0" y="58421"/>
                </a:cubicBezTo>
                <a:cubicBezTo>
                  <a:pt x="0" y="49876"/>
                  <a:pt x="1299" y="42016"/>
                  <a:pt x="3897" y="34840"/>
                </a:cubicBezTo>
                <a:cubicBezTo>
                  <a:pt x="6495" y="27664"/>
                  <a:pt x="10242" y="21502"/>
                  <a:pt x="15138" y="16353"/>
                </a:cubicBezTo>
                <a:cubicBezTo>
                  <a:pt x="20033" y="11203"/>
                  <a:pt x="25968" y="7190"/>
                  <a:pt x="32942" y="4315"/>
                </a:cubicBezTo>
                <a:cubicBezTo>
                  <a:pt x="39916" y="1438"/>
                  <a:pt x="47752" y="0"/>
                  <a:pt x="56449" y="0"/>
                </a:cubicBezTo>
                <a:cubicBezTo>
                  <a:pt x="58747" y="0"/>
                  <a:pt x="61017" y="96"/>
                  <a:pt x="63259" y="287"/>
                </a:cubicBezTo>
                <a:cubicBezTo>
                  <a:pt x="65502" y="479"/>
                  <a:pt x="67649" y="752"/>
                  <a:pt x="69700" y="1108"/>
                </a:cubicBezTo>
                <a:cubicBezTo>
                  <a:pt x="71751" y="1463"/>
                  <a:pt x="73652" y="1887"/>
                  <a:pt x="75402" y="2379"/>
                </a:cubicBezTo>
                <a:cubicBezTo>
                  <a:pt x="77153" y="2872"/>
                  <a:pt x="78657" y="3391"/>
                  <a:pt x="79915" y="3938"/>
                </a:cubicBezTo>
                <a:lnTo>
                  <a:pt x="79915" y="15753"/>
                </a:lnTo>
                <a:cubicBezTo>
                  <a:pt x="76592" y="14683"/>
                  <a:pt x="72964" y="13787"/>
                  <a:pt x="69031" y="13064"/>
                </a:cubicBezTo>
                <a:cubicBezTo>
                  <a:pt x="65099" y="12341"/>
                  <a:pt x="61140" y="11979"/>
                  <a:pt x="57154" y="11979"/>
                </a:cubicBezTo>
                <a:close/>
                <a:moveTo>
                  <a:pt x="147068" y="103299"/>
                </a:moveTo>
                <a:lnTo>
                  <a:pt x="146740" y="103299"/>
                </a:lnTo>
                <a:cubicBezTo>
                  <a:pt x="145702" y="104611"/>
                  <a:pt x="144391" y="105911"/>
                  <a:pt x="142807" y="107196"/>
                </a:cubicBezTo>
                <a:cubicBezTo>
                  <a:pt x="141224" y="108481"/>
                  <a:pt x="139394" y="109632"/>
                  <a:pt x="137317" y="110647"/>
                </a:cubicBezTo>
                <a:cubicBezTo>
                  <a:pt x="135242" y="111662"/>
                  <a:pt x="132975" y="112483"/>
                  <a:pt x="130517" y="113109"/>
                </a:cubicBezTo>
                <a:cubicBezTo>
                  <a:pt x="128059" y="113734"/>
                  <a:pt x="125437" y="114047"/>
                  <a:pt x="122651" y="114047"/>
                </a:cubicBezTo>
                <a:cubicBezTo>
                  <a:pt x="118882" y="114047"/>
                  <a:pt x="115427" y="113485"/>
                  <a:pt x="112285" y="112362"/>
                </a:cubicBezTo>
                <a:cubicBezTo>
                  <a:pt x="109145" y="111239"/>
                  <a:pt x="106441" y="109596"/>
                  <a:pt x="104172" y="107432"/>
                </a:cubicBezTo>
                <a:cubicBezTo>
                  <a:pt x="101906" y="105268"/>
                  <a:pt x="100144" y="102624"/>
                  <a:pt x="98888" y="99501"/>
                </a:cubicBezTo>
                <a:cubicBezTo>
                  <a:pt x="97631" y="96378"/>
                  <a:pt x="97003" y="92844"/>
                  <a:pt x="97003" y="88899"/>
                </a:cubicBezTo>
                <a:cubicBezTo>
                  <a:pt x="97003" y="85009"/>
                  <a:pt x="97699" y="81529"/>
                  <a:pt x="99090" y="78461"/>
                </a:cubicBezTo>
                <a:cubicBezTo>
                  <a:pt x="100483" y="75393"/>
                  <a:pt x="102436" y="72790"/>
                  <a:pt x="104947" y="70654"/>
                </a:cubicBezTo>
                <a:cubicBezTo>
                  <a:pt x="107459" y="68517"/>
                  <a:pt x="110477" y="66874"/>
                  <a:pt x="114000" y="65723"/>
                </a:cubicBezTo>
                <a:cubicBezTo>
                  <a:pt x="117523" y="64573"/>
                  <a:pt x="121413" y="63998"/>
                  <a:pt x="125671" y="63998"/>
                </a:cubicBezTo>
                <a:cubicBezTo>
                  <a:pt x="129712" y="64052"/>
                  <a:pt x="133453" y="64408"/>
                  <a:pt x="136894" y="65064"/>
                </a:cubicBezTo>
                <a:cubicBezTo>
                  <a:pt x="140335" y="65721"/>
                  <a:pt x="143393" y="66541"/>
                  <a:pt x="146068" y="67526"/>
                </a:cubicBezTo>
                <a:lnTo>
                  <a:pt x="146396" y="67526"/>
                </a:lnTo>
                <a:lnTo>
                  <a:pt x="146396" y="62110"/>
                </a:lnTo>
                <a:cubicBezTo>
                  <a:pt x="146396" y="59977"/>
                  <a:pt x="146260" y="58090"/>
                  <a:pt x="145986" y="56449"/>
                </a:cubicBezTo>
                <a:cubicBezTo>
                  <a:pt x="145713" y="54808"/>
                  <a:pt x="145248" y="53359"/>
                  <a:pt x="144591" y="52101"/>
                </a:cubicBezTo>
                <a:cubicBezTo>
                  <a:pt x="143169" y="49475"/>
                  <a:pt x="140899" y="47301"/>
                  <a:pt x="137781" y="45578"/>
                </a:cubicBezTo>
                <a:cubicBezTo>
                  <a:pt x="134663" y="43855"/>
                  <a:pt x="130452" y="42993"/>
                  <a:pt x="125146" y="42993"/>
                </a:cubicBezTo>
                <a:cubicBezTo>
                  <a:pt x="121207" y="42993"/>
                  <a:pt x="117502" y="43356"/>
                  <a:pt x="114028" y="44080"/>
                </a:cubicBezTo>
                <a:cubicBezTo>
                  <a:pt x="110555" y="44803"/>
                  <a:pt x="107095" y="45809"/>
                  <a:pt x="103649" y="47096"/>
                </a:cubicBezTo>
                <a:lnTo>
                  <a:pt x="103649" y="36429"/>
                </a:lnTo>
                <a:cubicBezTo>
                  <a:pt x="104962" y="35773"/>
                  <a:pt x="106507" y="35158"/>
                  <a:pt x="108285" y="34583"/>
                </a:cubicBezTo>
                <a:cubicBezTo>
                  <a:pt x="110063" y="34009"/>
                  <a:pt x="111936" y="33517"/>
                  <a:pt x="113905" y="33106"/>
                </a:cubicBezTo>
                <a:cubicBezTo>
                  <a:pt x="115874" y="32696"/>
                  <a:pt x="117953" y="32382"/>
                  <a:pt x="120141" y="32163"/>
                </a:cubicBezTo>
                <a:cubicBezTo>
                  <a:pt x="122329" y="31944"/>
                  <a:pt x="124517" y="31835"/>
                  <a:pt x="126705" y="31835"/>
                </a:cubicBezTo>
                <a:cubicBezTo>
                  <a:pt x="134581" y="31835"/>
                  <a:pt x="141022" y="33231"/>
                  <a:pt x="146027" y="36024"/>
                </a:cubicBezTo>
                <a:cubicBezTo>
                  <a:pt x="151032" y="38816"/>
                  <a:pt x="154628" y="42511"/>
                  <a:pt x="156816" y="47111"/>
                </a:cubicBezTo>
                <a:cubicBezTo>
                  <a:pt x="157637" y="48863"/>
                  <a:pt x="158225" y="50794"/>
                  <a:pt x="158580" y="52903"/>
                </a:cubicBezTo>
                <a:cubicBezTo>
                  <a:pt x="158936" y="55011"/>
                  <a:pt x="159114" y="57323"/>
                  <a:pt x="159114" y="59841"/>
                </a:cubicBezTo>
                <a:lnTo>
                  <a:pt x="159114" y="111914"/>
                </a:lnTo>
                <a:lnTo>
                  <a:pt x="148460" y="111914"/>
                </a:lnTo>
                <a:lnTo>
                  <a:pt x="147068" y="103299"/>
                </a:lnTo>
                <a:moveTo>
                  <a:pt x="146396" y="77707"/>
                </a:moveTo>
                <a:cubicBezTo>
                  <a:pt x="144060" y="77049"/>
                  <a:pt x="141289" y="76418"/>
                  <a:pt x="138084" y="75815"/>
                </a:cubicBezTo>
                <a:cubicBezTo>
                  <a:pt x="134879" y="75212"/>
                  <a:pt x="131347" y="74883"/>
                  <a:pt x="127489" y="74828"/>
                </a:cubicBezTo>
                <a:cubicBezTo>
                  <a:pt x="122112" y="74828"/>
                  <a:pt x="117902" y="75980"/>
                  <a:pt x="114859" y="78284"/>
                </a:cubicBezTo>
                <a:cubicBezTo>
                  <a:pt x="111816" y="80588"/>
                  <a:pt x="110295" y="84127"/>
                  <a:pt x="110295" y="88899"/>
                </a:cubicBezTo>
                <a:cubicBezTo>
                  <a:pt x="110295" y="91313"/>
                  <a:pt x="110675" y="93425"/>
                  <a:pt x="111436" y="95235"/>
                </a:cubicBezTo>
                <a:cubicBezTo>
                  <a:pt x="112197" y="97045"/>
                  <a:pt x="113242" y="98540"/>
                  <a:pt x="114572" y="99719"/>
                </a:cubicBezTo>
                <a:cubicBezTo>
                  <a:pt x="115903" y="100899"/>
                  <a:pt x="117479" y="101776"/>
                  <a:pt x="119300" y="102353"/>
                </a:cubicBezTo>
                <a:cubicBezTo>
                  <a:pt x="121120" y="102929"/>
                  <a:pt x="123063" y="103217"/>
                  <a:pt x="125128" y="103217"/>
                </a:cubicBezTo>
                <a:cubicBezTo>
                  <a:pt x="127844" y="103217"/>
                  <a:pt x="130370" y="102819"/>
                  <a:pt x="132704" y="102024"/>
                </a:cubicBezTo>
                <a:cubicBezTo>
                  <a:pt x="135041" y="101228"/>
                  <a:pt x="137120" y="100282"/>
                  <a:pt x="138940" y="99186"/>
                </a:cubicBezTo>
                <a:cubicBezTo>
                  <a:pt x="140761" y="98089"/>
                  <a:pt x="142308" y="96991"/>
                  <a:pt x="143584" y="95894"/>
                </a:cubicBezTo>
                <a:cubicBezTo>
                  <a:pt x="144860" y="94796"/>
                  <a:pt x="145798" y="93946"/>
                  <a:pt x="146396" y="93343"/>
                </a:cubicBezTo>
                <a:lnTo>
                  <a:pt x="146396" y="77707"/>
                </a:lnTo>
                <a:close/>
                <a:moveTo>
                  <a:pt x="227190" y="44306"/>
                </a:moveTo>
                <a:lnTo>
                  <a:pt x="226206" y="44306"/>
                </a:lnTo>
                <a:cubicBezTo>
                  <a:pt x="223197" y="44306"/>
                  <a:pt x="220243" y="44580"/>
                  <a:pt x="217344" y="45126"/>
                </a:cubicBezTo>
                <a:cubicBezTo>
                  <a:pt x="214445" y="45673"/>
                  <a:pt x="211724" y="46508"/>
                  <a:pt x="209181" y="47629"/>
                </a:cubicBezTo>
                <a:cubicBezTo>
                  <a:pt x="206637" y="48750"/>
                  <a:pt x="204340" y="50131"/>
                  <a:pt x="202289" y="51772"/>
                </a:cubicBezTo>
                <a:cubicBezTo>
                  <a:pt x="200237" y="53413"/>
                  <a:pt x="198528" y="55355"/>
                  <a:pt x="197161" y="57598"/>
                </a:cubicBezTo>
                <a:lnTo>
                  <a:pt x="197161" y="111914"/>
                </a:lnTo>
                <a:lnTo>
                  <a:pt x="184443" y="111914"/>
                </a:lnTo>
                <a:lnTo>
                  <a:pt x="184443" y="33968"/>
                </a:lnTo>
                <a:lnTo>
                  <a:pt x="194289" y="33968"/>
                </a:lnTo>
                <a:lnTo>
                  <a:pt x="196750" y="46357"/>
                </a:lnTo>
                <a:lnTo>
                  <a:pt x="196996" y="46357"/>
                </a:lnTo>
                <a:cubicBezTo>
                  <a:pt x="198255" y="44321"/>
                  <a:pt x="199800" y="42424"/>
                  <a:pt x="201632" y="40665"/>
                </a:cubicBezTo>
                <a:cubicBezTo>
                  <a:pt x="203465" y="38905"/>
                  <a:pt x="205529" y="37364"/>
                  <a:pt x="207827" y="36045"/>
                </a:cubicBezTo>
                <a:cubicBezTo>
                  <a:pt x="210124" y="34723"/>
                  <a:pt x="212640" y="33692"/>
                  <a:pt x="215375" y="32950"/>
                </a:cubicBezTo>
                <a:cubicBezTo>
                  <a:pt x="218110" y="32206"/>
                  <a:pt x="220982" y="31835"/>
                  <a:pt x="223990" y="31835"/>
                </a:cubicBezTo>
                <a:cubicBezTo>
                  <a:pt x="224537" y="31835"/>
                  <a:pt x="225098" y="31848"/>
                  <a:pt x="225672" y="31876"/>
                </a:cubicBezTo>
                <a:cubicBezTo>
                  <a:pt x="226247" y="31903"/>
                  <a:pt x="226753" y="31944"/>
                  <a:pt x="227190" y="31999"/>
                </a:cubicBezTo>
                <a:lnTo>
                  <a:pt x="227190" y="44306"/>
                </a:lnTo>
                <a:close/>
                <a:moveTo>
                  <a:pt x="271113" y="42829"/>
                </a:moveTo>
                <a:cubicBezTo>
                  <a:pt x="268176" y="42829"/>
                  <a:pt x="265448" y="43403"/>
                  <a:pt x="262929" y="44552"/>
                </a:cubicBezTo>
                <a:cubicBezTo>
                  <a:pt x="260409" y="45701"/>
                  <a:pt x="258208" y="47260"/>
                  <a:pt x="256324" y="49229"/>
                </a:cubicBezTo>
                <a:cubicBezTo>
                  <a:pt x="254442" y="51198"/>
                  <a:pt x="252919" y="53509"/>
                  <a:pt x="251755" y="56162"/>
                </a:cubicBezTo>
                <a:cubicBezTo>
                  <a:pt x="250592" y="58815"/>
                  <a:pt x="249873" y="61646"/>
                  <a:pt x="249596" y="64654"/>
                </a:cubicBezTo>
                <a:lnTo>
                  <a:pt x="289471" y="64654"/>
                </a:lnTo>
                <a:cubicBezTo>
                  <a:pt x="289471" y="61591"/>
                  <a:pt x="289070" y="58733"/>
                  <a:pt x="288266" y="56080"/>
                </a:cubicBezTo>
                <a:cubicBezTo>
                  <a:pt x="287463" y="53427"/>
                  <a:pt x="286286" y="51116"/>
                  <a:pt x="284736" y="49147"/>
                </a:cubicBezTo>
                <a:cubicBezTo>
                  <a:pt x="283185" y="47178"/>
                  <a:pt x="281274" y="45632"/>
                  <a:pt x="279002" y="44511"/>
                </a:cubicBezTo>
                <a:cubicBezTo>
                  <a:pt x="276732" y="43390"/>
                  <a:pt x="274103" y="42829"/>
                  <a:pt x="271113" y="42829"/>
                </a:cubicBezTo>
                <a:moveTo>
                  <a:pt x="277820" y="102888"/>
                </a:moveTo>
                <a:cubicBezTo>
                  <a:pt x="282032" y="102888"/>
                  <a:pt x="285875" y="102547"/>
                  <a:pt x="289348" y="101863"/>
                </a:cubicBezTo>
                <a:cubicBezTo>
                  <a:pt x="292822" y="101179"/>
                  <a:pt x="296281" y="100208"/>
                  <a:pt x="299727" y="98950"/>
                </a:cubicBezTo>
                <a:lnTo>
                  <a:pt x="299727" y="109593"/>
                </a:lnTo>
                <a:cubicBezTo>
                  <a:pt x="296938" y="110968"/>
                  <a:pt x="293492" y="112053"/>
                  <a:pt x="289389" y="112850"/>
                </a:cubicBezTo>
                <a:cubicBezTo>
                  <a:pt x="285287" y="113648"/>
                  <a:pt x="280884" y="114047"/>
                  <a:pt x="276180" y="114047"/>
                </a:cubicBezTo>
                <a:cubicBezTo>
                  <a:pt x="270600" y="114047"/>
                  <a:pt x="265363" y="113335"/>
                  <a:pt x="260467" y="111911"/>
                </a:cubicBezTo>
                <a:cubicBezTo>
                  <a:pt x="255572" y="110486"/>
                  <a:pt x="251334" y="108183"/>
                  <a:pt x="247755" y="105004"/>
                </a:cubicBezTo>
                <a:cubicBezTo>
                  <a:pt x="244176" y="101824"/>
                  <a:pt x="241372" y="97672"/>
                  <a:pt x="239345" y="92548"/>
                </a:cubicBezTo>
                <a:cubicBezTo>
                  <a:pt x="237318" y="87423"/>
                  <a:pt x="236304" y="81244"/>
                  <a:pt x="236304" y="74010"/>
                </a:cubicBezTo>
                <a:cubicBezTo>
                  <a:pt x="236304" y="66886"/>
                  <a:pt x="237286" y="60706"/>
                  <a:pt x="239250" y="55472"/>
                </a:cubicBezTo>
                <a:cubicBezTo>
                  <a:pt x="241214" y="50237"/>
                  <a:pt x="243833" y="45865"/>
                  <a:pt x="247106" y="42357"/>
                </a:cubicBezTo>
                <a:cubicBezTo>
                  <a:pt x="250381" y="38850"/>
                  <a:pt x="254147" y="36219"/>
                  <a:pt x="258403" y="34465"/>
                </a:cubicBezTo>
                <a:cubicBezTo>
                  <a:pt x="262660" y="32712"/>
                  <a:pt x="267106" y="31835"/>
                  <a:pt x="271744" y="31835"/>
                </a:cubicBezTo>
                <a:cubicBezTo>
                  <a:pt x="276109" y="31835"/>
                  <a:pt x="280188" y="32562"/>
                  <a:pt x="283979" y="34017"/>
                </a:cubicBezTo>
                <a:cubicBezTo>
                  <a:pt x="287772" y="35471"/>
                  <a:pt x="291060" y="37764"/>
                  <a:pt x="293843" y="40893"/>
                </a:cubicBezTo>
                <a:cubicBezTo>
                  <a:pt x="296626" y="44023"/>
                  <a:pt x="298821" y="48059"/>
                  <a:pt x="300430" y="53001"/>
                </a:cubicBezTo>
                <a:cubicBezTo>
                  <a:pt x="302040" y="57942"/>
                  <a:pt x="302845" y="63872"/>
                  <a:pt x="302845" y="70790"/>
                </a:cubicBezTo>
                <a:cubicBezTo>
                  <a:pt x="302845" y="71448"/>
                  <a:pt x="302845" y="72010"/>
                  <a:pt x="302845" y="72477"/>
                </a:cubicBezTo>
                <a:cubicBezTo>
                  <a:pt x="302845" y="72943"/>
                  <a:pt x="302818" y="74001"/>
                  <a:pt x="302763" y="75648"/>
                </a:cubicBezTo>
                <a:lnTo>
                  <a:pt x="248940" y="75648"/>
                </a:lnTo>
                <a:cubicBezTo>
                  <a:pt x="248940" y="80611"/>
                  <a:pt x="249692" y="84823"/>
                  <a:pt x="251196" y="88286"/>
                </a:cubicBezTo>
                <a:cubicBezTo>
                  <a:pt x="252700" y="91750"/>
                  <a:pt x="254751" y="94558"/>
                  <a:pt x="257349" y="96712"/>
                </a:cubicBezTo>
                <a:cubicBezTo>
                  <a:pt x="259948" y="98865"/>
                  <a:pt x="262997" y="100434"/>
                  <a:pt x="266498" y="101417"/>
                </a:cubicBezTo>
                <a:cubicBezTo>
                  <a:pt x="269999" y="102398"/>
                  <a:pt x="273773" y="102888"/>
                  <a:pt x="277820" y="102888"/>
                </a:cubicBezTo>
                <a:close/>
              </a:path>
            </a:pathLst>
          </a:custGeom>
          <a:solidFill xmlns:a="http://schemas.openxmlformats.org/drawingml/2006/main">
            <a:srgbClr val="54823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4" name="Text Fairness">
            <a:extLst xmlns:a="http://schemas.openxmlformats.org/drawingml/2006/main">
              <a:ext uri="{FF2B5EF4-FFF2-40B4-BE49-F238E27FC236}">
                <a16:creationId xmlns:a16="http://schemas.microsoft.com/office/drawing/2014/main" id="{3C160183-7005-4EF1-BB10-84EF1A888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6629" y="2265341"/>
            <a:ext cx="550696" cy="112570"/>
          </a:xfrm>
          <a:custGeom xmlns:a="http://schemas.openxmlformats.org/drawingml/2006/main">
            <a:pathLst>
              <a:path w="550696" h="112570">
                <a:moveTo>
                  <a:pt x="13374" y="110437"/>
                </a:moveTo>
                <a:lnTo>
                  <a:pt x="0" y="110437"/>
                </a:lnTo>
                <a:lnTo>
                  <a:pt x="0" y="656"/>
                </a:lnTo>
                <a:lnTo>
                  <a:pt x="65474" y="656"/>
                </a:lnTo>
                <a:lnTo>
                  <a:pt x="65474" y="12800"/>
                </a:lnTo>
                <a:lnTo>
                  <a:pt x="13374" y="12800"/>
                </a:lnTo>
                <a:lnTo>
                  <a:pt x="13374" y="48080"/>
                </a:lnTo>
                <a:lnTo>
                  <a:pt x="59567" y="48080"/>
                </a:lnTo>
                <a:lnTo>
                  <a:pt x="59567" y="60223"/>
                </a:lnTo>
                <a:lnTo>
                  <a:pt x="13374" y="60223"/>
                </a:lnTo>
                <a:lnTo>
                  <a:pt x="13374" y="110437"/>
                </a:lnTo>
                <a:close/>
                <a:moveTo>
                  <a:pt x="128683" y="101822"/>
                </a:moveTo>
                <a:lnTo>
                  <a:pt x="128354" y="101822"/>
                </a:lnTo>
                <a:cubicBezTo>
                  <a:pt x="127317" y="103135"/>
                  <a:pt x="126006" y="104434"/>
                  <a:pt x="124421" y="105719"/>
                </a:cubicBezTo>
                <a:cubicBezTo>
                  <a:pt x="122838" y="107005"/>
                  <a:pt x="121009" y="108155"/>
                  <a:pt x="118932" y="109170"/>
                </a:cubicBezTo>
                <a:cubicBezTo>
                  <a:pt x="116857" y="110186"/>
                  <a:pt x="114590" y="111006"/>
                  <a:pt x="112132" y="111632"/>
                </a:cubicBezTo>
                <a:cubicBezTo>
                  <a:pt x="109674" y="112257"/>
                  <a:pt x="107052" y="112570"/>
                  <a:pt x="104266" y="112570"/>
                </a:cubicBezTo>
                <a:cubicBezTo>
                  <a:pt x="100497" y="112570"/>
                  <a:pt x="97041" y="112009"/>
                  <a:pt x="93899" y="110886"/>
                </a:cubicBezTo>
                <a:cubicBezTo>
                  <a:pt x="90759" y="109763"/>
                  <a:pt x="88055" y="108119"/>
                  <a:pt x="85787" y="105955"/>
                </a:cubicBezTo>
                <a:cubicBezTo>
                  <a:pt x="83520" y="103791"/>
                  <a:pt x="81759" y="101147"/>
                  <a:pt x="80502" y="98025"/>
                </a:cubicBezTo>
                <a:cubicBezTo>
                  <a:pt x="79246" y="94902"/>
                  <a:pt x="78618" y="91367"/>
                  <a:pt x="78618" y="87422"/>
                </a:cubicBezTo>
                <a:cubicBezTo>
                  <a:pt x="78618" y="83532"/>
                  <a:pt x="79314" y="80053"/>
                  <a:pt x="80705" y="76984"/>
                </a:cubicBezTo>
                <a:cubicBezTo>
                  <a:pt x="82098" y="73916"/>
                  <a:pt x="84050" y="71314"/>
                  <a:pt x="86561" y="69177"/>
                </a:cubicBezTo>
                <a:cubicBezTo>
                  <a:pt x="89074" y="67040"/>
                  <a:pt x="92092" y="65397"/>
                  <a:pt x="95615" y="64246"/>
                </a:cubicBezTo>
                <a:cubicBezTo>
                  <a:pt x="99138" y="63096"/>
                  <a:pt x="103028" y="62521"/>
                  <a:pt x="107286" y="62521"/>
                </a:cubicBezTo>
                <a:cubicBezTo>
                  <a:pt x="111327" y="62575"/>
                  <a:pt x="115068" y="62931"/>
                  <a:pt x="118509" y="63587"/>
                </a:cubicBezTo>
                <a:cubicBezTo>
                  <a:pt x="121950" y="64244"/>
                  <a:pt x="125008" y="65064"/>
                  <a:pt x="127683" y="66049"/>
                </a:cubicBezTo>
                <a:lnTo>
                  <a:pt x="128011" y="66049"/>
                </a:lnTo>
                <a:lnTo>
                  <a:pt x="128011" y="60634"/>
                </a:lnTo>
                <a:cubicBezTo>
                  <a:pt x="128011" y="58500"/>
                  <a:pt x="127874" y="56613"/>
                  <a:pt x="127601" y="54972"/>
                </a:cubicBezTo>
                <a:cubicBezTo>
                  <a:pt x="127327" y="53331"/>
                  <a:pt x="126862" y="51882"/>
                  <a:pt x="126206" y="50624"/>
                </a:cubicBezTo>
                <a:cubicBezTo>
                  <a:pt x="124784" y="47998"/>
                  <a:pt x="122514" y="45824"/>
                  <a:pt x="119396" y="44101"/>
                </a:cubicBezTo>
                <a:cubicBezTo>
                  <a:pt x="116278" y="42378"/>
                  <a:pt x="112066" y="41516"/>
                  <a:pt x="106760" y="41516"/>
                </a:cubicBezTo>
                <a:cubicBezTo>
                  <a:pt x="102822" y="41516"/>
                  <a:pt x="99116" y="41879"/>
                  <a:pt x="95643" y="42604"/>
                </a:cubicBezTo>
                <a:cubicBezTo>
                  <a:pt x="92170" y="43327"/>
                  <a:pt x="88710" y="44332"/>
                  <a:pt x="85264" y="45619"/>
                </a:cubicBezTo>
                <a:lnTo>
                  <a:pt x="85264" y="34953"/>
                </a:lnTo>
                <a:cubicBezTo>
                  <a:pt x="86577" y="34296"/>
                  <a:pt x="88122" y="33681"/>
                  <a:pt x="89900" y="33106"/>
                </a:cubicBezTo>
                <a:cubicBezTo>
                  <a:pt x="91677" y="32532"/>
                  <a:pt x="93551" y="32040"/>
                  <a:pt x="95520" y="31630"/>
                </a:cubicBezTo>
                <a:cubicBezTo>
                  <a:pt x="97489" y="31219"/>
                  <a:pt x="99568" y="30905"/>
                  <a:pt x="101755" y="30686"/>
                </a:cubicBezTo>
                <a:cubicBezTo>
                  <a:pt x="103943" y="30467"/>
                  <a:pt x="106131" y="30358"/>
                  <a:pt x="108319" y="30358"/>
                </a:cubicBezTo>
                <a:cubicBezTo>
                  <a:pt x="116196" y="30358"/>
                  <a:pt x="122637" y="31754"/>
                  <a:pt x="127642" y="34547"/>
                </a:cubicBezTo>
                <a:cubicBezTo>
                  <a:pt x="132647" y="37339"/>
                  <a:pt x="136243" y="41034"/>
                  <a:pt x="138431" y="45634"/>
                </a:cubicBezTo>
                <a:cubicBezTo>
                  <a:pt x="139252" y="47386"/>
                  <a:pt x="139840" y="49317"/>
                  <a:pt x="140195" y="51426"/>
                </a:cubicBezTo>
                <a:cubicBezTo>
                  <a:pt x="140551" y="53534"/>
                  <a:pt x="140728" y="55847"/>
                  <a:pt x="140728" y="58364"/>
                </a:cubicBezTo>
                <a:lnTo>
                  <a:pt x="140728" y="110437"/>
                </a:lnTo>
                <a:lnTo>
                  <a:pt x="130075" y="110437"/>
                </a:lnTo>
                <a:lnTo>
                  <a:pt x="128683" y="101822"/>
                </a:lnTo>
                <a:moveTo>
                  <a:pt x="128011" y="76230"/>
                </a:moveTo>
                <a:cubicBezTo>
                  <a:pt x="125674" y="75572"/>
                  <a:pt x="122903" y="74942"/>
                  <a:pt x="119698" y="74338"/>
                </a:cubicBezTo>
                <a:cubicBezTo>
                  <a:pt x="116493" y="73735"/>
                  <a:pt x="112962" y="73406"/>
                  <a:pt x="109104" y="73351"/>
                </a:cubicBezTo>
                <a:cubicBezTo>
                  <a:pt x="103726" y="73351"/>
                  <a:pt x="99516" y="74503"/>
                  <a:pt x="96474" y="76807"/>
                </a:cubicBezTo>
                <a:cubicBezTo>
                  <a:pt x="93431" y="79112"/>
                  <a:pt x="91910" y="82650"/>
                  <a:pt x="91910" y="87422"/>
                </a:cubicBezTo>
                <a:cubicBezTo>
                  <a:pt x="91910" y="89836"/>
                  <a:pt x="92290" y="91948"/>
                  <a:pt x="93051" y="93758"/>
                </a:cubicBezTo>
                <a:cubicBezTo>
                  <a:pt x="93811" y="95568"/>
                  <a:pt x="94857" y="97063"/>
                  <a:pt x="96186" y="98242"/>
                </a:cubicBezTo>
                <a:cubicBezTo>
                  <a:pt x="97518" y="99422"/>
                  <a:pt x="99094" y="100300"/>
                  <a:pt x="100915" y="100876"/>
                </a:cubicBezTo>
                <a:cubicBezTo>
                  <a:pt x="102735" y="101452"/>
                  <a:pt x="104678" y="101740"/>
                  <a:pt x="106742" y="101740"/>
                </a:cubicBezTo>
                <a:cubicBezTo>
                  <a:pt x="109459" y="101740"/>
                  <a:pt x="111984" y="101342"/>
                  <a:pt x="114319" y="100547"/>
                </a:cubicBezTo>
                <a:cubicBezTo>
                  <a:pt x="116656" y="99751"/>
                  <a:pt x="118734" y="98805"/>
                  <a:pt x="120555" y="97709"/>
                </a:cubicBezTo>
                <a:cubicBezTo>
                  <a:pt x="122375" y="96612"/>
                  <a:pt x="123923" y="95514"/>
                  <a:pt x="125198" y="94417"/>
                </a:cubicBezTo>
                <a:cubicBezTo>
                  <a:pt x="126475" y="93320"/>
                  <a:pt x="127413" y="92469"/>
                  <a:pt x="128011" y="91866"/>
                </a:cubicBezTo>
                <a:lnTo>
                  <a:pt x="128011" y="76230"/>
                </a:lnTo>
                <a:close/>
                <a:moveTo>
                  <a:pt x="167046" y="110437"/>
                </a:moveTo>
                <a:lnTo>
                  <a:pt x="167046" y="32491"/>
                </a:lnTo>
                <a:lnTo>
                  <a:pt x="179764" y="32491"/>
                </a:lnTo>
                <a:lnTo>
                  <a:pt x="179764" y="110437"/>
                </a:lnTo>
                <a:lnTo>
                  <a:pt x="167046" y="110437"/>
                </a:lnTo>
                <a:moveTo>
                  <a:pt x="166718" y="14276"/>
                </a:moveTo>
                <a:lnTo>
                  <a:pt x="166718" y="0"/>
                </a:lnTo>
                <a:lnTo>
                  <a:pt x="179435" y="0"/>
                </a:lnTo>
                <a:lnTo>
                  <a:pt x="179435" y="14276"/>
                </a:lnTo>
                <a:lnTo>
                  <a:pt x="166718" y="14276"/>
                </a:lnTo>
                <a:close/>
                <a:moveTo>
                  <a:pt x="247453" y="42829"/>
                </a:moveTo>
                <a:lnTo>
                  <a:pt x="246468" y="42829"/>
                </a:lnTo>
                <a:cubicBezTo>
                  <a:pt x="243460" y="42829"/>
                  <a:pt x="240506" y="43103"/>
                  <a:pt x="237607" y="43650"/>
                </a:cubicBezTo>
                <a:cubicBezTo>
                  <a:pt x="234708" y="44197"/>
                  <a:pt x="231987" y="45031"/>
                  <a:pt x="229443" y="46152"/>
                </a:cubicBezTo>
                <a:cubicBezTo>
                  <a:pt x="226900" y="47273"/>
                  <a:pt x="224602" y="48655"/>
                  <a:pt x="222551" y="50296"/>
                </a:cubicBezTo>
                <a:cubicBezTo>
                  <a:pt x="220500" y="51937"/>
                  <a:pt x="218791" y="53878"/>
                  <a:pt x="217423" y="56121"/>
                </a:cubicBezTo>
                <a:lnTo>
                  <a:pt x="217423" y="110437"/>
                </a:lnTo>
                <a:lnTo>
                  <a:pt x="204706" y="110437"/>
                </a:lnTo>
                <a:lnTo>
                  <a:pt x="204706" y="32491"/>
                </a:lnTo>
                <a:lnTo>
                  <a:pt x="214551" y="32491"/>
                </a:lnTo>
                <a:lnTo>
                  <a:pt x="217013" y="44880"/>
                </a:lnTo>
                <a:lnTo>
                  <a:pt x="217259" y="44880"/>
                </a:lnTo>
                <a:cubicBezTo>
                  <a:pt x="218517" y="42845"/>
                  <a:pt x="220062" y="40947"/>
                  <a:pt x="221895" y="39188"/>
                </a:cubicBezTo>
                <a:cubicBezTo>
                  <a:pt x="223727" y="37428"/>
                  <a:pt x="225792" y="35888"/>
                  <a:pt x="228089" y="34568"/>
                </a:cubicBezTo>
                <a:cubicBezTo>
                  <a:pt x="230387" y="33247"/>
                  <a:pt x="232903" y="32215"/>
                  <a:pt x="235638" y="31473"/>
                </a:cubicBezTo>
                <a:cubicBezTo>
                  <a:pt x="238373" y="30730"/>
                  <a:pt x="241244" y="30358"/>
                  <a:pt x="244253" y="30358"/>
                </a:cubicBezTo>
                <a:cubicBezTo>
                  <a:pt x="244800" y="30358"/>
                  <a:pt x="245361" y="30372"/>
                  <a:pt x="245935" y="30399"/>
                </a:cubicBezTo>
                <a:cubicBezTo>
                  <a:pt x="246509" y="30426"/>
                  <a:pt x="247015" y="30467"/>
                  <a:pt x="247453" y="30522"/>
                </a:cubicBezTo>
                <a:lnTo>
                  <a:pt x="247453" y="42829"/>
                </a:lnTo>
                <a:close/>
                <a:moveTo>
                  <a:pt x="273304" y="43321"/>
                </a:moveTo>
                <a:lnTo>
                  <a:pt x="273551" y="43321"/>
                </a:lnTo>
                <a:cubicBezTo>
                  <a:pt x="274973" y="41504"/>
                  <a:pt x="276545" y="39812"/>
                  <a:pt x="278268" y="38245"/>
                </a:cubicBezTo>
                <a:cubicBezTo>
                  <a:pt x="279991" y="36676"/>
                  <a:pt x="281920" y="35300"/>
                  <a:pt x="284053" y="34117"/>
                </a:cubicBezTo>
                <a:cubicBezTo>
                  <a:pt x="286186" y="32932"/>
                  <a:pt x="288524" y="32010"/>
                  <a:pt x="291068" y="31350"/>
                </a:cubicBezTo>
                <a:cubicBezTo>
                  <a:pt x="293611" y="30689"/>
                  <a:pt x="296387" y="30358"/>
                  <a:pt x="299396" y="30358"/>
                </a:cubicBezTo>
                <a:cubicBezTo>
                  <a:pt x="302951" y="30358"/>
                  <a:pt x="306288" y="30851"/>
                  <a:pt x="309406" y="31837"/>
                </a:cubicBezTo>
                <a:cubicBezTo>
                  <a:pt x="312523" y="32822"/>
                  <a:pt x="315231" y="34410"/>
                  <a:pt x="317528" y="36601"/>
                </a:cubicBezTo>
                <a:cubicBezTo>
                  <a:pt x="319826" y="38791"/>
                  <a:pt x="321645" y="41651"/>
                  <a:pt x="322985" y="45183"/>
                </a:cubicBezTo>
                <a:cubicBezTo>
                  <a:pt x="324325" y="48714"/>
                  <a:pt x="324995" y="53054"/>
                  <a:pt x="324995" y="58200"/>
                </a:cubicBezTo>
                <a:lnTo>
                  <a:pt x="324995" y="110437"/>
                </a:lnTo>
                <a:lnTo>
                  <a:pt x="312277" y="110437"/>
                </a:lnTo>
                <a:lnTo>
                  <a:pt x="312277" y="60305"/>
                </a:lnTo>
                <a:cubicBezTo>
                  <a:pt x="312277" y="53577"/>
                  <a:pt x="310978" y="48737"/>
                  <a:pt x="308380" y="45783"/>
                </a:cubicBezTo>
                <a:cubicBezTo>
                  <a:pt x="305782" y="42829"/>
                  <a:pt x="301994" y="41352"/>
                  <a:pt x="297016" y="41352"/>
                </a:cubicBezTo>
                <a:cubicBezTo>
                  <a:pt x="292640" y="41352"/>
                  <a:pt x="288401" y="42569"/>
                  <a:pt x="284299" y="45003"/>
                </a:cubicBezTo>
                <a:cubicBezTo>
                  <a:pt x="280197" y="47438"/>
                  <a:pt x="276668" y="50788"/>
                  <a:pt x="273715" y="55054"/>
                </a:cubicBezTo>
                <a:lnTo>
                  <a:pt x="273715" y="110437"/>
                </a:lnTo>
                <a:lnTo>
                  <a:pt x="260997" y="110437"/>
                </a:lnTo>
                <a:lnTo>
                  <a:pt x="260997" y="32491"/>
                </a:lnTo>
                <a:lnTo>
                  <a:pt x="270843" y="32491"/>
                </a:lnTo>
                <a:lnTo>
                  <a:pt x="273304" y="43321"/>
                </a:lnTo>
                <a:close/>
                <a:moveTo>
                  <a:pt x="380602" y="41352"/>
                </a:moveTo>
                <a:cubicBezTo>
                  <a:pt x="377665" y="41352"/>
                  <a:pt x="374937" y="41927"/>
                  <a:pt x="372418" y="43075"/>
                </a:cubicBezTo>
                <a:cubicBezTo>
                  <a:pt x="369898" y="44224"/>
                  <a:pt x="367697" y="45783"/>
                  <a:pt x="365813" y="47752"/>
                </a:cubicBezTo>
                <a:cubicBezTo>
                  <a:pt x="363931" y="49721"/>
                  <a:pt x="362408" y="52032"/>
                  <a:pt x="361244" y="54685"/>
                </a:cubicBezTo>
                <a:cubicBezTo>
                  <a:pt x="360081" y="57338"/>
                  <a:pt x="359362" y="60169"/>
                  <a:pt x="359085" y="63177"/>
                </a:cubicBezTo>
                <a:lnTo>
                  <a:pt x="398960" y="63177"/>
                </a:lnTo>
                <a:cubicBezTo>
                  <a:pt x="398960" y="60114"/>
                  <a:pt x="398559" y="57256"/>
                  <a:pt x="397755" y="54603"/>
                </a:cubicBezTo>
                <a:cubicBezTo>
                  <a:pt x="396952" y="51950"/>
                  <a:pt x="395775" y="49639"/>
                  <a:pt x="394225" y="47670"/>
                </a:cubicBezTo>
                <a:cubicBezTo>
                  <a:pt x="392674" y="45701"/>
                  <a:pt x="390763" y="44156"/>
                  <a:pt x="388491" y="43034"/>
                </a:cubicBezTo>
                <a:cubicBezTo>
                  <a:pt x="386221" y="41913"/>
                  <a:pt x="383592" y="41352"/>
                  <a:pt x="380602" y="41352"/>
                </a:cubicBezTo>
                <a:moveTo>
                  <a:pt x="387309" y="101412"/>
                </a:moveTo>
                <a:cubicBezTo>
                  <a:pt x="391521" y="101412"/>
                  <a:pt x="395364" y="101070"/>
                  <a:pt x="398837" y="100386"/>
                </a:cubicBezTo>
                <a:cubicBezTo>
                  <a:pt x="402311" y="99702"/>
                  <a:pt x="405770" y="98731"/>
                  <a:pt x="409216" y="97473"/>
                </a:cubicBezTo>
                <a:lnTo>
                  <a:pt x="409216" y="108116"/>
                </a:lnTo>
                <a:cubicBezTo>
                  <a:pt x="406427" y="109491"/>
                  <a:pt x="402981" y="110576"/>
                  <a:pt x="398878" y="111373"/>
                </a:cubicBezTo>
                <a:cubicBezTo>
                  <a:pt x="394776" y="112171"/>
                  <a:pt x="390373" y="112570"/>
                  <a:pt x="385669" y="112570"/>
                </a:cubicBezTo>
                <a:cubicBezTo>
                  <a:pt x="380089" y="112570"/>
                  <a:pt x="374852" y="111858"/>
                  <a:pt x="369956" y="110434"/>
                </a:cubicBezTo>
                <a:cubicBezTo>
                  <a:pt x="365061" y="109009"/>
                  <a:pt x="360823" y="106706"/>
                  <a:pt x="357244" y="103527"/>
                </a:cubicBezTo>
                <a:cubicBezTo>
                  <a:pt x="353665" y="100348"/>
                  <a:pt x="350861" y="96196"/>
                  <a:pt x="348834" y="91071"/>
                </a:cubicBezTo>
                <a:cubicBezTo>
                  <a:pt x="346807" y="85946"/>
                  <a:pt x="345793" y="79767"/>
                  <a:pt x="345793" y="72533"/>
                </a:cubicBezTo>
                <a:cubicBezTo>
                  <a:pt x="345793" y="65409"/>
                  <a:pt x="346775" y="59229"/>
                  <a:pt x="348739" y="53995"/>
                </a:cubicBezTo>
                <a:cubicBezTo>
                  <a:pt x="350703" y="48760"/>
                  <a:pt x="353322" y="44388"/>
                  <a:pt x="356595" y="40881"/>
                </a:cubicBezTo>
                <a:cubicBezTo>
                  <a:pt x="359870" y="37373"/>
                  <a:pt x="363636" y="34742"/>
                  <a:pt x="367892" y="32989"/>
                </a:cubicBezTo>
                <a:cubicBezTo>
                  <a:pt x="372149" y="31235"/>
                  <a:pt x="376595" y="30358"/>
                  <a:pt x="381233" y="30358"/>
                </a:cubicBezTo>
                <a:cubicBezTo>
                  <a:pt x="385598" y="30358"/>
                  <a:pt x="389677" y="31085"/>
                  <a:pt x="393468" y="32540"/>
                </a:cubicBezTo>
                <a:cubicBezTo>
                  <a:pt x="397261" y="33994"/>
                  <a:pt x="400549" y="36287"/>
                  <a:pt x="403332" y="39416"/>
                </a:cubicBezTo>
                <a:cubicBezTo>
                  <a:pt x="406115" y="42546"/>
                  <a:pt x="408310" y="46582"/>
                  <a:pt x="409919" y="51524"/>
                </a:cubicBezTo>
                <a:cubicBezTo>
                  <a:pt x="411529" y="56465"/>
                  <a:pt x="412334" y="62395"/>
                  <a:pt x="412334" y="69313"/>
                </a:cubicBezTo>
                <a:cubicBezTo>
                  <a:pt x="412334" y="69971"/>
                  <a:pt x="412334" y="70533"/>
                  <a:pt x="412334" y="71000"/>
                </a:cubicBezTo>
                <a:cubicBezTo>
                  <a:pt x="412334" y="71467"/>
                  <a:pt x="412307" y="72524"/>
                  <a:pt x="412252" y="74172"/>
                </a:cubicBezTo>
                <a:lnTo>
                  <a:pt x="358429" y="74172"/>
                </a:lnTo>
                <a:cubicBezTo>
                  <a:pt x="358429" y="79134"/>
                  <a:pt x="359181" y="83346"/>
                  <a:pt x="360685" y="86810"/>
                </a:cubicBezTo>
                <a:cubicBezTo>
                  <a:pt x="362189" y="90273"/>
                  <a:pt x="364240" y="93081"/>
                  <a:pt x="366838" y="95235"/>
                </a:cubicBezTo>
                <a:cubicBezTo>
                  <a:pt x="369437" y="97389"/>
                  <a:pt x="372486" y="98957"/>
                  <a:pt x="375987" y="99940"/>
                </a:cubicBezTo>
                <a:cubicBezTo>
                  <a:pt x="379488" y="100921"/>
                  <a:pt x="383262" y="101412"/>
                  <a:pt x="387309" y="101412"/>
                </a:cubicBezTo>
                <a:close/>
                <a:moveTo>
                  <a:pt x="442422" y="53213"/>
                </a:moveTo>
                <a:cubicBezTo>
                  <a:pt x="442422" y="55350"/>
                  <a:pt x="442877" y="57104"/>
                  <a:pt x="443786" y="58475"/>
                </a:cubicBezTo>
                <a:cubicBezTo>
                  <a:pt x="444696" y="59846"/>
                  <a:pt x="445912" y="60956"/>
                  <a:pt x="447435" y="61805"/>
                </a:cubicBezTo>
                <a:cubicBezTo>
                  <a:pt x="448960" y="62655"/>
                  <a:pt x="450724" y="63354"/>
                  <a:pt x="452729" y="63903"/>
                </a:cubicBezTo>
                <a:cubicBezTo>
                  <a:pt x="454735" y="64450"/>
                  <a:pt x="456807" y="64942"/>
                  <a:pt x="458947" y="65380"/>
                </a:cubicBezTo>
                <a:cubicBezTo>
                  <a:pt x="461889" y="66038"/>
                  <a:pt x="464670" y="66764"/>
                  <a:pt x="467290" y="67559"/>
                </a:cubicBezTo>
                <a:cubicBezTo>
                  <a:pt x="469911" y="68354"/>
                  <a:pt x="472330" y="69546"/>
                  <a:pt x="474549" y="71136"/>
                </a:cubicBezTo>
                <a:cubicBezTo>
                  <a:pt x="476768" y="72725"/>
                  <a:pt x="478559" y="74877"/>
                  <a:pt x="479923" y="77589"/>
                </a:cubicBezTo>
                <a:cubicBezTo>
                  <a:pt x="481287" y="80302"/>
                  <a:pt x="481969" y="83823"/>
                  <a:pt x="481969" y="88153"/>
                </a:cubicBezTo>
                <a:cubicBezTo>
                  <a:pt x="481969" y="92100"/>
                  <a:pt x="481204" y="95595"/>
                  <a:pt x="479672" y="98637"/>
                </a:cubicBezTo>
                <a:cubicBezTo>
                  <a:pt x="478140" y="101678"/>
                  <a:pt x="475980" y="104227"/>
                  <a:pt x="473190" y="106283"/>
                </a:cubicBezTo>
                <a:cubicBezTo>
                  <a:pt x="470401" y="108338"/>
                  <a:pt x="467064" y="109899"/>
                  <a:pt x="463180" y="110968"/>
                </a:cubicBezTo>
                <a:cubicBezTo>
                  <a:pt x="459297" y="112036"/>
                  <a:pt x="455030" y="112570"/>
                  <a:pt x="450381" y="112570"/>
                </a:cubicBezTo>
                <a:cubicBezTo>
                  <a:pt x="447536" y="112570"/>
                  <a:pt x="444952" y="112420"/>
                  <a:pt x="442627" y="112119"/>
                </a:cubicBezTo>
                <a:cubicBezTo>
                  <a:pt x="440303" y="111818"/>
                  <a:pt x="438251" y="111435"/>
                  <a:pt x="436474" y="110970"/>
                </a:cubicBezTo>
                <a:cubicBezTo>
                  <a:pt x="434696" y="110505"/>
                  <a:pt x="433178" y="110027"/>
                  <a:pt x="431920" y="109534"/>
                </a:cubicBezTo>
                <a:cubicBezTo>
                  <a:pt x="430662" y="109042"/>
                  <a:pt x="429623" y="108577"/>
                  <a:pt x="428802" y="108140"/>
                </a:cubicBezTo>
                <a:lnTo>
                  <a:pt x="428802" y="97473"/>
                </a:lnTo>
                <a:cubicBezTo>
                  <a:pt x="432024" y="98786"/>
                  <a:pt x="435219" y="99825"/>
                  <a:pt x="438386" y="100591"/>
                </a:cubicBezTo>
                <a:cubicBezTo>
                  <a:pt x="441556" y="101357"/>
                  <a:pt x="445047" y="101740"/>
                  <a:pt x="448860" y="101740"/>
                </a:cubicBezTo>
                <a:cubicBezTo>
                  <a:pt x="451869" y="101740"/>
                  <a:pt x="454581" y="101465"/>
                  <a:pt x="456996" y="100917"/>
                </a:cubicBezTo>
                <a:cubicBezTo>
                  <a:pt x="459413" y="100368"/>
                  <a:pt x="461494" y="99559"/>
                  <a:pt x="463239" y="98489"/>
                </a:cubicBezTo>
                <a:cubicBezTo>
                  <a:pt x="464985" y="97417"/>
                  <a:pt x="466327" y="96072"/>
                  <a:pt x="467267" y="94453"/>
                </a:cubicBezTo>
                <a:cubicBezTo>
                  <a:pt x="468208" y="92832"/>
                  <a:pt x="468678" y="90952"/>
                  <a:pt x="468678" y="88812"/>
                </a:cubicBezTo>
                <a:cubicBezTo>
                  <a:pt x="468678" y="86619"/>
                  <a:pt x="468248" y="84810"/>
                  <a:pt x="467388" y="83387"/>
                </a:cubicBezTo>
                <a:cubicBezTo>
                  <a:pt x="466530" y="81961"/>
                  <a:pt x="465375" y="80782"/>
                  <a:pt x="463924" y="79851"/>
                </a:cubicBezTo>
                <a:cubicBezTo>
                  <a:pt x="462474" y="78919"/>
                  <a:pt x="460797" y="78152"/>
                  <a:pt x="458891" y="77548"/>
                </a:cubicBezTo>
                <a:cubicBezTo>
                  <a:pt x="456985" y="76945"/>
                  <a:pt x="454985" y="76397"/>
                  <a:pt x="452891" y="75905"/>
                </a:cubicBezTo>
                <a:cubicBezTo>
                  <a:pt x="450153" y="75301"/>
                  <a:pt x="447373" y="74589"/>
                  <a:pt x="444553" y="73766"/>
                </a:cubicBezTo>
                <a:cubicBezTo>
                  <a:pt x="441734" y="72944"/>
                  <a:pt x="439170" y="71794"/>
                  <a:pt x="436861" y="70315"/>
                </a:cubicBezTo>
                <a:cubicBezTo>
                  <a:pt x="434553" y="68835"/>
                  <a:pt x="432687" y="66821"/>
                  <a:pt x="431264" y="64272"/>
                </a:cubicBezTo>
                <a:cubicBezTo>
                  <a:pt x="429841" y="61723"/>
                  <a:pt x="429130" y="58448"/>
                  <a:pt x="429130" y="54447"/>
                </a:cubicBezTo>
                <a:cubicBezTo>
                  <a:pt x="429130" y="50336"/>
                  <a:pt x="429867" y="46773"/>
                  <a:pt x="431341" y="43760"/>
                </a:cubicBezTo>
                <a:cubicBezTo>
                  <a:pt x="432816" y="40745"/>
                  <a:pt x="434809" y="38251"/>
                  <a:pt x="437320" y="36278"/>
                </a:cubicBezTo>
                <a:cubicBezTo>
                  <a:pt x="439833" y="34304"/>
                  <a:pt x="442755" y="32824"/>
                  <a:pt x="446086" y="31837"/>
                </a:cubicBezTo>
                <a:cubicBezTo>
                  <a:pt x="449418" y="30851"/>
                  <a:pt x="452940" y="30358"/>
                  <a:pt x="456652" y="30358"/>
                </a:cubicBezTo>
                <a:cubicBezTo>
                  <a:pt x="460967" y="30358"/>
                  <a:pt x="464967" y="30766"/>
                  <a:pt x="468652" y="31583"/>
                </a:cubicBezTo>
                <a:cubicBezTo>
                  <a:pt x="472339" y="32399"/>
                  <a:pt x="475684" y="33432"/>
                  <a:pt x="478687" y="34683"/>
                </a:cubicBezTo>
                <a:lnTo>
                  <a:pt x="478687" y="45455"/>
                </a:lnTo>
                <a:cubicBezTo>
                  <a:pt x="475493" y="44221"/>
                  <a:pt x="472258" y="43215"/>
                  <a:pt x="468983" y="42437"/>
                </a:cubicBezTo>
                <a:cubicBezTo>
                  <a:pt x="465708" y="41657"/>
                  <a:pt x="462339" y="41241"/>
                  <a:pt x="458878" y="41188"/>
                </a:cubicBezTo>
                <a:cubicBezTo>
                  <a:pt x="455948" y="41188"/>
                  <a:pt x="453445" y="41491"/>
                  <a:pt x="451368" y="42096"/>
                </a:cubicBezTo>
                <a:cubicBezTo>
                  <a:pt x="449291" y="42699"/>
                  <a:pt x="447587" y="43537"/>
                  <a:pt x="446255" y="44609"/>
                </a:cubicBezTo>
                <a:cubicBezTo>
                  <a:pt x="444925" y="45679"/>
                  <a:pt x="443954" y="46941"/>
                  <a:pt x="443340" y="48396"/>
                </a:cubicBezTo>
                <a:cubicBezTo>
                  <a:pt x="442728" y="49850"/>
                  <a:pt x="442422" y="51456"/>
                  <a:pt x="442422" y="53213"/>
                </a:cubicBezTo>
                <a:close/>
                <a:moveTo>
                  <a:pt x="511148" y="53213"/>
                </a:moveTo>
                <a:cubicBezTo>
                  <a:pt x="511148" y="55350"/>
                  <a:pt x="511603" y="57104"/>
                  <a:pt x="512512" y="58475"/>
                </a:cubicBezTo>
                <a:cubicBezTo>
                  <a:pt x="513422" y="59846"/>
                  <a:pt x="514638" y="60956"/>
                  <a:pt x="516161" y="61805"/>
                </a:cubicBezTo>
                <a:cubicBezTo>
                  <a:pt x="517686" y="62655"/>
                  <a:pt x="519451" y="63354"/>
                  <a:pt x="521456" y="63903"/>
                </a:cubicBezTo>
                <a:cubicBezTo>
                  <a:pt x="523461" y="64450"/>
                  <a:pt x="525533" y="64942"/>
                  <a:pt x="527673" y="65380"/>
                </a:cubicBezTo>
                <a:cubicBezTo>
                  <a:pt x="530615" y="66038"/>
                  <a:pt x="533396" y="66764"/>
                  <a:pt x="536017" y="67559"/>
                </a:cubicBezTo>
                <a:cubicBezTo>
                  <a:pt x="538637" y="68354"/>
                  <a:pt x="541057" y="69546"/>
                  <a:pt x="543275" y="71136"/>
                </a:cubicBezTo>
                <a:cubicBezTo>
                  <a:pt x="545494" y="72725"/>
                  <a:pt x="547286" y="74877"/>
                  <a:pt x="548650" y="77589"/>
                </a:cubicBezTo>
                <a:cubicBezTo>
                  <a:pt x="550014" y="80302"/>
                  <a:pt x="550696" y="83823"/>
                  <a:pt x="550696" y="88153"/>
                </a:cubicBezTo>
                <a:cubicBezTo>
                  <a:pt x="550696" y="92100"/>
                  <a:pt x="549930" y="95595"/>
                  <a:pt x="548398" y="98637"/>
                </a:cubicBezTo>
                <a:cubicBezTo>
                  <a:pt x="546867" y="101678"/>
                  <a:pt x="544706" y="104227"/>
                  <a:pt x="541916" y="106283"/>
                </a:cubicBezTo>
                <a:cubicBezTo>
                  <a:pt x="539127" y="108338"/>
                  <a:pt x="535790" y="109899"/>
                  <a:pt x="531907" y="110968"/>
                </a:cubicBezTo>
                <a:cubicBezTo>
                  <a:pt x="528023" y="112036"/>
                  <a:pt x="523756" y="112570"/>
                  <a:pt x="519107" y="112570"/>
                </a:cubicBezTo>
                <a:cubicBezTo>
                  <a:pt x="516263" y="112570"/>
                  <a:pt x="513678" y="112420"/>
                  <a:pt x="511354" y="112119"/>
                </a:cubicBezTo>
                <a:cubicBezTo>
                  <a:pt x="509029" y="111818"/>
                  <a:pt x="506978" y="111435"/>
                  <a:pt x="505200" y="110970"/>
                </a:cubicBezTo>
                <a:cubicBezTo>
                  <a:pt x="503422" y="110505"/>
                  <a:pt x="501904" y="110027"/>
                  <a:pt x="500646" y="109534"/>
                </a:cubicBezTo>
                <a:cubicBezTo>
                  <a:pt x="499388" y="109042"/>
                  <a:pt x="498349" y="108577"/>
                  <a:pt x="497528" y="108140"/>
                </a:cubicBezTo>
                <a:lnTo>
                  <a:pt x="497528" y="97473"/>
                </a:lnTo>
                <a:cubicBezTo>
                  <a:pt x="500751" y="98786"/>
                  <a:pt x="503945" y="99825"/>
                  <a:pt x="507113" y="100591"/>
                </a:cubicBezTo>
                <a:cubicBezTo>
                  <a:pt x="510282" y="101357"/>
                  <a:pt x="513773" y="101740"/>
                  <a:pt x="517587" y="101740"/>
                </a:cubicBezTo>
                <a:cubicBezTo>
                  <a:pt x="520595" y="101740"/>
                  <a:pt x="523307" y="101465"/>
                  <a:pt x="525722" y="100917"/>
                </a:cubicBezTo>
                <a:cubicBezTo>
                  <a:pt x="528139" y="100368"/>
                  <a:pt x="530220" y="99559"/>
                  <a:pt x="531966" y="98489"/>
                </a:cubicBezTo>
                <a:cubicBezTo>
                  <a:pt x="533711" y="97417"/>
                  <a:pt x="535053" y="96072"/>
                  <a:pt x="535994" y="94453"/>
                </a:cubicBezTo>
                <a:cubicBezTo>
                  <a:pt x="536934" y="92832"/>
                  <a:pt x="537404" y="90952"/>
                  <a:pt x="537404" y="88812"/>
                </a:cubicBezTo>
                <a:cubicBezTo>
                  <a:pt x="537404" y="86619"/>
                  <a:pt x="536974" y="84810"/>
                  <a:pt x="536114" y="83387"/>
                </a:cubicBezTo>
                <a:cubicBezTo>
                  <a:pt x="535256" y="81961"/>
                  <a:pt x="534101" y="80782"/>
                  <a:pt x="532650" y="79851"/>
                </a:cubicBezTo>
                <a:cubicBezTo>
                  <a:pt x="531201" y="78919"/>
                  <a:pt x="529523" y="78152"/>
                  <a:pt x="527617" y="77548"/>
                </a:cubicBezTo>
                <a:cubicBezTo>
                  <a:pt x="525711" y="76945"/>
                  <a:pt x="523711" y="76397"/>
                  <a:pt x="521617" y="75905"/>
                </a:cubicBezTo>
                <a:cubicBezTo>
                  <a:pt x="518879" y="75301"/>
                  <a:pt x="516099" y="74589"/>
                  <a:pt x="513279" y="73766"/>
                </a:cubicBezTo>
                <a:cubicBezTo>
                  <a:pt x="510460" y="72944"/>
                  <a:pt x="507896" y="71794"/>
                  <a:pt x="505587" y="70315"/>
                </a:cubicBezTo>
                <a:cubicBezTo>
                  <a:pt x="503279" y="68835"/>
                  <a:pt x="501414" y="66821"/>
                  <a:pt x="499990" y="64272"/>
                </a:cubicBezTo>
                <a:cubicBezTo>
                  <a:pt x="498568" y="61723"/>
                  <a:pt x="497857" y="58448"/>
                  <a:pt x="497857" y="54447"/>
                </a:cubicBezTo>
                <a:cubicBezTo>
                  <a:pt x="497857" y="50336"/>
                  <a:pt x="498593" y="46773"/>
                  <a:pt x="500067" y="43760"/>
                </a:cubicBezTo>
                <a:cubicBezTo>
                  <a:pt x="501542" y="40745"/>
                  <a:pt x="503535" y="38251"/>
                  <a:pt x="506046" y="36278"/>
                </a:cubicBezTo>
                <a:cubicBezTo>
                  <a:pt x="508559" y="34304"/>
                  <a:pt x="511481" y="32824"/>
                  <a:pt x="514812" y="31837"/>
                </a:cubicBezTo>
                <a:cubicBezTo>
                  <a:pt x="518144" y="30851"/>
                  <a:pt x="521666" y="30358"/>
                  <a:pt x="525379" y="30358"/>
                </a:cubicBezTo>
                <a:cubicBezTo>
                  <a:pt x="529693" y="30358"/>
                  <a:pt x="533693" y="30766"/>
                  <a:pt x="537378" y="31583"/>
                </a:cubicBezTo>
                <a:cubicBezTo>
                  <a:pt x="541065" y="32399"/>
                  <a:pt x="544410" y="33432"/>
                  <a:pt x="547414" y="34683"/>
                </a:cubicBezTo>
                <a:lnTo>
                  <a:pt x="547414" y="45455"/>
                </a:lnTo>
                <a:cubicBezTo>
                  <a:pt x="544219" y="44221"/>
                  <a:pt x="540984" y="43215"/>
                  <a:pt x="537709" y="42437"/>
                </a:cubicBezTo>
                <a:cubicBezTo>
                  <a:pt x="534434" y="41657"/>
                  <a:pt x="531066" y="41241"/>
                  <a:pt x="527604" y="41188"/>
                </a:cubicBezTo>
                <a:cubicBezTo>
                  <a:pt x="524674" y="41188"/>
                  <a:pt x="522171" y="41491"/>
                  <a:pt x="520094" y="42096"/>
                </a:cubicBezTo>
                <a:cubicBezTo>
                  <a:pt x="518017" y="42699"/>
                  <a:pt x="516313" y="43537"/>
                  <a:pt x="514982" y="44609"/>
                </a:cubicBezTo>
                <a:cubicBezTo>
                  <a:pt x="513652" y="45679"/>
                  <a:pt x="512680" y="46941"/>
                  <a:pt x="512066" y="48396"/>
                </a:cubicBezTo>
                <a:cubicBezTo>
                  <a:pt x="511454" y="49850"/>
                  <a:pt x="511148" y="51456"/>
                  <a:pt x="511148" y="53213"/>
                </a:cubicBezTo>
                <a:close/>
              </a:path>
            </a:pathLst>
          </a:custGeom>
          <a:solidFill xmlns:a="http://schemas.openxmlformats.org/drawingml/2006/main">
            <a:srgbClr val="54823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5" name="Text Loyalty">
            <a:extLst xmlns:a="http://schemas.openxmlformats.org/drawingml/2006/main">
              <a:ext uri="{FF2B5EF4-FFF2-40B4-BE49-F238E27FC236}">
                <a16:creationId xmlns:a16="http://schemas.microsoft.com/office/drawing/2014/main" id="{7E33F63E-8217-45A2-99D6-42EEAC82E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291" y="2816919"/>
            <a:ext cx="500310" cy="157040"/>
          </a:xfrm>
          <a:custGeom xmlns:a="http://schemas.openxmlformats.org/drawingml/2006/main">
            <a:pathLst>
              <a:path w="500310" h="157040">
                <a:moveTo>
                  <a:pt x="13374" y="9025"/>
                </a:moveTo>
                <a:lnTo>
                  <a:pt x="13374" y="106663"/>
                </a:lnTo>
                <a:lnTo>
                  <a:pt x="66951" y="106663"/>
                </a:lnTo>
                <a:lnTo>
                  <a:pt x="66951" y="118806"/>
                </a:lnTo>
                <a:lnTo>
                  <a:pt x="0" y="118806"/>
                </a:lnTo>
                <a:lnTo>
                  <a:pt x="0" y="9025"/>
                </a:lnTo>
                <a:lnTo>
                  <a:pt x="13374" y="9025"/>
                </a:lnTo>
                <a:close/>
                <a:moveTo>
                  <a:pt x="142190" y="79915"/>
                </a:moveTo>
                <a:cubicBezTo>
                  <a:pt x="142190" y="75088"/>
                  <a:pt x="141602" y="70796"/>
                  <a:pt x="140426" y="67041"/>
                </a:cubicBezTo>
                <a:cubicBezTo>
                  <a:pt x="139250" y="63284"/>
                  <a:pt x="137609" y="60103"/>
                  <a:pt x="135503" y="57498"/>
                </a:cubicBezTo>
                <a:cubicBezTo>
                  <a:pt x="133397" y="54891"/>
                  <a:pt x="130895" y="52916"/>
                  <a:pt x="127996" y="51572"/>
                </a:cubicBezTo>
                <a:cubicBezTo>
                  <a:pt x="125097" y="50229"/>
                  <a:pt x="121924" y="49557"/>
                  <a:pt x="118478" y="49557"/>
                </a:cubicBezTo>
                <a:cubicBezTo>
                  <a:pt x="115032" y="49557"/>
                  <a:pt x="111860" y="50229"/>
                  <a:pt x="108961" y="51572"/>
                </a:cubicBezTo>
                <a:cubicBezTo>
                  <a:pt x="106062" y="52916"/>
                  <a:pt x="103559" y="54891"/>
                  <a:pt x="101453" y="57498"/>
                </a:cubicBezTo>
                <a:cubicBezTo>
                  <a:pt x="99347" y="60103"/>
                  <a:pt x="97706" y="63284"/>
                  <a:pt x="96530" y="67041"/>
                </a:cubicBezTo>
                <a:cubicBezTo>
                  <a:pt x="95354" y="70796"/>
                  <a:pt x="94766" y="75088"/>
                  <a:pt x="94766" y="79915"/>
                </a:cubicBezTo>
                <a:cubicBezTo>
                  <a:pt x="94766" y="84687"/>
                  <a:pt x="95354" y="88952"/>
                  <a:pt x="96530" y="92709"/>
                </a:cubicBezTo>
                <a:cubicBezTo>
                  <a:pt x="97706" y="96466"/>
                  <a:pt x="99361" y="99634"/>
                  <a:pt x="101494" y="102212"/>
                </a:cubicBezTo>
                <a:cubicBezTo>
                  <a:pt x="103628" y="104789"/>
                  <a:pt x="106144" y="106750"/>
                  <a:pt x="109043" y="108093"/>
                </a:cubicBezTo>
                <a:cubicBezTo>
                  <a:pt x="111942" y="109437"/>
                  <a:pt x="115114" y="110109"/>
                  <a:pt x="118560" y="110109"/>
                </a:cubicBezTo>
                <a:cubicBezTo>
                  <a:pt x="122006" y="110109"/>
                  <a:pt x="125165" y="109437"/>
                  <a:pt x="128037" y="108093"/>
                </a:cubicBezTo>
                <a:cubicBezTo>
                  <a:pt x="130909" y="106750"/>
                  <a:pt x="133397" y="104789"/>
                  <a:pt x="135503" y="102212"/>
                </a:cubicBezTo>
                <a:cubicBezTo>
                  <a:pt x="137609" y="99634"/>
                  <a:pt x="139250" y="96466"/>
                  <a:pt x="140426" y="92709"/>
                </a:cubicBezTo>
                <a:cubicBezTo>
                  <a:pt x="141602" y="88952"/>
                  <a:pt x="142190" y="84687"/>
                  <a:pt x="142190" y="79915"/>
                </a:cubicBezTo>
                <a:moveTo>
                  <a:pt x="155482" y="79915"/>
                </a:moveTo>
                <a:cubicBezTo>
                  <a:pt x="155482" y="86053"/>
                  <a:pt x="154607" y="91644"/>
                  <a:pt x="152856" y="96686"/>
                </a:cubicBezTo>
                <a:cubicBezTo>
                  <a:pt x="151106" y="101729"/>
                  <a:pt x="148631" y="106045"/>
                  <a:pt x="145431" y="109634"/>
                </a:cubicBezTo>
                <a:cubicBezTo>
                  <a:pt x="142231" y="113224"/>
                  <a:pt x="138361" y="116006"/>
                  <a:pt x="133821" y="117980"/>
                </a:cubicBezTo>
                <a:cubicBezTo>
                  <a:pt x="129281" y="119953"/>
                  <a:pt x="124194" y="120939"/>
                  <a:pt x="118560" y="120939"/>
                </a:cubicBezTo>
                <a:cubicBezTo>
                  <a:pt x="112762" y="120939"/>
                  <a:pt x="107580" y="119953"/>
                  <a:pt x="103012" y="117980"/>
                </a:cubicBezTo>
                <a:cubicBezTo>
                  <a:pt x="98445" y="116006"/>
                  <a:pt x="94561" y="113224"/>
                  <a:pt x="91361" y="109634"/>
                </a:cubicBezTo>
                <a:cubicBezTo>
                  <a:pt x="88161" y="106045"/>
                  <a:pt x="85714" y="101729"/>
                  <a:pt x="84018" y="96686"/>
                </a:cubicBezTo>
                <a:cubicBezTo>
                  <a:pt x="82322" y="91644"/>
                  <a:pt x="81475" y="86053"/>
                  <a:pt x="81475" y="79915"/>
                </a:cubicBezTo>
                <a:cubicBezTo>
                  <a:pt x="81475" y="73722"/>
                  <a:pt x="82350" y="68104"/>
                  <a:pt x="84100" y="63062"/>
                </a:cubicBezTo>
                <a:cubicBezTo>
                  <a:pt x="85850" y="58019"/>
                  <a:pt x="88326" y="53689"/>
                  <a:pt x="91525" y="50072"/>
                </a:cubicBezTo>
                <a:cubicBezTo>
                  <a:pt x="94725" y="46456"/>
                  <a:pt x="98609" y="43661"/>
                  <a:pt x="103176" y="41688"/>
                </a:cubicBezTo>
                <a:cubicBezTo>
                  <a:pt x="107744" y="39714"/>
                  <a:pt x="112844" y="38727"/>
                  <a:pt x="118478" y="38727"/>
                </a:cubicBezTo>
                <a:cubicBezTo>
                  <a:pt x="124222" y="38727"/>
                  <a:pt x="129391" y="39714"/>
                  <a:pt x="133985" y="41688"/>
                </a:cubicBezTo>
                <a:cubicBezTo>
                  <a:pt x="138580" y="43661"/>
                  <a:pt x="142464" y="46456"/>
                  <a:pt x="145636" y="50072"/>
                </a:cubicBezTo>
                <a:cubicBezTo>
                  <a:pt x="148809" y="53689"/>
                  <a:pt x="151243" y="58019"/>
                  <a:pt x="152938" y="63062"/>
                </a:cubicBezTo>
                <a:cubicBezTo>
                  <a:pt x="154634" y="68104"/>
                  <a:pt x="155482" y="73722"/>
                  <a:pt x="155482" y="79915"/>
                </a:cubicBezTo>
                <a:close/>
                <a:moveTo>
                  <a:pt x="164614" y="40860"/>
                </a:moveTo>
                <a:lnTo>
                  <a:pt x="177331" y="40860"/>
                </a:lnTo>
                <a:lnTo>
                  <a:pt x="201581" y="102029"/>
                </a:lnTo>
                <a:lnTo>
                  <a:pt x="202081" y="102029"/>
                </a:lnTo>
                <a:lnTo>
                  <a:pt x="226970" y="40860"/>
                </a:lnTo>
                <a:lnTo>
                  <a:pt x="239688" y="40860"/>
                </a:lnTo>
                <a:lnTo>
                  <a:pt x="191372" y="157040"/>
                </a:lnTo>
                <a:lnTo>
                  <a:pt x="178736" y="157040"/>
                </a:lnTo>
                <a:lnTo>
                  <a:pt x="195392" y="117301"/>
                </a:lnTo>
                <a:lnTo>
                  <a:pt x="164614" y="40860"/>
                </a:lnTo>
                <a:close/>
                <a:moveTo>
                  <a:pt x="300750" y="110191"/>
                </a:moveTo>
                <a:lnTo>
                  <a:pt x="300422" y="110191"/>
                </a:lnTo>
                <a:cubicBezTo>
                  <a:pt x="299385" y="111503"/>
                  <a:pt x="298073" y="112803"/>
                  <a:pt x="296489" y="114088"/>
                </a:cubicBezTo>
                <a:cubicBezTo>
                  <a:pt x="294906" y="115373"/>
                  <a:pt x="293076" y="116524"/>
                  <a:pt x="290999" y="117539"/>
                </a:cubicBezTo>
                <a:cubicBezTo>
                  <a:pt x="288924" y="118555"/>
                  <a:pt x="286658" y="119375"/>
                  <a:pt x="284200" y="120001"/>
                </a:cubicBezTo>
                <a:cubicBezTo>
                  <a:pt x="281742" y="120626"/>
                  <a:pt x="279119" y="120939"/>
                  <a:pt x="276333" y="120939"/>
                </a:cubicBezTo>
                <a:cubicBezTo>
                  <a:pt x="272564" y="120939"/>
                  <a:pt x="269109" y="120378"/>
                  <a:pt x="265967" y="119254"/>
                </a:cubicBezTo>
                <a:cubicBezTo>
                  <a:pt x="262827" y="118131"/>
                  <a:pt x="260123" y="116488"/>
                  <a:pt x="257854" y="114324"/>
                </a:cubicBezTo>
                <a:cubicBezTo>
                  <a:pt x="255588" y="112160"/>
                  <a:pt x="253826" y="109516"/>
                  <a:pt x="252570" y="106393"/>
                </a:cubicBezTo>
                <a:cubicBezTo>
                  <a:pt x="251314" y="103270"/>
                  <a:pt x="250686" y="99736"/>
                  <a:pt x="250686" y="95791"/>
                </a:cubicBezTo>
                <a:cubicBezTo>
                  <a:pt x="250686" y="91901"/>
                  <a:pt x="251381" y="88421"/>
                  <a:pt x="252773" y="85353"/>
                </a:cubicBezTo>
                <a:cubicBezTo>
                  <a:pt x="254166" y="82285"/>
                  <a:pt x="256118" y="79682"/>
                  <a:pt x="258629" y="77546"/>
                </a:cubicBezTo>
                <a:cubicBezTo>
                  <a:pt x="261142" y="75409"/>
                  <a:pt x="264159" y="73766"/>
                  <a:pt x="267682" y="72615"/>
                </a:cubicBezTo>
                <a:cubicBezTo>
                  <a:pt x="271205" y="71465"/>
                  <a:pt x="275096" y="70890"/>
                  <a:pt x="279354" y="70890"/>
                </a:cubicBezTo>
                <a:cubicBezTo>
                  <a:pt x="283395" y="70944"/>
                  <a:pt x="287135" y="71300"/>
                  <a:pt x="290576" y="71956"/>
                </a:cubicBezTo>
                <a:cubicBezTo>
                  <a:pt x="294017" y="72613"/>
                  <a:pt x="297075" y="73433"/>
                  <a:pt x="299750" y="74418"/>
                </a:cubicBezTo>
                <a:lnTo>
                  <a:pt x="300079" y="74418"/>
                </a:lnTo>
                <a:lnTo>
                  <a:pt x="300079" y="69003"/>
                </a:lnTo>
                <a:cubicBezTo>
                  <a:pt x="300079" y="66869"/>
                  <a:pt x="299942" y="64982"/>
                  <a:pt x="299668" y="63341"/>
                </a:cubicBezTo>
                <a:cubicBezTo>
                  <a:pt x="299395" y="61700"/>
                  <a:pt x="298930" y="60251"/>
                  <a:pt x="298273" y="58993"/>
                </a:cubicBezTo>
                <a:cubicBezTo>
                  <a:pt x="296851" y="56367"/>
                  <a:pt x="294581" y="54193"/>
                  <a:pt x="291463" y="52470"/>
                </a:cubicBezTo>
                <a:cubicBezTo>
                  <a:pt x="288346" y="50747"/>
                  <a:pt x="284134" y="49885"/>
                  <a:pt x="278828" y="49885"/>
                </a:cubicBezTo>
                <a:cubicBezTo>
                  <a:pt x="274890" y="49885"/>
                  <a:pt x="271184" y="50248"/>
                  <a:pt x="267711" y="50972"/>
                </a:cubicBezTo>
                <a:cubicBezTo>
                  <a:pt x="264237" y="51695"/>
                  <a:pt x="260777" y="52701"/>
                  <a:pt x="257331" y="53988"/>
                </a:cubicBezTo>
                <a:lnTo>
                  <a:pt x="257331" y="43321"/>
                </a:lnTo>
                <a:cubicBezTo>
                  <a:pt x="258644" y="42665"/>
                  <a:pt x="260189" y="42050"/>
                  <a:pt x="261967" y="41475"/>
                </a:cubicBezTo>
                <a:cubicBezTo>
                  <a:pt x="263745" y="40901"/>
                  <a:pt x="265618" y="40409"/>
                  <a:pt x="267587" y="39998"/>
                </a:cubicBezTo>
                <a:cubicBezTo>
                  <a:pt x="269557" y="39588"/>
                  <a:pt x="271635" y="39274"/>
                  <a:pt x="273823" y="39055"/>
                </a:cubicBezTo>
                <a:cubicBezTo>
                  <a:pt x="276011" y="38836"/>
                  <a:pt x="278199" y="38727"/>
                  <a:pt x="280387" y="38727"/>
                </a:cubicBezTo>
                <a:cubicBezTo>
                  <a:pt x="288264" y="38727"/>
                  <a:pt x="294704" y="40123"/>
                  <a:pt x="299709" y="42916"/>
                </a:cubicBezTo>
                <a:cubicBezTo>
                  <a:pt x="304714" y="45708"/>
                  <a:pt x="308311" y="49403"/>
                  <a:pt x="310499" y="54003"/>
                </a:cubicBezTo>
                <a:cubicBezTo>
                  <a:pt x="311319" y="55755"/>
                  <a:pt x="311907" y="57686"/>
                  <a:pt x="312263" y="59795"/>
                </a:cubicBezTo>
                <a:cubicBezTo>
                  <a:pt x="312618" y="61903"/>
                  <a:pt x="312796" y="64216"/>
                  <a:pt x="312796" y="66733"/>
                </a:cubicBezTo>
                <a:lnTo>
                  <a:pt x="312796" y="118806"/>
                </a:lnTo>
                <a:lnTo>
                  <a:pt x="302143" y="118806"/>
                </a:lnTo>
                <a:lnTo>
                  <a:pt x="300750" y="110191"/>
                </a:lnTo>
                <a:moveTo>
                  <a:pt x="300079" y="84599"/>
                </a:moveTo>
                <a:cubicBezTo>
                  <a:pt x="297742" y="83941"/>
                  <a:pt x="294971" y="83311"/>
                  <a:pt x="291766" y="82707"/>
                </a:cubicBezTo>
                <a:cubicBezTo>
                  <a:pt x="288561" y="82104"/>
                  <a:pt x="285030" y="81775"/>
                  <a:pt x="281172" y="81720"/>
                </a:cubicBezTo>
                <a:cubicBezTo>
                  <a:pt x="275794" y="81720"/>
                  <a:pt x="271584" y="82872"/>
                  <a:pt x="268541" y="85176"/>
                </a:cubicBezTo>
                <a:cubicBezTo>
                  <a:pt x="265499" y="87480"/>
                  <a:pt x="263977" y="91019"/>
                  <a:pt x="263977" y="95791"/>
                </a:cubicBezTo>
                <a:cubicBezTo>
                  <a:pt x="263977" y="98205"/>
                  <a:pt x="264358" y="100317"/>
                  <a:pt x="265118" y="102127"/>
                </a:cubicBezTo>
                <a:cubicBezTo>
                  <a:pt x="265879" y="103937"/>
                  <a:pt x="266924" y="105432"/>
                  <a:pt x="268254" y="106611"/>
                </a:cubicBezTo>
                <a:cubicBezTo>
                  <a:pt x="269586" y="107791"/>
                  <a:pt x="271162" y="108669"/>
                  <a:pt x="272982" y="109245"/>
                </a:cubicBezTo>
                <a:cubicBezTo>
                  <a:pt x="274803" y="109821"/>
                  <a:pt x="276745" y="110109"/>
                  <a:pt x="278810" y="110109"/>
                </a:cubicBezTo>
                <a:cubicBezTo>
                  <a:pt x="281526" y="110109"/>
                  <a:pt x="284052" y="109711"/>
                  <a:pt x="286387" y="108916"/>
                </a:cubicBezTo>
                <a:cubicBezTo>
                  <a:pt x="288723" y="108120"/>
                  <a:pt x="290802" y="107174"/>
                  <a:pt x="292622" y="106078"/>
                </a:cubicBezTo>
                <a:cubicBezTo>
                  <a:pt x="294443" y="104981"/>
                  <a:pt x="295991" y="103883"/>
                  <a:pt x="297266" y="102786"/>
                </a:cubicBezTo>
                <a:cubicBezTo>
                  <a:pt x="298543" y="101688"/>
                  <a:pt x="299480" y="100838"/>
                  <a:pt x="300079" y="100235"/>
                </a:cubicBezTo>
                <a:lnTo>
                  <a:pt x="300079" y="84599"/>
                </a:lnTo>
                <a:close/>
                <a:moveTo>
                  <a:pt x="339114" y="118806"/>
                </a:moveTo>
                <a:lnTo>
                  <a:pt x="339114" y="0"/>
                </a:lnTo>
                <a:lnTo>
                  <a:pt x="351831" y="0"/>
                </a:lnTo>
                <a:lnTo>
                  <a:pt x="351831" y="118806"/>
                </a:lnTo>
                <a:lnTo>
                  <a:pt x="339114" y="118806"/>
                </a:lnTo>
                <a:close/>
                <a:moveTo>
                  <a:pt x="417879" y="119039"/>
                </a:moveTo>
                <a:cubicBezTo>
                  <a:pt x="416785" y="119478"/>
                  <a:pt x="415117" y="119891"/>
                  <a:pt x="412874" y="120278"/>
                </a:cubicBezTo>
                <a:cubicBezTo>
                  <a:pt x="410632" y="120664"/>
                  <a:pt x="407952" y="120884"/>
                  <a:pt x="404834" y="120939"/>
                </a:cubicBezTo>
                <a:cubicBezTo>
                  <a:pt x="400731" y="120939"/>
                  <a:pt x="397176" y="120433"/>
                  <a:pt x="394167" y="119421"/>
                </a:cubicBezTo>
                <a:cubicBezTo>
                  <a:pt x="391159" y="118409"/>
                  <a:pt x="388657" y="116960"/>
                  <a:pt x="386660" y="115073"/>
                </a:cubicBezTo>
                <a:cubicBezTo>
                  <a:pt x="384664" y="113185"/>
                  <a:pt x="383173" y="110902"/>
                  <a:pt x="382188" y="108222"/>
                </a:cubicBezTo>
                <a:cubicBezTo>
                  <a:pt x="381204" y="105541"/>
                  <a:pt x="380712" y="102560"/>
                  <a:pt x="380712" y="99278"/>
                </a:cubicBezTo>
                <a:lnTo>
                  <a:pt x="380712" y="51854"/>
                </a:lnTo>
                <a:lnTo>
                  <a:pt x="365697" y="51854"/>
                </a:lnTo>
                <a:lnTo>
                  <a:pt x="365697" y="40860"/>
                </a:lnTo>
                <a:lnTo>
                  <a:pt x="380712" y="40860"/>
                </a:lnTo>
                <a:lnTo>
                  <a:pt x="380712" y="19527"/>
                </a:lnTo>
                <a:lnTo>
                  <a:pt x="393429" y="19527"/>
                </a:lnTo>
                <a:lnTo>
                  <a:pt x="393429" y="40860"/>
                </a:lnTo>
                <a:lnTo>
                  <a:pt x="416731" y="40860"/>
                </a:lnTo>
                <a:lnTo>
                  <a:pt x="416731" y="51854"/>
                </a:lnTo>
                <a:lnTo>
                  <a:pt x="393429" y="51854"/>
                </a:lnTo>
                <a:lnTo>
                  <a:pt x="393429" y="97245"/>
                </a:lnTo>
                <a:cubicBezTo>
                  <a:pt x="393429" y="99047"/>
                  <a:pt x="393689" y="100712"/>
                  <a:pt x="394208" y="102242"/>
                </a:cubicBezTo>
                <a:cubicBezTo>
                  <a:pt x="394728" y="103772"/>
                  <a:pt x="395549" y="105097"/>
                  <a:pt x="396670" y="106217"/>
                </a:cubicBezTo>
                <a:cubicBezTo>
                  <a:pt x="397791" y="107336"/>
                  <a:pt x="399227" y="108210"/>
                  <a:pt x="400977" y="108839"/>
                </a:cubicBezTo>
                <a:cubicBezTo>
                  <a:pt x="402728" y="109467"/>
                  <a:pt x="404834" y="109780"/>
                  <a:pt x="407295" y="109780"/>
                </a:cubicBezTo>
                <a:cubicBezTo>
                  <a:pt x="408991" y="109780"/>
                  <a:pt x="410782" y="109644"/>
                  <a:pt x="412669" y="109370"/>
                </a:cubicBezTo>
                <a:cubicBezTo>
                  <a:pt x="414556" y="109097"/>
                  <a:pt x="416293" y="108741"/>
                  <a:pt x="417879" y="108304"/>
                </a:cubicBezTo>
                <a:lnTo>
                  <a:pt x="417879" y="119039"/>
                </a:lnTo>
                <a:close/>
                <a:moveTo>
                  <a:pt x="425235" y="40860"/>
                </a:moveTo>
                <a:lnTo>
                  <a:pt x="437953" y="40860"/>
                </a:lnTo>
                <a:lnTo>
                  <a:pt x="462203" y="102029"/>
                </a:lnTo>
                <a:lnTo>
                  <a:pt x="462703" y="102029"/>
                </a:lnTo>
                <a:lnTo>
                  <a:pt x="487592" y="40860"/>
                </a:lnTo>
                <a:lnTo>
                  <a:pt x="500310" y="40860"/>
                </a:lnTo>
                <a:lnTo>
                  <a:pt x="451993" y="157040"/>
                </a:lnTo>
                <a:lnTo>
                  <a:pt x="439358" y="157040"/>
                </a:lnTo>
                <a:lnTo>
                  <a:pt x="456014" y="117301"/>
                </a:lnTo>
                <a:lnTo>
                  <a:pt x="425235" y="40860"/>
                </a:lnTo>
                <a:close/>
              </a:path>
            </a:pathLst>
          </a:custGeom>
          <a:solidFill xmlns:a="http://schemas.openxmlformats.org/drawingml/2006/main">
            <a:srgbClr val="54823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6" name="Text Authority">
            <a:extLst xmlns:a="http://schemas.openxmlformats.org/drawingml/2006/main">
              <a:ext uri="{FF2B5EF4-FFF2-40B4-BE49-F238E27FC236}">
                <a16:creationId xmlns:a16="http://schemas.microsoft.com/office/drawing/2014/main" id="{6B5CB566-D7B3-480E-AD66-A55F66EE3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432" y="3383160"/>
            <a:ext cx="660003" cy="157419"/>
          </a:xfrm>
          <a:custGeom xmlns:a="http://schemas.openxmlformats.org/drawingml/2006/main">
            <a:pathLst>
              <a:path w="660003" h="157419">
                <a:moveTo>
                  <a:pt x="0" y="119092"/>
                </a:moveTo>
                <a:lnTo>
                  <a:pt x="44824" y="9047"/>
                </a:lnTo>
                <a:lnTo>
                  <a:pt x="56503" y="9047"/>
                </a:lnTo>
                <a:lnTo>
                  <a:pt x="101327" y="119092"/>
                </a:lnTo>
                <a:lnTo>
                  <a:pt x="86769" y="119092"/>
                </a:lnTo>
                <a:lnTo>
                  <a:pt x="73659" y="86029"/>
                </a:lnTo>
                <a:lnTo>
                  <a:pt x="27442" y="86029"/>
                </a:lnTo>
                <a:lnTo>
                  <a:pt x="14393" y="119092"/>
                </a:lnTo>
                <a:lnTo>
                  <a:pt x="0" y="119092"/>
                </a:lnTo>
                <a:moveTo>
                  <a:pt x="50581" y="26154"/>
                </a:moveTo>
                <a:cubicBezTo>
                  <a:pt x="45705" y="39884"/>
                  <a:pt x="40977" y="52326"/>
                  <a:pt x="36399" y="63481"/>
                </a:cubicBezTo>
                <a:lnTo>
                  <a:pt x="32359" y="73857"/>
                </a:lnTo>
                <a:lnTo>
                  <a:pt x="68963" y="73857"/>
                </a:lnTo>
                <a:lnTo>
                  <a:pt x="64771" y="63445"/>
                </a:lnTo>
                <a:cubicBezTo>
                  <a:pt x="60256" y="52047"/>
                  <a:pt x="55636" y="39617"/>
                  <a:pt x="50910" y="26154"/>
                </a:cubicBezTo>
                <a:lnTo>
                  <a:pt x="50581" y="26154"/>
                </a:lnTo>
                <a:close/>
                <a:moveTo>
                  <a:pt x="147465" y="121230"/>
                </a:moveTo>
                <a:cubicBezTo>
                  <a:pt x="143403" y="121230"/>
                  <a:pt x="139751" y="120791"/>
                  <a:pt x="136511" y="119912"/>
                </a:cubicBezTo>
                <a:cubicBezTo>
                  <a:pt x="133273" y="119035"/>
                  <a:pt x="130432" y="117800"/>
                  <a:pt x="127988" y="116208"/>
                </a:cubicBezTo>
                <a:cubicBezTo>
                  <a:pt x="125545" y="114617"/>
                  <a:pt x="123473" y="112709"/>
                  <a:pt x="121771" y="110487"/>
                </a:cubicBezTo>
                <a:cubicBezTo>
                  <a:pt x="120070" y="108263"/>
                  <a:pt x="118725" y="105834"/>
                  <a:pt x="117736" y="103201"/>
                </a:cubicBezTo>
                <a:cubicBezTo>
                  <a:pt x="116967" y="101225"/>
                  <a:pt x="116417" y="99057"/>
                  <a:pt x="116088" y="96698"/>
                </a:cubicBezTo>
                <a:cubicBezTo>
                  <a:pt x="115759" y="94337"/>
                  <a:pt x="115595" y="91756"/>
                  <a:pt x="115595" y="88957"/>
                </a:cubicBezTo>
                <a:lnTo>
                  <a:pt x="115595" y="40958"/>
                </a:lnTo>
                <a:lnTo>
                  <a:pt x="128343" y="40958"/>
                </a:lnTo>
                <a:lnTo>
                  <a:pt x="128343" y="88882"/>
                </a:lnTo>
                <a:cubicBezTo>
                  <a:pt x="128343" y="93219"/>
                  <a:pt x="128920" y="96842"/>
                  <a:pt x="130073" y="99751"/>
                </a:cubicBezTo>
                <a:cubicBezTo>
                  <a:pt x="131392" y="103045"/>
                  <a:pt x="133521" y="105639"/>
                  <a:pt x="136460" y="107534"/>
                </a:cubicBezTo>
                <a:cubicBezTo>
                  <a:pt x="139400" y="109427"/>
                  <a:pt x="143151" y="110374"/>
                  <a:pt x="147712" y="110374"/>
                </a:cubicBezTo>
                <a:cubicBezTo>
                  <a:pt x="152547" y="110374"/>
                  <a:pt x="156434" y="109331"/>
                  <a:pt x="159373" y="107246"/>
                </a:cubicBezTo>
                <a:cubicBezTo>
                  <a:pt x="162313" y="105159"/>
                  <a:pt x="164416" y="102359"/>
                  <a:pt x="165680" y="98847"/>
                </a:cubicBezTo>
                <a:cubicBezTo>
                  <a:pt x="166614" y="96157"/>
                  <a:pt x="167081" y="92835"/>
                  <a:pt x="167081" y="88882"/>
                </a:cubicBezTo>
                <a:lnTo>
                  <a:pt x="167081" y="40958"/>
                </a:lnTo>
                <a:lnTo>
                  <a:pt x="179829" y="40958"/>
                </a:lnTo>
                <a:lnTo>
                  <a:pt x="179829" y="89039"/>
                </a:lnTo>
                <a:cubicBezTo>
                  <a:pt x="179829" y="91674"/>
                  <a:pt x="179678" y="94130"/>
                  <a:pt x="179377" y="96408"/>
                </a:cubicBezTo>
                <a:cubicBezTo>
                  <a:pt x="179075" y="98685"/>
                  <a:pt x="178594" y="100785"/>
                  <a:pt x="177935" y="102707"/>
                </a:cubicBezTo>
                <a:cubicBezTo>
                  <a:pt x="176946" y="105396"/>
                  <a:pt x="175587" y="107879"/>
                  <a:pt x="173858" y="110158"/>
                </a:cubicBezTo>
                <a:cubicBezTo>
                  <a:pt x="172130" y="112435"/>
                  <a:pt x="170002" y="114397"/>
                  <a:pt x="167477" y="116044"/>
                </a:cubicBezTo>
                <a:cubicBezTo>
                  <a:pt x="164951" y="117690"/>
                  <a:pt x="162027" y="118966"/>
                  <a:pt x="158705" y="119871"/>
                </a:cubicBezTo>
                <a:cubicBezTo>
                  <a:pt x="155384" y="120777"/>
                  <a:pt x="151638" y="121230"/>
                  <a:pt x="147465" y="121230"/>
                </a:cubicBezTo>
                <a:close/>
                <a:moveTo>
                  <a:pt x="244874" y="119326"/>
                </a:moveTo>
                <a:cubicBezTo>
                  <a:pt x="243778" y="119766"/>
                  <a:pt x="242105" y="120180"/>
                  <a:pt x="239857" y="120567"/>
                </a:cubicBezTo>
                <a:cubicBezTo>
                  <a:pt x="237609" y="120955"/>
                  <a:pt x="234923" y="121176"/>
                  <a:pt x="231797" y="121230"/>
                </a:cubicBezTo>
                <a:cubicBezTo>
                  <a:pt x="227685" y="121230"/>
                  <a:pt x="224121" y="120723"/>
                  <a:pt x="221105" y="119709"/>
                </a:cubicBezTo>
                <a:cubicBezTo>
                  <a:pt x="218090" y="118695"/>
                  <a:pt x="215581" y="117242"/>
                  <a:pt x="213580" y="115350"/>
                </a:cubicBezTo>
                <a:cubicBezTo>
                  <a:pt x="211578" y="113458"/>
                  <a:pt x="210084" y="111169"/>
                  <a:pt x="209097" y="108482"/>
                </a:cubicBezTo>
                <a:cubicBezTo>
                  <a:pt x="208110" y="105796"/>
                  <a:pt x="207617" y="102807"/>
                  <a:pt x="207617" y="99518"/>
                </a:cubicBezTo>
                <a:lnTo>
                  <a:pt x="207617" y="51979"/>
                </a:lnTo>
                <a:lnTo>
                  <a:pt x="192566" y="51979"/>
                </a:lnTo>
                <a:lnTo>
                  <a:pt x="192566" y="40958"/>
                </a:lnTo>
                <a:lnTo>
                  <a:pt x="207617" y="40958"/>
                </a:lnTo>
                <a:lnTo>
                  <a:pt x="207617" y="19575"/>
                </a:lnTo>
                <a:lnTo>
                  <a:pt x="220365" y="19575"/>
                </a:lnTo>
                <a:lnTo>
                  <a:pt x="220365" y="40958"/>
                </a:lnTo>
                <a:lnTo>
                  <a:pt x="243723" y="40958"/>
                </a:lnTo>
                <a:lnTo>
                  <a:pt x="243723" y="51979"/>
                </a:lnTo>
                <a:lnTo>
                  <a:pt x="220365" y="51979"/>
                </a:lnTo>
                <a:lnTo>
                  <a:pt x="220365" y="97479"/>
                </a:lnTo>
                <a:cubicBezTo>
                  <a:pt x="220365" y="99285"/>
                  <a:pt x="220625" y="100955"/>
                  <a:pt x="221146" y="102489"/>
                </a:cubicBezTo>
                <a:cubicBezTo>
                  <a:pt x="221667" y="104022"/>
                  <a:pt x="222490" y="105350"/>
                  <a:pt x="223614" y="106472"/>
                </a:cubicBezTo>
                <a:cubicBezTo>
                  <a:pt x="224738" y="107595"/>
                  <a:pt x="226177" y="108471"/>
                  <a:pt x="227932" y="109102"/>
                </a:cubicBezTo>
                <a:cubicBezTo>
                  <a:pt x="229686" y="109731"/>
                  <a:pt x="231797" y="110045"/>
                  <a:pt x="234265" y="110045"/>
                </a:cubicBezTo>
                <a:cubicBezTo>
                  <a:pt x="235964" y="110045"/>
                  <a:pt x="237760" y="109908"/>
                  <a:pt x="239652" y="109634"/>
                </a:cubicBezTo>
                <a:cubicBezTo>
                  <a:pt x="241543" y="109360"/>
                  <a:pt x="243284" y="109003"/>
                  <a:pt x="244874" y="108565"/>
                </a:cubicBezTo>
                <a:lnTo>
                  <a:pt x="244874" y="119326"/>
                </a:lnTo>
                <a:close/>
                <a:moveTo>
                  <a:pt x="275688" y="51568"/>
                </a:moveTo>
                <a:lnTo>
                  <a:pt x="275935" y="51568"/>
                </a:lnTo>
                <a:cubicBezTo>
                  <a:pt x="277362" y="49759"/>
                  <a:pt x="278955" y="48073"/>
                  <a:pt x="280713" y="46510"/>
                </a:cubicBezTo>
                <a:cubicBezTo>
                  <a:pt x="282471" y="44947"/>
                  <a:pt x="284421" y="43604"/>
                  <a:pt x="286563" y="42480"/>
                </a:cubicBezTo>
                <a:cubicBezTo>
                  <a:pt x="288705" y="41356"/>
                  <a:pt x="291011" y="40465"/>
                  <a:pt x="293482" y="39807"/>
                </a:cubicBezTo>
                <a:cubicBezTo>
                  <a:pt x="295952" y="39149"/>
                  <a:pt x="298616" y="38820"/>
                  <a:pt x="301472" y="38820"/>
                </a:cubicBezTo>
                <a:cubicBezTo>
                  <a:pt x="304438" y="38820"/>
                  <a:pt x="307403" y="39218"/>
                  <a:pt x="310368" y="40015"/>
                </a:cubicBezTo>
                <a:cubicBezTo>
                  <a:pt x="313334" y="40810"/>
                  <a:pt x="316080" y="42223"/>
                  <a:pt x="318605" y="44253"/>
                </a:cubicBezTo>
                <a:cubicBezTo>
                  <a:pt x="321133" y="46284"/>
                  <a:pt x="323192" y="49111"/>
                  <a:pt x="324784" y="52735"/>
                </a:cubicBezTo>
                <a:cubicBezTo>
                  <a:pt x="326377" y="56357"/>
                  <a:pt x="327174" y="61022"/>
                  <a:pt x="327174" y="66730"/>
                </a:cubicBezTo>
                <a:lnTo>
                  <a:pt x="327174" y="119092"/>
                </a:lnTo>
                <a:lnTo>
                  <a:pt x="314426" y="119092"/>
                </a:lnTo>
                <a:lnTo>
                  <a:pt x="314426" y="68840"/>
                </a:lnTo>
                <a:cubicBezTo>
                  <a:pt x="314426" y="62534"/>
                  <a:pt x="313231" y="57791"/>
                  <a:pt x="310841" y="54611"/>
                </a:cubicBezTo>
                <a:cubicBezTo>
                  <a:pt x="308450" y="51431"/>
                  <a:pt x="304535" y="49841"/>
                  <a:pt x="299095" y="49841"/>
                </a:cubicBezTo>
                <a:cubicBezTo>
                  <a:pt x="294590" y="49841"/>
                  <a:pt x="290305" y="51061"/>
                  <a:pt x="286239" y="53501"/>
                </a:cubicBezTo>
                <a:cubicBezTo>
                  <a:pt x="282173" y="55941"/>
                  <a:pt x="278656" y="59299"/>
                  <a:pt x="275688" y="63576"/>
                </a:cubicBezTo>
                <a:lnTo>
                  <a:pt x="275688" y="119092"/>
                </a:lnTo>
                <a:lnTo>
                  <a:pt x="262940" y="119092"/>
                </a:lnTo>
                <a:lnTo>
                  <a:pt x="262940" y="0"/>
                </a:lnTo>
                <a:lnTo>
                  <a:pt x="275688" y="0"/>
                </a:lnTo>
                <a:lnTo>
                  <a:pt x="275688" y="51568"/>
                </a:lnTo>
                <a:close/>
                <a:moveTo>
                  <a:pt x="408148" y="80108"/>
                </a:moveTo>
                <a:cubicBezTo>
                  <a:pt x="408148" y="75269"/>
                  <a:pt x="407559" y="70967"/>
                  <a:pt x="406380" y="67203"/>
                </a:cubicBezTo>
                <a:cubicBezTo>
                  <a:pt x="405201" y="63436"/>
                  <a:pt x="403556" y="60248"/>
                  <a:pt x="401445" y="57636"/>
                </a:cubicBezTo>
                <a:cubicBezTo>
                  <a:pt x="399334" y="55023"/>
                  <a:pt x="396826" y="53043"/>
                  <a:pt x="393920" y="51697"/>
                </a:cubicBezTo>
                <a:cubicBezTo>
                  <a:pt x="391014" y="50350"/>
                  <a:pt x="387834" y="49677"/>
                  <a:pt x="384379" y="49677"/>
                </a:cubicBezTo>
                <a:cubicBezTo>
                  <a:pt x="380925" y="49677"/>
                  <a:pt x="377745" y="50350"/>
                  <a:pt x="374839" y="51697"/>
                </a:cubicBezTo>
                <a:cubicBezTo>
                  <a:pt x="371933" y="53043"/>
                  <a:pt x="369424" y="55023"/>
                  <a:pt x="367313" y="57636"/>
                </a:cubicBezTo>
                <a:cubicBezTo>
                  <a:pt x="365202" y="60248"/>
                  <a:pt x="363557" y="63436"/>
                  <a:pt x="362378" y="67203"/>
                </a:cubicBezTo>
                <a:cubicBezTo>
                  <a:pt x="361200" y="70967"/>
                  <a:pt x="360610" y="75269"/>
                  <a:pt x="360610" y="80108"/>
                </a:cubicBezTo>
                <a:cubicBezTo>
                  <a:pt x="360610" y="84891"/>
                  <a:pt x="361200" y="89167"/>
                  <a:pt x="362378" y="92933"/>
                </a:cubicBezTo>
                <a:cubicBezTo>
                  <a:pt x="363557" y="96699"/>
                  <a:pt x="365216" y="99874"/>
                  <a:pt x="367354" y="102458"/>
                </a:cubicBezTo>
                <a:cubicBezTo>
                  <a:pt x="369493" y="105042"/>
                  <a:pt x="372015" y="107007"/>
                  <a:pt x="374921" y="108354"/>
                </a:cubicBezTo>
                <a:cubicBezTo>
                  <a:pt x="377827" y="109701"/>
                  <a:pt x="381007" y="110374"/>
                  <a:pt x="384461" y="110374"/>
                </a:cubicBezTo>
                <a:cubicBezTo>
                  <a:pt x="387916" y="110374"/>
                  <a:pt x="391082" y="109701"/>
                  <a:pt x="393961" y="108354"/>
                </a:cubicBezTo>
                <a:cubicBezTo>
                  <a:pt x="396839" y="107007"/>
                  <a:pt x="399334" y="105042"/>
                  <a:pt x="401445" y="102458"/>
                </a:cubicBezTo>
                <a:cubicBezTo>
                  <a:pt x="403556" y="99874"/>
                  <a:pt x="405201" y="96699"/>
                  <a:pt x="406380" y="92933"/>
                </a:cubicBezTo>
                <a:cubicBezTo>
                  <a:pt x="407559" y="89167"/>
                  <a:pt x="408148" y="84891"/>
                  <a:pt x="408148" y="80108"/>
                </a:cubicBezTo>
                <a:moveTo>
                  <a:pt x="421472" y="80108"/>
                </a:moveTo>
                <a:cubicBezTo>
                  <a:pt x="421472" y="86261"/>
                  <a:pt x="420595" y="91864"/>
                  <a:pt x="418840" y="96919"/>
                </a:cubicBezTo>
                <a:cubicBezTo>
                  <a:pt x="417086" y="101974"/>
                  <a:pt x="414605" y="106300"/>
                  <a:pt x="411397" y="109899"/>
                </a:cubicBezTo>
                <a:cubicBezTo>
                  <a:pt x="408189" y="113497"/>
                  <a:pt x="404310" y="116285"/>
                  <a:pt x="399759" y="118264"/>
                </a:cubicBezTo>
                <a:cubicBezTo>
                  <a:pt x="395208" y="120242"/>
                  <a:pt x="390109" y="121230"/>
                  <a:pt x="384461" y="121230"/>
                </a:cubicBezTo>
                <a:cubicBezTo>
                  <a:pt x="378649" y="121230"/>
                  <a:pt x="373454" y="120242"/>
                  <a:pt x="368876" y="118264"/>
                </a:cubicBezTo>
                <a:cubicBezTo>
                  <a:pt x="364297" y="116285"/>
                  <a:pt x="360405" y="113497"/>
                  <a:pt x="357197" y="109899"/>
                </a:cubicBezTo>
                <a:cubicBezTo>
                  <a:pt x="353989" y="106300"/>
                  <a:pt x="351536" y="101974"/>
                  <a:pt x="349836" y="96919"/>
                </a:cubicBezTo>
                <a:cubicBezTo>
                  <a:pt x="348136" y="91864"/>
                  <a:pt x="347286" y="86261"/>
                  <a:pt x="347286" y="80108"/>
                </a:cubicBezTo>
                <a:cubicBezTo>
                  <a:pt x="347286" y="73900"/>
                  <a:pt x="348164" y="68268"/>
                  <a:pt x="349918" y="63214"/>
                </a:cubicBezTo>
                <a:cubicBezTo>
                  <a:pt x="351673" y="58159"/>
                  <a:pt x="354154" y="53819"/>
                  <a:pt x="357361" y="50193"/>
                </a:cubicBezTo>
                <a:cubicBezTo>
                  <a:pt x="360569" y="46567"/>
                  <a:pt x="364462" y="43766"/>
                  <a:pt x="369040" y="41789"/>
                </a:cubicBezTo>
                <a:cubicBezTo>
                  <a:pt x="373619" y="39810"/>
                  <a:pt x="378732" y="38820"/>
                  <a:pt x="384379" y="38820"/>
                </a:cubicBezTo>
                <a:cubicBezTo>
                  <a:pt x="390136" y="38820"/>
                  <a:pt x="395318" y="39810"/>
                  <a:pt x="399924" y="41789"/>
                </a:cubicBezTo>
                <a:cubicBezTo>
                  <a:pt x="404529" y="43766"/>
                  <a:pt x="408422" y="46567"/>
                  <a:pt x="411603" y="50193"/>
                </a:cubicBezTo>
                <a:cubicBezTo>
                  <a:pt x="414783" y="53819"/>
                  <a:pt x="417223" y="58159"/>
                  <a:pt x="418922" y="63214"/>
                </a:cubicBezTo>
                <a:cubicBezTo>
                  <a:pt x="420622" y="68268"/>
                  <a:pt x="421472" y="73900"/>
                  <a:pt x="421472" y="80108"/>
                </a:cubicBezTo>
                <a:close/>
                <a:moveTo>
                  <a:pt x="483514" y="51321"/>
                </a:moveTo>
                <a:lnTo>
                  <a:pt x="482527" y="51321"/>
                </a:lnTo>
                <a:cubicBezTo>
                  <a:pt x="479511" y="51321"/>
                  <a:pt x="476550" y="51596"/>
                  <a:pt x="473644" y="52144"/>
                </a:cubicBezTo>
                <a:cubicBezTo>
                  <a:pt x="470738" y="52692"/>
                  <a:pt x="468010" y="53528"/>
                  <a:pt x="465461" y="54652"/>
                </a:cubicBezTo>
                <a:cubicBezTo>
                  <a:pt x="462911" y="55776"/>
                  <a:pt x="460608" y="57161"/>
                  <a:pt x="458552" y="58806"/>
                </a:cubicBezTo>
                <a:cubicBezTo>
                  <a:pt x="456496" y="60451"/>
                  <a:pt x="454783" y="62397"/>
                  <a:pt x="453412" y="64645"/>
                </a:cubicBezTo>
                <a:lnTo>
                  <a:pt x="453412" y="119092"/>
                </a:lnTo>
                <a:lnTo>
                  <a:pt x="440664" y="119092"/>
                </a:lnTo>
                <a:lnTo>
                  <a:pt x="440664" y="40958"/>
                </a:lnTo>
                <a:lnTo>
                  <a:pt x="450533" y="40958"/>
                </a:lnTo>
                <a:lnTo>
                  <a:pt x="453001" y="53378"/>
                </a:lnTo>
                <a:lnTo>
                  <a:pt x="453247" y="53378"/>
                </a:lnTo>
                <a:cubicBezTo>
                  <a:pt x="454508" y="51337"/>
                  <a:pt x="456057" y="49435"/>
                  <a:pt x="457894" y="47672"/>
                </a:cubicBezTo>
                <a:cubicBezTo>
                  <a:pt x="459731" y="45907"/>
                  <a:pt x="461801" y="44363"/>
                  <a:pt x="464104" y="43040"/>
                </a:cubicBezTo>
                <a:cubicBezTo>
                  <a:pt x="466407" y="41716"/>
                  <a:pt x="468929" y="40682"/>
                  <a:pt x="471670" y="39938"/>
                </a:cubicBezTo>
                <a:cubicBezTo>
                  <a:pt x="474412" y="39193"/>
                  <a:pt x="477291" y="38820"/>
                  <a:pt x="480306" y="38820"/>
                </a:cubicBezTo>
                <a:cubicBezTo>
                  <a:pt x="480855" y="38820"/>
                  <a:pt x="481417" y="38834"/>
                  <a:pt x="481992" y="38861"/>
                </a:cubicBezTo>
                <a:cubicBezTo>
                  <a:pt x="482568" y="38889"/>
                  <a:pt x="483075" y="38930"/>
                  <a:pt x="483514" y="38985"/>
                </a:cubicBezTo>
                <a:lnTo>
                  <a:pt x="483514" y="51321"/>
                </a:lnTo>
                <a:close/>
                <a:moveTo>
                  <a:pt x="497913" y="119092"/>
                </a:moveTo>
                <a:lnTo>
                  <a:pt x="497913" y="40958"/>
                </a:lnTo>
                <a:lnTo>
                  <a:pt x="510661" y="40958"/>
                </a:lnTo>
                <a:lnTo>
                  <a:pt x="510661" y="119092"/>
                </a:lnTo>
                <a:lnTo>
                  <a:pt x="497913" y="119092"/>
                </a:lnTo>
                <a:moveTo>
                  <a:pt x="497584" y="22700"/>
                </a:moveTo>
                <a:lnTo>
                  <a:pt x="497584" y="8389"/>
                </a:lnTo>
                <a:lnTo>
                  <a:pt x="510332" y="8389"/>
                </a:lnTo>
                <a:lnTo>
                  <a:pt x="510332" y="22700"/>
                </a:lnTo>
                <a:lnTo>
                  <a:pt x="497584" y="22700"/>
                </a:lnTo>
                <a:close/>
                <a:moveTo>
                  <a:pt x="577374" y="119326"/>
                </a:moveTo>
                <a:cubicBezTo>
                  <a:pt x="576278" y="119766"/>
                  <a:pt x="574605" y="120180"/>
                  <a:pt x="572357" y="120567"/>
                </a:cubicBezTo>
                <a:cubicBezTo>
                  <a:pt x="570109" y="120955"/>
                  <a:pt x="567422" y="121176"/>
                  <a:pt x="564297" y="121230"/>
                </a:cubicBezTo>
                <a:cubicBezTo>
                  <a:pt x="560185" y="121230"/>
                  <a:pt x="556621" y="120723"/>
                  <a:pt x="553605" y="119709"/>
                </a:cubicBezTo>
                <a:cubicBezTo>
                  <a:pt x="550589" y="118695"/>
                  <a:pt x="548081" y="117242"/>
                  <a:pt x="546080" y="115350"/>
                </a:cubicBezTo>
                <a:cubicBezTo>
                  <a:pt x="544078" y="113458"/>
                  <a:pt x="542584" y="111169"/>
                  <a:pt x="541597" y="108482"/>
                </a:cubicBezTo>
                <a:cubicBezTo>
                  <a:pt x="540610" y="105796"/>
                  <a:pt x="540117" y="102807"/>
                  <a:pt x="540117" y="99518"/>
                </a:cubicBezTo>
                <a:lnTo>
                  <a:pt x="540117" y="51979"/>
                </a:lnTo>
                <a:lnTo>
                  <a:pt x="525066" y="51979"/>
                </a:lnTo>
                <a:lnTo>
                  <a:pt x="525066" y="40958"/>
                </a:lnTo>
                <a:lnTo>
                  <a:pt x="540117" y="40958"/>
                </a:lnTo>
                <a:lnTo>
                  <a:pt x="540117" y="19575"/>
                </a:lnTo>
                <a:lnTo>
                  <a:pt x="552865" y="19575"/>
                </a:lnTo>
                <a:lnTo>
                  <a:pt x="552865" y="40958"/>
                </a:lnTo>
                <a:lnTo>
                  <a:pt x="576223" y="40958"/>
                </a:lnTo>
                <a:lnTo>
                  <a:pt x="576223" y="51979"/>
                </a:lnTo>
                <a:lnTo>
                  <a:pt x="552865" y="51979"/>
                </a:lnTo>
                <a:lnTo>
                  <a:pt x="552865" y="97479"/>
                </a:lnTo>
                <a:cubicBezTo>
                  <a:pt x="552865" y="99285"/>
                  <a:pt x="553125" y="100955"/>
                  <a:pt x="553646" y="102489"/>
                </a:cubicBezTo>
                <a:cubicBezTo>
                  <a:pt x="554167" y="104022"/>
                  <a:pt x="554990" y="105350"/>
                  <a:pt x="556114" y="106472"/>
                </a:cubicBezTo>
                <a:cubicBezTo>
                  <a:pt x="557238" y="107595"/>
                  <a:pt x="558677" y="108471"/>
                  <a:pt x="560431" y="109102"/>
                </a:cubicBezTo>
                <a:cubicBezTo>
                  <a:pt x="562186" y="109731"/>
                  <a:pt x="564297" y="110045"/>
                  <a:pt x="566764" y="110045"/>
                </a:cubicBezTo>
                <a:cubicBezTo>
                  <a:pt x="568464" y="110045"/>
                  <a:pt x="570260" y="109908"/>
                  <a:pt x="572152" y="109634"/>
                </a:cubicBezTo>
                <a:cubicBezTo>
                  <a:pt x="574043" y="109360"/>
                  <a:pt x="575784" y="109003"/>
                  <a:pt x="577374" y="108565"/>
                </a:cubicBezTo>
                <a:lnTo>
                  <a:pt x="577374" y="119326"/>
                </a:lnTo>
                <a:close/>
                <a:moveTo>
                  <a:pt x="584748" y="40958"/>
                </a:moveTo>
                <a:lnTo>
                  <a:pt x="597496" y="40958"/>
                </a:lnTo>
                <a:lnTo>
                  <a:pt x="621805" y="102275"/>
                </a:lnTo>
                <a:lnTo>
                  <a:pt x="622306" y="102275"/>
                </a:lnTo>
                <a:lnTo>
                  <a:pt x="647255" y="40958"/>
                </a:lnTo>
                <a:lnTo>
                  <a:pt x="660003" y="40958"/>
                </a:lnTo>
                <a:lnTo>
                  <a:pt x="611570" y="157419"/>
                </a:lnTo>
                <a:lnTo>
                  <a:pt x="598905" y="157419"/>
                </a:lnTo>
                <a:lnTo>
                  <a:pt x="615600" y="117583"/>
                </a:lnTo>
                <a:lnTo>
                  <a:pt x="584748" y="40958"/>
                </a:lnTo>
                <a:close/>
              </a:path>
            </a:pathLst>
          </a:custGeom>
          <a:solidFill xmlns:a="http://schemas.openxmlformats.org/drawingml/2006/main">
            <a:srgbClr val="54823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7" name="Text Sanctity">
            <a:extLst xmlns:a="http://schemas.openxmlformats.org/drawingml/2006/main">
              <a:ext uri="{FF2B5EF4-FFF2-40B4-BE49-F238E27FC236}">
                <a16:creationId xmlns:a16="http://schemas.microsoft.com/office/drawing/2014/main" id="{99F40F8D-6256-4A8B-8893-FAFD49BDA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159" y="3953963"/>
            <a:ext cx="560383" cy="150148"/>
          </a:xfrm>
          <a:custGeom xmlns:a="http://schemas.openxmlformats.org/drawingml/2006/main">
            <a:pathLst>
              <a:path w="560383" h="150148">
                <a:moveTo>
                  <a:pt x="14276" y="31140"/>
                </a:moveTo>
                <a:cubicBezTo>
                  <a:pt x="14276" y="34372"/>
                  <a:pt x="14931" y="37043"/>
                  <a:pt x="16240" y="39152"/>
                </a:cubicBezTo>
                <a:cubicBezTo>
                  <a:pt x="17550" y="41260"/>
                  <a:pt x="19309" y="42999"/>
                  <a:pt x="21517" y="44370"/>
                </a:cubicBezTo>
                <a:cubicBezTo>
                  <a:pt x="23726" y="45739"/>
                  <a:pt x="26289" y="46862"/>
                  <a:pt x="29207" y="47739"/>
                </a:cubicBezTo>
                <a:cubicBezTo>
                  <a:pt x="32126" y="48614"/>
                  <a:pt x="35168" y="49436"/>
                  <a:pt x="38332" y="50203"/>
                </a:cubicBezTo>
                <a:cubicBezTo>
                  <a:pt x="42586" y="51244"/>
                  <a:pt x="46773" y="52395"/>
                  <a:pt x="50890" y="53654"/>
                </a:cubicBezTo>
                <a:cubicBezTo>
                  <a:pt x="55008" y="54914"/>
                  <a:pt x="58676" y="56653"/>
                  <a:pt x="61895" y="58872"/>
                </a:cubicBezTo>
                <a:cubicBezTo>
                  <a:pt x="65114" y="61091"/>
                  <a:pt x="67718" y="63980"/>
                  <a:pt x="69708" y="67541"/>
                </a:cubicBezTo>
                <a:cubicBezTo>
                  <a:pt x="71699" y="71102"/>
                  <a:pt x="72695" y="75676"/>
                  <a:pt x="72695" y="81264"/>
                </a:cubicBezTo>
                <a:cubicBezTo>
                  <a:pt x="72695" y="86961"/>
                  <a:pt x="71604" y="91878"/>
                  <a:pt x="69423" y="96014"/>
                </a:cubicBezTo>
                <a:cubicBezTo>
                  <a:pt x="67242" y="100149"/>
                  <a:pt x="64233" y="103545"/>
                  <a:pt x="60398" y="106201"/>
                </a:cubicBezTo>
                <a:cubicBezTo>
                  <a:pt x="56562" y="108857"/>
                  <a:pt x="52046" y="110829"/>
                  <a:pt x="46850" y="112116"/>
                </a:cubicBezTo>
                <a:cubicBezTo>
                  <a:pt x="41653" y="113403"/>
                  <a:pt x="35964" y="114047"/>
                  <a:pt x="29783" y="114047"/>
                </a:cubicBezTo>
                <a:cubicBezTo>
                  <a:pt x="26939" y="114047"/>
                  <a:pt x="24026" y="113869"/>
                  <a:pt x="21045" y="113514"/>
                </a:cubicBezTo>
                <a:cubicBezTo>
                  <a:pt x="18064" y="113158"/>
                  <a:pt x="15220" y="112680"/>
                  <a:pt x="12512" y="112078"/>
                </a:cubicBezTo>
                <a:cubicBezTo>
                  <a:pt x="9805" y="111476"/>
                  <a:pt x="7357" y="110792"/>
                  <a:pt x="5169" y="110027"/>
                </a:cubicBezTo>
                <a:cubicBezTo>
                  <a:pt x="2981" y="109261"/>
                  <a:pt x="1258" y="108495"/>
                  <a:pt x="0" y="107729"/>
                </a:cubicBezTo>
                <a:lnTo>
                  <a:pt x="0" y="95504"/>
                </a:lnTo>
                <a:cubicBezTo>
                  <a:pt x="1969" y="96477"/>
                  <a:pt x="4184" y="97368"/>
                  <a:pt x="6646" y="98178"/>
                </a:cubicBezTo>
                <a:cubicBezTo>
                  <a:pt x="9107" y="98989"/>
                  <a:pt x="11651" y="99677"/>
                  <a:pt x="14276" y="100245"/>
                </a:cubicBezTo>
                <a:cubicBezTo>
                  <a:pt x="16902" y="100812"/>
                  <a:pt x="19555" y="101259"/>
                  <a:pt x="22235" y="101583"/>
                </a:cubicBezTo>
                <a:cubicBezTo>
                  <a:pt x="24915" y="101906"/>
                  <a:pt x="27431" y="102068"/>
                  <a:pt x="29783" y="102068"/>
                </a:cubicBezTo>
                <a:cubicBezTo>
                  <a:pt x="33612" y="102068"/>
                  <a:pt x="37264" y="101741"/>
                  <a:pt x="40737" y="101086"/>
                </a:cubicBezTo>
                <a:cubicBezTo>
                  <a:pt x="44210" y="100430"/>
                  <a:pt x="47260" y="99337"/>
                  <a:pt x="49885" y="97809"/>
                </a:cubicBezTo>
                <a:cubicBezTo>
                  <a:pt x="52511" y="96279"/>
                  <a:pt x="54589" y="94190"/>
                  <a:pt x="56121" y="91543"/>
                </a:cubicBezTo>
                <a:cubicBezTo>
                  <a:pt x="57653" y="88895"/>
                  <a:pt x="58418" y="85578"/>
                  <a:pt x="58418" y="81592"/>
                </a:cubicBezTo>
                <a:cubicBezTo>
                  <a:pt x="58418" y="78305"/>
                  <a:pt x="57748" y="75594"/>
                  <a:pt x="56408" y="73459"/>
                </a:cubicBezTo>
                <a:cubicBezTo>
                  <a:pt x="55068" y="71322"/>
                  <a:pt x="53277" y="69555"/>
                  <a:pt x="51034" y="68159"/>
                </a:cubicBezTo>
                <a:cubicBezTo>
                  <a:pt x="48791" y="66761"/>
                  <a:pt x="46207" y="65624"/>
                  <a:pt x="43280" y="64749"/>
                </a:cubicBezTo>
                <a:cubicBezTo>
                  <a:pt x="40354" y="63872"/>
                  <a:pt x="37277" y="63050"/>
                  <a:pt x="34050" y="62282"/>
                </a:cubicBezTo>
                <a:cubicBezTo>
                  <a:pt x="29783" y="61296"/>
                  <a:pt x="25613" y="60187"/>
                  <a:pt x="21538" y="58954"/>
                </a:cubicBezTo>
                <a:cubicBezTo>
                  <a:pt x="17463" y="57722"/>
                  <a:pt x="13825" y="56010"/>
                  <a:pt x="10625" y="53818"/>
                </a:cubicBezTo>
                <a:cubicBezTo>
                  <a:pt x="7425" y="51627"/>
                  <a:pt x="4855" y="48807"/>
                  <a:pt x="2913" y="45357"/>
                </a:cubicBezTo>
                <a:cubicBezTo>
                  <a:pt x="971" y="41906"/>
                  <a:pt x="0" y="37496"/>
                  <a:pt x="0" y="32127"/>
                </a:cubicBezTo>
                <a:cubicBezTo>
                  <a:pt x="0" y="26539"/>
                  <a:pt x="1032" y="21733"/>
                  <a:pt x="3095" y="17707"/>
                </a:cubicBezTo>
                <a:cubicBezTo>
                  <a:pt x="5160" y="13682"/>
                  <a:pt x="7949" y="10354"/>
                  <a:pt x="11464" y="7725"/>
                </a:cubicBezTo>
                <a:cubicBezTo>
                  <a:pt x="14980" y="5095"/>
                  <a:pt x="19008" y="3149"/>
                  <a:pt x="23548" y="1890"/>
                </a:cubicBezTo>
                <a:cubicBezTo>
                  <a:pt x="28088" y="630"/>
                  <a:pt x="32929" y="0"/>
                  <a:pt x="38070" y="0"/>
                </a:cubicBezTo>
                <a:cubicBezTo>
                  <a:pt x="43923" y="0"/>
                  <a:pt x="49379" y="563"/>
                  <a:pt x="54439" y="1690"/>
                </a:cubicBezTo>
                <a:cubicBezTo>
                  <a:pt x="59499" y="2816"/>
                  <a:pt x="64134" y="4286"/>
                  <a:pt x="68346" y="6100"/>
                </a:cubicBezTo>
                <a:lnTo>
                  <a:pt x="68346" y="18543"/>
                </a:lnTo>
                <a:cubicBezTo>
                  <a:pt x="63806" y="16628"/>
                  <a:pt x="59116" y="15070"/>
                  <a:pt x="54275" y="13866"/>
                </a:cubicBezTo>
                <a:cubicBezTo>
                  <a:pt x="49434" y="12663"/>
                  <a:pt x="44251" y="12034"/>
                  <a:pt x="38727" y="11979"/>
                </a:cubicBezTo>
                <a:cubicBezTo>
                  <a:pt x="34570" y="11979"/>
                  <a:pt x="30960" y="12429"/>
                  <a:pt x="27896" y="13330"/>
                </a:cubicBezTo>
                <a:cubicBezTo>
                  <a:pt x="24833" y="14231"/>
                  <a:pt x="22290" y="15514"/>
                  <a:pt x="20266" y="17179"/>
                </a:cubicBezTo>
                <a:cubicBezTo>
                  <a:pt x="18242" y="18844"/>
                  <a:pt x="16738" y="20863"/>
                  <a:pt x="15753" y="23238"/>
                </a:cubicBezTo>
                <a:cubicBezTo>
                  <a:pt x="14769" y="25612"/>
                  <a:pt x="14276" y="28246"/>
                  <a:pt x="14276" y="31140"/>
                </a:cubicBezTo>
                <a:close/>
                <a:moveTo>
                  <a:pt x="140194" y="103299"/>
                </a:moveTo>
                <a:lnTo>
                  <a:pt x="139866" y="103299"/>
                </a:lnTo>
                <a:cubicBezTo>
                  <a:pt x="138829" y="104611"/>
                  <a:pt x="137518" y="105911"/>
                  <a:pt x="135933" y="107196"/>
                </a:cubicBezTo>
                <a:cubicBezTo>
                  <a:pt x="134350" y="108481"/>
                  <a:pt x="132520" y="109632"/>
                  <a:pt x="130443" y="110647"/>
                </a:cubicBezTo>
                <a:cubicBezTo>
                  <a:pt x="128368" y="111662"/>
                  <a:pt x="126102" y="112483"/>
                  <a:pt x="123644" y="113109"/>
                </a:cubicBezTo>
                <a:cubicBezTo>
                  <a:pt x="121186" y="113734"/>
                  <a:pt x="118564" y="114047"/>
                  <a:pt x="115777" y="114047"/>
                </a:cubicBezTo>
                <a:cubicBezTo>
                  <a:pt x="112008" y="114047"/>
                  <a:pt x="108553" y="113485"/>
                  <a:pt x="105411" y="112362"/>
                </a:cubicBezTo>
                <a:cubicBezTo>
                  <a:pt x="102271" y="111239"/>
                  <a:pt x="99567" y="109596"/>
                  <a:pt x="97299" y="107432"/>
                </a:cubicBezTo>
                <a:cubicBezTo>
                  <a:pt x="95032" y="105268"/>
                  <a:pt x="93271" y="102624"/>
                  <a:pt x="92014" y="99501"/>
                </a:cubicBezTo>
                <a:cubicBezTo>
                  <a:pt x="90758" y="96378"/>
                  <a:pt x="90130" y="92844"/>
                  <a:pt x="90130" y="88899"/>
                </a:cubicBezTo>
                <a:cubicBezTo>
                  <a:pt x="90130" y="85009"/>
                  <a:pt x="90825" y="81529"/>
                  <a:pt x="92217" y="78461"/>
                </a:cubicBezTo>
                <a:cubicBezTo>
                  <a:pt x="93610" y="75393"/>
                  <a:pt x="95562" y="72790"/>
                  <a:pt x="98073" y="70654"/>
                </a:cubicBezTo>
                <a:cubicBezTo>
                  <a:pt x="100586" y="68517"/>
                  <a:pt x="103603" y="66874"/>
                  <a:pt x="107126" y="65723"/>
                </a:cubicBezTo>
                <a:cubicBezTo>
                  <a:pt x="110649" y="64573"/>
                  <a:pt x="114540" y="63998"/>
                  <a:pt x="118798" y="63998"/>
                </a:cubicBezTo>
                <a:cubicBezTo>
                  <a:pt x="122839" y="64052"/>
                  <a:pt x="126580" y="64408"/>
                  <a:pt x="130020" y="65064"/>
                </a:cubicBezTo>
                <a:cubicBezTo>
                  <a:pt x="133461" y="65721"/>
                  <a:pt x="136519" y="66541"/>
                  <a:pt x="139194" y="67526"/>
                </a:cubicBezTo>
                <a:lnTo>
                  <a:pt x="139523" y="67526"/>
                </a:lnTo>
                <a:lnTo>
                  <a:pt x="139523" y="62110"/>
                </a:lnTo>
                <a:cubicBezTo>
                  <a:pt x="139523" y="59977"/>
                  <a:pt x="139386" y="58090"/>
                  <a:pt x="139112" y="56449"/>
                </a:cubicBezTo>
                <a:cubicBezTo>
                  <a:pt x="138839" y="54808"/>
                  <a:pt x="138374" y="53359"/>
                  <a:pt x="137718" y="52101"/>
                </a:cubicBezTo>
                <a:cubicBezTo>
                  <a:pt x="136295" y="49475"/>
                  <a:pt x="134025" y="47301"/>
                  <a:pt x="130908" y="45578"/>
                </a:cubicBezTo>
                <a:cubicBezTo>
                  <a:pt x="127790" y="43855"/>
                  <a:pt x="123578" y="42993"/>
                  <a:pt x="118272" y="42993"/>
                </a:cubicBezTo>
                <a:cubicBezTo>
                  <a:pt x="114334" y="42993"/>
                  <a:pt x="110628" y="43356"/>
                  <a:pt x="107155" y="44080"/>
                </a:cubicBezTo>
                <a:cubicBezTo>
                  <a:pt x="103681" y="44803"/>
                  <a:pt x="100222" y="45809"/>
                  <a:pt x="96776" y="47096"/>
                </a:cubicBezTo>
                <a:lnTo>
                  <a:pt x="96776" y="36429"/>
                </a:lnTo>
                <a:cubicBezTo>
                  <a:pt x="98088" y="35773"/>
                  <a:pt x="99634" y="35158"/>
                  <a:pt x="101411" y="34583"/>
                </a:cubicBezTo>
                <a:cubicBezTo>
                  <a:pt x="103189" y="34009"/>
                  <a:pt x="105062" y="33517"/>
                  <a:pt x="107032" y="33106"/>
                </a:cubicBezTo>
                <a:cubicBezTo>
                  <a:pt x="109001" y="32696"/>
                  <a:pt x="111079" y="32382"/>
                  <a:pt x="113267" y="32163"/>
                </a:cubicBezTo>
                <a:cubicBezTo>
                  <a:pt x="115455" y="31944"/>
                  <a:pt x="117643" y="31835"/>
                  <a:pt x="119831" y="31835"/>
                </a:cubicBezTo>
                <a:cubicBezTo>
                  <a:pt x="127708" y="31835"/>
                  <a:pt x="134148" y="33231"/>
                  <a:pt x="139153" y="36024"/>
                </a:cubicBezTo>
                <a:cubicBezTo>
                  <a:pt x="144158" y="38816"/>
                  <a:pt x="147755" y="42511"/>
                  <a:pt x="149943" y="47111"/>
                </a:cubicBezTo>
                <a:cubicBezTo>
                  <a:pt x="150763" y="48863"/>
                  <a:pt x="151351" y="50794"/>
                  <a:pt x="151707" y="52903"/>
                </a:cubicBezTo>
                <a:cubicBezTo>
                  <a:pt x="152062" y="55011"/>
                  <a:pt x="152240" y="57323"/>
                  <a:pt x="152240" y="59841"/>
                </a:cubicBezTo>
                <a:lnTo>
                  <a:pt x="152240" y="111914"/>
                </a:lnTo>
                <a:lnTo>
                  <a:pt x="141587" y="111914"/>
                </a:lnTo>
                <a:lnTo>
                  <a:pt x="140194" y="103299"/>
                </a:lnTo>
                <a:moveTo>
                  <a:pt x="139523" y="77707"/>
                </a:moveTo>
                <a:cubicBezTo>
                  <a:pt x="137186" y="77049"/>
                  <a:pt x="134415" y="76418"/>
                  <a:pt x="131210" y="75815"/>
                </a:cubicBezTo>
                <a:cubicBezTo>
                  <a:pt x="128005" y="75212"/>
                  <a:pt x="124474" y="74883"/>
                  <a:pt x="120616" y="74828"/>
                </a:cubicBezTo>
                <a:cubicBezTo>
                  <a:pt x="115238" y="74828"/>
                  <a:pt x="111028" y="75980"/>
                  <a:pt x="107985" y="78284"/>
                </a:cubicBezTo>
                <a:cubicBezTo>
                  <a:pt x="104943" y="80588"/>
                  <a:pt x="103421" y="84127"/>
                  <a:pt x="103421" y="88899"/>
                </a:cubicBezTo>
                <a:cubicBezTo>
                  <a:pt x="103421" y="91313"/>
                  <a:pt x="103802" y="93425"/>
                  <a:pt x="104562" y="95235"/>
                </a:cubicBezTo>
                <a:cubicBezTo>
                  <a:pt x="105323" y="97045"/>
                  <a:pt x="106368" y="98540"/>
                  <a:pt x="107698" y="99719"/>
                </a:cubicBezTo>
                <a:cubicBezTo>
                  <a:pt x="109030" y="100899"/>
                  <a:pt x="110606" y="101776"/>
                  <a:pt x="112426" y="102353"/>
                </a:cubicBezTo>
                <a:cubicBezTo>
                  <a:pt x="114247" y="102929"/>
                  <a:pt x="116189" y="103217"/>
                  <a:pt x="118254" y="103217"/>
                </a:cubicBezTo>
                <a:cubicBezTo>
                  <a:pt x="120970" y="103217"/>
                  <a:pt x="123496" y="102819"/>
                  <a:pt x="125831" y="102024"/>
                </a:cubicBezTo>
                <a:cubicBezTo>
                  <a:pt x="128168" y="101228"/>
                  <a:pt x="130246" y="100282"/>
                  <a:pt x="132067" y="99186"/>
                </a:cubicBezTo>
                <a:cubicBezTo>
                  <a:pt x="133887" y="98089"/>
                  <a:pt x="135435" y="96991"/>
                  <a:pt x="136710" y="95894"/>
                </a:cubicBezTo>
                <a:cubicBezTo>
                  <a:pt x="137987" y="94796"/>
                  <a:pt x="138924" y="93946"/>
                  <a:pt x="139523" y="93343"/>
                </a:cubicBezTo>
                <a:lnTo>
                  <a:pt x="139523" y="77707"/>
                </a:lnTo>
                <a:close/>
                <a:moveTo>
                  <a:pt x="190045" y="44798"/>
                </a:moveTo>
                <a:lnTo>
                  <a:pt x="190291" y="44798"/>
                </a:lnTo>
                <a:cubicBezTo>
                  <a:pt x="191713" y="42981"/>
                  <a:pt x="193286" y="41289"/>
                  <a:pt x="195009" y="39722"/>
                </a:cubicBezTo>
                <a:cubicBezTo>
                  <a:pt x="196732" y="38152"/>
                  <a:pt x="198660" y="36776"/>
                  <a:pt x="200793" y="35594"/>
                </a:cubicBezTo>
                <a:cubicBezTo>
                  <a:pt x="202926" y="34409"/>
                  <a:pt x="205265" y="33487"/>
                  <a:pt x="207808" y="32827"/>
                </a:cubicBezTo>
                <a:cubicBezTo>
                  <a:pt x="210352" y="32165"/>
                  <a:pt x="213128" y="31835"/>
                  <a:pt x="216136" y="31835"/>
                </a:cubicBezTo>
                <a:cubicBezTo>
                  <a:pt x="219691" y="31835"/>
                  <a:pt x="223028" y="32328"/>
                  <a:pt x="226146" y="33314"/>
                </a:cubicBezTo>
                <a:cubicBezTo>
                  <a:pt x="229264" y="34299"/>
                  <a:pt x="231971" y="35887"/>
                  <a:pt x="234269" y="38078"/>
                </a:cubicBezTo>
                <a:cubicBezTo>
                  <a:pt x="236566" y="40268"/>
                  <a:pt x="238385" y="43128"/>
                  <a:pt x="239725" y="46660"/>
                </a:cubicBezTo>
                <a:cubicBezTo>
                  <a:pt x="241065" y="50191"/>
                  <a:pt x="241735" y="54530"/>
                  <a:pt x="241735" y="59677"/>
                </a:cubicBezTo>
                <a:lnTo>
                  <a:pt x="241735" y="111914"/>
                </a:lnTo>
                <a:lnTo>
                  <a:pt x="229018" y="111914"/>
                </a:lnTo>
                <a:lnTo>
                  <a:pt x="229018" y="61782"/>
                </a:lnTo>
                <a:cubicBezTo>
                  <a:pt x="229018" y="55054"/>
                  <a:pt x="227718" y="50213"/>
                  <a:pt x="225120" y="47260"/>
                </a:cubicBezTo>
                <a:cubicBezTo>
                  <a:pt x="222522" y="44306"/>
                  <a:pt x="218734" y="42829"/>
                  <a:pt x="213757" y="42829"/>
                </a:cubicBezTo>
                <a:cubicBezTo>
                  <a:pt x="209381" y="42829"/>
                  <a:pt x="205142" y="44046"/>
                  <a:pt x="201039" y="46480"/>
                </a:cubicBezTo>
                <a:cubicBezTo>
                  <a:pt x="196937" y="48914"/>
                  <a:pt x="193409" y="52265"/>
                  <a:pt x="190455" y="56531"/>
                </a:cubicBezTo>
                <a:lnTo>
                  <a:pt x="190455" y="111914"/>
                </a:lnTo>
                <a:lnTo>
                  <a:pt x="177737" y="111914"/>
                </a:lnTo>
                <a:lnTo>
                  <a:pt x="177737" y="33968"/>
                </a:lnTo>
                <a:lnTo>
                  <a:pt x="187583" y="33968"/>
                </a:lnTo>
                <a:lnTo>
                  <a:pt x="190045" y="44798"/>
                </a:lnTo>
                <a:close/>
                <a:moveTo>
                  <a:pt x="300185" y="31835"/>
                </a:moveTo>
                <a:cubicBezTo>
                  <a:pt x="303960" y="31835"/>
                  <a:pt x="307570" y="32231"/>
                  <a:pt x="311016" y="33024"/>
                </a:cubicBezTo>
                <a:cubicBezTo>
                  <a:pt x="314462" y="33818"/>
                  <a:pt x="317416" y="34925"/>
                  <a:pt x="319877" y="36347"/>
                </a:cubicBezTo>
                <a:lnTo>
                  <a:pt x="319877" y="46932"/>
                </a:lnTo>
                <a:cubicBezTo>
                  <a:pt x="316431" y="45619"/>
                  <a:pt x="313258" y="44634"/>
                  <a:pt x="310359" y="43978"/>
                </a:cubicBezTo>
                <a:cubicBezTo>
                  <a:pt x="307460" y="43321"/>
                  <a:pt x="304507" y="42993"/>
                  <a:pt x="301498" y="42993"/>
                </a:cubicBezTo>
                <a:cubicBezTo>
                  <a:pt x="298326" y="42993"/>
                  <a:pt x="295181" y="43514"/>
                  <a:pt x="292063" y="44555"/>
                </a:cubicBezTo>
                <a:cubicBezTo>
                  <a:pt x="288945" y="45596"/>
                  <a:pt x="286155" y="47308"/>
                  <a:pt x="283694" y="49690"/>
                </a:cubicBezTo>
                <a:cubicBezTo>
                  <a:pt x="281232" y="52072"/>
                  <a:pt x="279250" y="55221"/>
                  <a:pt x="277745" y="59139"/>
                </a:cubicBezTo>
                <a:cubicBezTo>
                  <a:pt x="276241" y="63055"/>
                  <a:pt x="275489" y="67915"/>
                  <a:pt x="275489" y="73720"/>
                </a:cubicBezTo>
                <a:cubicBezTo>
                  <a:pt x="275489" y="77939"/>
                  <a:pt x="276050" y="81829"/>
                  <a:pt x="277171" y="85389"/>
                </a:cubicBezTo>
                <a:cubicBezTo>
                  <a:pt x="278292" y="88950"/>
                  <a:pt x="279961" y="92031"/>
                  <a:pt x="282176" y="94632"/>
                </a:cubicBezTo>
                <a:cubicBezTo>
                  <a:pt x="284391" y="97234"/>
                  <a:pt x="287167" y="99260"/>
                  <a:pt x="290504" y="100712"/>
                </a:cubicBezTo>
                <a:cubicBezTo>
                  <a:pt x="293840" y="102163"/>
                  <a:pt x="297697" y="102888"/>
                  <a:pt x="302073" y="102888"/>
                </a:cubicBezTo>
                <a:cubicBezTo>
                  <a:pt x="305245" y="102888"/>
                  <a:pt x="308445" y="102547"/>
                  <a:pt x="311672" y="101863"/>
                </a:cubicBezTo>
                <a:cubicBezTo>
                  <a:pt x="314899" y="101179"/>
                  <a:pt x="318045" y="100208"/>
                  <a:pt x="321108" y="98950"/>
                </a:cubicBezTo>
                <a:lnTo>
                  <a:pt x="321108" y="109593"/>
                </a:lnTo>
                <a:cubicBezTo>
                  <a:pt x="320178" y="110142"/>
                  <a:pt x="318961" y="110692"/>
                  <a:pt x="317457" y="111242"/>
                </a:cubicBezTo>
                <a:cubicBezTo>
                  <a:pt x="315952" y="111792"/>
                  <a:pt x="314298" y="112274"/>
                  <a:pt x="312493" y="112685"/>
                </a:cubicBezTo>
                <a:cubicBezTo>
                  <a:pt x="310688" y="113097"/>
                  <a:pt x="308773" y="113427"/>
                  <a:pt x="306749" y="113675"/>
                </a:cubicBezTo>
                <a:cubicBezTo>
                  <a:pt x="304725" y="113923"/>
                  <a:pt x="302702" y="114047"/>
                  <a:pt x="300678" y="114047"/>
                </a:cubicBezTo>
                <a:cubicBezTo>
                  <a:pt x="295427" y="114047"/>
                  <a:pt x="290463" y="113252"/>
                  <a:pt x="285786" y="111662"/>
                </a:cubicBezTo>
                <a:cubicBezTo>
                  <a:pt x="281109" y="110073"/>
                  <a:pt x="277021" y="107634"/>
                  <a:pt x="273520" y="104347"/>
                </a:cubicBezTo>
                <a:cubicBezTo>
                  <a:pt x="270019" y="101059"/>
                  <a:pt x="267257" y="96893"/>
                  <a:pt x="265233" y="91850"/>
                </a:cubicBezTo>
                <a:cubicBezTo>
                  <a:pt x="263209" y="86808"/>
                  <a:pt x="262197" y="80834"/>
                  <a:pt x="262197" y="73928"/>
                </a:cubicBezTo>
                <a:cubicBezTo>
                  <a:pt x="262197" y="68776"/>
                  <a:pt x="262730" y="64145"/>
                  <a:pt x="263797" y="60034"/>
                </a:cubicBezTo>
                <a:cubicBezTo>
                  <a:pt x="264864" y="55923"/>
                  <a:pt x="266327" y="52306"/>
                  <a:pt x="268187" y="49183"/>
                </a:cubicBezTo>
                <a:cubicBezTo>
                  <a:pt x="270046" y="46058"/>
                  <a:pt x="272221" y="43400"/>
                  <a:pt x="274710" y="41209"/>
                </a:cubicBezTo>
                <a:cubicBezTo>
                  <a:pt x="277198" y="39016"/>
                  <a:pt x="279851" y="37220"/>
                  <a:pt x="282668" y="35822"/>
                </a:cubicBezTo>
                <a:cubicBezTo>
                  <a:pt x="285485" y="34423"/>
                  <a:pt x="288398" y="33410"/>
                  <a:pt x="291406" y="32781"/>
                </a:cubicBezTo>
                <a:cubicBezTo>
                  <a:pt x="294415" y="32150"/>
                  <a:pt x="297341" y="31835"/>
                  <a:pt x="300185" y="31835"/>
                </a:cubicBezTo>
                <a:close/>
                <a:moveTo>
                  <a:pt x="380661" y="112147"/>
                </a:moveTo>
                <a:cubicBezTo>
                  <a:pt x="379567" y="112586"/>
                  <a:pt x="377899" y="112999"/>
                  <a:pt x="375656" y="113385"/>
                </a:cubicBezTo>
                <a:cubicBezTo>
                  <a:pt x="373413" y="113772"/>
                  <a:pt x="370733" y="113992"/>
                  <a:pt x="367615" y="114047"/>
                </a:cubicBezTo>
                <a:cubicBezTo>
                  <a:pt x="363513" y="114047"/>
                  <a:pt x="359958" y="113541"/>
                  <a:pt x="356949" y="112529"/>
                </a:cubicBezTo>
                <a:cubicBezTo>
                  <a:pt x="353941" y="111517"/>
                  <a:pt x="351438" y="110068"/>
                  <a:pt x="349442" y="108181"/>
                </a:cubicBezTo>
                <a:cubicBezTo>
                  <a:pt x="347445" y="106293"/>
                  <a:pt x="345955" y="104010"/>
                  <a:pt x="344970" y="101330"/>
                </a:cubicBezTo>
                <a:cubicBezTo>
                  <a:pt x="343985" y="98649"/>
                  <a:pt x="343493" y="95668"/>
                  <a:pt x="343493" y="92386"/>
                </a:cubicBezTo>
                <a:lnTo>
                  <a:pt x="343493" y="44962"/>
                </a:lnTo>
                <a:lnTo>
                  <a:pt x="328478" y="44962"/>
                </a:lnTo>
                <a:lnTo>
                  <a:pt x="328478" y="33968"/>
                </a:lnTo>
                <a:lnTo>
                  <a:pt x="343493" y="33968"/>
                </a:lnTo>
                <a:lnTo>
                  <a:pt x="343493" y="12635"/>
                </a:lnTo>
                <a:lnTo>
                  <a:pt x="356211" y="12635"/>
                </a:lnTo>
                <a:lnTo>
                  <a:pt x="356211" y="33968"/>
                </a:lnTo>
                <a:lnTo>
                  <a:pt x="379512" y="33968"/>
                </a:lnTo>
                <a:lnTo>
                  <a:pt x="379512" y="44962"/>
                </a:lnTo>
                <a:lnTo>
                  <a:pt x="356211" y="44962"/>
                </a:lnTo>
                <a:lnTo>
                  <a:pt x="356211" y="90353"/>
                </a:lnTo>
                <a:cubicBezTo>
                  <a:pt x="356211" y="92155"/>
                  <a:pt x="356470" y="93820"/>
                  <a:pt x="356990" y="95350"/>
                </a:cubicBezTo>
                <a:cubicBezTo>
                  <a:pt x="357510" y="96880"/>
                  <a:pt x="358330" y="98205"/>
                  <a:pt x="359452" y="99324"/>
                </a:cubicBezTo>
                <a:cubicBezTo>
                  <a:pt x="360573" y="100444"/>
                  <a:pt x="362009" y="101318"/>
                  <a:pt x="363759" y="101947"/>
                </a:cubicBezTo>
                <a:cubicBezTo>
                  <a:pt x="365509" y="102575"/>
                  <a:pt x="367615" y="102888"/>
                  <a:pt x="370077" y="102888"/>
                </a:cubicBezTo>
                <a:cubicBezTo>
                  <a:pt x="371772" y="102888"/>
                  <a:pt x="373564" y="102752"/>
                  <a:pt x="375451" y="102478"/>
                </a:cubicBezTo>
                <a:cubicBezTo>
                  <a:pt x="377338" y="102205"/>
                  <a:pt x="379075" y="101849"/>
                  <a:pt x="380661" y="101412"/>
                </a:cubicBezTo>
                <a:lnTo>
                  <a:pt x="380661" y="112147"/>
                </a:lnTo>
                <a:close/>
                <a:moveTo>
                  <a:pt x="398683" y="111914"/>
                </a:moveTo>
                <a:lnTo>
                  <a:pt x="398683" y="33968"/>
                </a:lnTo>
                <a:lnTo>
                  <a:pt x="411401" y="33968"/>
                </a:lnTo>
                <a:lnTo>
                  <a:pt x="411401" y="111914"/>
                </a:lnTo>
                <a:lnTo>
                  <a:pt x="398683" y="111914"/>
                </a:lnTo>
                <a:moveTo>
                  <a:pt x="398355" y="15753"/>
                </a:moveTo>
                <a:lnTo>
                  <a:pt x="398355" y="1477"/>
                </a:lnTo>
                <a:lnTo>
                  <a:pt x="411073" y="1477"/>
                </a:lnTo>
                <a:lnTo>
                  <a:pt x="411073" y="15753"/>
                </a:lnTo>
                <a:lnTo>
                  <a:pt x="398355" y="15753"/>
                </a:lnTo>
                <a:close/>
                <a:moveTo>
                  <a:pt x="477953" y="112147"/>
                </a:moveTo>
                <a:cubicBezTo>
                  <a:pt x="476859" y="112586"/>
                  <a:pt x="475191" y="112999"/>
                  <a:pt x="472948" y="113385"/>
                </a:cubicBezTo>
                <a:cubicBezTo>
                  <a:pt x="470705" y="113772"/>
                  <a:pt x="468025" y="113992"/>
                  <a:pt x="464907" y="114047"/>
                </a:cubicBezTo>
                <a:cubicBezTo>
                  <a:pt x="460805" y="114047"/>
                  <a:pt x="457250" y="113541"/>
                  <a:pt x="454241" y="112529"/>
                </a:cubicBezTo>
                <a:cubicBezTo>
                  <a:pt x="451233" y="111517"/>
                  <a:pt x="448730" y="110068"/>
                  <a:pt x="446734" y="108181"/>
                </a:cubicBezTo>
                <a:cubicBezTo>
                  <a:pt x="444737" y="106293"/>
                  <a:pt x="443247" y="104010"/>
                  <a:pt x="442262" y="101330"/>
                </a:cubicBezTo>
                <a:cubicBezTo>
                  <a:pt x="441277" y="98649"/>
                  <a:pt x="440785" y="95668"/>
                  <a:pt x="440785" y="92386"/>
                </a:cubicBezTo>
                <a:lnTo>
                  <a:pt x="440785" y="44962"/>
                </a:lnTo>
                <a:lnTo>
                  <a:pt x="425770" y="44962"/>
                </a:lnTo>
                <a:lnTo>
                  <a:pt x="425770" y="33968"/>
                </a:lnTo>
                <a:lnTo>
                  <a:pt x="440785" y="33968"/>
                </a:lnTo>
                <a:lnTo>
                  <a:pt x="440785" y="12635"/>
                </a:lnTo>
                <a:lnTo>
                  <a:pt x="453503" y="12635"/>
                </a:lnTo>
                <a:lnTo>
                  <a:pt x="453503" y="33968"/>
                </a:lnTo>
                <a:lnTo>
                  <a:pt x="476804" y="33968"/>
                </a:lnTo>
                <a:lnTo>
                  <a:pt x="476804" y="44962"/>
                </a:lnTo>
                <a:lnTo>
                  <a:pt x="453503" y="44962"/>
                </a:lnTo>
                <a:lnTo>
                  <a:pt x="453503" y="90353"/>
                </a:lnTo>
                <a:cubicBezTo>
                  <a:pt x="453503" y="92155"/>
                  <a:pt x="453762" y="93820"/>
                  <a:pt x="454282" y="95350"/>
                </a:cubicBezTo>
                <a:cubicBezTo>
                  <a:pt x="454802" y="96880"/>
                  <a:pt x="455622" y="98205"/>
                  <a:pt x="456744" y="99324"/>
                </a:cubicBezTo>
                <a:cubicBezTo>
                  <a:pt x="457865" y="100444"/>
                  <a:pt x="459301" y="101318"/>
                  <a:pt x="461051" y="101947"/>
                </a:cubicBezTo>
                <a:cubicBezTo>
                  <a:pt x="462801" y="102575"/>
                  <a:pt x="464907" y="102888"/>
                  <a:pt x="467369" y="102888"/>
                </a:cubicBezTo>
                <a:cubicBezTo>
                  <a:pt x="469064" y="102888"/>
                  <a:pt x="470856" y="102752"/>
                  <a:pt x="472743" y="102478"/>
                </a:cubicBezTo>
                <a:cubicBezTo>
                  <a:pt x="474630" y="102205"/>
                  <a:pt x="476367" y="101849"/>
                  <a:pt x="477953" y="101412"/>
                </a:cubicBezTo>
                <a:lnTo>
                  <a:pt x="477953" y="112147"/>
                </a:lnTo>
                <a:close/>
                <a:moveTo>
                  <a:pt x="485309" y="33968"/>
                </a:moveTo>
                <a:lnTo>
                  <a:pt x="498027" y="33968"/>
                </a:lnTo>
                <a:lnTo>
                  <a:pt x="522277" y="95137"/>
                </a:lnTo>
                <a:lnTo>
                  <a:pt x="522777" y="95137"/>
                </a:lnTo>
                <a:lnTo>
                  <a:pt x="547666" y="33968"/>
                </a:lnTo>
                <a:lnTo>
                  <a:pt x="560383" y="33968"/>
                </a:lnTo>
                <a:lnTo>
                  <a:pt x="512067" y="150148"/>
                </a:lnTo>
                <a:lnTo>
                  <a:pt x="499432" y="150148"/>
                </a:lnTo>
                <a:lnTo>
                  <a:pt x="516087" y="110409"/>
                </a:lnTo>
                <a:lnTo>
                  <a:pt x="485309" y="33968"/>
                </a:lnTo>
                <a:close/>
              </a:path>
            </a:pathLst>
          </a:custGeom>
          <a:solidFill xmlns:a="http://schemas.openxmlformats.org/drawingml/2006/main">
            <a:srgbClr val="54823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8" name="Text Liberty">
            <a:extLst xmlns:a="http://schemas.openxmlformats.org/drawingml/2006/main">
              <a:ext uri="{FF2B5EF4-FFF2-40B4-BE49-F238E27FC236}">
                <a16:creationId xmlns:a16="http://schemas.microsoft.com/office/drawing/2014/main" id="{6DDAAE71-8D77-41E2-AA08-4A13F5703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585" y="4506646"/>
            <a:ext cx="476449" cy="157040"/>
          </a:xfrm>
          <a:custGeom xmlns:a="http://schemas.openxmlformats.org/drawingml/2006/main">
            <a:pathLst>
              <a:path w="476449" h="157040">
                <a:moveTo>
                  <a:pt x="13374" y="9025"/>
                </a:moveTo>
                <a:lnTo>
                  <a:pt x="13374" y="106663"/>
                </a:lnTo>
                <a:lnTo>
                  <a:pt x="66951" y="106663"/>
                </a:lnTo>
                <a:lnTo>
                  <a:pt x="66951" y="118806"/>
                </a:lnTo>
                <a:lnTo>
                  <a:pt x="0" y="118806"/>
                </a:lnTo>
                <a:lnTo>
                  <a:pt x="0" y="9025"/>
                </a:lnTo>
                <a:lnTo>
                  <a:pt x="13374" y="9025"/>
                </a:lnTo>
                <a:close/>
                <a:moveTo>
                  <a:pt x="86726" y="118806"/>
                </a:moveTo>
                <a:lnTo>
                  <a:pt x="86726" y="40860"/>
                </a:lnTo>
                <a:lnTo>
                  <a:pt x="99443" y="40860"/>
                </a:lnTo>
                <a:lnTo>
                  <a:pt x="99443" y="118806"/>
                </a:lnTo>
                <a:lnTo>
                  <a:pt x="86726" y="118806"/>
                </a:lnTo>
                <a:moveTo>
                  <a:pt x="86397" y="22645"/>
                </a:moveTo>
                <a:lnTo>
                  <a:pt x="86397" y="8369"/>
                </a:lnTo>
                <a:lnTo>
                  <a:pt x="99115" y="8369"/>
                </a:lnTo>
                <a:lnTo>
                  <a:pt x="99115" y="22645"/>
                </a:lnTo>
                <a:lnTo>
                  <a:pt x="86397" y="22645"/>
                </a:lnTo>
                <a:close/>
                <a:moveTo>
                  <a:pt x="180494" y="79546"/>
                </a:moveTo>
                <a:cubicBezTo>
                  <a:pt x="180494" y="73356"/>
                  <a:pt x="179770" y="68331"/>
                  <a:pt x="178320" y="64469"/>
                </a:cubicBezTo>
                <a:cubicBezTo>
                  <a:pt x="176870" y="60608"/>
                  <a:pt x="175011" y="57595"/>
                  <a:pt x="172741" y="55431"/>
                </a:cubicBezTo>
                <a:cubicBezTo>
                  <a:pt x="170471" y="53267"/>
                  <a:pt x="168050" y="51775"/>
                  <a:pt x="165479" y="50954"/>
                </a:cubicBezTo>
                <a:cubicBezTo>
                  <a:pt x="162909" y="50132"/>
                  <a:pt x="160338" y="49721"/>
                  <a:pt x="157767" y="49721"/>
                </a:cubicBezTo>
                <a:cubicBezTo>
                  <a:pt x="153829" y="49721"/>
                  <a:pt x="150123" y="50543"/>
                  <a:pt x="146649" y="52188"/>
                </a:cubicBezTo>
                <a:cubicBezTo>
                  <a:pt x="143176" y="53830"/>
                  <a:pt x="140099" y="55966"/>
                  <a:pt x="137419" y="58595"/>
                </a:cubicBezTo>
                <a:lnTo>
                  <a:pt x="137419" y="99427"/>
                </a:lnTo>
                <a:cubicBezTo>
                  <a:pt x="138185" y="100468"/>
                  <a:pt x="139183" y="101605"/>
                  <a:pt x="140414" y="102837"/>
                </a:cubicBezTo>
                <a:cubicBezTo>
                  <a:pt x="141644" y="104070"/>
                  <a:pt x="143108" y="105220"/>
                  <a:pt x="144803" y="106288"/>
                </a:cubicBezTo>
                <a:cubicBezTo>
                  <a:pt x="146499" y="107357"/>
                  <a:pt x="148400" y="108261"/>
                  <a:pt x="150506" y="109001"/>
                </a:cubicBezTo>
                <a:cubicBezTo>
                  <a:pt x="152612" y="109739"/>
                  <a:pt x="154923" y="110109"/>
                  <a:pt x="157439" y="110109"/>
                </a:cubicBezTo>
                <a:cubicBezTo>
                  <a:pt x="161213" y="110109"/>
                  <a:pt x="164536" y="109369"/>
                  <a:pt x="167408" y="107891"/>
                </a:cubicBezTo>
                <a:cubicBezTo>
                  <a:pt x="170279" y="106412"/>
                  <a:pt x="172686" y="104317"/>
                  <a:pt x="174628" y="101606"/>
                </a:cubicBezTo>
                <a:cubicBezTo>
                  <a:pt x="176570" y="98894"/>
                  <a:pt x="178033" y="95661"/>
                  <a:pt x="179017" y="91909"/>
                </a:cubicBezTo>
                <a:cubicBezTo>
                  <a:pt x="180002" y="88157"/>
                  <a:pt x="180494" y="84036"/>
                  <a:pt x="180494" y="79546"/>
                </a:cubicBezTo>
                <a:moveTo>
                  <a:pt x="193786" y="78518"/>
                </a:moveTo>
                <a:cubicBezTo>
                  <a:pt x="193786" y="85806"/>
                  <a:pt x="192802" y="92109"/>
                  <a:pt x="190832" y="97427"/>
                </a:cubicBezTo>
                <a:cubicBezTo>
                  <a:pt x="188863" y="102743"/>
                  <a:pt x="186265" y="107141"/>
                  <a:pt x="183038" y="110621"/>
                </a:cubicBezTo>
                <a:cubicBezTo>
                  <a:pt x="179811" y="114102"/>
                  <a:pt x="176118" y="116691"/>
                  <a:pt x="171961" y="118390"/>
                </a:cubicBezTo>
                <a:cubicBezTo>
                  <a:pt x="167804" y="120089"/>
                  <a:pt x="163510" y="120939"/>
                  <a:pt x="159080" y="120939"/>
                </a:cubicBezTo>
                <a:cubicBezTo>
                  <a:pt x="155743" y="120939"/>
                  <a:pt x="152803" y="120501"/>
                  <a:pt x="150260" y="119626"/>
                </a:cubicBezTo>
                <a:cubicBezTo>
                  <a:pt x="147716" y="118751"/>
                  <a:pt x="145555" y="117725"/>
                  <a:pt x="143778" y="116549"/>
                </a:cubicBezTo>
                <a:cubicBezTo>
                  <a:pt x="142000" y="115373"/>
                  <a:pt x="140578" y="114184"/>
                  <a:pt x="139511" y="112980"/>
                </a:cubicBezTo>
                <a:cubicBezTo>
                  <a:pt x="138445" y="111777"/>
                  <a:pt x="137692" y="110820"/>
                  <a:pt x="137255" y="110109"/>
                </a:cubicBezTo>
                <a:lnTo>
                  <a:pt x="137009" y="110109"/>
                </a:lnTo>
                <a:lnTo>
                  <a:pt x="134301" y="118806"/>
                </a:lnTo>
                <a:lnTo>
                  <a:pt x="124702" y="118806"/>
                </a:lnTo>
                <a:lnTo>
                  <a:pt x="124702" y="0"/>
                </a:lnTo>
                <a:lnTo>
                  <a:pt x="137419" y="0"/>
                </a:lnTo>
                <a:lnTo>
                  <a:pt x="137419" y="48080"/>
                </a:lnTo>
                <a:lnTo>
                  <a:pt x="137665" y="48080"/>
                </a:lnTo>
                <a:cubicBezTo>
                  <a:pt x="140455" y="45127"/>
                  <a:pt x="143709" y="42829"/>
                  <a:pt x="147429" y="41188"/>
                </a:cubicBezTo>
                <a:cubicBezTo>
                  <a:pt x="151148" y="39547"/>
                  <a:pt x="155388" y="38727"/>
                  <a:pt x="160146" y="38727"/>
                </a:cubicBezTo>
                <a:cubicBezTo>
                  <a:pt x="162334" y="38727"/>
                  <a:pt x="164700" y="38974"/>
                  <a:pt x="167244" y="39468"/>
                </a:cubicBezTo>
                <a:cubicBezTo>
                  <a:pt x="169787" y="39960"/>
                  <a:pt x="172303" y="40810"/>
                  <a:pt x="174792" y="42016"/>
                </a:cubicBezTo>
                <a:cubicBezTo>
                  <a:pt x="177281" y="43221"/>
                  <a:pt x="179674" y="44811"/>
                  <a:pt x="181971" y="46785"/>
                </a:cubicBezTo>
                <a:cubicBezTo>
                  <a:pt x="184269" y="48758"/>
                  <a:pt x="186292" y="51210"/>
                  <a:pt x="188043" y="54142"/>
                </a:cubicBezTo>
                <a:cubicBezTo>
                  <a:pt x="189793" y="57073"/>
                  <a:pt x="191188" y="60553"/>
                  <a:pt x="192227" y="64582"/>
                </a:cubicBezTo>
                <a:cubicBezTo>
                  <a:pt x="193266" y="68611"/>
                  <a:pt x="193786" y="73256"/>
                  <a:pt x="193786" y="78518"/>
                </a:cubicBezTo>
                <a:close/>
                <a:moveTo>
                  <a:pt x="243318" y="49721"/>
                </a:moveTo>
                <a:cubicBezTo>
                  <a:pt x="240381" y="49721"/>
                  <a:pt x="237653" y="50296"/>
                  <a:pt x="235133" y="51444"/>
                </a:cubicBezTo>
                <a:cubicBezTo>
                  <a:pt x="232614" y="52593"/>
                  <a:pt x="230412" y="54152"/>
                  <a:pt x="228529" y="56121"/>
                </a:cubicBezTo>
                <a:cubicBezTo>
                  <a:pt x="226647" y="58090"/>
                  <a:pt x="225124" y="60401"/>
                  <a:pt x="223960" y="63054"/>
                </a:cubicBezTo>
                <a:cubicBezTo>
                  <a:pt x="222797" y="65707"/>
                  <a:pt x="222078" y="68538"/>
                  <a:pt x="221801" y="71546"/>
                </a:cubicBezTo>
                <a:lnTo>
                  <a:pt x="261676" y="71546"/>
                </a:lnTo>
                <a:cubicBezTo>
                  <a:pt x="261676" y="68483"/>
                  <a:pt x="261274" y="65625"/>
                  <a:pt x="260471" y="62972"/>
                </a:cubicBezTo>
                <a:cubicBezTo>
                  <a:pt x="259668" y="60319"/>
                  <a:pt x="258491" y="58008"/>
                  <a:pt x="256940" y="56039"/>
                </a:cubicBezTo>
                <a:cubicBezTo>
                  <a:pt x="255390" y="54070"/>
                  <a:pt x="253479" y="52525"/>
                  <a:pt x="251207" y="51403"/>
                </a:cubicBezTo>
                <a:cubicBezTo>
                  <a:pt x="248937" y="50282"/>
                  <a:pt x="246307" y="49721"/>
                  <a:pt x="243318" y="49721"/>
                </a:cubicBezTo>
                <a:moveTo>
                  <a:pt x="250025" y="109780"/>
                </a:moveTo>
                <a:cubicBezTo>
                  <a:pt x="254237" y="109780"/>
                  <a:pt x="258080" y="109439"/>
                  <a:pt x="261553" y="108755"/>
                </a:cubicBezTo>
                <a:cubicBezTo>
                  <a:pt x="265026" y="108071"/>
                  <a:pt x="268486" y="107100"/>
                  <a:pt x="271932" y="105842"/>
                </a:cubicBezTo>
                <a:lnTo>
                  <a:pt x="271932" y="116485"/>
                </a:lnTo>
                <a:cubicBezTo>
                  <a:pt x="269142" y="117860"/>
                  <a:pt x="265696" y="118945"/>
                  <a:pt x="261594" y="119742"/>
                </a:cubicBezTo>
                <a:cubicBezTo>
                  <a:pt x="257492" y="120540"/>
                  <a:pt x="253088" y="120939"/>
                  <a:pt x="248384" y="120939"/>
                </a:cubicBezTo>
                <a:cubicBezTo>
                  <a:pt x="242805" y="120939"/>
                  <a:pt x="237568" y="120227"/>
                  <a:pt x="232672" y="118803"/>
                </a:cubicBezTo>
                <a:cubicBezTo>
                  <a:pt x="227776" y="117378"/>
                  <a:pt x="223539" y="115075"/>
                  <a:pt x="219960" y="111896"/>
                </a:cubicBezTo>
                <a:cubicBezTo>
                  <a:pt x="216380" y="108716"/>
                  <a:pt x="213577" y="104564"/>
                  <a:pt x="211550" y="99440"/>
                </a:cubicBezTo>
                <a:cubicBezTo>
                  <a:pt x="209522" y="94315"/>
                  <a:pt x="208509" y="88136"/>
                  <a:pt x="208509" y="80902"/>
                </a:cubicBezTo>
                <a:cubicBezTo>
                  <a:pt x="208509" y="73778"/>
                  <a:pt x="209491" y="67598"/>
                  <a:pt x="211455" y="62364"/>
                </a:cubicBezTo>
                <a:cubicBezTo>
                  <a:pt x="213419" y="57129"/>
                  <a:pt x="216038" y="52757"/>
                  <a:pt x="219311" y="49249"/>
                </a:cubicBezTo>
                <a:cubicBezTo>
                  <a:pt x="222586" y="45742"/>
                  <a:pt x="226352" y="43111"/>
                  <a:pt x="230608" y="41357"/>
                </a:cubicBezTo>
                <a:cubicBezTo>
                  <a:pt x="234864" y="39604"/>
                  <a:pt x="239311" y="38727"/>
                  <a:pt x="243949" y="38727"/>
                </a:cubicBezTo>
                <a:cubicBezTo>
                  <a:pt x="248314" y="38727"/>
                  <a:pt x="252393" y="39454"/>
                  <a:pt x="256184" y="40909"/>
                </a:cubicBezTo>
                <a:cubicBezTo>
                  <a:pt x="259977" y="42363"/>
                  <a:pt x="263265" y="44656"/>
                  <a:pt x="266048" y="47785"/>
                </a:cubicBezTo>
                <a:cubicBezTo>
                  <a:pt x="268830" y="50915"/>
                  <a:pt x="271026" y="54951"/>
                  <a:pt x="272635" y="59893"/>
                </a:cubicBezTo>
                <a:cubicBezTo>
                  <a:pt x="274245" y="64834"/>
                  <a:pt x="275050" y="70764"/>
                  <a:pt x="275050" y="77682"/>
                </a:cubicBezTo>
                <a:cubicBezTo>
                  <a:pt x="275050" y="78340"/>
                  <a:pt x="275050" y="78902"/>
                  <a:pt x="275050" y="79369"/>
                </a:cubicBezTo>
                <a:cubicBezTo>
                  <a:pt x="275050" y="79835"/>
                  <a:pt x="275023" y="80893"/>
                  <a:pt x="274968" y="82540"/>
                </a:cubicBezTo>
                <a:lnTo>
                  <a:pt x="221144" y="82540"/>
                </a:lnTo>
                <a:cubicBezTo>
                  <a:pt x="221144" y="87503"/>
                  <a:pt x="221896" y="91715"/>
                  <a:pt x="223401" y="95178"/>
                </a:cubicBezTo>
                <a:cubicBezTo>
                  <a:pt x="224905" y="98642"/>
                  <a:pt x="226956" y="101450"/>
                  <a:pt x="229554" y="103604"/>
                </a:cubicBezTo>
                <a:cubicBezTo>
                  <a:pt x="232152" y="105758"/>
                  <a:pt x="235202" y="107326"/>
                  <a:pt x="238703" y="108309"/>
                </a:cubicBezTo>
                <a:cubicBezTo>
                  <a:pt x="242203" y="109290"/>
                  <a:pt x="245978" y="109780"/>
                  <a:pt x="250025" y="109780"/>
                </a:cubicBezTo>
                <a:close/>
                <a:moveTo>
                  <a:pt x="338696" y="51198"/>
                </a:moveTo>
                <a:lnTo>
                  <a:pt x="337711" y="51198"/>
                </a:lnTo>
                <a:cubicBezTo>
                  <a:pt x="334703" y="51198"/>
                  <a:pt x="331749" y="51472"/>
                  <a:pt x="328850" y="52019"/>
                </a:cubicBezTo>
                <a:cubicBezTo>
                  <a:pt x="325951" y="52566"/>
                  <a:pt x="323230" y="53400"/>
                  <a:pt x="320686" y="54521"/>
                </a:cubicBezTo>
                <a:cubicBezTo>
                  <a:pt x="318143" y="55642"/>
                  <a:pt x="315845" y="57023"/>
                  <a:pt x="313794" y="58664"/>
                </a:cubicBezTo>
                <a:cubicBezTo>
                  <a:pt x="311743" y="60305"/>
                  <a:pt x="310033" y="62247"/>
                  <a:pt x="308666" y="64490"/>
                </a:cubicBezTo>
                <a:lnTo>
                  <a:pt x="308666" y="118806"/>
                </a:lnTo>
                <a:lnTo>
                  <a:pt x="295949" y="118806"/>
                </a:lnTo>
                <a:lnTo>
                  <a:pt x="295949" y="40860"/>
                </a:lnTo>
                <a:lnTo>
                  <a:pt x="305794" y="40860"/>
                </a:lnTo>
                <a:lnTo>
                  <a:pt x="308256" y="53249"/>
                </a:lnTo>
                <a:lnTo>
                  <a:pt x="308502" y="53249"/>
                </a:lnTo>
                <a:cubicBezTo>
                  <a:pt x="309760" y="51213"/>
                  <a:pt x="311305" y="49316"/>
                  <a:pt x="313138" y="47557"/>
                </a:cubicBezTo>
                <a:cubicBezTo>
                  <a:pt x="314970" y="45797"/>
                  <a:pt x="317035" y="44256"/>
                  <a:pt x="319332" y="42937"/>
                </a:cubicBezTo>
                <a:cubicBezTo>
                  <a:pt x="321630" y="41616"/>
                  <a:pt x="324146" y="40584"/>
                  <a:pt x="326881" y="39842"/>
                </a:cubicBezTo>
                <a:cubicBezTo>
                  <a:pt x="329616" y="39099"/>
                  <a:pt x="332487" y="38727"/>
                  <a:pt x="335496" y="38727"/>
                </a:cubicBezTo>
                <a:cubicBezTo>
                  <a:pt x="336043" y="38727"/>
                  <a:pt x="336603" y="38740"/>
                  <a:pt x="337178" y="38768"/>
                </a:cubicBezTo>
                <a:cubicBezTo>
                  <a:pt x="337752" y="38795"/>
                  <a:pt x="338258" y="38836"/>
                  <a:pt x="338696" y="38891"/>
                </a:cubicBezTo>
                <a:lnTo>
                  <a:pt x="338696" y="51198"/>
                </a:lnTo>
                <a:close/>
                <a:moveTo>
                  <a:pt x="393346" y="119039"/>
                </a:moveTo>
                <a:cubicBezTo>
                  <a:pt x="392252" y="119478"/>
                  <a:pt x="390584" y="119891"/>
                  <a:pt x="388341" y="120278"/>
                </a:cubicBezTo>
                <a:cubicBezTo>
                  <a:pt x="386099" y="120664"/>
                  <a:pt x="383418" y="120884"/>
                  <a:pt x="380301" y="120939"/>
                </a:cubicBezTo>
                <a:cubicBezTo>
                  <a:pt x="376198" y="120939"/>
                  <a:pt x="372643" y="120433"/>
                  <a:pt x="369634" y="119421"/>
                </a:cubicBezTo>
                <a:cubicBezTo>
                  <a:pt x="366626" y="118409"/>
                  <a:pt x="364123" y="116960"/>
                  <a:pt x="362127" y="115073"/>
                </a:cubicBezTo>
                <a:cubicBezTo>
                  <a:pt x="360130" y="113185"/>
                  <a:pt x="358640" y="110902"/>
                  <a:pt x="357655" y="108222"/>
                </a:cubicBezTo>
                <a:cubicBezTo>
                  <a:pt x="356671" y="105541"/>
                  <a:pt x="356178" y="102560"/>
                  <a:pt x="356178" y="99278"/>
                </a:cubicBezTo>
                <a:lnTo>
                  <a:pt x="356178" y="51854"/>
                </a:lnTo>
                <a:lnTo>
                  <a:pt x="341164" y="51854"/>
                </a:lnTo>
                <a:lnTo>
                  <a:pt x="341164" y="40860"/>
                </a:lnTo>
                <a:lnTo>
                  <a:pt x="356178" y="40860"/>
                </a:lnTo>
                <a:lnTo>
                  <a:pt x="356178" y="19527"/>
                </a:lnTo>
                <a:lnTo>
                  <a:pt x="368896" y="19527"/>
                </a:lnTo>
                <a:lnTo>
                  <a:pt x="368896" y="40860"/>
                </a:lnTo>
                <a:lnTo>
                  <a:pt x="392198" y="40860"/>
                </a:lnTo>
                <a:lnTo>
                  <a:pt x="392198" y="51854"/>
                </a:lnTo>
                <a:lnTo>
                  <a:pt x="368896" y="51854"/>
                </a:lnTo>
                <a:lnTo>
                  <a:pt x="368896" y="97245"/>
                </a:lnTo>
                <a:cubicBezTo>
                  <a:pt x="368896" y="99047"/>
                  <a:pt x="369156" y="100712"/>
                  <a:pt x="369675" y="102242"/>
                </a:cubicBezTo>
                <a:cubicBezTo>
                  <a:pt x="370195" y="103772"/>
                  <a:pt x="371016" y="105097"/>
                  <a:pt x="372137" y="106217"/>
                </a:cubicBezTo>
                <a:cubicBezTo>
                  <a:pt x="373258" y="107336"/>
                  <a:pt x="374694" y="108210"/>
                  <a:pt x="376444" y="108839"/>
                </a:cubicBezTo>
                <a:cubicBezTo>
                  <a:pt x="378195" y="109467"/>
                  <a:pt x="380301" y="109780"/>
                  <a:pt x="382762" y="109780"/>
                </a:cubicBezTo>
                <a:cubicBezTo>
                  <a:pt x="384458" y="109780"/>
                  <a:pt x="386249" y="109644"/>
                  <a:pt x="388136" y="109370"/>
                </a:cubicBezTo>
                <a:cubicBezTo>
                  <a:pt x="390023" y="109097"/>
                  <a:pt x="391760" y="108741"/>
                  <a:pt x="393346" y="108304"/>
                </a:cubicBezTo>
                <a:lnTo>
                  <a:pt x="393346" y="119039"/>
                </a:lnTo>
                <a:close/>
                <a:moveTo>
                  <a:pt x="401375" y="40860"/>
                </a:moveTo>
                <a:lnTo>
                  <a:pt x="414092" y="40860"/>
                </a:lnTo>
                <a:lnTo>
                  <a:pt x="438342" y="102029"/>
                </a:lnTo>
                <a:lnTo>
                  <a:pt x="438842" y="102029"/>
                </a:lnTo>
                <a:lnTo>
                  <a:pt x="463731" y="40860"/>
                </a:lnTo>
                <a:lnTo>
                  <a:pt x="476449" y="40860"/>
                </a:lnTo>
                <a:lnTo>
                  <a:pt x="428133" y="157040"/>
                </a:lnTo>
                <a:lnTo>
                  <a:pt x="415497" y="157040"/>
                </a:lnTo>
                <a:lnTo>
                  <a:pt x="432153" y="117301"/>
                </a:lnTo>
                <a:lnTo>
                  <a:pt x="401375" y="40860"/>
                </a:lnTo>
                <a:close/>
              </a:path>
            </a:pathLst>
          </a:custGeom>
          <a:solidFill xmlns:a="http://schemas.openxmlformats.org/drawingml/2006/main">
            <a:srgbClr val="54823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9" name="Text Harm">
            <a:extLst xmlns:a="http://schemas.openxmlformats.org/drawingml/2006/main">
              <a:ext uri="{FF2B5EF4-FFF2-40B4-BE49-F238E27FC236}">
                <a16:creationId xmlns:a16="http://schemas.microsoft.com/office/drawing/2014/main" id="{DCDF66EE-8F07-4507-8323-4882C00EC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8207" y="1713547"/>
            <a:ext cx="364224" cy="112183"/>
          </a:xfrm>
          <a:custGeom xmlns:a="http://schemas.openxmlformats.org/drawingml/2006/main">
            <a:pathLst>
              <a:path w="364224" h="112183">
                <a:moveTo>
                  <a:pt x="13406" y="47538"/>
                </a:moveTo>
                <a:lnTo>
                  <a:pt x="71143" y="47538"/>
                </a:lnTo>
                <a:lnTo>
                  <a:pt x="71143" y="0"/>
                </a:lnTo>
                <a:lnTo>
                  <a:pt x="84549" y="0"/>
                </a:lnTo>
                <a:lnTo>
                  <a:pt x="84549" y="110045"/>
                </a:lnTo>
                <a:lnTo>
                  <a:pt x="71143" y="110045"/>
                </a:lnTo>
                <a:lnTo>
                  <a:pt x="71143" y="59711"/>
                </a:lnTo>
                <a:lnTo>
                  <a:pt x="13406" y="59711"/>
                </a:lnTo>
                <a:lnTo>
                  <a:pt x="13406" y="110045"/>
                </a:lnTo>
                <a:lnTo>
                  <a:pt x="0" y="110045"/>
                </a:lnTo>
                <a:lnTo>
                  <a:pt x="0" y="0"/>
                </a:lnTo>
                <a:lnTo>
                  <a:pt x="13406" y="0"/>
                </a:lnTo>
                <a:lnTo>
                  <a:pt x="13406" y="47538"/>
                </a:lnTo>
                <a:close/>
                <a:moveTo>
                  <a:pt x="155438" y="101409"/>
                </a:moveTo>
                <a:lnTo>
                  <a:pt x="155109" y="101409"/>
                </a:lnTo>
                <a:cubicBezTo>
                  <a:pt x="154069" y="102725"/>
                  <a:pt x="152754" y="104027"/>
                  <a:pt x="151166" y="105316"/>
                </a:cubicBezTo>
                <a:cubicBezTo>
                  <a:pt x="149579" y="106604"/>
                  <a:pt x="147745" y="107758"/>
                  <a:pt x="145663" y="108775"/>
                </a:cubicBezTo>
                <a:cubicBezTo>
                  <a:pt x="143583" y="109793"/>
                  <a:pt x="141311" y="110616"/>
                  <a:pt x="138847" y="111243"/>
                </a:cubicBezTo>
                <a:cubicBezTo>
                  <a:pt x="136383" y="111870"/>
                  <a:pt x="133755" y="112183"/>
                  <a:pt x="130962" y="112183"/>
                </a:cubicBezTo>
                <a:cubicBezTo>
                  <a:pt x="127184" y="112183"/>
                  <a:pt x="123720" y="111621"/>
                  <a:pt x="120571" y="110495"/>
                </a:cubicBezTo>
                <a:cubicBezTo>
                  <a:pt x="117423" y="109369"/>
                  <a:pt x="114712" y="107722"/>
                  <a:pt x="112439" y="105552"/>
                </a:cubicBezTo>
                <a:cubicBezTo>
                  <a:pt x="110167" y="103383"/>
                  <a:pt x="108401" y="100733"/>
                  <a:pt x="107141" y="97603"/>
                </a:cubicBezTo>
                <a:cubicBezTo>
                  <a:pt x="105882" y="94472"/>
                  <a:pt x="105252" y="90930"/>
                  <a:pt x="105252" y="86975"/>
                </a:cubicBezTo>
                <a:cubicBezTo>
                  <a:pt x="105252" y="83075"/>
                  <a:pt x="105950" y="79587"/>
                  <a:pt x="107344" y="76512"/>
                </a:cubicBezTo>
                <a:cubicBezTo>
                  <a:pt x="108741" y="73436"/>
                  <a:pt x="110698" y="70827"/>
                  <a:pt x="113215" y="68686"/>
                </a:cubicBezTo>
                <a:cubicBezTo>
                  <a:pt x="115734" y="66544"/>
                  <a:pt x="118759" y="64896"/>
                  <a:pt x="122290" y="63743"/>
                </a:cubicBezTo>
                <a:cubicBezTo>
                  <a:pt x="125822" y="62590"/>
                  <a:pt x="129721" y="62013"/>
                  <a:pt x="133990" y="62013"/>
                </a:cubicBezTo>
                <a:cubicBezTo>
                  <a:pt x="138040" y="62068"/>
                  <a:pt x="141790" y="62425"/>
                  <a:pt x="145239" y="63083"/>
                </a:cubicBezTo>
                <a:cubicBezTo>
                  <a:pt x="148688" y="63741"/>
                  <a:pt x="151754" y="64563"/>
                  <a:pt x="154435" y="65550"/>
                </a:cubicBezTo>
                <a:lnTo>
                  <a:pt x="154764" y="65550"/>
                </a:lnTo>
                <a:lnTo>
                  <a:pt x="154764" y="60122"/>
                </a:lnTo>
                <a:cubicBezTo>
                  <a:pt x="154764" y="57983"/>
                  <a:pt x="154627" y="56092"/>
                  <a:pt x="154353" y="54447"/>
                </a:cubicBezTo>
                <a:cubicBezTo>
                  <a:pt x="154079" y="52802"/>
                  <a:pt x="153613" y="51349"/>
                  <a:pt x="152955" y="50088"/>
                </a:cubicBezTo>
                <a:cubicBezTo>
                  <a:pt x="151529" y="47456"/>
                  <a:pt x="149254" y="45276"/>
                  <a:pt x="146129" y="43549"/>
                </a:cubicBezTo>
                <a:cubicBezTo>
                  <a:pt x="143003" y="41822"/>
                  <a:pt x="138781" y="40958"/>
                  <a:pt x="133463" y="40958"/>
                </a:cubicBezTo>
                <a:cubicBezTo>
                  <a:pt x="129515" y="40958"/>
                  <a:pt x="125800" y="41322"/>
                  <a:pt x="122318" y="42048"/>
                </a:cubicBezTo>
                <a:cubicBezTo>
                  <a:pt x="118837" y="42773"/>
                  <a:pt x="115369" y="43781"/>
                  <a:pt x="111914" y="45071"/>
                </a:cubicBezTo>
                <a:lnTo>
                  <a:pt x="111914" y="34379"/>
                </a:lnTo>
                <a:cubicBezTo>
                  <a:pt x="113230" y="33721"/>
                  <a:pt x="114779" y="33104"/>
                  <a:pt x="116561" y="32528"/>
                </a:cubicBezTo>
                <a:cubicBezTo>
                  <a:pt x="118343" y="31953"/>
                  <a:pt x="120221" y="31459"/>
                  <a:pt x="122195" y="31048"/>
                </a:cubicBezTo>
                <a:cubicBezTo>
                  <a:pt x="124169" y="30637"/>
                  <a:pt x="126252" y="30321"/>
                  <a:pt x="128446" y="30102"/>
                </a:cubicBezTo>
                <a:cubicBezTo>
                  <a:pt x="130639" y="29883"/>
                  <a:pt x="132832" y="29773"/>
                  <a:pt x="135025" y="29773"/>
                </a:cubicBezTo>
                <a:cubicBezTo>
                  <a:pt x="142921" y="29773"/>
                  <a:pt x="149377" y="31173"/>
                  <a:pt x="154394" y="33973"/>
                </a:cubicBezTo>
                <a:cubicBezTo>
                  <a:pt x="159411" y="36771"/>
                  <a:pt x="163016" y="40475"/>
                  <a:pt x="165210" y="45086"/>
                </a:cubicBezTo>
                <a:cubicBezTo>
                  <a:pt x="166032" y="46842"/>
                  <a:pt x="166621" y="48778"/>
                  <a:pt x="166978" y="50892"/>
                </a:cubicBezTo>
                <a:cubicBezTo>
                  <a:pt x="167334" y="53005"/>
                  <a:pt x="167512" y="55323"/>
                  <a:pt x="167512" y="57847"/>
                </a:cubicBezTo>
                <a:lnTo>
                  <a:pt x="167512" y="110045"/>
                </a:lnTo>
                <a:lnTo>
                  <a:pt x="156833" y="110045"/>
                </a:lnTo>
                <a:lnTo>
                  <a:pt x="155438" y="101409"/>
                </a:lnTo>
                <a:moveTo>
                  <a:pt x="154764" y="75756"/>
                </a:moveTo>
                <a:cubicBezTo>
                  <a:pt x="152422" y="75096"/>
                  <a:pt x="149645" y="74464"/>
                  <a:pt x="146432" y="73859"/>
                </a:cubicBezTo>
                <a:cubicBezTo>
                  <a:pt x="143219" y="73255"/>
                  <a:pt x="139679" y="72925"/>
                  <a:pt x="135812" y="72870"/>
                </a:cubicBezTo>
                <a:cubicBezTo>
                  <a:pt x="130421" y="72870"/>
                  <a:pt x="126201" y="74025"/>
                  <a:pt x="123151" y="76334"/>
                </a:cubicBezTo>
                <a:cubicBezTo>
                  <a:pt x="120101" y="78644"/>
                  <a:pt x="118576" y="82191"/>
                  <a:pt x="118576" y="86975"/>
                </a:cubicBezTo>
                <a:cubicBezTo>
                  <a:pt x="118576" y="89394"/>
                  <a:pt x="118957" y="91511"/>
                  <a:pt x="119720" y="93326"/>
                </a:cubicBezTo>
                <a:cubicBezTo>
                  <a:pt x="120482" y="95141"/>
                  <a:pt x="121530" y="96639"/>
                  <a:pt x="122863" y="97821"/>
                </a:cubicBezTo>
                <a:cubicBezTo>
                  <a:pt x="124198" y="99003"/>
                  <a:pt x="125778" y="99883"/>
                  <a:pt x="127603" y="100461"/>
                </a:cubicBezTo>
                <a:cubicBezTo>
                  <a:pt x="129428" y="101038"/>
                  <a:pt x="131375" y="101327"/>
                  <a:pt x="133445" y="101327"/>
                </a:cubicBezTo>
                <a:cubicBezTo>
                  <a:pt x="136167" y="101327"/>
                  <a:pt x="138699" y="100929"/>
                  <a:pt x="141040" y="100132"/>
                </a:cubicBezTo>
                <a:cubicBezTo>
                  <a:pt x="143382" y="99333"/>
                  <a:pt x="145465" y="98385"/>
                  <a:pt x="147290" y="97287"/>
                </a:cubicBezTo>
                <a:cubicBezTo>
                  <a:pt x="149115" y="96187"/>
                  <a:pt x="150667" y="95087"/>
                  <a:pt x="151945" y="93986"/>
                </a:cubicBezTo>
                <a:cubicBezTo>
                  <a:pt x="153225" y="92886"/>
                  <a:pt x="154165" y="92034"/>
                  <a:pt x="154764" y="91429"/>
                </a:cubicBezTo>
                <a:lnTo>
                  <a:pt x="154764" y="75756"/>
                </a:lnTo>
                <a:close/>
                <a:moveTo>
                  <a:pt x="235079" y="42274"/>
                </a:moveTo>
                <a:lnTo>
                  <a:pt x="234092" y="42274"/>
                </a:lnTo>
                <a:cubicBezTo>
                  <a:pt x="231077" y="42274"/>
                  <a:pt x="228116" y="42549"/>
                  <a:pt x="225210" y="43097"/>
                </a:cubicBezTo>
                <a:cubicBezTo>
                  <a:pt x="222304" y="43645"/>
                  <a:pt x="219576" y="44481"/>
                  <a:pt x="217026" y="45605"/>
                </a:cubicBezTo>
                <a:cubicBezTo>
                  <a:pt x="214477" y="46729"/>
                  <a:pt x="212174" y="48114"/>
                  <a:pt x="210118" y="49759"/>
                </a:cubicBezTo>
                <a:cubicBezTo>
                  <a:pt x="208061" y="51404"/>
                  <a:pt x="206348" y="53350"/>
                  <a:pt x="204977" y="55598"/>
                </a:cubicBezTo>
                <a:lnTo>
                  <a:pt x="204977" y="110045"/>
                </a:lnTo>
                <a:lnTo>
                  <a:pt x="192229" y="110045"/>
                </a:lnTo>
                <a:lnTo>
                  <a:pt x="192229" y="31911"/>
                </a:lnTo>
                <a:lnTo>
                  <a:pt x="202099" y="31911"/>
                </a:lnTo>
                <a:lnTo>
                  <a:pt x="204566" y="44331"/>
                </a:lnTo>
                <a:lnTo>
                  <a:pt x="204813" y="44331"/>
                </a:lnTo>
                <a:cubicBezTo>
                  <a:pt x="206074" y="42290"/>
                  <a:pt x="207623" y="40388"/>
                  <a:pt x="209460" y="38625"/>
                </a:cubicBezTo>
                <a:cubicBezTo>
                  <a:pt x="211296" y="36860"/>
                  <a:pt x="213366" y="35316"/>
                  <a:pt x="215669" y="33993"/>
                </a:cubicBezTo>
                <a:cubicBezTo>
                  <a:pt x="217972" y="32669"/>
                  <a:pt x="220494" y="31635"/>
                  <a:pt x="223236" y="30891"/>
                </a:cubicBezTo>
                <a:cubicBezTo>
                  <a:pt x="225977" y="30146"/>
                  <a:pt x="228856" y="29773"/>
                  <a:pt x="231872" y="29773"/>
                </a:cubicBezTo>
                <a:cubicBezTo>
                  <a:pt x="232420" y="29773"/>
                  <a:pt x="232982" y="29787"/>
                  <a:pt x="233558" y="29814"/>
                </a:cubicBezTo>
                <a:cubicBezTo>
                  <a:pt x="234133" y="29842"/>
                  <a:pt x="234641" y="29883"/>
                  <a:pt x="235079" y="29938"/>
                </a:cubicBezTo>
                <a:lnTo>
                  <a:pt x="235079" y="42274"/>
                </a:lnTo>
                <a:close/>
                <a:moveTo>
                  <a:pt x="313067" y="110045"/>
                </a:moveTo>
                <a:lnTo>
                  <a:pt x="300319" y="110045"/>
                </a:lnTo>
                <a:lnTo>
                  <a:pt x="300319" y="59793"/>
                </a:lnTo>
                <a:cubicBezTo>
                  <a:pt x="300319" y="56393"/>
                  <a:pt x="299948" y="53501"/>
                  <a:pt x="299206" y="51116"/>
                </a:cubicBezTo>
                <a:cubicBezTo>
                  <a:pt x="298464" y="48731"/>
                  <a:pt x="297392" y="46770"/>
                  <a:pt x="295990" y="45235"/>
                </a:cubicBezTo>
                <a:cubicBezTo>
                  <a:pt x="294590" y="43700"/>
                  <a:pt x="292915" y="42576"/>
                  <a:pt x="290963" y="41863"/>
                </a:cubicBezTo>
                <a:cubicBezTo>
                  <a:pt x="289013" y="41150"/>
                  <a:pt x="286829" y="40794"/>
                  <a:pt x="284412" y="40794"/>
                </a:cubicBezTo>
                <a:cubicBezTo>
                  <a:pt x="279850" y="40794"/>
                  <a:pt x="275701" y="42014"/>
                  <a:pt x="271964" y="44454"/>
                </a:cubicBezTo>
                <a:cubicBezTo>
                  <a:pt x="268229" y="46894"/>
                  <a:pt x="264877" y="50252"/>
                  <a:pt x="261910" y="54529"/>
                </a:cubicBezTo>
                <a:lnTo>
                  <a:pt x="261910" y="110045"/>
                </a:lnTo>
                <a:lnTo>
                  <a:pt x="249162" y="110045"/>
                </a:lnTo>
                <a:lnTo>
                  <a:pt x="249162" y="31911"/>
                </a:lnTo>
                <a:lnTo>
                  <a:pt x="259044" y="31911"/>
                </a:lnTo>
                <a:lnTo>
                  <a:pt x="261514" y="42768"/>
                </a:lnTo>
                <a:lnTo>
                  <a:pt x="261763" y="42768"/>
                </a:lnTo>
                <a:cubicBezTo>
                  <a:pt x="263191" y="40946"/>
                  <a:pt x="264741" y="39250"/>
                  <a:pt x="266415" y="37679"/>
                </a:cubicBezTo>
                <a:cubicBezTo>
                  <a:pt x="268089" y="36106"/>
                  <a:pt x="269956" y="34727"/>
                  <a:pt x="272016" y="33541"/>
                </a:cubicBezTo>
                <a:cubicBezTo>
                  <a:pt x="274075" y="32353"/>
                  <a:pt x="276340" y="31429"/>
                  <a:pt x="278809" y="30768"/>
                </a:cubicBezTo>
                <a:cubicBezTo>
                  <a:pt x="281280" y="30105"/>
                  <a:pt x="283970" y="29773"/>
                  <a:pt x="286882" y="29773"/>
                </a:cubicBezTo>
                <a:cubicBezTo>
                  <a:pt x="292701" y="29773"/>
                  <a:pt x="297532" y="31179"/>
                  <a:pt x="301375" y="33991"/>
                </a:cubicBezTo>
                <a:cubicBezTo>
                  <a:pt x="305218" y="36801"/>
                  <a:pt x="308183" y="40631"/>
                  <a:pt x="310270" y="45482"/>
                </a:cubicBezTo>
                <a:lnTo>
                  <a:pt x="310599" y="45482"/>
                </a:lnTo>
                <a:cubicBezTo>
                  <a:pt x="314059" y="40576"/>
                  <a:pt x="318013" y="36732"/>
                  <a:pt x="322461" y="33950"/>
                </a:cubicBezTo>
                <a:cubicBezTo>
                  <a:pt x="326909" y="31165"/>
                  <a:pt x="332098" y="29773"/>
                  <a:pt x="338028" y="29773"/>
                </a:cubicBezTo>
                <a:cubicBezTo>
                  <a:pt x="340775" y="29773"/>
                  <a:pt x="343685" y="30158"/>
                  <a:pt x="346759" y="30927"/>
                </a:cubicBezTo>
                <a:cubicBezTo>
                  <a:pt x="349835" y="31695"/>
                  <a:pt x="352663" y="33107"/>
                  <a:pt x="355243" y="35165"/>
                </a:cubicBezTo>
                <a:cubicBezTo>
                  <a:pt x="357826" y="37223"/>
                  <a:pt x="359967" y="40064"/>
                  <a:pt x="361669" y="43688"/>
                </a:cubicBezTo>
                <a:cubicBezTo>
                  <a:pt x="363372" y="47310"/>
                  <a:pt x="364224" y="51975"/>
                  <a:pt x="364224" y="57683"/>
                </a:cubicBezTo>
                <a:lnTo>
                  <a:pt x="364224" y="110045"/>
                </a:lnTo>
                <a:lnTo>
                  <a:pt x="351476" y="110045"/>
                </a:lnTo>
                <a:lnTo>
                  <a:pt x="351476" y="59793"/>
                </a:lnTo>
                <a:cubicBezTo>
                  <a:pt x="351476" y="56393"/>
                  <a:pt x="351105" y="53501"/>
                  <a:pt x="350365" y="51116"/>
                </a:cubicBezTo>
                <a:cubicBezTo>
                  <a:pt x="349625" y="48731"/>
                  <a:pt x="348556" y="46770"/>
                  <a:pt x="347158" y="45235"/>
                </a:cubicBezTo>
                <a:cubicBezTo>
                  <a:pt x="345759" y="43700"/>
                  <a:pt x="344087" y="42576"/>
                  <a:pt x="342141" y="41863"/>
                </a:cubicBezTo>
                <a:cubicBezTo>
                  <a:pt x="340194" y="41150"/>
                  <a:pt x="338015" y="40794"/>
                  <a:pt x="335602" y="40794"/>
                </a:cubicBezTo>
                <a:cubicBezTo>
                  <a:pt x="331051" y="40794"/>
                  <a:pt x="326898" y="42014"/>
                  <a:pt x="323142" y="44454"/>
                </a:cubicBezTo>
                <a:cubicBezTo>
                  <a:pt x="319386" y="46894"/>
                  <a:pt x="316028" y="50252"/>
                  <a:pt x="313067" y="54529"/>
                </a:cubicBezTo>
                <a:lnTo>
                  <a:pt x="313067" y="110045"/>
                </a:lnTo>
                <a:close/>
              </a:path>
            </a:pathLst>
          </a:custGeom>
          <a:solidFill xmlns:a="http://schemas.openxmlformats.org/drawingml/2006/main">
            <a:srgbClr val="C2530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0" name="Text Cheating">
            <a:extLst xmlns:a="http://schemas.openxmlformats.org/drawingml/2006/main">
              <a:ext uri="{FF2B5EF4-FFF2-40B4-BE49-F238E27FC236}">
                <a16:creationId xmlns:a16="http://schemas.microsoft.com/office/drawing/2014/main" id="{72DFD881-EF92-4C48-82AF-054CF3A02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4071" y="2268782"/>
            <a:ext cx="606929" cy="159009"/>
          </a:xfrm>
          <a:custGeom xmlns:a="http://schemas.openxmlformats.org/drawingml/2006/main">
            <a:pathLst>
              <a:path w="606929" h="159009">
                <a:moveTo>
                  <a:pt x="57154" y="18871"/>
                </a:moveTo>
                <a:cubicBezTo>
                  <a:pt x="51006" y="18871"/>
                  <a:pt x="45259" y="19842"/>
                  <a:pt x="39914" y="21784"/>
                </a:cubicBezTo>
                <a:cubicBezTo>
                  <a:pt x="34570" y="23726"/>
                  <a:pt x="29933" y="26625"/>
                  <a:pt x="26002" y="30481"/>
                </a:cubicBezTo>
                <a:cubicBezTo>
                  <a:pt x="22070" y="34337"/>
                  <a:pt x="18969" y="39123"/>
                  <a:pt x="16697" y="44839"/>
                </a:cubicBezTo>
                <a:cubicBezTo>
                  <a:pt x="14427" y="50555"/>
                  <a:pt x="13292" y="57215"/>
                  <a:pt x="13292" y="64818"/>
                </a:cubicBezTo>
                <a:cubicBezTo>
                  <a:pt x="13292" y="72367"/>
                  <a:pt x="14345" y="78917"/>
                  <a:pt x="16451" y="84469"/>
                </a:cubicBezTo>
                <a:cubicBezTo>
                  <a:pt x="18558" y="90021"/>
                  <a:pt x="21552" y="94615"/>
                  <a:pt x="25432" y="98253"/>
                </a:cubicBezTo>
                <a:cubicBezTo>
                  <a:pt x="29313" y="101890"/>
                  <a:pt x="33982" y="104584"/>
                  <a:pt x="39442" y="106334"/>
                </a:cubicBezTo>
                <a:cubicBezTo>
                  <a:pt x="44903" y="108085"/>
                  <a:pt x="50989" y="108960"/>
                  <a:pt x="57698" y="108960"/>
                </a:cubicBezTo>
                <a:cubicBezTo>
                  <a:pt x="59527" y="108960"/>
                  <a:pt x="61467" y="108867"/>
                  <a:pt x="63518" y="108681"/>
                </a:cubicBezTo>
                <a:cubicBezTo>
                  <a:pt x="65569" y="108492"/>
                  <a:pt x="67634" y="108225"/>
                  <a:pt x="69713" y="107878"/>
                </a:cubicBezTo>
                <a:cubicBezTo>
                  <a:pt x="71791" y="107529"/>
                  <a:pt x="73814" y="107128"/>
                  <a:pt x="75782" y="106673"/>
                </a:cubicBezTo>
                <a:cubicBezTo>
                  <a:pt x="77751" y="106217"/>
                  <a:pt x="79512" y="105721"/>
                  <a:pt x="81064" y="105186"/>
                </a:cubicBezTo>
                <a:lnTo>
                  <a:pt x="81064" y="117001"/>
                </a:lnTo>
                <a:cubicBezTo>
                  <a:pt x="77833" y="118259"/>
                  <a:pt x="74082" y="119230"/>
                  <a:pt x="69810" y="119913"/>
                </a:cubicBezTo>
                <a:cubicBezTo>
                  <a:pt x="65540" y="120597"/>
                  <a:pt x="61160" y="120939"/>
                  <a:pt x="56670" y="120939"/>
                </a:cubicBezTo>
                <a:cubicBezTo>
                  <a:pt x="47526" y="120939"/>
                  <a:pt x="39423" y="119666"/>
                  <a:pt x="32360" y="117119"/>
                </a:cubicBezTo>
                <a:cubicBezTo>
                  <a:pt x="25297" y="114572"/>
                  <a:pt x="19370" y="110915"/>
                  <a:pt x="14579" y="106150"/>
                </a:cubicBezTo>
                <a:cubicBezTo>
                  <a:pt x="9788" y="101384"/>
                  <a:pt x="6160" y="95564"/>
                  <a:pt x="3695" y="88689"/>
                </a:cubicBezTo>
                <a:cubicBezTo>
                  <a:pt x="1232" y="81814"/>
                  <a:pt x="0" y="74022"/>
                  <a:pt x="0" y="65313"/>
                </a:cubicBezTo>
                <a:cubicBezTo>
                  <a:pt x="0" y="56768"/>
                  <a:pt x="1299" y="48908"/>
                  <a:pt x="3897" y="41732"/>
                </a:cubicBezTo>
                <a:cubicBezTo>
                  <a:pt x="6495" y="34556"/>
                  <a:pt x="10242" y="28394"/>
                  <a:pt x="15138" y="23245"/>
                </a:cubicBezTo>
                <a:cubicBezTo>
                  <a:pt x="20033" y="18095"/>
                  <a:pt x="25968" y="14082"/>
                  <a:pt x="32942" y="11207"/>
                </a:cubicBezTo>
                <a:cubicBezTo>
                  <a:pt x="39916" y="8330"/>
                  <a:pt x="47752" y="6892"/>
                  <a:pt x="56449" y="6892"/>
                </a:cubicBezTo>
                <a:cubicBezTo>
                  <a:pt x="58747" y="6892"/>
                  <a:pt x="61017" y="6988"/>
                  <a:pt x="63259" y="7179"/>
                </a:cubicBezTo>
                <a:cubicBezTo>
                  <a:pt x="65502" y="7371"/>
                  <a:pt x="67649" y="7644"/>
                  <a:pt x="69700" y="8000"/>
                </a:cubicBezTo>
                <a:cubicBezTo>
                  <a:pt x="71751" y="8355"/>
                  <a:pt x="73652" y="8779"/>
                  <a:pt x="75402" y="9271"/>
                </a:cubicBezTo>
                <a:cubicBezTo>
                  <a:pt x="77153" y="9764"/>
                  <a:pt x="78657" y="10283"/>
                  <a:pt x="79915" y="10830"/>
                </a:cubicBezTo>
                <a:lnTo>
                  <a:pt x="79915" y="22645"/>
                </a:lnTo>
                <a:cubicBezTo>
                  <a:pt x="76592" y="21575"/>
                  <a:pt x="72964" y="20679"/>
                  <a:pt x="69031" y="19956"/>
                </a:cubicBezTo>
                <a:cubicBezTo>
                  <a:pt x="65099" y="19233"/>
                  <a:pt x="61140" y="18871"/>
                  <a:pt x="57154" y="18871"/>
                </a:cubicBezTo>
                <a:close/>
                <a:moveTo>
                  <a:pt x="114972" y="51444"/>
                </a:moveTo>
                <a:lnTo>
                  <a:pt x="115218" y="51444"/>
                </a:lnTo>
                <a:cubicBezTo>
                  <a:pt x="116642" y="49639"/>
                  <a:pt x="118231" y="47957"/>
                  <a:pt x="119984" y="46398"/>
                </a:cubicBezTo>
                <a:cubicBezTo>
                  <a:pt x="121738" y="44839"/>
                  <a:pt x="123683" y="43499"/>
                  <a:pt x="125820" y="42378"/>
                </a:cubicBezTo>
                <a:cubicBezTo>
                  <a:pt x="127957" y="41257"/>
                  <a:pt x="130258" y="40368"/>
                  <a:pt x="132722" y="39711"/>
                </a:cubicBezTo>
                <a:cubicBezTo>
                  <a:pt x="135187" y="39055"/>
                  <a:pt x="137844" y="38727"/>
                  <a:pt x="140694" y="38727"/>
                </a:cubicBezTo>
                <a:cubicBezTo>
                  <a:pt x="143653" y="38727"/>
                  <a:pt x="146611" y="39124"/>
                  <a:pt x="149568" y="39919"/>
                </a:cubicBezTo>
                <a:cubicBezTo>
                  <a:pt x="152527" y="40712"/>
                  <a:pt x="155266" y="42121"/>
                  <a:pt x="157786" y="44147"/>
                </a:cubicBezTo>
                <a:cubicBezTo>
                  <a:pt x="160307" y="46173"/>
                  <a:pt x="162361" y="48993"/>
                  <a:pt x="163949" y="52608"/>
                </a:cubicBezTo>
                <a:cubicBezTo>
                  <a:pt x="165539" y="56222"/>
                  <a:pt x="166334" y="60875"/>
                  <a:pt x="166334" y="66569"/>
                </a:cubicBezTo>
                <a:lnTo>
                  <a:pt x="166334" y="118806"/>
                </a:lnTo>
                <a:lnTo>
                  <a:pt x="153616" y="118806"/>
                </a:lnTo>
                <a:lnTo>
                  <a:pt x="153616" y="68674"/>
                </a:lnTo>
                <a:cubicBezTo>
                  <a:pt x="153616" y="62384"/>
                  <a:pt x="152424" y="57653"/>
                  <a:pt x="150040" y="54480"/>
                </a:cubicBezTo>
                <a:cubicBezTo>
                  <a:pt x="147655" y="51307"/>
                  <a:pt x="143749" y="49721"/>
                  <a:pt x="138322" y="49721"/>
                </a:cubicBezTo>
                <a:cubicBezTo>
                  <a:pt x="133828" y="49721"/>
                  <a:pt x="129553" y="50938"/>
                  <a:pt x="125497" y="53372"/>
                </a:cubicBezTo>
                <a:cubicBezTo>
                  <a:pt x="121441" y="55806"/>
                  <a:pt x="117932" y="59157"/>
                  <a:pt x="114972" y="63423"/>
                </a:cubicBezTo>
                <a:lnTo>
                  <a:pt x="114972" y="118806"/>
                </a:lnTo>
                <a:lnTo>
                  <a:pt x="102254" y="118806"/>
                </a:lnTo>
                <a:lnTo>
                  <a:pt x="102254" y="0"/>
                </a:lnTo>
                <a:lnTo>
                  <a:pt x="114972" y="0"/>
                </a:lnTo>
                <a:lnTo>
                  <a:pt x="114972" y="51444"/>
                </a:lnTo>
                <a:close/>
                <a:moveTo>
                  <a:pt x="221207" y="49721"/>
                </a:moveTo>
                <a:cubicBezTo>
                  <a:pt x="218270" y="49721"/>
                  <a:pt x="215542" y="50296"/>
                  <a:pt x="213022" y="51444"/>
                </a:cubicBezTo>
                <a:cubicBezTo>
                  <a:pt x="210503" y="52593"/>
                  <a:pt x="208301" y="54152"/>
                  <a:pt x="206417" y="56121"/>
                </a:cubicBezTo>
                <a:cubicBezTo>
                  <a:pt x="204535" y="58090"/>
                  <a:pt x="203012" y="60401"/>
                  <a:pt x="201848" y="63054"/>
                </a:cubicBezTo>
                <a:cubicBezTo>
                  <a:pt x="200686" y="65707"/>
                  <a:pt x="199966" y="68538"/>
                  <a:pt x="199689" y="71546"/>
                </a:cubicBezTo>
                <a:lnTo>
                  <a:pt x="239565" y="71546"/>
                </a:lnTo>
                <a:cubicBezTo>
                  <a:pt x="239565" y="68483"/>
                  <a:pt x="239163" y="65625"/>
                  <a:pt x="238360" y="62972"/>
                </a:cubicBezTo>
                <a:cubicBezTo>
                  <a:pt x="237556" y="60319"/>
                  <a:pt x="236379" y="58008"/>
                  <a:pt x="234829" y="56039"/>
                </a:cubicBezTo>
                <a:cubicBezTo>
                  <a:pt x="233279" y="54070"/>
                  <a:pt x="231368" y="52525"/>
                  <a:pt x="229096" y="51403"/>
                </a:cubicBezTo>
                <a:cubicBezTo>
                  <a:pt x="226826" y="50282"/>
                  <a:pt x="224196" y="49721"/>
                  <a:pt x="221207" y="49721"/>
                </a:cubicBezTo>
                <a:moveTo>
                  <a:pt x="227914" y="109780"/>
                </a:moveTo>
                <a:cubicBezTo>
                  <a:pt x="232126" y="109780"/>
                  <a:pt x="235968" y="109439"/>
                  <a:pt x="239442" y="108755"/>
                </a:cubicBezTo>
                <a:cubicBezTo>
                  <a:pt x="242915" y="108071"/>
                  <a:pt x="246375" y="107100"/>
                  <a:pt x="249821" y="105842"/>
                </a:cubicBezTo>
                <a:lnTo>
                  <a:pt x="249821" y="116485"/>
                </a:lnTo>
                <a:cubicBezTo>
                  <a:pt x="247031" y="117860"/>
                  <a:pt x="243585" y="118945"/>
                  <a:pt x="239483" y="119742"/>
                </a:cubicBezTo>
                <a:cubicBezTo>
                  <a:pt x="235380" y="120540"/>
                  <a:pt x="230977" y="120939"/>
                  <a:pt x="226273" y="120939"/>
                </a:cubicBezTo>
                <a:cubicBezTo>
                  <a:pt x="220694" y="120939"/>
                  <a:pt x="215456" y="120227"/>
                  <a:pt x="210561" y="118803"/>
                </a:cubicBezTo>
                <a:cubicBezTo>
                  <a:pt x="205665" y="117378"/>
                  <a:pt x="201428" y="115075"/>
                  <a:pt x="197848" y="111896"/>
                </a:cubicBezTo>
                <a:cubicBezTo>
                  <a:pt x="194269" y="108716"/>
                  <a:pt x="191466" y="104564"/>
                  <a:pt x="189438" y="99440"/>
                </a:cubicBezTo>
                <a:cubicBezTo>
                  <a:pt x="187411" y="94315"/>
                  <a:pt x="186398" y="88136"/>
                  <a:pt x="186398" y="80902"/>
                </a:cubicBezTo>
                <a:cubicBezTo>
                  <a:pt x="186398" y="73778"/>
                  <a:pt x="187380" y="67598"/>
                  <a:pt x="189344" y="62364"/>
                </a:cubicBezTo>
                <a:cubicBezTo>
                  <a:pt x="191308" y="57129"/>
                  <a:pt x="193926" y="52757"/>
                  <a:pt x="197200" y="49249"/>
                </a:cubicBezTo>
                <a:cubicBezTo>
                  <a:pt x="200475" y="45742"/>
                  <a:pt x="204241" y="43111"/>
                  <a:pt x="208497" y="41357"/>
                </a:cubicBezTo>
                <a:cubicBezTo>
                  <a:pt x="212753" y="39604"/>
                  <a:pt x="217200" y="38727"/>
                  <a:pt x="221837" y="38727"/>
                </a:cubicBezTo>
                <a:cubicBezTo>
                  <a:pt x="226203" y="38727"/>
                  <a:pt x="230281" y="39454"/>
                  <a:pt x="234073" y="40909"/>
                </a:cubicBezTo>
                <a:cubicBezTo>
                  <a:pt x="237866" y="42363"/>
                  <a:pt x="241154" y="44656"/>
                  <a:pt x="243936" y="47785"/>
                </a:cubicBezTo>
                <a:cubicBezTo>
                  <a:pt x="246719" y="50915"/>
                  <a:pt x="248915" y="54951"/>
                  <a:pt x="250523" y="59893"/>
                </a:cubicBezTo>
                <a:cubicBezTo>
                  <a:pt x="252134" y="64834"/>
                  <a:pt x="252939" y="70764"/>
                  <a:pt x="252939" y="77682"/>
                </a:cubicBezTo>
                <a:cubicBezTo>
                  <a:pt x="252939" y="78340"/>
                  <a:pt x="252939" y="78902"/>
                  <a:pt x="252939" y="79369"/>
                </a:cubicBezTo>
                <a:cubicBezTo>
                  <a:pt x="252939" y="79835"/>
                  <a:pt x="252911" y="80893"/>
                  <a:pt x="252857" y="82540"/>
                </a:cubicBezTo>
                <a:lnTo>
                  <a:pt x="199033" y="82540"/>
                </a:lnTo>
                <a:cubicBezTo>
                  <a:pt x="199033" y="87503"/>
                  <a:pt x="199785" y="91715"/>
                  <a:pt x="201289" y="95178"/>
                </a:cubicBezTo>
                <a:cubicBezTo>
                  <a:pt x="202794" y="98642"/>
                  <a:pt x="204845" y="101450"/>
                  <a:pt x="207443" y="103604"/>
                </a:cubicBezTo>
                <a:cubicBezTo>
                  <a:pt x="210041" y="105758"/>
                  <a:pt x="213091" y="107326"/>
                  <a:pt x="216591" y="108309"/>
                </a:cubicBezTo>
                <a:cubicBezTo>
                  <a:pt x="220092" y="109290"/>
                  <a:pt x="223866" y="109780"/>
                  <a:pt x="227914" y="109780"/>
                </a:cubicBezTo>
                <a:close/>
                <a:moveTo>
                  <a:pt x="319304" y="110191"/>
                </a:moveTo>
                <a:lnTo>
                  <a:pt x="318976" y="110191"/>
                </a:lnTo>
                <a:cubicBezTo>
                  <a:pt x="317938" y="111503"/>
                  <a:pt x="316627" y="112803"/>
                  <a:pt x="315042" y="114088"/>
                </a:cubicBezTo>
                <a:cubicBezTo>
                  <a:pt x="313459" y="115373"/>
                  <a:pt x="311630" y="116524"/>
                  <a:pt x="309553" y="117539"/>
                </a:cubicBezTo>
                <a:cubicBezTo>
                  <a:pt x="307478" y="118555"/>
                  <a:pt x="305211" y="119375"/>
                  <a:pt x="302753" y="120001"/>
                </a:cubicBezTo>
                <a:cubicBezTo>
                  <a:pt x="300295" y="120626"/>
                  <a:pt x="297673" y="120939"/>
                  <a:pt x="294887" y="120939"/>
                </a:cubicBezTo>
                <a:cubicBezTo>
                  <a:pt x="291118" y="120939"/>
                  <a:pt x="287662" y="120378"/>
                  <a:pt x="284520" y="119254"/>
                </a:cubicBezTo>
                <a:cubicBezTo>
                  <a:pt x="281380" y="118131"/>
                  <a:pt x="278676" y="116488"/>
                  <a:pt x="276408" y="114324"/>
                </a:cubicBezTo>
                <a:cubicBezTo>
                  <a:pt x="274141" y="112160"/>
                  <a:pt x="272380" y="109516"/>
                  <a:pt x="271123" y="106393"/>
                </a:cubicBezTo>
                <a:cubicBezTo>
                  <a:pt x="269867" y="103270"/>
                  <a:pt x="269239" y="99736"/>
                  <a:pt x="269239" y="95791"/>
                </a:cubicBezTo>
                <a:cubicBezTo>
                  <a:pt x="269239" y="91901"/>
                  <a:pt x="269935" y="88421"/>
                  <a:pt x="271326" y="85353"/>
                </a:cubicBezTo>
                <a:cubicBezTo>
                  <a:pt x="272719" y="82285"/>
                  <a:pt x="274671" y="79682"/>
                  <a:pt x="277182" y="77546"/>
                </a:cubicBezTo>
                <a:cubicBezTo>
                  <a:pt x="279695" y="75409"/>
                  <a:pt x="282713" y="73766"/>
                  <a:pt x="286236" y="72615"/>
                </a:cubicBezTo>
                <a:cubicBezTo>
                  <a:pt x="289759" y="71465"/>
                  <a:pt x="293649" y="70890"/>
                  <a:pt x="297907" y="70890"/>
                </a:cubicBezTo>
                <a:cubicBezTo>
                  <a:pt x="301948" y="70944"/>
                  <a:pt x="305689" y="71300"/>
                  <a:pt x="309130" y="71956"/>
                </a:cubicBezTo>
                <a:cubicBezTo>
                  <a:pt x="312571" y="72613"/>
                  <a:pt x="315629" y="73433"/>
                  <a:pt x="318304" y="74418"/>
                </a:cubicBezTo>
                <a:lnTo>
                  <a:pt x="318632" y="74418"/>
                </a:lnTo>
                <a:lnTo>
                  <a:pt x="318632" y="69003"/>
                </a:lnTo>
                <a:cubicBezTo>
                  <a:pt x="318632" y="66869"/>
                  <a:pt x="318495" y="64982"/>
                  <a:pt x="318222" y="63341"/>
                </a:cubicBezTo>
                <a:cubicBezTo>
                  <a:pt x="317948" y="61700"/>
                  <a:pt x="317483" y="60251"/>
                  <a:pt x="316827" y="58993"/>
                </a:cubicBezTo>
                <a:cubicBezTo>
                  <a:pt x="315405" y="56367"/>
                  <a:pt x="313135" y="54193"/>
                  <a:pt x="310017" y="52470"/>
                </a:cubicBezTo>
                <a:cubicBezTo>
                  <a:pt x="306899" y="50747"/>
                  <a:pt x="302687" y="49885"/>
                  <a:pt x="297381" y="49885"/>
                </a:cubicBezTo>
                <a:cubicBezTo>
                  <a:pt x="293443" y="49885"/>
                  <a:pt x="289737" y="50248"/>
                  <a:pt x="286264" y="50972"/>
                </a:cubicBezTo>
                <a:cubicBezTo>
                  <a:pt x="282791" y="51695"/>
                  <a:pt x="279331" y="52701"/>
                  <a:pt x="275885" y="53988"/>
                </a:cubicBezTo>
                <a:lnTo>
                  <a:pt x="275885" y="43321"/>
                </a:lnTo>
                <a:cubicBezTo>
                  <a:pt x="277198" y="42665"/>
                  <a:pt x="278743" y="42050"/>
                  <a:pt x="280521" y="41475"/>
                </a:cubicBezTo>
                <a:cubicBezTo>
                  <a:pt x="282298" y="40901"/>
                  <a:pt x="284172" y="40409"/>
                  <a:pt x="286141" y="39998"/>
                </a:cubicBezTo>
                <a:cubicBezTo>
                  <a:pt x="288110" y="39588"/>
                  <a:pt x="290189" y="39274"/>
                  <a:pt x="292377" y="39055"/>
                </a:cubicBezTo>
                <a:cubicBezTo>
                  <a:pt x="294564" y="38836"/>
                  <a:pt x="296752" y="38727"/>
                  <a:pt x="298940" y="38727"/>
                </a:cubicBezTo>
                <a:cubicBezTo>
                  <a:pt x="306817" y="38727"/>
                  <a:pt x="313258" y="40123"/>
                  <a:pt x="318263" y="42916"/>
                </a:cubicBezTo>
                <a:cubicBezTo>
                  <a:pt x="323268" y="45708"/>
                  <a:pt x="326864" y="49403"/>
                  <a:pt x="329052" y="54003"/>
                </a:cubicBezTo>
                <a:cubicBezTo>
                  <a:pt x="329873" y="55755"/>
                  <a:pt x="330461" y="57686"/>
                  <a:pt x="330816" y="59795"/>
                </a:cubicBezTo>
                <a:cubicBezTo>
                  <a:pt x="331172" y="61903"/>
                  <a:pt x="331349" y="64216"/>
                  <a:pt x="331349" y="66733"/>
                </a:cubicBezTo>
                <a:lnTo>
                  <a:pt x="331349" y="118806"/>
                </a:lnTo>
                <a:lnTo>
                  <a:pt x="320696" y="118806"/>
                </a:lnTo>
                <a:lnTo>
                  <a:pt x="319304" y="110191"/>
                </a:lnTo>
                <a:moveTo>
                  <a:pt x="318632" y="84599"/>
                </a:moveTo>
                <a:cubicBezTo>
                  <a:pt x="316295" y="83941"/>
                  <a:pt x="313524" y="83311"/>
                  <a:pt x="310319" y="82707"/>
                </a:cubicBezTo>
                <a:cubicBezTo>
                  <a:pt x="307114" y="82104"/>
                  <a:pt x="303583" y="81775"/>
                  <a:pt x="299725" y="81720"/>
                </a:cubicBezTo>
                <a:cubicBezTo>
                  <a:pt x="294347" y="81720"/>
                  <a:pt x="290137" y="82872"/>
                  <a:pt x="287095" y="85176"/>
                </a:cubicBezTo>
                <a:cubicBezTo>
                  <a:pt x="284052" y="87480"/>
                  <a:pt x="282531" y="91019"/>
                  <a:pt x="282531" y="95791"/>
                </a:cubicBezTo>
                <a:cubicBezTo>
                  <a:pt x="282531" y="98205"/>
                  <a:pt x="282911" y="100317"/>
                  <a:pt x="283672" y="102127"/>
                </a:cubicBezTo>
                <a:cubicBezTo>
                  <a:pt x="284432" y="103937"/>
                  <a:pt x="285478" y="105432"/>
                  <a:pt x="286808" y="106611"/>
                </a:cubicBezTo>
                <a:cubicBezTo>
                  <a:pt x="288139" y="107791"/>
                  <a:pt x="289715" y="108669"/>
                  <a:pt x="291536" y="109245"/>
                </a:cubicBezTo>
                <a:cubicBezTo>
                  <a:pt x="293356" y="109821"/>
                  <a:pt x="295299" y="110109"/>
                  <a:pt x="297364" y="110109"/>
                </a:cubicBezTo>
                <a:cubicBezTo>
                  <a:pt x="300080" y="110109"/>
                  <a:pt x="302605" y="109711"/>
                  <a:pt x="304940" y="108916"/>
                </a:cubicBezTo>
                <a:cubicBezTo>
                  <a:pt x="307277" y="108120"/>
                  <a:pt x="309355" y="107174"/>
                  <a:pt x="311176" y="106078"/>
                </a:cubicBezTo>
                <a:cubicBezTo>
                  <a:pt x="312996" y="104981"/>
                  <a:pt x="314544" y="103883"/>
                  <a:pt x="315819" y="102786"/>
                </a:cubicBezTo>
                <a:cubicBezTo>
                  <a:pt x="317096" y="101688"/>
                  <a:pt x="318034" y="100838"/>
                  <a:pt x="318632" y="100235"/>
                </a:cubicBezTo>
                <a:lnTo>
                  <a:pt x="318632" y="84599"/>
                </a:lnTo>
                <a:close/>
                <a:moveTo>
                  <a:pt x="397617" y="119039"/>
                </a:moveTo>
                <a:cubicBezTo>
                  <a:pt x="396523" y="119478"/>
                  <a:pt x="394854" y="119891"/>
                  <a:pt x="392612" y="120278"/>
                </a:cubicBezTo>
                <a:cubicBezTo>
                  <a:pt x="390369" y="120664"/>
                  <a:pt x="387689" y="120884"/>
                  <a:pt x="384571" y="120939"/>
                </a:cubicBezTo>
                <a:cubicBezTo>
                  <a:pt x="380469" y="120939"/>
                  <a:pt x="376913" y="120433"/>
                  <a:pt x="373905" y="119421"/>
                </a:cubicBezTo>
                <a:cubicBezTo>
                  <a:pt x="370896" y="118409"/>
                  <a:pt x="368394" y="116960"/>
                  <a:pt x="366397" y="115073"/>
                </a:cubicBezTo>
                <a:cubicBezTo>
                  <a:pt x="364401" y="113185"/>
                  <a:pt x="362910" y="110902"/>
                  <a:pt x="361926" y="108222"/>
                </a:cubicBezTo>
                <a:cubicBezTo>
                  <a:pt x="360941" y="105541"/>
                  <a:pt x="360449" y="102560"/>
                  <a:pt x="360449" y="99278"/>
                </a:cubicBezTo>
                <a:lnTo>
                  <a:pt x="360449" y="51854"/>
                </a:lnTo>
                <a:lnTo>
                  <a:pt x="345434" y="51854"/>
                </a:lnTo>
                <a:lnTo>
                  <a:pt x="345434" y="40860"/>
                </a:lnTo>
                <a:lnTo>
                  <a:pt x="360449" y="40860"/>
                </a:lnTo>
                <a:lnTo>
                  <a:pt x="360449" y="19527"/>
                </a:lnTo>
                <a:lnTo>
                  <a:pt x="373166" y="19527"/>
                </a:lnTo>
                <a:lnTo>
                  <a:pt x="373166" y="40860"/>
                </a:lnTo>
                <a:lnTo>
                  <a:pt x="396468" y="40860"/>
                </a:lnTo>
                <a:lnTo>
                  <a:pt x="396468" y="51854"/>
                </a:lnTo>
                <a:lnTo>
                  <a:pt x="373166" y="51854"/>
                </a:lnTo>
                <a:lnTo>
                  <a:pt x="373166" y="97245"/>
                </a:lnTo>
                <a:cubicBezTo>
                  <a:pt x="373166" y="99047"/>
                  <a:pt x="373426" y="100712"/>
                  <a:pt x="373946" y="102242"/>
                </a:cubicBezTo>
                <a:cubicBezTo>
                  <a:pt x="374465" y="103772"/>
                  <a:pt x="375286" y="105097"/>
                  <a:pt x="376407" y="106217"/>
                </a:cubicBezTo>
                <a:cubicBezTo>
                  <a:pt x="377529" y="107336"/>
                  <a:pt x="378964" y="108210"/>
                  <a:pt x="380715" y="108839"/>
                </a:cubicBezTo>
                <a:cubicBezTo>
                  <a:pt x="382465" y="109467"/>
                  <a:pt x="384571" y="109780"/>
                  <a:pt x="387033" y="109780"/>
                </a:cubicBezTo>
                <a:cubicBezTo>
                  <a:pt x="388728" y="109780"/>
                  <a:pt x="390520" y="109644"/>
                  <a:pt x="392407" y="109370"/>
                </a:cubicBezTo>
                <a:cubicBezTo>
                  <a:pt x="394294" y="109097"/>
                  <a:pt x="396030" y="108741"/>
                  <a:pt x="397617" y="108304"/>
                </a:cubicBezTo>
                <a:lnTo>
                  <a:pt x="397617" y="119039"/>
                </a:lnTo>
                <a:close/>
                <a:moveTo>
                  <a:pt x="415639" y="118806"/>
                </a:moveTo>
                <a:lnTo>
                  <a:pt x="415639" y="40860"/>
                </a:lnTo>
                <a:lnTo>
                  <a:pt x="428357" y="40860"/>
                </a:lnTo>
                <a:lnTo>
                  <a:pt x="428357" y="118806"/>
                </a:lnTo>
                <a:lnTo>
                  <a:pt x="415639" y="118806"/>
                </a:lnTo>
                <a:moveTo>
                  <a:pt x="415311" y="22645"/>
                </a:moveTo>
                <a:lnTo>
                  <a:pt x="415311" y="8369"/>
                </a:lnTo>
                <a:lnTo>
                  <a:pt x="428029" y="8369"/>
                </a:lnTo>
                <a:lnTo>
                  <a:pt x="428029" y="22645"/>
                </a:lnTo>
                <a:lnTo>
                  <a:pt x="415311" y="22645"/>
                </a:lnTo>
                <a:close/>
                <a:moveTo>
                  <a:pt x="466110" y="51690"/>
                </a:moveTo>
                <a:lnTo>
                  <a:pt x="466356" y="51690"/>
                </a:lnTo>
                <a:cubicBezTo>
                  <a:pt x="467778" y="49873"/>
                  <a:pt x="469351" y="48181"/>
                  <a:pt x="471074" y="46614"/>
                </a:cubicBezTo>
                <a:cubicBezTo>
                  <a:pt x="472797" y="45044"/>
                  <a:pt x="474725" y="43668"/>
                  <a:pt x="476858" y="42486"/>
                </a:cubicBezTo>
                <a:cubicBezTo>
                  <a:pt x="478992" y="41301"/>
                  <a:pt x="481330" y="40379"/>
                  <a:pt x="483873" y="39719"/>
                </a:cubicBezTo>
                <a:cubicBezTo>
                  <a:pt x="486417" y="39058"/>
                  <a:pt x="489193" y="38727"/>
                  <a:pt x="492201" y="38727"/>
                </a:cubicBezTo>
                <a:cubicBezTo>
                  <a:pt x="495757" y="38727"/>
                  <a:pt x="499093" y="39220"/>
                  <a:pt x="502211" y="40206"/>
                </a:cubicBezTo>
                <a:cubicBezTo>
                  <a:pt x="505329" y="41191"/>
                  <a:pt x="508037" y="42779"/>
                  <a:pt x="510334" y="44970"/>
                </a:cubicBezTo>
                <a:cubicBezTo>
                  <a:pt x="512631" y="47160"/>
                  <a:pt x="514450" y="50020"/>
                  <a:pt x="515790" y="53552"/>
                </a:cubicBezTo>
                <a:cubicBezTo>
                  <a:pt x="517130" y="57083"/>
                  <a:pt x="517800" y="61422"/>
                  <a:pt x="517800" y="66569"/>
                </a:cubicBezTo>
                <a:lnTo>
                  <a:pt x="517800" y="118806"/>
                </a:lnTo>
                <a:lnTo>
                  <a:pt x="505083" y="118806"/>
                </a:lnTo>
                <a:lnTo>
                  <a:pt x="505083" y="68674"/>
                </a:lnTo>
                <a:cubicBezTo>
                  <a:pt x="505083" y="61946"/>
                  <a:pt x="503784" y="57106"/>
                  <a:pt x="501186" y="54152"/>
                </a:cubicBezTo>
                <a:cubicBezTo>
                  <a:pt x="498587" y="51198"/>
                  <a:pt x="494799" y="49721"/>
                  <a:pt x="489822" y="49721"/>
                </a:cubicBezTo>
                <a:cubicBezTo>
                  <a:pt x="485446" y="49721"/>
                  <a:pt x="481207" y="50938"/>
                  <a:pt x="477104" y="53372"/>
                </a:cubicBezTo>
                <a:cubicBezTo>
                  <a:pt x="473002" y="55806"/>
                  <a:pt x="469474" y="59157"/>
                  <a:pt x="466520" y="63423"/>
                </a:cubicBezTo>
                <a:lnTo>
                  <a:pt x="466520" y="118806"/>
                </a:lnTo>
                <a:lnTo>
                  <a:pt x="453803" y="118806"/>
                </a:lnTo>
                <a:lnTo>
                  <a:pt x="453803" y="40860"/>
                </a:lnTo>
                <a:lnTo>
                  <a:pt x="463648" y="40860"/>
                </a:lnTo>
                <a:lnTo>
                  <a:pt x="466110" y="51690"/>
                </a:lnTo>
                <a:close/>
                <a:moveTo>
                  <a:pt x="551218" y="80366"/>
                </a:moveTo>
                <a:cubicBezTo>
                  <a:pt x="551218" y="86501"/>
                  <a:pt x="551955" y="91513"/>
                  <a:pt x="553428" y="95402"/>
                </a:cubicBezTo>
                <a:cubicBezTo>
                  <a:pt x="554904" y="99290"/>
                  <a:pt x="556774" y="102317"/>
                  <a:pt x="559038" y="104481"/>
                </a:cubicBezTo>
                <a:cubicBezTo>
                  <a:pt x="561305" y="106645"/>
                  <a:pt x="563776" y="108124"/>
                  <a:pt x="566451" y="108919"/>
                </a:cubicBezTo>
                <a:cubicBezTo>
                  <a:pt x="569126" y="109712"/>
                  <a:pt x="571664" y="110109"/>
                  <a:pt x="574066" y="110109"/>
                </a:cubicBezTo>
                <a:cubicBezTo>
                  <a:pt x="577998" y="110109"/>
                  <a:pt x="581683" y="109314"/>
                  <a:pt x="585122" y="107724"/>
                </a:cubicBezTo>
                <a:cubicBezTo>
                  <a:pt x="588561" y="106134"/>
                  <a:pt x="591591" y="103969"/>
                  <a:pt x="594211" y="101227"/>
                </a:cubicBezTo>
                <a:lnTo>
                  <a:pt x="594211" y="60408"/>
                </a:lnTo>
                <a:cubicBezTo>
                  <a:pt x="593502" y="59422"/>
                  <a:pt x="592519" y="58299"/>
                  <a:pt x="591263" y="57039"/>
                </a:cubicBezTo>
                <a:cubicBezTo>
                  <a:pt x="590008" y="55777"/>
                  <a:pt x="588548" y="54612"/>
                  <a:pt x="586881" y="53544"/>
                </a:cubicBezTo>
                <a:cubicBezTo>
                  <a:pt x="585216" y="52476"/>
                  <a:pt x="583319" y="51572"/>
                  <a:pt x="581189" y="50831"/>
                </a:cubicBezTo>
                <a:cubicBezTo>
                  <a:pt x="579061" y="50091"/>
                  <a:pt x="576741" y="49721"/>
                  <a:pt x="574230" y="49721"/>
                </a:cubicBezTo>
                <a:cubicBezTo>
                  <a:pt x="570463" y="49721"/>
                  <a:pt x="567146" y="50474"/>
                  <a:pt x="564279" y="51980"/>
                </a:cubicBezTo>
                <a:cubicBezTo>
                  <a:pt x="561413" y="53486"/>
                  <a:pt x="559010" y="55582"/>
                  <a:pt x="557072" y="58267"/>
                </a:cubicBezTo>
                <a:cubicBezTo>
                  <a:pt x="555135" y="60951"/>
                  <a:pt x="553675" y="64169"/>
                  <a:pt x="552692" y="67921"/>
                </a:cubicBezTo>
                <a:cubicBezTo>
                  <a:pt x="551710" y="71673"/>
                  <a:pt x="551218" y="75821"/>
                  <a:pt x="551218" y="80366"/>
                </a:cubicBezTo>
                <a:moveTo>
                  <a:pt x="572592" y="38727"/>
                </a:moveTo>
                <a:cubicBezTo>
                  <a:pt x="575980" y="38781"/>
                  <a:pt x="578930" y="39222"/>
                  <a:pt x="581443" y="40050"/>
                </a:cubicBezTo>
                <a:cubicBezTo>
                  <a:pt x="583955" y="40877"/>
                  <a:pt x="586113" y="41912"/>
                  <a:pt x="587917" y="43155"/>
                </a:cubicBezTo>
                <a:cubicBezTo>
                  <a:pt x="589720" y="44396"/>
                  <a:pt x="591154" y="45623"/>
                  <a:pt x="592219" y="46837"/>
                </a:cubicBezTo>
                <a:cubicBezTo>
                  <a:pt x="593284" y="48049"/>
                  <a:pt x="594008" y="49014"/>
                  <a:pt x="594391" y="49731"/>
                </a:cubicBezTo>
                <a:lnTo>
                  <a:pt x="594719" y="49731"/>
                </a:lnTo>
                <a:lnTo>
                  <a:pt x="597340" y="40860"/>
                </a:lnTo>
                <a:lnTo>
                  <a:pt x="606929" y="40860"/>
                </a:lnTo>
                <a:lnTo>
                  <a:pt x="606929" y="123400"/>
                </a:lnTo>
                <a:cubicBezTo>
                  <a:pt x="606929" y="129417"/>
                  <a:pt x="605945" y="134655"/>
                  <a:pt x="603978" y="139113"/>
                </a:cubicBezTo>
                <a:cubicBezTo>
                  <a:pt x="602012" y="143571"/>
                  <a:pt x="599254" y="147277"/>
                  <a:pt x="595704" y="150230"/>
                </a:cubicBezTo>
                <a:cubicBezTo>
                  <a:pt x="592153" y="153184"/>
                  <a:pt x="587879" y="155386"/>
                  <a:pt x="582881" y="156835"/>
                </a:cubicBezTo>
                <a:cubicBezTo>
                  <a:pt x="577883" y="158285"/>
                  <a:pt x="572352" y="159009"/>
                  <a:pt x="566289" y="159009"/>
                </a:cubicBezTo>
                <a:cubicBezTo>
                  <a:pt x="561155" y="159009"/>
                  <a:pt x="556566" y="158556"/>
                  <a:pt x="552523" y="157648"/>
                </a:cubicBezTo>
                <a:cubicBezTo>
                  <a:pt x="548481" y="156740"/>
                  <a:pt x="545311" y="155654"/>
                  <a:pt x="543013" y="154389"/>
                </a:cubicBezTo>
                <a:lnTo>
                  <a:pt x="543013" y="143584"/>
                </a:lnTo>
                <a:cubicBezTo>
                  <a:pt x="544873" y="144350"/>
                  <a:pt x="546676" y="144993"/>
                  <a:pt x="548423" y="145512"/>
                </a:cubicBezTo>
                <a:cubicBezTo>
                  <a:pt x="550172" y="146032"/>
                  <a:pt x="551975" y="146470"/>
                  <a:pt x="553831" y="146825"/>
                </a:cubicBezTo>
                <a:cubicBezTo>
                  <a:pt x="555687" y="147181"/>
                  <a:pt x="557585" y="147441"/>
                  <a:pt x="559523" y="147605"/>
                </a:cubicBezTo>
                <a:cubicBezTo>
                  <a:pt x="561461" y="147769"/>
                  <a:pt x="563605" y="147851"/>
                  <a:pt x="565954" y="147851"/>
                </a:cubicBezTo>
                <a:cubicBezTo>
                  <a:pt x="575073" y="147851"/>
                  <a:pt x="582062" y="145726"/>
                  <a:pt x="586922" y="141477"/>
                </a:cubicBezTo>
                <a:cubicBezTo>
                  <a:pt x="591782" y="137229"/>
                  <a:pt x="594211" y="130748"/>
                  <a:pt x="594211" y="122034"/>
                </a:cubicBezTo>
                <a:lnTo>
                  <a:pt x="594211" y="111657"/>
                </a:lnTo>
                <a:lnTo>
                  <a:pt x="593965" y="111657"/>
                </a:lnTo>
                <a:cubicBezTo>
                  <a:pt x="591181" y="114724"/>
                  <a:pt x="587945" y="117037"/>
                  <a:pt x="584258" y="118598"/>
                </a:cubicBezTo>
                <a:cubicBezTo>
                  <a:pt x="580571" y="120159"/>
                  <a:pt x="576351" y="120939"/>
                  <a:pt x="571599" y="120939"/>
                </a:cubicBezTo>
                <a:cubicBezTo>
                  <a:pt x="569415" y="120939"/>
                  <a:pt x="567066" y="120692"/>
                  <a:pt x="564554" y="120198"/>
                </a:cubicBezTo>
                <a:cubicBezTo>
                  <a:pt x="562041" y="119706"/>
                  <a:pt x="559528" y="118871"/>
                  <a:pt x="557015" y="117693"/>
                </a:cubicBezTo>
                <a:cubicBezTo>
                  <a:pt x="554503" y="116514"/>
                  <a:pt x="552099" y="114951"/>
                  <a:pt x="549805" y="113006"/>
                </a:cubicBezTo>
                <a:cubicBezTo>
                  <a:pt x="547511" y="111061"/>
                  <a:pt x="545490" y="108622"/>
                  <a:pt x="543742" y="105691"/>
                </a:cubicBezTo>
                <a:cubicBezTo>
                  <a:pt x="541995" y="102758"/>
                  <a:pt x="540589" y="99290"/>
                  <a:pt x="539524" y="95289"/>
                </a:cubicBezTo>
                <a:cubicBezTo>
                  <a:pt x="538459" y="91287"/>
                  <a:pt x="537926" y="86656"/>
                  <a:pt x="537926" y="81394"/>
                </a:cubicBezTo>
                <a:cubicBezTo>
                  <a:pt x="537926" y="74106"/>
                  <a:pt x="538909" y="67790"/>
                  <a:pt x="540875" y="62446"/>
                </a:cubicBezTo>
                <a:cubicBezTo>
                  <a:pt x="542842" y="57101"/>
                  <a:pt x="545438" y="52675"/>
                  <a:pt x="548662" y="49167"/>
                </a:cubicBezTo>
                <a:cubicBezTo>
                  <a:pt x="551886" y="45660"/>
                  <a:pt x="555574" y="43043"/>
                  <a:pt x="559726" y="41316"/>
                </a:cubicBezTo>
                <a:cubicBezTo>
                  <a:pt x="563878" y="39590"/>
                  <a:pt x="568166" y="38727"/>
                  <a:pt x="572592" y="38727"/>
                </a:cubicBezTo>
                <a:close/>
              </a:path>
            </a:pathLst>
          </a:custGeom>
          <a:solidFill xmlns:a="http://schemas.openxmlformats.org/drawingml/2006/main">
            <a:srgbClr val="C2530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1" name="Text Betrayal">
            <a:extLst xmlns:a="http://schemas.openxmlformats.org/drawingml/2006/main">
              <a:ext uri="{FF2B5EF4-FFF2-40B4-BE49-F238E27FC236}">
                <a16:creationId xmlns:a16="http://schemas.microsoft.com/office/drawing/2014/main" id="{4F1B85B0-C55C-4EB5-8163-412E8AFC1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8173" y="2828729"/>
            <a:ext cx="555993" cy="157040"/>
          </a:xfrm>
          <a:custGeom xmlns:a="http://schemas.openxmlformats.org/drawingml/2006/main">
            <a:pathLst>
              <a:path w="555993" h="157040">
                <a:moveTo>
                  <a:pt x="53413" y="61985"/>
                </a:moveTo>
                <a:cubicBezTo>
                  <a:pt x="56805" y="62477"/>
                  <a:pt x="59854" y="63381"/>
                  <a:pt x="62562" y="64695"/>
                </a:cubicBezTo>
                <a:cubicBezTo>
                  <a:pt x="65269" y="66008"/>
                  <a:pt x="67589" y="67691"/>
                  <a:pt x="69520" y="69744"/>
                </a:cubicBezTo>
                <a:cubicBezTo>
                  <a:pt x="71454" y="71796"/>
                  <a:pt x="72931" y="74233"/>
                  <a:pt x="73951" y="77054"/>
                </a:cubicBezTo>
                <a:cubicBezTo>
                  <a:pt x="74973" y="79872"/>
                  <a:pt x="75484" y="83087"/>
                  <a:pt x="75484" y="86699"/>
                </a:cubicBezTo>
                <a:cubicBezTo>
                  <a:pt x="75484" y="89274"/>
                  <a:pt x="75106" y="91970"/>
                  <a:pt x="74348" y="94789"/>
                </a:cubicBezTo>
                <a:cubicBezTo>
                  <a:pt x="73591" y="97607"/>
                  <a:pt x="72333" y="100344"/>
                  <a:pt x="70574" y="102999"/>
                </a:cubicBezTo>
                <a:cubicBezTo>
                  <a:pt x="68815" y="105653"/>
                  <a:pt x="66515" y="108103"/>
                  <a:pt x="63675" y="110347"/>
                </a:cubicBezTo>
                <a:cubicBezTo>
                  <a:pt x="60834" y="112591"/>
                  <a:pt x="57303" y="114426"/>
                  <a:pt x="53083" y="115849"/>
                </a:cubicBezTo>
                <a:cubicBezTo>
                  <a:pt x="49837" y="116945"/>
                  <a:pt x="46238" y="117712"/>
                  <a:pt x="42288" y="118149"/>
                </a:cubicBezTo>
                <a:cubicBezTo>
                  <a:pt x="38338" y="118587"/>
                  <a:pt x="33603" y="118806"/>
                  <a:pt x="28084" y="118806"/>
                </a:cubicBezTo>
                <a:lnTo>
                  <a:pt x="0" y="118806"/>
                </a:lnTo>
                <a:lnTo>
                  <a:pt x="0" y="9025"/>
                </a:lnTo>
                <a:lnTo>
                  <a:pt x="27122" y="9025"/>
                </a:lnTo>
                <a:cubicBezTo>
                  <a:pt x="29613" y="9025"/>
                  <a:pt x="31872" y="9066"/>
                  <a:pt x="33901" y="9148"/>
                </a:cubicBezTo>
                <a:cubicBezTo>
                  <a:pt x="35932" y="9230"/>
                  <a:pt x="37799" y="9353"/>
                  <a:pt x="39504" y="9518"/>
                </a:cubicBezTo>
                <a:cubicBezTo>
                  <a:pt x="41210" y="9682"/>
                  <a:pt x="42793" y="9887"/>
                  <a:pt x="44255" y="10133"/>
                </a:cubicBezTo>
                <a:cubicBezTo>
                  <a:pt x="45716" y="10377"/>
                  <a:pt x="47097" y="10664"/>
                  <a:pt x="48396" y="10992"/>
                </a:cubicBezTo>
                <a:cubicBezTo>
                  <a:pt x="51807" y="11922"/>
                  <a:pt x="54907" y="13193"/>
                  <a:pt x="57695" y="14805"/>
                </a:cubicBezTo>
                <a:cubicBezTo>
                  <a:pt x="60483" y="16416"/>
                  <a:pt x="62851" y="18343"/>
                  <a:pt x="64800" y="20584"/>
                </a:cubicBezTo>
                <a:cubicBezTo>
                  <a:pt x="66749" y="22825"/>
                  <a:pt x="68250" y="25367"/>
                  <a:pt x="69305" y="28209"/>
                </a:cubicBezTo>
                <a:cubicBezTo>
                  <a:pt x="70361" y="31050"/>
                  <a:pt x="70890" y="34137"/>
                  <a:pt x="70890" y="37470"/>
                </a:cubicBezTo>
                <a:cubicBezTo>
                  <a:pt x="70890" y="40149"/>
                  <a:pt x="70575" y="42718"/>
                  <a:pt x="69946" y="45178"/>
                </a:cubicBezTo>
                <a:cubicBezTo>
                  <a:pt x="69317" y="47636"/>
                  <a:pt x="68305" y="49903"/>
                  <a:pt x="66910" y="51980"/>
                </a:cubicBezTo>
                <a:cubicBezTo>
                  <a:pt x="65515" y="54057"/>
                  <a:pt x="63710" y="55916"/>
                  <a:pt x="61495" y="57557"/>
                </a:cubicBezTo>
                <a:cubicBezTo>
                  <a:pt x="59280" y="59196"/>
                  <a:pt x="56586" y="60562"/>
                  <a:pt x="53413" y="61654"/>
                </a:cubicBezTo>
                <a:lnTo>
                  <a:pt x="53413" y="61985"/>
                </a:lnTo>
                <a:moveTo>
                  <a:pt x="33760" y="56449"/>
                </a:moveTo>
                <a:cubicBezTo>
                  <a:pt x="36391" y="56449"/>
                  <a:pt x="38665" y="56327"/>
                  <a:pt x="40583" y="56083"/>
                </a:cubicBezTo>
                <a:cubicBezTo>
                  <a:pt x="42501" y="55836"/>
                  <a:pt x="44227" y="55469"/>
                  <a:pt x="45760" y="54980"/>
                </a:cubicBezTo>
                <a:cubicBezTo>
                  <a:pt x="49871" y="53618"/>
                  <a:pt x="52872" y="51494"/>
                  <a:pt x="54762" y="48608"/>
                </a:cubicBezTo>
                <a:cubicBezTo>
                  <a:pt x="56653" y="45723"/>
                  <a:pt x="57598" y="42321"/>
                  <a:pt x="57598" y="38401"/>
                </a:cubicBezTo>
                <a:cubicBezTo>
                  <a:pt x="57598" y="34372"/>
                  <a:pt x="56612" y="31078"/>
                  <a:pt x="54639" y="28519"/>
                </a:cubicBezTo>
                <a:cubicBezTo>
                  <a:pt x="52666" y="25961"/>
                  <a:pt x="49570" y="24055"/>
                  <a:pt x="45350" y="22802"/>
                </a:cubicBezTo>
                <a:cubicBezTo>
                  <a:pt x="43268" y="22203"/>
                  <a:pt x="40857" y="21782"/>
                  <a:pt x="38117" y="21538"/>
                </a:cubicBezTo>
                <a:cubicBezTo>
                  <a:pt x="35376" y="21292"/>
                  <a:pt x="32143" y="21168"/>
                  <a:pt x="28417" y="21168"/>
                </a:cubicBezTo>
                <a:lnTo>
                  <a:pt x="13374" y="21168"/>
                </a:lnTo>
                <a:lnTo>
                  <a:pt x="13374" y="56449"/>
                </a:lnTo>
                <a:lnTo>
                  <a:pt x="33760" y="56449"/>
                </a:lnTo>
                <a:moveTo>
                  <a:pt x="13374" y="68592"/>
                </a:moveTo>
                <a:lnTo>
                  <a:pt x="13374" y="106663"/>
                </a:lnTo>
                <a:lnTo>
                  <a:pt x="29537" y="106663"/>
                </a:lnTo>
                <a:cubicBezTo>
                  <a:pt x="33366" y="106663"/>
                  <a:pt x="36922" y="106486"/>
                  <a:pt x="40204" y="106132"/>
                </a:cubicBezTo>
                <a:cubicBezTo>
                  <a:pt x="43486" y="105776"/>
                  <a:pt x="46275" y="105217"/>
                  <a:pt x="48573" y="104452"/>
                </a:cubicBezTo>
                <a:cubicBezTo>
                  <a:pt x="51089" y="103634"/>
                  <a:pt x="53222" y="102583"/>
                  <a:pt x="54972" y="101301"/>
                </a:cubicBezTo>
                <a:cubicBezTo>
                  <a:pt x="56723" y="100018"/>
                  <a:pt x="58131" y="98598"/>
                  <a:pt x="59198" y="97042"/>
                </a:cubicBezTo>
                <a:cubicBezTo>
                  <a:pt x="60264" y="95487"/>
                  <a:pt x="61030" y="93836"/>
                  <a:pt x="61495" y="92089"/>
                </a:cubicBezTo>
                <a:cubicBezTo>
                  <a:pt x="61960" y="90342"/>
                  <a:pt x="62193" y="88568"/>
                  <a:pt x="62193" y="86769"/>
                </a:cubicBezTo>
                <a:cubicBezTo>
                  <a:pt x="62193" y="84693"/>
                  <a:pt x="61946" y="82742"/>
                  <a:pt x="61454" y="80915"/>
                </a:cubicBezTo>
                <a:cubicBezTo>
                  <a:pt x="60962" y="79086"/>
                  <a:pt x="60155" y="77448"/>
                  <a:pt x="59034" y="76002"/>
                </a:cubicBezTo>
                <a:cubicBezTo>
                  <a:pt x="57912" y="74556"/>
                  <a:pt x="56435" y="73287"/>
                  <a:pt x="54603" y="72195"/>
                </a:cubicBezTo>
                <a:cubicBezTo>
                  <a:pt x="52771" y="71102"/>
                  <a:pt x="50487" y="70256"/>
                  <a:pt x="47752" y="69656"/>
                </a:cubicBezTo>
                <a:cubicBezTo>
                  <a:pt x="46111" y="69275"/>
                  <a:pt x="44238" y="69003"/>
                  <a:pt x="42132" y="68838"/>
                </a:cubicBezTo>
                <a:cubicBezTo>
                  <a:pt x="40026" y="68674"/>
                  <a:pt x="37414" y="68592"/>
                  <a:pt x="34296" y="68592"/>
                </a:cubicBezTo>
                <a:lnTo>
                  <a:pt x="13374" y="68592"/>
                </a:lnTo>
                <a:close/>
                <a:moveTo>
                  <a:pt x="128382" y="49721"/>
                </a:moveTo>
                <a:cubicBezTo>
                  <a:pt x="125445" y="49721"/>
                  <a:pt x="122717" y="50296"/>
                  <a:pt x="120198" y="51444"/>
                </a:cubicBezTo>
                <a:cubicBezTo>
                  <a:pt x="117678" y="52593"/>
                  <a:pt x="115476" y="54152"/>
                  <a:pt x="113593" y="56121"/>
                </a:cubicBezTo>
                <a:cubicBezTo>
                  <a:pt x="111711" y="58090"/>
                  <a:pt x="110188" y="60401"/>
                  <a:pt x="109024" y="63054"/>
                </a:cubicBezTo>
                <a:cubicBezTo>
                  <a:pt x="107861" y="65707"/>
                  <a:pt x="107142" y="68538"/>
                  <a:pt x="106865" y="71546"/>
                </a:cubicBezTo>
                <a:lnTo>
                  <a:pt x="146740" y="71546"/>
                </a:lnTo>
                <a:cubicBezTo>
                  <a:pt x="146740" y="68483"/>
                  <a:pt x="146338" y="65625"/>
                  <a:pt x="145535" y="62972"/>
                </a:cubicBezTo>
                <a:cubicBezTo>
                  <a:pt x="144732" y="60319"/>
                  <a:pt x="143555" y="58008"/>
                  <a:pt x="142004" y="56039"/>
                </a:cubicBezTo>
                <a:cubicBezTo>
                  <a:pt x="140454" y="54070"/>
                  <a:pt x="138543" y="52525"/>
                  <a:pt x="136271" y="51403"/>
                </a:cubicBezTo>
                <a:cubicBezTo>
                  <a:pt x="134001" y="50282"/>
                  <a:pt x="131372" y="49721"/>
                  <a:pt x="128382" y="49721"/>
                </a:cubicBezTo>
                <a:moveTo>
                  <a:pt x="135089" y="109780"/>
                </a:moveTo>
                <a:cubicBezTo>
                  <a:pt x="139301" y="109780"/>
                  <a:pt x="143144" y="109439"/>
                  <a:pt x="146617" y="108755"/>
                </a:cubicBezTo>
                <a:cubicBezTo>
                  <a:pt x="150090" y="108071"/>
                  <a:pt x="153550" y="107100"/>
                  <a:pt x="156996" y="105842"/>
                </a:cubicBezTo>
                <a:lnTo>
                  <a:pt x="156996" y="116485"/>
                </a:lnTo>
                <a:cubicBezTo>
                  <a:pt x="154207" y="117860"/>
                  <a:pt x="150761" y="118945"/>
                  <a:pt x="146658" y="119742"/>
                </a:cubicBezTo>
                <a:cubicBezTo>
                  <a:pt x="142556" y="120540"/>
                  <a:pt x="138152" y="120939"/>
                  <a:pt x="133448" y="120939"/>
                </a:cubicBezTo>
                <a:cubicBezTo>
                  <a:pt x="127869" y="120939"/>
                  <a:pt x="122632" y="120227"/>
                  <a:pt x="117736" y="118803"/>
                </a:cubicBezTo>
                <a:cubicBezTo>
                  <a:pt x="112841" y="117378"/>
                  <a:pt x="108603" y="115075"/>
                  <a:pt x="105024" y="111896"/>
                </a:cubicBezTo>
                <a:cubicBezTo>
                  <a:pt x="101444" y="108716"/>
                  <a:pt x="98641" y="104564"/>
                  <a:pt x="96614" y="99440"/>
                </a:cubicBezTo>
                <a:cubicBezTo>
                  <a:pt x="94587" y="94315"/>
                  <a:pt x="93573" y="88136"/>
                  <a:pt x="93573" y="80902"/>
                </a:cubicBezTo>
                <a:cubicBezTo>
                  <a:pt x="93573" y="73778"/>
                  <a:pt x="94555" y="67598"/>
                  <a:pt x="96519" y="62364"/>
                </a:cubicBezTo>
                <a:cubicBezTo>
                  <a:pt x="98483" y="57129"/>
                  <a:pt x="101102" y="52757"/>
                  <a:pt x="104375" y="49249"/>
                </a:cubicBezTo>
                <a:cubicBezTo>
                  <a:pt x="107650" y="45742"/>
                  <a:pt x="111416" y="43111"/>
                  <a:pt x="115672" y="41357"/>
                </a:cubicBezTo>
                <a:cubicBezTo>
                  <a:pt x="119928" y="39604"/>
                  <a:pt x="124375" y="38727"/>
                  <a:pt x="129013" y="38727"/>
                </a:cubicBezTo>
                <a:cubicBezTo>
                  <a:pt x="133378" y="38727"/>
                  <a:pt x="137457" y="39454"/>
                  <a:pt x="141248" y="40909"/>
                </a:cubicBezTo>
                <a:cubicBezTo>
                  <a:pt x="145041" y="42363"/>
                  <a:pt x="148329" y="44656"/>
                  <a:pt x="151112" y="47785"/>
                </a:cubicBezTo>
                <a:cubicBezTo>
                  <a:pt x="153895" y="50915"/>
                  <a:pt x="156090" y="54951"/>
                  <a:pt x="157699" y="59893"/>
                </a:cubicBezTo>
                <a:cubicBezTo>
                  <a:pt x="159309" y="64834"/>
                  <a:pt x="160114" y="70764"/>
                  <a:pt x="160114" y="77682"/>
                </a:cubicBezTo>
                <a:cubicBezTo>
                  <a:pt x="160114" y="78340"/>
                  <a:pt x="160114" y="78902"/>
                  <a:pt x="160114" y="79369"/>
                </a:cubicBezTo>
                <a:cubicBezTo>
                  <a:pt x="160114" y="79835"/>
                  <a:pt x="160087" y="80893"/>
                  <a:pt x="160032" y="82540"/>
                </a:cubicBezTo>
                <a:lnTo>
                  <a:pt x="106208" y="82540"/>
                </a:lnTo>
                <a:cubicBezTo>
                  <a:pt x="106208" y="87503"/>
                  <a:pt x="106960" y="91715"/>
                  <a:pt x="108465" y="95178"/>
                </a:cubicBezTo>
                <a:cubicBezTo>
                  <a:pt x="109969" y="98642"/>
                  <a:pt x="112020" y="101450"/>
                  <a:pt x="114618" y="103604"/>
                </a:cubicBezTo>
                <a:cubicBezTo>
                  <a:pt x="117216" y="105758"/>
                  <a:pt x="120266" y="107326"/>
                  <a:pt x="123767" y="108309"/>
                </a:cubicBezTo>
                <a:cubicBezTo>
                  <a:pt x="127267" y="109290"/>
                  <a:pt x="131042" y="109780"/>
                  <a:pt x="135089" y="109780"/>
                </a:cubicBezTo>
                <a:close/>
                <a:moveTo>
                  <a:pt x="221615" y="119039"/>
                </a:moveTo>
                <a:cubicBezTo>
                  <a:pt x="220521" y="119478"/>
                  <a:pt x="218852" y="119891"/>
                  <a:pt x="216610" y="120278"/>
                </a:cubicBezTo>
                <a:cubicBezTo>
                  <a:pt x="214367" y="120664"/>
                  <a:pt x="211687" y="120884"/>
                  <a:pt x="208569" y="120939"/>
                </a:cubicBezTo>
                <a:cubicBezTo>
                  <a:pt x="204467" y="120939"/>
                  <a:pt x="200911" y="120433"/>
                  <a:pt x="197903" y="119421"/>
                </a:cubicBezTo>
                <a:cubicBezTo>
                  <a:pt x="194894" y="118409"/>
                  <a:pt x="192392" y="116960"/>
                  <a:pt x="190395" y="115073"/>
                </a:cubicBezTo>
                <a:cubicBezTo>
                  <a:pt x="188399" y="113185"/>
                  <a:pt x="186908" y="110902"/>
                  <a:pt x="185924" y="108222"/>
                </a:cubicBezTo>
                <a:cubicBezTo>
                  <a:pt x="184939" y="105541"/>
                  <a:pt x="184447" y="102560"/>
                  <a:pt x="184447" y="99278"/>
                </a:cubicBezTo>
                <a:lnTo>
                  <a:pt x="184447" y="51854"/>
                </a:lnTo>
                <a:lnTo>
                  <a:pt x="169432" y="51854"/>
                </a:lnTo>
                <a:lnTo>
                  <a:pt x="169432" y="40860"/>
                </a:lnTo>
                <a:lnTo>
                  <a:pt x="184447" y="40860"/>
                </a:lnTo>
                <a:lnTo>
                  <a:pt x="184447" y="19527"/>
                </a:lnTo>
                <a:lnTo>
                  <a:pt x="197164" y="19527"/>
                </a:lnTo>
                <a:lnTo>
                  <a:pt x="197164" y="40860"/>
                </a:lnTo>
                <a:lnTo>
                  <a:pt x="220466" y="40860"/>
                </a:lnTo>
                <a:lnTo>
                  <a:pt x="220466" y="51854"/>
                </a:lnTo>
                <a:lnTo>
                  <a:pt x="197164" y="51854"/>
                </a:lnTo>
                <a:lnTo>
                  <a:pt x="197164" y="97245"/>
                </a:lnTo>
                <a:cubicBezTo>
                  <a:pt x="197164" y="99047"/>
                  <a:pt x="197424" y="100712"/>
                  <a:pt x="197944" y="102242"/>
                </a:cubicBezTo>
                <a:cubicBezTo>
                  <a:pt x="198464" y="103772"/>
                  <a:pt x="199284" y="105097"/>
                  <a:pt x="200405" y="106217"/>
                </a:cubicBezTo>
                <a:cubicBezTo>
                  <a:pt x="201527" y="107336"/>
                  <a:pt x="202962" y="108210"/>
                  <a:pt x="204713" y="108839"/>
                </a:cubicBezTo>
                <a:cubicBezTo>
                  <a:pt x="206463" y="109467"/>
                  <a:pt x="208569" y="109780"/>
                  <a:pt x="211031" y="109780"/>
                </a:cubicBezTo>
                <a:cubicBezTo>
                  <a:pt x="212726" y="109780"/>
                  <a:pt x="214518" y="109644"/>
                  <a:pt x="216405" y="109370"/>
                </a:cubicBezTo>
                <a:cubicBezTo>
                  <a:pt x="218292" y="109097"/>
                  <a:pt x="220029" y="108741"/>
                  <a:pt x="221615" y="108304"/>
                </a:cubicBezTo>
                <a:lnTo>
                  <a:pt x="221615" y="119039"/>
                </a:lnTo>
                <a:close/>
                <a:moveTo>
                  <a:pt x="281564" y="51198"/>
                </a:moveTo>
                <a:lnTo>
                  <a:pt x="280579" y="51198"/>
                </a:lnTo>
                <a:cubicBezTo>
                  <a:pt x="277571" y="51198"/>
                  <a:pt x="274617" y="51472"/>
                  <a:pt x="271718" y="52019"/>
                </a:cubicBezTo>
                <a:cubicBezTo>
                  <a:pt x="268819" y="52566"/>
                  <a:pt x="266098" y="53400"/>
                  <a:pt x="263554" y="54521"/>
                </a:cubicBezTo>
                <a:cubicBezTo>
                  <a:pt x="261011" y="55642"/>
                  <a:pt x="258713" y="57023"/>
                  <a:pt x="256662" y="58664"/>
                </a:cubicBezTo>
                <a:cubicBezTo>
                  <a:pt x="254611" y="60305"/>
                  <a:pt x="252902" y="62247"/>
                  <a:pt x="251534" y="64490"/>
                </a:cubicBezTo>
                <a:lnTo>
                  <a:pt x="251534" y="118806"/>
                </a:lnTo>
                <a:lnTo>
                  <a:pt x="238817" y="118806"/>
                </a:lnTo>
                <a:lnTo>
                  <a:pt x="238817" y="40860"/>
                </a:lnTo>
                <a:lnTo>
                  <a:pt x="248663" y="40860"/>
                </a:lnTo>
                <a:lnTo>
                  <a:pt x="251124" y="53249"/>
                </a:lnTo>
                <a:lnTo>
                  <a:pt x="251370" y="53249"/>
                </a:lnTo>
                <a:cubicBezTo>
                  <a:pt x="252628" y="51213"/>
                  <a:pt x="254173" y="49316"/>
                  <a:pt x="256006" y="47557"/>
                </a:cubicBezTo>
                <a:cubicBezTo>
                  <a:pt x="257838" y="45797"/>
                  <a:pt x="259903" y="44256"/>
                  <a:pt x="262201" y="42937"/>
                </a:cubicBezTo>
                <a:cubicBezTo>
                  <a:pt x="264498" y="41616"/>
                  <a:pt x="267014" y="40584"/>
                  <a:pt x="269749" y="39842"/>
                </a:cubicBezTo>
                <a:cubicBezTo>
                  <a:pt x="272484" y="39099"/>
                  <a:pt x="275356" y="38727"/>
                  <a:pt x="278364" y="38727"/>
                </a:cubicBezTo>
                <a:cubicBezTo>
                  <a:pt x="278911" y="38727"/>
                  <a:pt x="279472" y="38740"/>
                  <a:pt x="280046" y="38768"/>
                </a:cubicBezTo>
                <a:cubicBezTo>
                  <a:pt x="280620" y="38795"/>
                  <a:pt x="281126" y="38836"/>
                  <a:pt x="281564" y="38891"/>
                </a:cubicBezTo>
                <a:lnTo>
                  <a:pt x="281564" y="51198"/>
                </a:lnTo>
                <a:close/>
                <a:moveTo>
                  <a:pt x="341415" y="110191"/>
                </a:moveTo>
                <a:lnTo>
                  <a:pt x="341087" y="110191"/>
                </a:lnTo>
                <a:cubicBezTo>
                  <a:pt x="340049" y="111503"/>
                  <a:pt x="338738" y="112803"/>
                  <a:pt x="337153" y="114088"/>
                </a:cubicBezTo>
                <a:cubicBezTo>
                  <a:pt x="335570" y="115373"/>
                  <a:pt x="333741" y="116524"/>
                  <a:pt x="331664" y="117539"/>
                </a:cubicBezTo>
                <a:cubicBezTo>
                  <a:pt x="329589" y="118555"/>
                  <a:pt x="327322" y="119375"/>
                  <a:pt x="324864" y="120001"/>
                </a:cubicBezTo>
                <a:cubicBezTo>
                  <a:pt x="322406" y="120626"/>
                  <a:pt x="319784" y="120939"/>
                  <a:pt x="316998" y="120939"/>
                </a:cubicBezTo>
                <a:cubicBezTo>
                  <a:pt x="313229" y="120939"/>
                  <a:pt x="309773" y="120378"/>
                  <a:pt x="306631" y="119254"/>
                </a:cubicBezTo>
                <a:cubicBezTo>
                  <a:pt x="303491" y="118131"/>
                  <a:pt x="300787" y="116488"/>
                  <a:pt x="298519" y="114324"/>
                </a:cubicBezTo>
                <a:cubicBezTo>
                  <a:pt x="296252" y="112160"/>
                  <a:pt x="294491" y="109516"/>
                  <a:pt x="293234" y="106393"/>
                </a:cubicBezTo>
                <a:cubicBezTo>
                  <a:pt x="291978" y="103270"/>
                  <a:pt x="291350" y="99736"/>
                  <a:pt x="291350" y="95791"/>
                </a:cubicBezTo>
                <a:cubicBezTo>
                  <a:pt x="291350" y="91901"/>
                  <a:pt x="292046" y="88421"/>
                  <a:pt x="293437" y="85353"/>
                </a:cubicBezTo>
                <a:cubicBezTo>
                  <a:pt x="294830" y="82285"/>
                  <a:pt x="296782" y="79682"/>
                  <a:pt x="299293" y="77546"/>
                </a:cubicBezTo>
                <a:cubicBezTo>
                  <a:pt x="301806" y="75409"/>
                  <a:pt x="304824" y="73766"/>
                  <a:pt x="308347" y="72615"/>
                </a:cubicBezTo>
                <a:cubicBezTo>
                  <a:pt x="311870" y="71465"/>
                  <a:pt x="315760" y="70890"/>
                  <a:pt x="320018" y="70890"/>
                </a:cubicBezTo>
                <a:cubicBezTo>
                  <a:pt x="324059" y="70944"/>
                  <a:pt x="327800" y="71300"/>
                  <a:pt x="331241" y="71956"/>
                </a:cubicBezTo>
                <a:cubicBezTo>
                  <a:pt x="334682" y="72613"/>
                  <a:pt x="337740" y="73433"/>
                  <a:pt x="340415" y="74418"/>
                </a:cubicBezTo>
                <a:lnTo>
                  <a:pt x="340743" y="74418"/>
                </a:lnTo>
                <a:lnTo>
                  <a:pt x="340743" y="69003"/>
                </a:lnTo>
                <a:cubicBezTo>
                  <a:pt x="340743" y="66869"/>
                  <a:pt x="340606" y="64982"/>
                  <a:pt x="340333" y="63341"/>
                </a:cubicBezTo>
                <a:cubicBezTo>
                  <a:pt x="340059" y="61700"/>
                  <a:pt x="339594" y="60251"/>
                  <a:pt x="338938" y="58993"/>
                </a:cubicBezTo>
                <a:cubicBezTo>
                  <a:pt x="337516" y="56367"/>
                  <a:pt x="335246" y="54193"/>
                  <a:pt x="332128" y="52470"/>
                </a:cubicBezTo>
                <a:cubicBezTo>
                  <a:pt x="329010" y="50747"/>
                  <a:pt x="324798" y="49885"/>
                  <a:pt x="319492" y="49885"/>
                </a:cubicBezTo>
                <a:cubicBezTo>
                  <a:pt x="315554" y="49885"/>
                  <a:pt x="311848" y="50248"/>
                  <a:pt x="308375" y="50972"/>
                </a:cubicBezTo>
                <a:cubicBezTo>
                  <a:pt x="304902" y="51695"/>
                  <a:pt x="301442" y="52701"/>
                  <a:pt x="297996" y="53988"/>
                </a:cubicBezTo>
                <a:lnTo>
                  <a:pt x="297996" y="43321"/>
                </a:lnTo>
                <a:cubicBezTo>
                  <a:pt x="299309" y="42665"/>
                  <a:pt x="300854" y="42050"/>
                  <a:pt x="302632" y="41475"/>
                </a:cubicBezTo>
                <a:cubicBezTo>
                  <a:pt x="304409" y="40901"/>
                  <a:pt x="306283" y="40409"/>
                  <a:pt x="308252" y="39998"/>
                </a:cubicBezTo>
                <a:cubicBezTo>
                  <a:pt x="310221" y="39588"/>
                  <a:pt x="312300" y="39274"/>
                  <a:pt x="314488" y="39055"/>
                </a:cubicBezTo>
                <a:cubicBezTo>
                  <a:pt x="316675" y="38836"/>
                  <a:pt x="318863" y="38727"/>
                  <a:pt x="321051" y="38727"/>
                </a:cubicBezTo>
                <a:cubicBezTo>
                  <a:pt x="328928" y="38727"/>
                  <a:pt x="335369" y="40123"/>
                  <a:pt x="340374" y="42916"/>
                </a:cubicBezTo>
                <a:cubicBezTo>
                  <a:pt x="345379" y="45708"/>
                  <a:pt x="348975" y="49403"/>
                  <a:pt x="351163" y="54003"/>
                </a:cubicBezTo>
                <a:cubicBezTo>
                  <a:pt x="351984" y="55755"/>
                  <a:pt x="352572" y="57686"/>
                  <a:pt x="352927" y="59795"/>
                </a:cubicBezTo>
                <a:cubicBezTo>
                  <a:pt x="353283" y="61903"/>
                  <a:pt x="353460" y="64216"/>
                  <a:pt x="353460" y="66733"/>
                </a:cubicBezTo>
                <a:lnTo>
                  <a:pt x="353460" y="118806"/>
                </a:lnTo>
                <a:lnTo>
                  <a:pt x="342807" y="118806"/>
                </a:lnTo>
                <a:lnTo>
                  <a:pt x="341415" y="110191"/>
                </a:lnTo>
                <a:moveTo>
                  <a:pt x="340743" y="84599"/>
                </a:moveTo>
                <a:cubicBezTo>
                  <a:pt x="338406" y="83941"/>
                  <a:pt x="335635" y="83311"/>
                  <a:pt x="332430" y="82707"/>
                </a:cubicBezTo>
                <a:cubicBezTo>
                  <a:pt x="329225" y="82104"/>
                  <a:pt x="325694" y="81775"/>
                  <a:pt x="321836" y="81720"/>
                </a:cubicBezTo>
                <a:cubicBezTo>
                  <a:pt x="316458" y="81720"/>
                  <a:pt x="312248" y="82872"/>
                  <a:pt x="309206" y="85176"/>
                </a:cubicBezTo>
                <a:cubicBezTo>
                  <a:pt x="306163" y="87480"/>
                  <a:pt x="304642" y="91019"/>
                  <a:pt x="304642" y="95791"/>
                </a:cubicBezTo>
                <a:cubicBezTo>
                  <a:pt x="304642" y="98205"/>
                  <a:pt x="305022" y="100317"/>
                  <a:pt x="305783" y="102127"/>
                </a:cubicBezTo>
                <a:cubicBezTo>
                  <a:pt x="306543" y="103937"/>
                  <a:pt x="307589" y="105432"/>
                  <a:pt x="308918" y="106611"/>
                </a:cubicBezTo>
                <a:cubicBezTo>
                  <a:pt x="310250" y="107791"/>
                  <a:pt x="311826" y="108669"/>
                  <a:pt x="313647" y="109245"/>
                </a:cubicBezTo>
                <a:cubicBezTo>
                  <a:pt x="315467" y="109821"/>
                  <a:pt x="317410" y="110109"/>
                  <a:pt x="319475" y="110109"/>
                </a:cubicBezTo>
                <a:cubicBezTo>
                  <a:pt x="322191" y="110109"/>
                  <a:pt x="324716" y="109711"/>
                  <a:pt x="327051" y="108916"/>
                </a:cubicBezTo>
                <a:cubicBezTo>
                  <a:pt x="329388" y="108120"/>
                  <a:pt x="331466" y="107174"/>
                  <a:pt x="333287" y="106078"/>
                </a:cubicBezTo>
                <a:cubicBezTo>
                  <a:pt x="335107" y="104981"/>
                  <a:pt x="336655" y="103883"/>
                  <a:pt x="337930" y="102786"/>
                </a:cubicBezTo>
                <a:cubicBezTo>
                  <a:pt x="339207" y="101688"/>
                  <a:pt x="340145" y="100838"/>
                  <a:pt x="340743" y="100235"/>
                </a:cubicBezTo>
                <a:lnTo>
                  <a:pt x="340743" y="84599"/>
                </a:lnTo>
                <a:close/>
                <a:moveTo>
                  <a:pt x="368776" y="40860"/>
                </a:moveTo>
                <a:lnTo>
                  <a:pt x="381493" y="40860"/>
                </a:lnTo>
                <a:lnTo>
                  <a:pt x="405744" y="102029"/>
                </a:lnTo>
                <a:lnTo>
                  <a:pt x="406244" y="102029"/>
                </a:lnTo>
                <a:lnTo>
                  <a:pt x="431133" y="40860"/>
                </a:lnTo>
                <a:lnTo>
                  <a:pt x="443850" y="40860"/>
                </a:lnTo>
                <a:lnTo>
                  <a:pt x="395534" y="157040"/>
                </a:lnTo>
                <a:lnTo>
                  <a:pt x="382898" y="157040"/>
                </a:lnTo>
                <a:lnTo>
                  <a:pt x="399554" y="117301"/>
                </a:lnTo>
                <a:lnTo>
                  <a:pt x="368776" y="40860"/>
                </a:lnTo>
                <a:close/>
                <a:moveTo>
                  <a:pt x="504913" y="110191"/>
                </a:moveTo>
                <a:lnTo>
                  <a:pt x="504584" y="110191"/>
                </a:lnTo>
                <a:cubicBezTo>
                  <a:pt x="503547" y="111503"/>
                  <a:pt x="502236" y="112803"/>
                  <a:pt x="500651" y="114088"/>
                </a:cubicBezTo>
                <a:cubicBezTo>
                  <a:pt x="499068" y="115373"/>
                  <a:pt x="497238" y="116524"/>
                  <a:pt x="495162" y="117539"/>
                </a:cubicBezTo>
                <a:cubicBezTo>
                  <a:pt x="493086" y="118555"/>
                  <a:pt x="490820" y="119375"/>
                  <a:pt x="488362" y="120001"/>
                </a:cubicBezTo>
                <a:cubicBezTo>
                  <a:pt x="485904" y="120626"/>
                  <a:pt x="483282" y="120939"/>
                  <a:pt x="480495" y="120939"/>
                </a:cubicBezTo>
                <a:cubicBezTo>
                  <a:pt x="476726" y="120939"/>
                  <a:pt x="473271" y="120378"/>
                  <a:pt x="470129" y="119254"/>
                </a:cubicBezTo>
                <a:cubicBezTo>
                  <a:pt x="466989" y="118131"/>
                  <a:pt x="464285" y="116488"/>
                  <a:pt x="462017" y="114324"/>
                </a:cubicBezTo>
                <a:cubicBezTo>
                  <a:pt x="459750" y="112160"/>
                  <a:pt x="457989" y="109516"/>
                  <a:pt x="456732" y="106393"/>
                </a:cubicBezTo>
                <a:cubicBezTo>
                  <a:pt x="455476" y="103270"/>
                  <a:pt x="454848" y="99736"/>
                  <a:pt x="454848" y="95791"/>
                </a:cubicBezTo>
                <a:cubicBezTo>
                  <a:pt x="454848" y="91901"/>
                  <a:pt x="455543" y="88421"/>
                  <a:pt x="456935" y="85353"/>
                </a:cubicBezTo>
                <a:cubicBezTo>
                  <a:pt x="458328" y="82285"/>
                  <a:pt x="460280" y="79682"/>
                  <a:pt x="462791" y="77546"/>
                </a:cubicBezTo>
                <a:cubicBezTo>
                  <a:pt x="465304" y="75409"/>
                  <a:pt x="468322" y="73766"/>
                  <a:pt x="471845" y="72615"/>
                </a:cubicBezTo>
                <a:cubicBezTo>
                  <a:pt x="475367" y="71465"/>
                  <a:pt x="479258" y="70890"/>
                  <a:pt x="483516" y="70890"/>
                </a:cubicBezTo>
                <a:cubicBezTo>
                  <a:pt x="487557" y="70944"/>
                  <a:pt x="491298" y="71300"/>
                  <a:pt x="494739" y="71956"/>
                </a:cubicBezTo>
                <a:cubicBezTo>
                  <a:pt x="498179" y="72613"/>
                  <a:pt x="501237" y="73433"/>
                  <a:pt x="503913" y="74418"/>
                </a:cubicBezTo>
                <a:lnTo>
                  <a:pt x="504241" y="74418"/>
                </a:lnTo>
                <a:lnTo>
                  <a:pt x="504241" y="69003"/>
                </a:lnTo>
                <a:cubicBezTo>
                  <a:pt x="504241" y="66869"/>
                  <a:pt x="504104" y="64982"/>
                  <a:pt x="503830" y="63341"/>
                </a:cubicBezTo>
                <a:cubicBezTo>
                  <a:pt x="503557" y="61700"/>
                  <a:pt x="503092" y="60251"/>
                  <a:pt x="502436" y="58993"/>
                </a:cubicBezTo>
                <a:cubicBezTo>
                  <a:pt x="501014" y="56367"/>
                  <a:pt x="498744" y="54193"/>
                  <a:pt x="495626" y="52470"/>
                </a:cubicBezTo>
                <a:cubicBezTo>
                  <a:pt x="492508" y="50747"/>
                  <a:pt x="488296" y="49885"/>
                  <a:pt x="482990" y="49885"/>
                </a:cubicBezTo>
                <a:cubicBezTo>
                  <a:pt x="479052" y="49885"/>
                  <a:pt x="475346" y="50248"/>
                  <a:pt x="471873" y="50972"/>
                </a:cubicBezTo>
                <a:cubicBezTo>
                  <a:pt x="468399" y="51695"/>
                  <a:pt x="464940" y="52701"/>
                  <a:pt x="461494" y="53988"/>
                </a:cubicBezTo>
                <a:lnTo>
                  <a:pt x="461494" y="43321"/>
                </a:lnTo>
                <a:cubicBezTo>
                  <a:pt x="462806" y="42665"/>
                  <a:pt x="464352" y="42050"/>
                  <a:pt x="466129" y="41475"/>
                </a:cubicBezTo>
                <a:cubicBezTo>
                  <a:pt x="467907" y="40901"/>
                  <a:pt x="469780" y="40409"/>
                  <a:pt x="471750" y="39998"/>
                </a:cubicBezTo>
                <a:cubicBezTo>
                  <a:pt x="473719" y="39588"/>
                  <a:pt x="475797" y="39274"/>
                  <a:pt x="477985" y="39055"/>
                </a:cubicBezTo>
                <a:cubicBezTo>
                  <a:pt x="480173" y="38836"/>
                  <a:pt x="482361" y="38727"/>
                  <a:pt x="484549" y="38727"/>
                </a:cubicBezTo>
                <a:cubicBezTo>
                  <a:pt x="492426" y="38727"/>
                  <a:pt x="498867" y="40123"/>
                  <a:pt x="503872" y="42916"/>
                </a:cubicBezTo>
                <a:cubicBezTo>
                  <a:pt x="508876" y="45708"/>
                  <a:pt x="512473" y="49403"/>
                  <a:pt x="514661" y="54003"/>
                </a:cubicBezTo>
                <a:cubicBezTo>
                  <a:pt x="515481" y="55755"/>
                  <a:pt x="516069" y="57686"/>
                  <a:pt x="516425" y="59795"/>
                </a:cubicBezTo>
                <a:cubicBezTo>
                  <a:pt x="516780" y="61903"/>
                  <a:pt x="516958" y="64216"/>
                  <a:pt x="516958" y="66733"/>
                </a:cubicBezTo>
                <a:lnTo>
                  <a:pt x="516958" y="118806"/>
                </a:lnTo>
                <a:lnTo>
                  <a:pt x="506305" y="118806"/>
                </a:lnTo>
                <a:lnTo>
                  <a:pt x="504913" y="110191"/>
                </a:lnTo>
                <a:moveTo>
                  <a:pt x="504241" y="84599"/>
                </a:moveTo>
                <a:cubicBezTo>
                  <a:pt x="501904" y="83941"/>
                  <a:pt x="499133" y="83311"/>
                  <a:pt x="495928" y="82707"/>
                </a:cubicBezTo>
                <a:cubicBezTo>
                  <a:pt x="492723" y="82104"/>
                  <a:pt x="489192" y="81775"/>
                  <a:pt x="485334" y="81720"/>
                </a:cubicBezTo>
                <a:cubicBezTo>
                  <a:pt x="479956" y="81720"/>
                  <a:pt x="475746" y="82872"/>
                  <a:pt x="472703" y="85176"/>
                </a:cubicBezTo>
                <a:cubicBezTo>
                  <a:pt x="469661" y="87480"/>
                  <a:pt x="468140" y="91019"/>
                  <a:pt x="468140" y="95791"/>
                </a:cubicBezTo>
                <a:cubicBezTo>
                  <a:pt x="468140" y="98205"/>
                  <a:pt x="468520" y="100317"/>
                  <a:pt x="469281" y="102127"/>
                </a:cubicBezTo>
                <a:cubicBezTo>
                  <a:pt x="470041" y="103937"/>
                  <a:pt x="471086" y="105432"/>
                  <a:pt x="472416" y="106611"/>
                </a:cubicBezTo>
                <a:cubicBezTo>
                  <a:pt x="473748" y="107791"/>
                  <a:pt x="475324" y="108669"/>
                  <a:pt x="477144" y="109245"/>
                </a:cubicBezTo>
                <a:cubicBezTo>
                  <a:pt x="478965" y="109821"/>
                  <a:pt x="480907" y="110109"/>
                  <a:pt x="482972" y="110109"/>
                </a:cubicBezTo>
                <a:cubicBezTo>
                  <a:pt x="485688" y="110109"/>
                  <a:pt x="488214" y="109711"/>
                  <a:pt x="490549" y="108916"/>
                </a:cubicBezTo>
                <a:cubicBezTo>
                  <a:pt x="492886" y="108120"/>
                  <a:pt x="494964" y="107174"/>
                  <a:pt x="496785" y="106078"/>
                </a:cubicBezTo>
                <a:cubicBezTo>
                  <a:pt x="498605" y="104981"/>
                  <a:pt x="500153" y="103883"/>
                  <a:pt x="501428" y="102786"/>
                </a:cubicBezTo>
                <a:cubicBezTo>
                  <a:pt x="502705" y="101688"/>
                  <a:pt x="503642" y="100838"/>
                  <a:pt x="504241" y="100235"/>
                </a:cubicBezTo>
                <a:lnTo>
                  <a:pt x="504241" y="84599"/>
                </a:lnTo>
                <a:close/>
                <a:moveTo>
                  <a:pt x="543276" y="118806"/>
                </a:moveTo>
                <a:lnTo>
                  <a:pt x="543276" y="0"/>
                </a:lnTo>
                <a:lnTo>
                  <a:pt x="555993" y="0"/>
                </a:lnTo>
                <a:lnTo>
                  <a:pt x="555993" y="118806"/>
                </a:lnTo>
                <a:lnTo>
                  <a:pt x="543276" y="118806"/>
                </a:lnTo>
                <a:close/>
              </a:path>
            </a:pathLst>
          </a:custGeom>
          <a:solidFill xmlns:a="http://schemas.openxmlformats.org/drawingml/2006/main">
            <a:srgbClr val="C2530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2" name="Text Subversion">
            <a:extLst xmlns:a="http://schemas.openxmlformats.org/drawingml/2006/main">
              <a:ext uri="{FF2B5EF4-FFF2-40B4-BE49-F238E27FC236}">
                <a16:creationId xmlns:a16="http://schemas.microsoft.com/office/drawing/2014/main" id="{09414A9F-8437-41F3-9BF6-EACA44517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4727" y="3395593"/>
            <a:ext cx="748359" cy="120939"/>
          </a:xfrm>
          <a:custGeom xmlns:a="http://schemas.openxmlformats.org/drawingml/2006/main">
            <a:pathLst>
              <a:path w="748359" h="120939">
                <a:moveTo>
                  <a:pt x="14276" y="38032"/>
                </a:moveTo>
                <a:cubicBezTo>
                  <a:pt x="14276" y="41264"/>
                  <a:pt x="14931" y="43935"/>
                  <a:pt x="16240" y="46044"/>
                </a:cubicBezTo>
                <a:cubicBezTo>
                  <a:pt x="17550" y="48152"/>
                  <a:pt x="19309" y="49891"/>
                  <a:pt x="21517" y="51262"/>
                </a:cubicBezTo>
                <a:cubicBezTo>
                  <a:pt x="23726" y="52631"/>
                  <a:pt x="26289" y="53754"/>
                  <a:pt x="29207" y="54631"/>
                </a:cubicBezTo>
                <a:cubicBezTo>
                  <a:pt x="32126" y="55506"/>
                  <a:pt x="35168" y="56328"/>
                  <a:pt x="38332" y="57095"/>
                </a:cubicBezTo>
                <a:cubicBezTo>
                  <a:pt x="42586" y="58136"/>
                  <a:pt x="46773" y="59287"/>
                  <a:pt x="50890" y="60546"/>
                </a:cubicBezTo>
                <a:cubicBezTo>
                  <a:pt x="55008" y="61806"/>
                  <a:pt x="58676" y="63545"/>
                  <a:pt x="61895" y="65764"/>
                </a:cubicBezTo>
                <a:cubicBezTo>
                  <a:pt x="65114" y="67983"/>
                  <a:pt x="67718" y="70873"/>
                  <a:pt x="69708" y="74433"/>
                </a:cubicBezTo>
                <a:cubicBezTo>
                  <a:pt x="71699" y="77994"/>
                  <a:pt x="72695" y="82568"/>
                  <a:pt x="72695" y="88156"/>
                </a:cubicBezTo>
                <a:cubicBezTo>
                  <a:pt x="72695" y="93853"/>
                  <a:pt x="71604" y="98770"/>
                  <a:pt x="69423" y="102906"/>
                </a:cubicBezTo>
                <a:cubicBezTo>
                  <a:pt x="67242" y="107041"/>
                  <a:pt x="64233" y="110437"/>
                  <a:pt x="60398" y="113093"/>
                </a:cubicBezTo>
                <a:cubicBezTo>
                  <a:pt x="56562" y="115749"/>
                  <a:pt x="52046" y="117721"/>
                  <a:pt x="46850" y="119008"/>
                </a:cubicBezTo>
                <a:cubicBezTo>
                  <a:pt x="41653" y="120295"/>
                  <a:pt x="35964" y="120939"/>
                  <a:pt x="29783" y="120939"/>
                </a:cubicBezTo>
                <a:cubicBezTo>
                  <a:pt x="26939" y="120939"/>
                  <a:pt x="24026" y="120761"/>
                  <a:pt x="21045" y="120406"/>
                </a:cubicBezTo>
                <a:cubicBezTo>
                  <a:pt x="18064" y="120050"/>
                  <a:pt x="15220" y="119572"/>
                  <a:pt x="12512" y="118970"/>
                </a:cubicBezTo>
                <a:cubicBezTo>
                  <a:pt x="9805" y="118368"/>
                  <a:pt x="7357" y="117684"/>
                  <a:pt x="5169" y="116919"/>
                </a:cubicBezTo>
                <a:cubicBezTo>
                  <a:pt x="2981" y="116153"/>
                  <a:pt x="1258" y="115387"/>
                  <a:pt x="0" y="114621"/>
                </a:cubicBezTo>
                <a:lnTo>
                  <a:pt x="0" y="102396"/>
                </a:lnTo>
                <a:cubicBezTo>
                  <a:pt x="1969" y="103369"/>
                  <a:pt x="4184" y="104260"/>
                  <a:pt x="6646" y="105070"/>
                </a:cubicBezTo>
                <a:cubicBezTo>
                  <a:pt x="9107" y="105881"/>
                  <a:pt x="11651" y="106569"/>
                  <a:pt x="14276" y="107137"/>
                </a:cubicBezTo>
                <a:cubicBezTo>
                  <a:pt x="16902" y="107704"/>
                  <a:pt x="19555" y="108151"/>
                  <a:pt x="22235" y="108475"/>
                </a:cubicBezTo>
                <a:cubicBezTo>
                  <a:pt x="24915" y="108798"/>
                  <a:pt x="27431" y="108960"/>
                  <a:pt x="29783" y="108960"/>
                </a:cubicBezTo>
                <a:cubicBezTo>
                  <a:pt x="33612" y="108960"/>
                  <a:pt x="37264" y="108633"/>
                  <a:pt x="40737" y="107978"/>
                </a:cubicBezTo>
                <a:cubicBezTo>
                  <a:pt x="44210" y="107322"/>
                  <a:pt x="47260" y="106229"/>
                  <a:pt x="49885" y="104701"/>
                </a:cubicBezTo>
                <a:cubicBezTo>
                  <a:pt x="52511" y="103171"/>
                  <a:pt x="54589" y="101083"/>
                  <a:pt x="56121" y="98435"/>
                </a:cubicBezTo>
                <a:cubicBezTo>
                  <a:pt x="57653" y="95787"/>
                  <a:pt x="58418" y="92470"/>
                  <a:pt x="58418" y="88484"/>
                </a:cubicBezTo>
                <a:cubicBezTo>
                  <a:pt x="58418" y="85197"/>
                  <a:pt x="57748" y="82486"/>
                  <a:pt x="56408" y="80351"/>
                </a:cubicBezTo>
                <a:cubicBezTo>
                  <a:pt x="55068" y="78214"/>
                  <a:pt x="53277" y="76448"/>
                  <a:pt x="51034" y="75051"/>
                </a:cubicBezTo>
                <a:cubicBezTo>
                  <a:pt x="48791" y="73653"/>
                  <a:pt x="46207" y="72516"/>
                  <a:pt x="43280" y="71641"/>
                </a:cubicBezTo>
                <a:cubicBezTo>
                  <a:pt x="40354" y="70764"/>
                  <a:pt x="37277" y="69942"/>
                  <a:pt x="34050" y="69174"/>
                </a:cubicBezTo>
                <a:cubicBezTo>
                  <a:pt x="29783" y="68188"/>
                  <a:pt x="25613" y="67079"/>
                  <a:pt x="21538" y="65846"/>
                </a:cubicBezTo>
                <a:cubicBezTo>
                  <a:pt x="17463" y="64614"/>
                  <a:pt x="13825" y="62902"/>
                  <a:pt x="10625" y="60711"/>
                </a:cubicBezTo>
                <a:cubicBezTo>
                  <a:pt x="7425" y="58519"/>
                  <a:pt x="4855" y="55699"/>
                  <a:pt x="2913" y="52249"/>
                </a:cubicBezTo>
                <a:cubicBezTo>
                  <a:pt x="971" y="48798"/>
                  <a:pt x="0" y="44388"/>
                  <a:pt x="0" y="39019"/>
                </a:cubicBezTo>
                <a:cubicBezTo>
                  <a:pt x="0" y="33431"/>
                  <a:pt x="1032" y="28625"/>
                  <a:pt x="3095" y="24599"/>
                </a:cubicBezTo>
                <a:cubicBezTo>
                  <a:pt x="5160" y="20574"/>
                  <a:pt x="7949" y="17246"/>
                  <a:pt x="11464" y="14617"/>
                </a:cubicBezTo>
                <a:cubicBezTo>
                  <a:pt x="14980" y="11987"/>
                  <a:pt x="19008" y="10041"/>
                  <a:pt x="23548" y="8782"/>
                </a:cubicBezTo>
                <a:cubicBezTo>
                  <a:pt x="28088" y="7522"/>
                  <a:pt x="32929" y="6892"/>
                  <a:pt x="38070" y="6892"/>
                </a:cubicBezTo>
                <a:cubicBezTo>
                  <a:pt x="43923" y="6892"/>
                  <a:pt x="49379" y="7455"/>
                  <a:pt x="54439" y="8582"/>
                </a:cubicBezTo>
                <a:cubicBezTo>
                  <a:pt x="59499" y="9708"/>
                  <a:pt x="64134" y="11178"/>
                  <a:pt x="68346" y="12992"/>
                </a:cubicBezTo>
                <a:lnTo>
                  <a:pt x="68346" y="25435"/>
                </a:lnTo>
                <a:cubicBezTo>
                  <a:pt x="63806" y="23520"/>
                  <a:pt x="59116" y="21962"/>
                  <a:pt x="54275" y="20758"/>
                </a:cubicBezTo>
                <a:cubicBezTo>
                  <a:pt x="49434" y="19555"/>
                  <a:pt x="44251" y="18926"/>
                  <a:pt x="38727" y="18871"/>
                </a:cubicBezTo>
                <a:cubicBezTo>
                  <a:pt x="34570" y="18871"/>
                  <a:pt x="30960" y="19321"/>
                  <a:pt x="27896" y="20222"/>
                </a:cubicBezTo>
                <a:cubicBezTo>
                  <a:pt x="24833" y="21123"/>
                  <a:pt x="22290" y="22406"/>
                  <a:pt x="20266" y="24071"/>
                </a:cubicBezTo>
                <a:cubicBezTo>
                  <a:pt x="18242" y="25736"/>
                  <a:pt x="16738" y="27755"/>
                  <a:pt x="15753" y="30130"/>
                </a:cubicBezTo>
                <a:cubicBezTo>
                  <a:pt x="14769" y="32504"/>
                  <a:pt x="14276" y="35138"/>
                  <a:pt x="14276" y="38032"/>
                </a:cubicBezTo>
                <a:close/>
                <a:moveTo>
                  <a:pt x="125533" y="120939"/>
                </a:moveTo>
                <a:cubicBezTo>
                  <a:pt x="121480" y="120939"/>
                  <a:pt x="117838" y="120501"/>
                  <a:pt x="114606" y="119624"/>
                </a:cubicBezTo>
                <a:cubicBezTo>
                  <a:pt x="111375" y="118749"/>
                  <a:pt x="108541" y="117517"/>
                  <a:pt x="106103" y="115929"/>
                </a:cubicBezTo>
                <a:cubicBezTo>
                  <a:pt x="103666" y="114341"/>
                  <a:pt x="101598" y="112438"/>
                  <a:pt x="99901" y="110221"/>
                </a:cubicBezTo>
                <a:cubicBezTo>
                  <a:pt x="98204" y="108003"/>
                  <a:pt x="96862" y="105580"/>
                  <a:pt x="95875" y="102953"/>
                </a:cubicBezTo>
                <a:cubicBezTo>
                  <a:pt x="95108" y="100982"/>
                  <a:pt x="94560" y="98819"/>
                  <a:pt x="94232" y="96466"/>
                </a:cubicBezTo>
                <a:cubicBezTo>
                  <a:pt x="93904" y="94110"/>
                  <a:pt x="93740" y="91536"/>
                  <a:pt x="93740" y="88743"/>
                </a:cubicBezTo>
                <a:lnTo>
                  <a:pt x="93740" y="40860"/>
                </a:lnTo>
                <a:lnTo>
                  <a:pt x="106457" y="40860"/>
                </a:lnTo>
                <a:lnTo>
                  <a:pt x="106457" y="88668"/>
                </a:lnTo>
                <a:cubicBezTo>
                  <a:pt x="106457" y="92995"/>
                  <a:pt x="107032" y="96609"/>
                  <a:pt x="108183" y="99512"/>
                </a:cubicBezTo>
                <a:cubicBezTo>
                  <a:pt x="109499" y="102797"/>
                  <a:pt x="111623" y="105385"/>
                  <a:pt x="114554" y="107275"/>
                </a:cubicBezTo>
                <a:cubicBezTo>
                  <a:pt x="117487" y="109164"/>
                  <a:pt x="121229" y="110109"/>
                  <a:pt x="125779" y="110109"/>
                </a:cubicBezTo>
                <a:cubicBezTo>
                  <a:pt x="130603" y="110109"/>
                  <a:pt x="134481" y="109069"/>
                  <a:pt x="137412" y="106988"/>
                </a:cubicBezTo>
                <a:cubicBezTo>
                  <a:pt x="140346" y="104906"/>
                  <a:pt x="142443" y="102113"/>
                  <a:pt x="143704" y="98609"/>
                </a:cubicBezTo>
                <a:cubicBezTo>
                  <a:pt x="144636" y="95925"/>
                  <a:pt x="145102" y="92612"/>
                  <a:pt x="145102" y="88668"/>
                </a:cubicBezTo>
                <a:lnTo>
                  <a:pt x="145102" y="40860"/>
                </a:lnTo>
                <a:lnTo>
                  <a:pt x="157819" y="40860"/>
                </a:lnTo>
                <a:lnTo>
                  <a:pt x="157819" y="88825"/>
                </a:lnTo>
                <a:cubicBezTo>
                  <a:pt x="157819" y="91454"/>
                  <a:pt x="157669" y="93904"/>
                  <a:pt x="157368" y="96176"/>
                </a:cubicBezTo>
                <a:cubicBezTo>
                  <a:pt x="157067" y="98448"/>
                  <a:pt x="156588" y="100542"/>
                  <a:pt x="155930" y="102460"/>
                </a:cubicBezTo>
                <a:cubicBezTo>
                  <a:pt x="154943" y="105142"/>
                  <a:pt x="153588" y="107620"/>
                  <a:pt x="151863" y="109893"/>
                </a:cubicBezTo>
                <a:cubicBezTo>
                  <a:pt x="150138" y="112165"/>
                  <a:pt x="148016" y="114122"/>
                  <a:pt x="145497" y="115765"/>
                </a:cubicBezTo>
                <a:cubicBezTo>
                  <a:pt x="142977" y="117408"/>
                  <a:pt x="140060" y="118680"/>
                  <a:pt x="136746" y="119583"/>
                </a:cubicBezTo>
                <a:cubicBezTo>
                  <a:pt x="133433" y="120487"/>
                  <a:pt x="129696" y="120939"/>
                  <a:pt x="125533" y="120939"/>
                </a:cubicBezTo>
                <a:close/>
                <a:moveTo>
                  <a:pt x="238215" y="79546"/>
                </a:moveTo>
                <a:cubicBezTo>
                  <a:pt x="238215" y="73356"/>
                  <a:pt x="237491" y="68331"/>
                  <a:pt x="236041" y="64469"/>
                </a:cubicBezTo>
                <a:cubicBezTo>
                  <a:pt x="234591" y="60608"/>
                  <a:pt x="232732" y="57595"/>
                  <a:pt x="230462" y="55431"/>
                </a:cubicBezTo>
                <a:cubicBezTo>
                  <a:pt x="228192" y="53267"/>
                  <a:pt x="225771" y="51775"/>
                  <a:pt x="223200" y="50954"/>
                </a:cubicBezTo>
                <a:cubicBezTo>
                  <a:pt x="220630" y="50132"/>
                  <a:pt x="218059" y="49721"/>
                  <a:pt x="215488" y="49721"/>
                </a:cubicBezTo>
                <a:cubicBezTo>
                  <a:pt x="211550" y="49721"/>
                  <a:pt x="207844" y="50543"/>
                  <a:pt x="204370" y="52188"/>
                </a:cubicBezTo>
                <a:cubicBezTo>
                  <a:pt x="200897" y="53830"/>
                  <a:pt x="197820" y="55966"/>
                  <a:pt x="195140" y="58595"/>
                </a:cubicBezTo>
                <a:lnTo>
                  <a:pt x="195140" y="99427"/>
                </a:lnTo>
                <a:cubicBezTo>
                  <a:pt x="195906" y="100468"/>
                  <a:pt x="196904" y="101605"/>
                  <a:pt x="198135" y="102837"/>
                </a:cubicBezTo>
                <a:cubicBezTo>
                  <a:pt x="199365" y="104070"/>
                  <a:pt x="200829" y="105220"/>
                  <a:pt x="202524" y="106288"/>
                </a:cubicBezTo>
                <a:cubicBezTo>
                  <a:pt x="204220" y="107357"/>
                  <a:pt x="206121" y="108261"/>
                  <a:pt x="208227" y="109001"/>
                </a:cubicBezTo>
                <a:cubicBezTo>
                  <a:pt x="210333" y="109739"/>
                  <a:pt x="212644" y="110109"/>
                  <a:pt x="215160" y="110109"/>
                </a:cubicBezTo>
                <a:cubicBezTo>
                  <a:pt x="218934" y="110109"/>
                  <a:pt x="222257" y="109369"/>
                  <a:pt x="225129" y="107891"/>
                </a:cubicBezTo>
                <a:cubicBezTo>
                  <a:pt x="228000" y="106412"/>
                  <a:pt x="230407" y="104317"/>
                  <a:pt x="232349" y="101606"/>
                </a:cubicBezTo>
                <a:cubicBezTo>
                  <a:pt x="234291" y="98894"/>
                  <a:pt x="235754" y="95661"/>
                  <a:pt x="236738" y="91909"/>
                </a:cubicBezTo>
                <a:cubicBezTo>
                  <a:pt x="237723" y="88157"/>
                  <a:pt x="238215" y="84036"/>
                  <a:pt x="238215" y="79546"/>
                </a:cubicBezTo>
                <a:moveTo>
                  <a:pt x="251507" y="78518"/>
                </a:moveTo>
                <a:cubicBezTo>
                  <a:pt x="251507" y="85806"/>
                  <a:pt x="250522" y="92109"/>
                  <a:pt x="248553" y="97427"/>
                </a:cubicBezTo>
                <a:cubicBezTo>
                  <a:pt x="246584" y="102743"/>
                  <a:pt x="243986" y="107141"/>
                  <a:pt x="240759" y="110621"/>
                </a:cubicBezTo>
                <a:cubicBezTo>
                  <a:pt x="237532" y="114102"/>
                  <a:pt x="233839" y="116691"/>
                  <a:pt x="229682" y="118390"/>
                </a:cubicBezTo>
                <a:cubicBezTo>
                  <a:pt x="225525" y="120089"/>
                  <a:pt x="221231" y="120939"/>
                  <a:pt x="216801" y="120939"/>
                </a:cubicBezTo>
                <a:cubicBezTo>
                  <a:pt x="213464" y="120939"/>
                  <a:pt x="210524" y="120501"/>
                  <a:pt x="207981" y="119626"/>
                </a:cubicBezTo>
                <a:cubicBezTo>
                  <a:pt x="205437" y="118751"/>
                  <a:pt x="203276" y="117725"/>
                  <a:pt x="201499" y="116549"/>
                </a:cubicBezTo>
                <a:cubicBezTo>
                  <a:pt x="199721" y="115373"/>
                  <a:pt x="198299" y="114184"/>
                  <a:pt x="197232" y="112980"/>
                </a:cubicBezTo>
                <a:cubicBezTo>
                  <a:pt x="196166" y="111777"/>
                  <a:pt x="195413" y="110820"/>
                  <a:pt x="194976" y="110109"/>
                </a:cubicBezTo>
                <a:lnTo>
                  <a:pt x="194730" y="110109"/>
                </a:lnTo>
                <a:lnTo>
                  <a:pt x="192022" y="118806"/>
                </a:lnTo>
                <a:lnTo>
                  <a:pt x="182422" y="118806"/>
                </a:lnTo>
                <a:lnTo>
                  <a:pt x="182422" y="0"/>
                </a:lnTo>
                <a:lnTo>
                  <a:pt x="195140" y="0"/>
                </a:lnTo>
                <a:lnTo>
                  <a:pt x="195140" y="48080"/>
                </a:lnTo>
                <a:lnTo>
                  <a:pt x="195386" y="48080"/>
                </a:lnTo>
                <a:cubicBezTo>
                  <a:pt x="198176" y="45127"/>
                  <a:pt x="201430" y="42829"/>
                  <a:pt x="205150" y="41188"/>
                </a:cubicBezTo>
                <a:cubicBezTo>
                  <a:pt x="208869" y="39547"/>
                  <a:pt x="213109" y="38727"/>
                  <a:pt x="217867" y="38727"/>
                </a:cubicBezTo>
                <a:cubicBezTo>
                  <a:pt x="220055" y="38727"/>
                  <a:pt x="222421" y="38974"/>
                  <a:pt x="224964" y="39468"/>
                </a:cubicBezTo>
                <a:cubicBezTo>
                  <a:pt x="227508" y="39960"/>
                  <a:pt x="230024" y="40810"/>
                  <a:pt x="232513" y="42016"/>
                </a:cubicBezTo>
                <a:cubicBezTo>
                  <a:pt x="235002" y="43221"/>
                  <a:pt x="237395" y="44811"/>
                  <a:pt x="239692" y="46785"/>
                </a:cubicBezTo>
                <a:cubicBezTo>
                  <a:pt x="241989" y="48758"/>
                  <a:pt x="244013" y="51210"/>
                  <a:pt x="245764" y="54142"/>
                </a:cubicBezTo>
                <a:cubicBezTo>
                  <a:pt x="247514" y="57073"/>
                  <a:pt x="248909" y="60553"/>
                  <a:pt x="249948" y="64582"/>
                </a:cubicBezTo>
                <a:cubicBezTo>
                  <a:pt x="250987" y="68611"/>
                  <a:pt x="251507" y="73256"/>
                  <a:pt x="251507" y="78518"/>
                </a:cubicBezTo>
                <a:close/>
                <a:moveTo>
                  <a:pt x="297293" y="105924"/>
                </a:moveTo>
                <a:cubicBezTo>
                  <a:pt x="299177" y="100236"/>
                  <a:pt x="301724" y="92988"/>
                  <a:pt x="304936" y="84181"/>
                </a:cubicBezTo>
                <a:lnTo>
                  <a:pt x="320554" y="40860"/>
                </a:lnTo>
                <a:lnTo>
                  <a:pt x="333271" y="40860"/>
                </a:lnTo>
                <a:lnTo>
                  <a:pt x="303805" y="118806"/>
                </a:lnTo>
                <a:lnTo>
                  <a:pt x="290616" y="118806"/>
                </a:lnTo>
                <a:lnTo>
                  <a:pt x="261151" y="40860"/>
                </a:lnTo>
                <a:lnTo>
                  <a:pt x="273868" y="40860"/>
                </a:lnTo>
                <a:lnTo>
                  <a:pt x="289375" y="84181"/>
                </a:lnTo>
                <a:cubicBezTo>
                  <a:pt x="292454" y="92714"/>
                  <a:pt x="294983" y="99962"/>
                  <a:pt x="296962" y="105924"/>
                </a:cubicBezTo>
                <a:lnTo>
                  <a:pt x="297293" y="105924"/>
                </a:lnTo>
                <a:close/>
                <a:moveTo>
                  <a:pt x="378335" y="49721"/>
                </a:moveTo>
                <a:cubicBezTo>
                  <a:pt x="375398" y="49721"/>
                  <a:pt x="372670" y="50296"/>
                  <a:pt x="370150" y="51444"/>
                </a:cubicBezTo>
                <a:cubicBezTo>
                  <a:pt x="367631" y="52593"/>
                  <a:pt x="365429" y="54152"/>
                  <a:pt x="363546" y="56121"/>
                </a:cubicBezTo>
                <a:cubicBezTo>
                  <a:pt x="361664" y="58090"/>
                  <a:pt x="360141" y="60401"/>
                  <a:pt x="358976" y="63054"/>
                </a:cubicBezTo>
                <a:cubicBezTo>
                  <a:pt x="357814" y="65707"/>
                  <a:pt x="357094" y="68538"/>
                  <a:pt x="356818" y="71546"/>
                </a:cubicBezTo>
                <a:lnTo>
                  <a:pt x="396693" y="71546"/>
                </a:lnTo>
                <a:cubicBezTo>
                  <a:pt x="396693" y="68483"/>
                  <a:pt x="396291" y="65625"/>
                  <a:pt x="395488" y="62972"/>
                </a:cubicBezTo>
                <a:cubicBezTo>
                  <a:pt x="394685" y="60319"/>
                  <a:pt x="393508" y="58008"/>
                  <a:pt x="391957" y="56039"/>
                </a:cubicBezTo>
                <a:cubicBezTo>
                  <a:pt x="390407" y="54070"/>
                  <a:pt x="388496" y="52525"/>
                  <a:pt x="386224" y="51403"/>
                </a:cubicBezTo>
                <a:cubicBezTo>
                  <a:pt x="383954" y="50282"/>
                  <a:pt x="381324" y="49721"/>
                  <a:pt x="378335" y="49721"/>
                </a:cubicBezTo>
                <a:moveTo>
                  <a:pt x="385042" y="109780"/>
                </a:moveTo>
                <a:cubicBezTo>
                  <a:pt x="389254" y="109780"/>
                  <a:pt x="393097" y="109439"/>
                  <a:pt x="396570" y="108755"/>
                </a:cubicBezTo>
                <a:cubicBezTo>
                  <a:pt x="400043" y="108071"/>
                  <a:pt x="403503" y="107100"/>
                  <a:pt x="406949" y="105842"/>
                </a:cubicBezTo>
                <a:lnTo>
                  <a:pt x="406949" y="116485"/>
                </a:lnTo>
                <a:cubicBezTo>
                  <a:pt x="404159" y="117860"/>
                  <a:pt x="400713" y="118945"/>
                  <a:pt x="396611" y="119742"/>
                </a:cubicBezTo>
                <a:cubicBezTo>
                  <a:pt x="392509" y="120540"/>
                  <a:pt x="388105" y="120939"/>
                  <a:pt x="383401" y="120939"/>
                </a:cubicBezTo>
                <a:cubicBezTo>
                  <a:pt x="377822" y="120939"/>
                  <a:pt x="372584" y="120227"/>
                  <a:pt x="367689" y="118803"/>
                </a:cubicBezTo>
                <a:cubicBezTo>
                  <a:pt x="362793" y="117378"/>
                  <a:pt x="358556" y="115075"/>
                  <a:pt x="354977" y="111896"/>
                </a:cubicBezTo>
                <a:cubicBezTo>
                  <a:pt x="351397" y="108716"/>
                  <a:pt x="348594" y="104564"/>
                  <a:pt x="346567" y="99440"/>
                </a:cubicBezTo>
                <a:cubicBezTo>
                  <a:pt x="344539" y="94315"/>
                  <a:pt x="343526" y="88136"/>
                  <a:pt x="343526" y="80902"/>
                </a:cubicBezTo>
                <a:cubicBezTo>
                  <a:pt x="343526" y="73778"/>
                  <a:pt x="344508" y="67598"/>
                  <a:pt x="346472" y="62364"/>
                </a:cubicBezTo>
                <a:cubicBezTo>
                  <a:pt x="348436" y="57129"/>
                  <a:pt x="351055" y="52757"/>
                  <a:pt x="354328" y="49249"/>
                </a:cubicBezTo>
                <a:cubicBezTo>
                  <a:pt x="357603" y="45742"/>
                  <a:pt x="361369" y="43111"/>
                  <a:pt x="365625" y="41357"/>
                </a:cubicBezTo>
                <a:cubicBezTo>
                  <a:pt x="369881" y="39604"/>
                  <a:pt x="374328" y="38727"/>
                  <a:pt x="378965" y="38727"/>
                </a:cubicBezTo>
                <a:cubicBezTo>
                  <a:pt x="383331" y="38727"/>
                  <a:pt x="387410" y="39454"/>
                  <a:pt x="391201" y="40909"/>
                </a:cubicBezTo>
                <a:cubicBezTo>
                  <a:pt x="394994" y="42363"/>
                  <a:pt x="398282" y="44656"/>
                  <a:pt x="401065" y="47785"/>
                </a:cubicBezTo>
                <a:cubicBezTo>
                  <a:pt x="403847" y="50915"/>
                  <a:pt x="406043" y="54951"/>
                  <a:pt x="407652" y="59893"/>
                </a:cubicBezTo>
                <a:cubicBezTo>
                  <a:pt x="409262" y="64834"/>
                  <a:pt x="410067" y="70764"/>
                  <a:pt x="410067" y="77682"/>
                </a:cubicBezTo>
                <a:cubicBezTo>
                  <a:pt x="410067" y="78340"/>
                  <a:pt x="410067" y="78902"/>
                  <a:pt x="410067" y="79369"/>
                </a:cubicBezTo>
                <a:cubicBezTo>
                  <a:pt x="410067" y="79835"/>
                  <a:pt x="410039" y="80893"/>
                  <a:pt x="409985" y="82540"/>
                </a:cubicBezTo>
                <a:lnTo>
                  <a:pt x="356161" y="82540"/>
                </a:lnTo>
                <a:cubicBezTo>
                  <a:pt x="356161" y="87503"/>
                  <a:pt x="356913" y="91715"/>
                  <a:pt x="358417" y="95178"/>
                </a:cubicBezTo>
                <a:cubicBezTo>
                  <a:pt x="359922" y="98642"/>
                  <a:pt x="361973" y="101450"/>
                  <a:pt x="364571" y="103604"/>
                </a:cubicBezTo>
                <a:cubicBezTo>
                  <a:pt x="367169" y="105758"/>
                  <a:pt x="370219" y="107326"/>
                  <a:pt x="373719" y="108309"/>
                </a:cubicBezTo>
                <a:cubicBezTo>
                  <a:pt x="377220" y="109290"/>
                  <a:pt x="380994" y="109780"/>
                  <a:pt x="385042" y="109780"/>
                </a:cubicBezTo>
                <a:close/>
                <a:moveTo>
                  <a:pt x="473713" y="51198"/>
                </a:moveTo>
                <a:lnTo>
                  <a:pt x="472728" y="51198"/>
                </a:lnTo>
                <a:cubicBezTo>
                  <a:pt x="469720" y="51198"/>
                  <a:pt x="466766" y="51472"/>
                  <a:pt x="463867" y="52019"/>
                </a:cubicBezTo>
                <a:cubicBezTo>
                  <a:pt x="460968" y="52566"/>
                  <a:pt x="458247" y="53400"/>
                  <a:pt x="455703" y="54521"/>
                </a:cubicBezTo>
                <a:cubicBezTo>
                  <a:pt x="453160" y="55642"/>
                  <a:pt x="450862" y="57023"/>
                  <a:pt x="448811" y="58664"/>
                </a:cubicBezTo>
                <a:cubicBezTo>
                  <a:pt x="446760" y="60305"/>
                  <a:pt x="445050" y="62247"/>
                  <a:pt x="443683" y="64490"/>
                </a:cubicBezTo>
                <a:lnTo>
                  <a:pt x="443683" y="118806"/>
                </a:lnTo>
                <a:lnTo>
                  <a:pt x="430966" y="118806"/>
                </a:lnTo>
                <a:lnTo>
                  <a:pt x="430966" y="40860"/>
                </a:lnTo>
                <a:lnTo>
                  <a:pt x="440811" y="40860"/>
                </a:lnTo>
                <a:lnTo>
                  <a:pt x="443273" y="53249"/>
                </a:lnTo>
                <a:lnTo>
                  <a:pt x="443519" y="53249"/>
                </a:lnTo>
                <a:cubicBezTo>
                  <a:pt x="444777" y="51213"/>
                  <a:pt x="446322" y="49316"/>
                  <a:pt x="448155" y="47557"/>
                </a:cubicBezTo>
                <a:cubicBezTo>
                  <a:pt x="449987" y="45797"/>
                  <a:pt x="452052" y="44256"/>
                  <a:pt x="454349" y="42937"/>
                </a:cubicBezTo>
                <a:cubicBezTo>
                  <a:pt x="456647" y="41616"/>
                  <a:pt x="459163" y="40584"/>
                  <a:pt x="461898" y="39842"/>
                </a:cubicBezTo>
                <a:cubicBezTo>
                  <a:pt x="464633" y="39099"/>
                  <a:pt x="467504" y="38727"/>
                  <a:pt x="470513" y="38727"/>
                </a:cubicBezTo>
                <a:cubicBezTo>
                  <a:pt x="471060" y="38727"/>
                  <a:pt x="471620" y="38740"/>
                  <a:pt x="472195" y="38768"/>
                </a:cubicBezTo>
                <a:cubicBezTo>
                  <a:pt x="472769" y="38795"/>
                  <a:pt x="473275" y="38836"/>
                  <a:pt x="473713" y="38891"/>
                </a:cubicBezTo>
                <a:lnTo>
                  <a:pt x="473713" y="51198"/>
                </a:lnTo>
                <a:close/>
                <a:moveTo>
                  <a:pt x="496447" y="61582"/>
                </a:moveTo>
                <a:cubicBezTo>
                  <a:pt x="496447" y="63719"/>
                  <a:pt x="496901" y="65473"/>
                  <a:pt x="497811" y="66844"/>
                </a:cubicBezTo>
                <a:cubicBezTo>
                  <a:pt x="498720" y="68215"/>
                  <a:pt x="499936" y="69325"/>
                  <a:pt x="501459" y="70174"/>
                </a:cubicBezTo>
                <a:cubicBezTo>
                  <a:pt x="502984" y="71024"/>
                  <a:pt x="504749" y="71723"/>
                  <a:pt x="506754" y="72272"/>
                </a:cubicBezTo>
                <a:cubicBezTo>
                  <a:pt x="508759" y="72819"/>
                  <a:pt x="510832" y="73311"/>
                  <a:pt x="512972" y="73749"/>
                </a:cubicBezTo>
                <a:cubicBezTo>
                  <a:pt x="515913" y="74407"/>
                  <a:pt x="518694" y="75133"/>
                  <a:pt x="521315" y="75928"/>
                </a:cubicBezTo>
                <a:cubicBezTo>
                  <a:pt x="523935" y="76723"/>
                  <a:pt x="526355" y="77915"/>
                  <a:pt x="528574" y="79505"/>
                </a:cubicBezTo>
                <a:cubicBezTo>
                  <a:pt x="530792" y="81094"/>
                  <a:pt x="532584" y="83246"/>
                  <a:pt x="533948" y="85958"/>
                </a:cubicBezTo>
                <a:cubicBezTo>
                  <a:pt x="535312" y="88671"/>
                  <a:pt x="535994" y="92192"/>
                  <a:pt x="535994" y="96522"/>
                </a:cubicBezTo>
                <a:cubicBezTo>
                  <a:pt x="535994" y="100469"/>
                  <a:pt x="535228" y="103964"/>
                  <a:pt x="533696" y="107006"/>
                </a:cubicBezTo>
                <a:cubicBezTo>
                  <a:pt x="532165" y="110047"/>
                  <a:pt x="530004" y="112596"/>
                  <a:pt x="527215" y="114652"/>
                </a:cubicBezTo>
                <a:cubicBezTo>
                  <a:pt x="524425" y="116707"/>
                  <a:pt x="521088" y="118268"/>
                  <a:pt x="517205" y="119337"/>
                </a:cubicBezTo>
                <a:cubicBezTo>
                  <a:pt x="513321" y="120405"/>
                  <a:pt x="509055" y="120939"/>
                  <a:pt x="504405" y="120939"/>
                </a:cubicBezTo>
                <a:cubicBezTo>
                  <a:pt x="501561" y="120939"/>
                  <a:pt x="498976" y="120789"/>
                  <a:pt x="496652" y="120488"/>
                </a:cubicBezTo>
                <a:cubicBezTo>
                  <a:pt x="494327" y="120187"/>
                  <a:pt x="492276" y="119804"/>
                  <a:pt x="490498" y="119339"/>
                </a:cubicBezTo>
                <a:cubicBezTo>
                  <a:pt x="488720" y="118874"/>
                  <a:pt x="487203" y="118396"/>
                  <a:pt x="485944" y="117903"/>
                </a:cubicBezTo>
                <a:cubicBezTo>
                  <a:pt x="484686" y="117411"/>
                  <a:pt x="483647" y="116946"/>
                  <a:pt x="482827" y="116508"/>
                </a:cubicBezTo>
                <a:lnTo>
                  <a:pt x="482827" y="105842"/>
                </a:lnTo>
                <a:cubicBezTo>
                  <a:pt x="486049" y="107155"/>
                  <a:pt x="489243" y="108194"/>
                  <a:pt x="492411" y="108960"/>
                </a:cubicBezTo>
                <a:cubicBezTo>
                  <a:pt x="495580" y="109726"/>
                  <a:pt x="499071" y="110109"/>
                  <a:pt x="502885" y="110109"/>
                </a:cubicBezTo>
                <a:cubicBezTo>
                  <a:pt x="505893" y="110109"/>
                  <a:pt x="508605" y="109834"/>
                  <a:pt x="511020" y="109286"/>
                </a:cubicBezTo>
                <a:cubicBezTo>
                  <a:pt x="513437" y="108737"/>
                  <a:pt x="515519" y="107928"/>
                  <a:pt x="517264" y="106858"/>
                </a:cubicBezTo>
                <a:cubicBezTo>
                  <a:pt x="519009" y="105786"/>
                  <a:pt x="520352" y="104441"/>
                  <a:pt x="521292" y="102822"/>
                </a:cubicBezTo>
                <a:cubicBezTo>
                  <a:pt x="522232" y="101201"/>
                  <a:pt x="522702" y="99321"/>
                  <a:pt x="522702" y="97181"/>
                </a:cubicBezTo>
                <a:cubicBezTo>
                  <a:pt x="522702" y="94988"/>
                  <a:pt x="522272" y="93179"/>
                  <a:pt x="521412" y="91756"/>
                </a:cubicBezTo>
                <a:cubicBezTo>
                  <a:pt x="520554" y="90330"/>
                  <a:pt x="519400" y="89151"/>
                  <a:pt x="517948" y="88220"/>
                </a:cubicBezTo>
                <a:cubicBezTo>
                  <a:pt x="516499" y="87288"/>
                  <a:pt x="514821" y="86521"/>
                  <a:pt x="512915" y="85917"/>
                </a:cubicBezTo>
                <a:cubicBezTo>
                  <a:pt x="511009" y="85314"/>
                  <a:pt x="509009" y="84766"/>
                  <a:pt x="506915" y="84274"/>
                </a:cubicBezTo>
                <a:cubicBezTo>
                  <a:pt x="504177" y="83670"/>
                  <a:pt x="501398" y="82958"/>
                  <a:pt x="498577" y="82135"/>
                </a:cubicBezTo>
                <a:cubicBezTo>
                  <a:pt x="495759" y="81313"/>
                  <a:pt x="493195" y="80163"/>
                  <a:pt x="490885" y="78684"/>
                </a:cubicBezTo>
                <a:cubicBezTo>
                  <a:pt x="488578" y="77204"/>
                  <a:pt x="486712" y="75189"/>
                  <a:pt x="485288" y="72641"/>
                </a:cubicBezTo>
                <a:cubicBezTo>
                  <a:pt x="483866" y="70092"/>
                  <a:pt x="483155" y="66817"/>
                  <a:pt x="483155" y="62816"/>
                </a:cubicBezTo>
                <a:cubicBezTo>
                  <a:pt x="483155" y="58705"/>
                  <a:pt x="483892" y="55142"/>
                  <a:pt x="485365" y="52129"/>
                </a:cubicBezTo>
                <a:cubicBezTo>
                  <a:pt x="486840" y="49114"/>
                  <a:pt x="488833" y="46620"/>
                  <a:pt x="491344" y="44647"/>
                </a:cubicBezTo>
                <a:cubicBezTo>
                  <a:pt x="493857" y="42673"/>
                  <a:pt x="496779" y="41192"/>
                  <a:pt x="500111" y="40206"/>
                </a:cubicBezTo>
                <a:cubicBezTo>
                  <a:pt x="503442" y="39220"/>
                  <a:pt x="506964" y="38727"/>
                  <a:pt x="510677" y="38727"/>
                </a:cubicBezTo>
                <a:cubicBezTo>
                  <a:pt x="514991" y="38727"/>
                  <a:pt x="518991" y="39135"/>
                  <a:pt x="522676" y="39952"/>
                </a:cubicBezTo>
                <a:cubicBezTo>
                  <a:pt x="526363" y="40768"/>
                  <a:pt x="529709" y="41801"/>
                  <a:pt x="532712" y="43052"/>
                </a:cubicBezTo>
                <a:lnTo>
                  <a:pt x="532712" y="53824"/>
                </a:lnTo>
                <a:cubicBezTo>
                  <a:pt x="529517" y="52589"/>
                  <a:pt x="526282" y="51584"/>
                  <a:pt x="523007" y="50806"/>
                </a:cubicBezTo>
                <a:cubicBezTo>
                  <a:pt x="519732" y="50026"/>
                  <a:pt x="516364" y="49610"/>
                  <a:pt x="512902" y="49557"/>
                </a:cubicBezTo>
                <a:cubicBezTo>
                  <a:pt x="509973" y="49557"/>
                  <a:pt x="507469" y="49860"/>
                  <a:pt x="505392" y="50465"/>
                </a:cubicBezTo>
                <a:cubicBezTo>
                  <a:pt x="503316" y="51068"/>
                  <a:pt x="501611" y="51906"/>
                  <a:pt x="500280" y="52977"/>
                </a:cubicBezTo>
                <a:cubicBezTo>
                  <a:pt x="498950" y="54048"/>
                  <a:pt x="497978" y="55310"/>
                  <a:pt x="497365" y="56765"/>
                </a:cubicBezTo>
                <a:cubicBezTo>
                  <a:pt x="496753" y="58219"/>
                  <a:pt x="496447" y="59825"/>
                  <a:pt x="496447" y="61582"/>
                </a:cubicBezTo>
                <a:close/>
                <a:moveTo>
                  <a:pt x="557140" y="118806"/>
                </a:moveTo>
                <a:lnTo>
                  <a:pt x="557140" y="40860"/>
                </a:lnTo>
                <a:lnTo>
                  <a:pt x="569857" y="40860"/>
                </a:lnTo>
                <a:lnTo>
                  <a:pt x="569857" y="118806"/>
                </a:lnTo>
                <a:lnTo>
                  <a:pt x="557140" y="118806"/>
                </a:lnTo>
                <a:moveTo>
                  <a:pt x="556812" y="22645"/>
                </a:moveTo>
                <a:lnTo>
                  <a:pt x="556812" y="8369"/>
                </a:lnTo>
                <a:lnTo>
                  <a:pt x="569529" y="8369"/>
                </a:lnTo>
                <a:lnTo>
                  <a:pt x="569529" y="22645"/>
                </a:lnTo>
                <a:lnTo>
                  <a:pt x="556812" y="22645"/>
                </a:lnTo>
                <a:close/>
                <a:moveTo>
                  <a:pt x="651085" y="79915"/>
                </a:moveTo>
                <a:cubicBezTo>
                  <a:pt x="651085" y="75088"/>
                  <a:pt x="650497" y="70796"/>
                  <a:pt x="649321" y="67041"/>
                </a:cubicBezTo>
                <a:cubicBezTo>
                  <a:pt x="648145" y="63284"/>
                  <a:pt x="646504" y="60103"/>
                  <a:pt x="644398" y="57498"/>
                </a:cubicBezTo>
                <a:cubicBezTo>
                  <a:pt x="642292" y="54891"/>
                  <a:pt x="639789" y="52916"/>
                  <a:pt x="636890" y="51572"/>
                </a:cubicBezTo>
                <a:cubicBezTo>
                  <a:pt x="633991" y="50229"/>
                  <a:pt x="630819" y="49557"/>
                  <a:pt x="627373" y="49557"/>
                </a:cubicBezTo>
                <a:cubicBezTo>
                  <a:pt x="623927" y="49557"/>
                  <a:pt x="620754" y="50229"/>
                  <a:pt x="617855" y="51572"/>
                </a:cubicBezTo>
                <a:cubicBezTo>
                  <a:pt x="614956" y="52916"/>
                  <a:pt x="612454" y="54891"/>
                  <a:pt x="610348" y="57498"/>
                </a:cubicBezTo>
                <a:cubicBezTo>
                  <a:pt x="608242" y="60103"/>
                  <a:pt x="606601" y="63284"/>
                  <a:pt x="605425" y="67041"/>
                </a:cubicBezTo>
                <a:cubicBezTo>
                  <a:pt x="604249" y="70796"/>
                  <a:pt x="603661" y="75088"/>
                  <a:pt x="603661" y="79915"/>
                </a:cubicBezTo>
                <a:cubicBezTo>
                  <a:pt x="603661" y="84687"/>
                  <a:pt x="604249" y="88952"/>
                  <a:pt x="605425" y="92709"/>
                </a:cubicBezTo>
                <a:cubicBezTo>
                  <a:pt x="606601" y="96466"/>
                  <a:pt x="608255" y="99634"/>
                  <a:pt x="610389" y="102212"/>
                </a:cubicBezTo>
                <a:cubicBezTo>
                  <a:pt x="612522" y="104789"/>
                  <a:pt x="615038" y="106750"/>
                  <a:pt x="617937" y="108093"/>
                </a:cubicBezTo>
                <a:cubicBezTo>
                  <a:pt x="620836" y="109437"/>
                  <a:pt x="624009" y="110109"/>
                  <a:pt x="627455" y="110109"/>
                </a:cubicBezTo>
                <a:cubicBezTo>
                  <a:pt x="630901" y="110109"/>
                  <a:pt x="634060" y="109437"/>
                  <a:pt x="636931" y="108093"/>
                </a:cubicBezTo>
                <a:cubicBezTo>
                  <a:pt x="639803" y="106750"/>
                  <a:pt x="642292" y="104789"/>
                  <a:pt x="644398" y="102212"/>
                </a:cubicBezTo>
                <a:cubicBezTo>
                  <a:pt x="646504" y="99634"/>
                  <a:pt x="648145" y="96466"/>
                  <a:pt x="649321" y="92709"/>
                </a:cubicBezTo>
                <a:cubicBezTo>
                  <a:pt x="650497" y="88952"/>
                  <a:pt x="651085" y="84687"/>
                  <a:pt x="651085" y="79915"/>
                </a:cubicBezTo>
                <a:moveTo>
                  <a:pt x="664376" y="79915"/>
                </a:moveTo>
                <a:cubicBezTo>
                  <a:pt x="664376" y="86053"/>
                  <a:pt x="663501" y="91644"/>
                  <a:pt x="661751" y="96686"/>
                </a:cubicBezTo>
                <a:cubicBezTo>
                  <a:pt x="660000" y="101729"/>
                  <a:pt x="657525" y="106045"/>
                  <a:pt x="654325" y="109634"/>
                </a:cubicBezTo>
                <a:cubicBezTo>
                  <a:pt x="651126" y="113224"/>
                  <a:pt x="647256" y="116006"/>
                  <a:pt x="642716" y="117980"/>
                </a:cubicBezTo>
                <a:cubicBezTo>
                  <a:pt x="638176" y="119953"/>
                  <a:pt x="633089" y="120939"/>
                  <a:pt x="627455" y="120939"/>
                </a:cubicBezTo>
                <a:cubicBezTo>
                  <a:pt x="621657" y="120939"/>
                  <a:pt x="616474" y="119953"/>
                  <a:pt x="611907" y="117980"/>
                </a:cubicBezTo>
                <a:cubicBezTo>
                  <a:pt x="607339" y="116006"/>
                  <a:pt x="603456" y="113224"/>
                  <a:pt x="600256" y="109634"/>
                </a:cubicBezTo>
                <a:cubicBezTo>
                  <a:pt x="597056" y="106045"/>
                  <a:pt x="594608" y="101729"/>
                  <a:pt x="592912" y="96686"/>
                </a:cubicBezTo>
                <a:cubicBezTo>
                  <a:pt x="591217" y="91644"/>
                  <a:pt x="590369" y="86053"/>
                  <a:pt x="590369" y="79915"/>
                </a:cubicBezTo>
                <a:cubicBezTo>
                  <a:pt x="590369" y="73722"/>
                  <a:pt x="591244" y="68104"/>
                  <a:pt x="592994" y="63062"/>
                </a:cubicBezTo>
                <a:cubicBezTo>
                  <a:pt x="594745" y="58019"/>
                  <a:pt x="597220" y="53689"/>
                  <a:pt x="600420" y="50072"/>
                </a:cubicBezTo>
                <a:cubicBezTo>
                  <a:pt x="603620" y="46456"/>
                  <a:pt x="607503" y="43661"/>
                  <a:pt x="612071" y="41688"/>
                </a:cubicBezTo>
                <a:cubicBezTo>
                  <a:pt x="616638" y="39714"/>
                  <a:pt x="621739" y="38727"/>
                  <a:pt x="627373" y="38727"/>
                </a:cubicBezTo>
                <a:cubicBezTo>
                  <a:pt x="633116" y="38727"/>
                  <a:pt x="638285" y="39714"/>
                  <a:pt x="642880" y="41688"/>
                </a:cubicBezTo>
                <a:cubicBezTo>
                  <a:pt x="647474" y="43661"/>
                  <a:pt x="651358" y="46456"/>
                  <a:pt x="654531" y="50072"/>
                </a:cubicBezTo>
                <a:cubicBezTo>
                  <a:pt x="657703" y="53689"/>
                  <a:pt x="660137" y="58019"/>
                  <a:pt x="661833" y="63062"/>
                </a:cubicBezTo>
                <a:cubicBezTo>
                  <a:pt x="663529" y="68104"/>
                  <a:pt x="664376" y="73722"/>
                  <a:pt x="664376" y="79915"/>
                </a:cubicBezTo>
                <a:close/>
                <a:moveTo>
                  <a:pt x="696669" y="51690"/>
                </a:moveTo>
                <a:lnTo>
                  <a:pt x="696915" y="51690"/>
                </a:lnTo>
                <a:cubicBezTo>
                  <a:pt x="698337" y="49873"/>
                  <a:pt x="699910" y="48181"/>
                  <a:pt x="701633" y="46614"/>
                </a:cubicBezTo>
                <a:cubicBezTo>
                  <a:pt x="703356" y="45044"/>
                  <a:pt x="705284" y="43668"/>
                  <a:pt x="707417" y="42486"/>
                </a:cubicBezTo>
                <a:cubicBezTo>
                  <a:pt x="709551" y="41301"/>
                  <a:pt x="711889" y="40379"/>
                  <a:pt x="714433" y="39719"/>
                </a:cubicBezTo>
                <a:cubicBezTo>
                  <a:pt x="716976" y="39058"/>
                  <a:pt x="719752" y="38727"/>
                  <a:pt x="722760" y="38727"/>
                </a:cubicBezTo>
                <a:cubicBezTo>
                  <a:pt x="726316" y="38727"/>
                  <a:pt x="729652" y="39220"/>
                  <a:pt x="732770" y="40206"/>
                </a:cubicBezTo>
                <a:cubicBezTo>
                  <a:pt x="735888" y="41191"/>
                  <a:pt x="738596" y="42779"/>
                  <a:pt x="740893" y="44970"/>
                </a:cubicBezTo>
                <a:cubicBezTo>
                  <a:pt x="743190" y="47160"/>
                  <a:pt x="745009" y="50020"/>
                  <a:pt x="746349" y="53552"/>
                </a:cubicBezTo>
                <a:cubicBezTo>
                  <a:pt x="747689" y="57083"/>
                  <a:pt x="748359" y="61422"/>
                  <a:pt x="748359" y="66569"/>
                </a:cubicBezTo>
                <a:lnTo>
                  <a:pt x="748359" y="118806"/>
                </a:lnTo>
                <a:lnTo>
                  <a:pt x="735642" y="118806"/>
                </a:lnTo>
                <a:lnTo>
                  <a:pt x="735642" y="68674"/>
                </a:lnTo>
                <a:cubicBezTo>
                  <a:pt x="735642" y="61946"/>
                  <a:pt x="734343" y="57106"/>
                  <a:pt x="731745" y="54152"/>
                </a:cubicBezTo>
                <a:cubicBezTo>
                  <a:pt x="729146" y="51198"/>
                  <a:pt x="725359" y="49721"/>
                  <a:pt x="720381" y="49721"/>
                </a:cubicBezTo>
                <a:cubicBezTo>
                  <a:pt x="716005" y="49721"/>
                  <a:pt x="711766" y="50938"/>
                  <a:pt x="707664" y="53372"/>
                </a:cubicBezTo>
                <a:cubicBezTo>
                  <a:pt x="703561" y="55806"/>
                  <a:pt x="700033" y="59157"/>
                  <a:pt x="697079" y="63423"/>
                </a:cubicBezTo>
                <a:lnTo>
                  <a:pt x="697079" y="118806"/>
                </a:lnTo>
                <a:lnTo>
                  <a:pt x="684362" y="118806"/>
                </a:lnTo>
                <a:lnTo>
                  <a:pt x="684362" y="40860"/>
                </a:lnTo>
                <a:lnTo>
                  <a:pt x="694208" y="40860"/>
                </a:lnTo>
                <a:lnTo>
                  <a:pt x="696669" y="51690"/>
                </a:lnTo>
                <a:close/>
              </a:path>
            </a:pathLst>
          </a:custGeom>
          <a:solidFill xmlns:a="http://schemas.openxmlformats.org/drawingml/2006/main">
            <a:srgbClr val="C2530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3" name="Text Degradation">
            <a:extLst xmlns:a="http://schemas.openxmlformats.org/drawingml/2006/main">
              <a:ext uri="{FF2B5EF4-FFF2-40B4-BE49-F238E27FC236}">
                <a16:creationId xmlns:a16="http://schemas.microsoft.com/office/drawing/2014/main" id="{4B5883B0-2E04-4FFA-BAA0-24F0AA2CA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8173" y="3958813"/>
            <a:ext cx="845230" cy="159009"/>
          </a:xfrm>
          <a:custGeom xmlns:a="http://schemas.openxmlformats.org/drawingml/2006/main">
            <a:pathLst>
              <a:path w="845230" h="159009">
                <a:moveTo>
                  <a:pt x="88940" y="63423"/>
                </a:moveTo>
                <a:cubicBezTo>
                  <a:pt x="88940" y="69823"/>
                  <a:pt x="88147" y="75840"/>
                  <a:pt x="86561" y="81474"/>
                </a:cubicBezTo>
                <a:cubicBezTo>
                  <a:pt x="84975" y="87108"/>
                  <a:pt x="82582" y="92181"/>
                  <a:pt x="79382" y="96694"/>
                </a:cubicBezTo>
                <a:cubicBezTo>
                  <a:pt x="76182" y="101206"/>
                  <a:pt x="72189" y="105104"/>
                  <a:pt x="67403" y="108386"/>
                </a:cubicBezTo>
                <a:cubicBezTo>
                  <a:pt x="62616" y="111668"/>
                  <a:pt x="57023" y="114211"/>
                  <a:pt x="50624" y="116016"/>
                </a:cubicBezTo>
                <a:cubicBezTo>
                  <a:pt x="46959" y="117055"/>
                  <a:pt x="42993" y="117780"/>
                  <a:pt x="38727" y="118190"/>
                </a:cubicBezTo>
                <a:cubicBezTo>
                  <a:pt x="34460" y="118601"/>
                  <a:pt x="29838" y="118806"/>
                  <a:pt x="24861" y="118806"/>
                </a:cubicBezTo>
                <a:lnTo>
                  <a:pt x="0" y="118806"/>
                </a:lnTo>
                <a:lnTo>
                  <a:pt x="0" y="9025"/>
                </a:lnTo>
                <a:lnTo>
                  <a:pt x="25107" y="9025"/>
                </a:lnTo>
                <a:cubicBezTo>
                  <a:pt x="30084" y="9025"/>
                  <a:pt x="34706" y="9230"/>
                  <a:pt x="38973" y="9641"/>
                </a:cubicBezTo>
                <a:cubicBezTo>
                  <a:pt x="43239" y="10051"/>
                  <a:pt x="47205" y="10776"/>
                  <a:pt x="50870" y="11815"/>
                </a:cubicBezTo>
                <a:cubicBezTo>
                  <a:pt x="57270" y="13620"/>
                  <a:pt x="62863" y="16136"/>
                  <a:pt x="67649" y="19363"/>
                </a:cubicBezTo>
                <a:cubicBezTo>
                  <a:pt x="72435" y="22591"/>
                  <a:pt x="76401" y="26406"/>
                  <a:pt x="79546" y="30809"/>
                </a:cubicBezTo>
                <a:cubicBezTo>
                  <a:pt x="82691" y="35212"/>
                  <a:pt x="85043" y="40163"/>
                  <a:pt x="86602" y="45660"/>
                </a:cubicBezTo>
                <a:cubicBezTo>
                  <a:pt x="88161" y="51157"/>
                  <a:pt x="88940" y="57078"/>
                  <a:pt x="88940" y="63423"/>
                </a:cubicBezTo>
                <a:moveTo>
                  <a:pt x="75648" y="63423"/>
                </a:moveTo>
                <a:cubicBezTo>
                  <a:pt x="75648" y="52887"/>
                  <a:pt x="73320" y="44344"/>
                  <a:pt x="68664" y="37793"/>
                </a:cubicBezTo>
                <a:cubicBezTo>
                  <a:pt x="64008" y="31242"/>
                  <a:pt x="57329" y="26601"/>
                  <a:pt x="48626" y="23871"/>
                </a:cubicBezTo>
                <a:cubicBezTo>
                  <a:pt x="45302" y="22833"/>
                  <a:pt x="41588" y="22124"/>
                  <a:pt x="37486" y="21743"/>
                </a:cubicBezTo>
                <a:cubicBezTo>
                  <a:pt x="33383" y="21360"/>
                  <a:pt x="28755" y="21168"/>
                  <a:pt x="23602" y="21168"/>
                </a:cubicBezTo>
                <a:lnTo>
                  <a:pt x="13374" y="21168"/>
                </a:lnTo>
                <a:lnTo>
                  <a:pt x="13374" y="106663"/>
                </a:lnTo>
                <a:lnTo>
                  <a:pt x="23602" y="106663"/>
                </a:lnTo>
                <a:cubicBezTo>
                  <a:pt x="28755" y="106663"/>
                  <a:pt x="33383" y="106472"/>
                  <a:pt x="37486" y="106091"/>
                </a:cubicBezTo>
                <a:cubicBezTo>
                  <a:pt x="41588" y="105708"/>
                  <a:pt x="45302" y="104998"/>
                  <a:pt x="48626" y="103960"/>
                </a:cubicBezTo>
                <a:cubicBezTo>
                  <a:pt x="57329" y="101230"/>
                  <a:pt x="64008" y="96454"/>
                  <a:pt x="68664" y="89630"/>
                </a:cubicBezTo>
                <a:cubicBezTo>
                  <a:pt x="73320" y="82805"/>
                  <a:pt x="75648" y="74069"/>
                  <a:pt x="75648" y="63423"/>
                </a:cubicBezTo>
                <a:close/>
                <a:moveTo>
                  <a:pt x="141993" y="49721"/>
                </a:moveTo>
                <a:cubicBezTo>
                  <a:pt x="139056" y="49721"/>
                  <a:pt x="136328" y="50296"/>
                  <a:pt x="133808" y="51444"/>
                </a:cubicBezTo>
                <a:cubicBezTo>
                  <a:pt x="131289" y="52593"/>
                  <a:pt x="129087" y="54152"/>
                  <a:pt x="127203" y="56121"/>
                </a:cubicBezTo>
                <a:cubicBezTo>
                  <a:pt x="125322" y="58090"/>
                  <a:pt x="123798" y="60401"/>
                  <a:pt x="122634" y="63054"/>
                </a:cubicBezTo>
                <a:cubicBezTo>
                  <a:pt x="121472" y="65707"/>
                  <a:pt x="120752" y="68538"/>
                  <a:pt x="120476" y="71546"/>
                </a:cubicBezTo>
                <a:lnTo>
                  <a:pt x="160351" y="71546"/>
                </a:lnTo>
                <a:cubicBezTo>
                  <a:pt x="160351" y="68483"/>
                  <a:pt x="159949" y="65625"/>
                  <a:pt x="159146" y="62972"/>
                </a:cubicBezTo>
                <a:cubicBezTo>
                  <a:pt x="158342" y="60319"/>
                  <a:pt x="157166" y="58008"/>
                  <a:pt x="155615" y="56039"/>
                </a:cubicBezTo>
                <a:cubicBezTo>
                  <a:pt x="154065" y="54070"/>
                  <a:pt x="152154" y="52525"/>
                  <a:pt x="149882" y="51403"/>
                </a:cubicBezTo>
                <a:cubicBezTo>
                  <a:pt x="147612" y="50282"/>
                  <a:pt x="144982" y="49721"/>
                  <a:pt x="141993" y="49721"/>
                </a:cubicBezTo>
                <a:moveTo>
                  <a:pt x="148700" y="109780"/>
                </a:moveTo>
                <a:cubicBezTo>
                  <a:pt x="152912" y="109780"/>
                  <a:pt x="156755" y="109439"/>
                  <a:pt x="160228" y="108755"/>
                </a:cubicBezTo>
                <a:cubicBezTo>
                  <a:pt x="163701" y="108071"/>
                  <a:pt x="167161" y="107100"/>
                  <a:pt x="170607" y="105842"/>
                </a:cubicBezTo>
                <a:lnTo>
                  <a:pt x="170607" y="116485"/>
                </a:lnTo>
                <a:cubicBezTo>
                  <a:pt x="167817" y="117860"/>
                  <a:pt x="164371" y="118945"/>
                  <a:pt x="160269" y="119742"/>
                </a:cubicBezTo>
                <a:cubicBezTo>
                  <a:pt x="156166" y="120540"/>
                  <a:pt x="151763" y="120939"/>
                  <a:pt x="147059" y="120939"/>
                </a:cubicBezTo>
                <a:cubicBezTo>
                  <a:pt x="141480" y="120939"/>
                  <a:pt x="136242" y="120227"/>
                  <a:pt x="131347" y="118803"/>
                </a:cubicBezTo>
                <a:cubicBezTo>
                  <a:pt x="126451" y="117378"/>
                  <a:pt x="122214" y="115075"/>
                  <a:pt x="118635" y="111896"/>
                </a:cubicBezTo>
                <a:cubicBezTo>
                  <a:pt x="115055" y="108716"/>
                  <a:pt x="112252" y="104564"/>
                  <a:pt x="110225" y="99440"/>
                </a:cubicBezTo>
                <a:cubicBezTo>
                  <a:pt x="108197" y="94315"/>
                  <a:pt x="107184" y="88136"/>
                  <a:pt x="107184" y="80902"/>
                </a:cubicBezTo>
                <a:cubicBezTo>
                  <a:pt x="107184" y="73778"/>
                  <a:pt x="108166" y="67598"/>
                  <a:pt x="110130" y="62364"/>
                </a:cubicBezTo>
                <a:cubicBezTo>
                  <a:pt x="112094" y="57129"/>
                  <a:pt x="114713" y="52757"/>
                  <a:pt x="117986" y="49249"/>
                </a:cubicBezTo>
                <a:cubicBezTo>
                  <a:pt x="121261" y="45742"/>
                  <a:pt x="125027" y="43111"/>
                  <a:pt x="129283" y="41357"/>
                </a:cubicBezTo>
                <a:cubicBezTo>
                  <a:pt x="133539" y="39604"/>
                  <a:pt x="137986" y="38727"/>
                  <a:pt x="142623" y="38727"/>
                </a:cubicBezTo>
                <a:cubicBezTo>
                  <a:pt x="146989" y="38727"/>
                  <a:pt x="151068" y="39454"/>
                  <a:pt x="154859" y="40909"/>
                </a:cubicBezTo>
                <a:cubicBezTo>
                  <a:pt x="158652" y="42363"/>
                  <a:pt x="161940" y="44656"/>
                  <a:pt x="164723" y="47785"/>
                </a:cubicBezTo>
                <a:cubicBezTo>
                  <a:pt x="167505" y="50915"/>
                  <a:pt x="169701" y="54951"/>
                  <a:pt x="171310" y="59893"/>
                </a:cubicBezTo>
                <a:cubicBezTo>
                  <a:pt x="172920" y="64834"/>
                  <a:pt x="173725" y="70764"/>
                  <a:pt x="173725" y="77682"/>
                </a:cubicBezTo>
                <a:cubicBezTo>
                  <a:pt x="173725" y="78340"/>
                  <a:pt x="173725" y="78902"/>
                  <a:pt x="173725" y="79369"/>
                </a:cubicBezTo>
                <a:cubicBezTo>
                  <a:pt x="173725" y="79835"/>
                  <a:pt x="173697" y="80893"/>
                  <a:pt x="173643" y="82540"/>
                </a:cubicBezTo>
                <a:lnTo>
                  <a:pt x="119819" y="82540"/>
                </a:lnTo>
                <a:cubicBezTo>
                  <a:pt x="119819" y="87503"/>
                  <a:pt x="120571" y="91715"/>
                  <a:pt x="122075" y="95178"/>
                </a:cubicBezTo>
                <a:cubicBezTo>
                  <a:pt x="123580" y="98642"/>
                  <a:pt x="125631" y="101450"/>
                  <a:pt x="128229" y="103604"/>
                </a:cubicBezTo>
                <a:cubicBezTo>
                  <a:pt x="130827" y="105758"/>
                  <a:pt x="133877" y="107326"/>
                  <a:pt x="137377" y="108309"/>
                </a:cubicBezTo>
                <a:cubicBezTo>
                  <a:pt x="140878" y="109290"/>
                  <a:pt x="144652" y="109780"/>
                  <a:pt x="148700" y="109780"/>
                </a:cubicBezTo>
                <a:close/>
                <a:moveTo>
                  <a:pt x="203485" y="80366"/>
                </a:moveTo>
                <a:cubicBezTo>
                  <a:pt x="203485" y="86501"/>
                  <a:pt x="204221" y="91513"/>
                  <a:pt x="205695" y="95402"/>
                </a:cubicBezTo>
                <a:cubicBezTo>
                  <a:pt x="207170" y="99290"/>
                  <a:pt x="209040" y="102317"/>
                  <a:pt x="211305" y="104481"/>
                </a:cubicBezTo>
                <a:cubicBezTo>
                  <a:pt x="213571" y="106645"/>
                  <a:pt x="216042" y="108124"/>
                  <a:pt x="218717" y="108919"/>
                </a:cubicBezTo>
                <a:cubicBezTo>
                  <a:pt x="221393" y="109712"/>
                  <a:pt x="223931" y="110109"/>
                  <a:pt x="226333" y="110109"/>
                </a:cubicBezTo>
                <a:cubicBezTo>
                  <a:pt x="230264" y="110109"/>
                  <a:pt x="233949" y="109314"/>
                  <a:pt x="237389" y="107724"/>
                </a:cubicBezTo>
                <a:cubicBezTo>
                  <a:pt x="240828" y="106134"/>
                  <a:pt x="243858" y="103969"/>
                  <a:pt x="246478" y="101227"/>
                </a:cubicBezTo>
                <a:lnTo>
                  <a:pt x="246478" y="60408"/>
                </a:lnTo>
                <a:cubicBezTo>
                  <a:pt x="245769" y="59422"/>
                  <a:pt x="244786" y="58299"/>
                  <a:pt x="243529" y="57039"/>
                </a:cubicBezTo>
                <a:cubicBezTo>
                  <a:pt x="242275" y="55777"/>
                  <a:pt x="240814" y="54612"/>
                  <a:pt x="239147" y="53544"/>
                </a:cubicBezTo>
                <a:cubicBezTo>
                  <a:pt x="237483" y="52476"/>
                  <a:pt x="235585" y="51572"/>
                  <a:pt x="233455" y="50831"/>
                </a:cubicBezTo>
                <a:cubicBezTo>
                  <a:pt x="231327" y="50091"/>
                  <a:pt x="229008" y="49721"/>
                  <a:pt x="226497" y="49721"/>
                </a:cubicBezTo>
                <a:cubicBezTo>
                  <a:pt x="222729" y="49721"/>
                  <a:pt x="219412" y="50474"/>
                  <a:pt x="216546" y="51980"/>
                </a:cubicBezTo>
                <a:cubicBezTo>
                  <a:pt x="213679" y="53486"/>
                  <a:pt x="211277" y="55582"/>
                  <a:pt x="209338" y="58267"/>
                </a:cubicBezTo>
                <a:cubicBezTo>
                  <a:pt x="207402" y="60951"/>
                  <a:pt x="205942" y="64169"/>
                  <a:pt x="204959" y="67921"/>
                </a:cubicBezTo>
                <a:cubicBezTo>
                  <a:pt x="203976" y="71673"/>
                  <a:pt x="203485" y="75821"/>
                  <a:pt x="203485" y="80366"/>
                </a:cubicBezTo>
                <a:moveTo>
                  <a:pt x="224858" y="38727"/>
                </a:moveTo>
                <a:cubicBezTo>
                  <a:pt x="228246" y="38781"/>
                  <a:pt x="231196" y="39222"/>
                  <a:pt x="233709" y="40050"/>
                </a:cubicBezTo>
                <a:cubicBezTo>
                  <a:pt x="236222" y="40877"/>
                  <a:pt x="238380" y="41912"/>
                  <a:pt x="240183" y="43155"/>
                </a:cubicBezTo>
                <a:cubicBezTo>
                  <a:pt x="241987" y="44396"/>
                  <a:pt x="243421" y="45623"/>
                  <a:pt x="244486" y="46837"/>
                </a:cubicBezTo>
                <a:cubicBezTo>
                  <a:pt x="245551" y="48049"/>
                  <a:pt x="246275" y="49014"/>
                  <a:pt x="246657" y="49731"/>
                </a:cubicBezTo>
                <a:lnTo>
                  <a:pt x="246986" y="49731"/>
                </a:lnTo>
                <a:lnTo>
                  <a:pt x="249606" y="40860"/>
                </a:lnTo>
                <a:lnTo>
                  <a:pt x="259195" y="40860"/>
                </a:lnTo>
                <a:lnTo>
                  <a:pt x="259195" y="123400"/>
                </a:lnTo>
                <a:cubicBezTo>
                  <a:pt x="259195" y="129417"/>
                  <a:pt x="258212" y="134655"/>
                  <a:pt x="256244" y="139113"/>
                </a:cubicBezTo>
                <a:cubicBezTo>
                  <a:pt x="254278" y="143571"/>
                  <a:pt x="251520" y="147277"/>
                  <a:pt x="247970" y="150230"/>
                </a:cubicBezTo>
                <a:cubicBezTo>
                  <a:pt x="244420" y="153184"/>
                  <a:pt x="240146" y="155386"/>
                  <a:pt x="235148" y="156835"/>
                </a:cubicBezTo>
                <a:cubicBezTo>
                  <a:pt x="230149" y="158285"/>
                  <a:pt x="224619" y="159009"/>
                  <a:pt x="218556" y="159009"/>
                </a:cubicBezTo>
                <a:cubicBezTo>
                  <a:pt x="213421" y="159009"/>
                  <a:pt x="208832" y="158556"/>
                  <a:pt x="204790" y="157648"/>
                </a:cubicBezTo>
                <a:cubicBezTo>
                  <a:pt x="200747" y="156740"/>
                  <a:pt x="197577" y="155654"/>
                  <a:pt x="195280" y="154389"/>
                </a:cubicBezTo>
                <a:lnTo>
                  <a:pt x="195280" y="143584"/>
                </a:lnTo>
                <a:cubicBezTo>
                  <a:pt x="197140" y="144350"/>
                  <a:pt x="198943" y="144993"/>
                  <a:pt x="200690" y="145512"/>
                </a:cubicBezTo>
                <a:cubicBezTo>
                  <a:pt x="202439" y="146032"/>
                  <a:pt x="204241" y="146470"/>
                  <a:pt x="206097" y="146825"/>
                </a:cubicBezTo>
                <a:cubicBezTo>
                  <a:pt x="207954" y="147181"/>
                  <a:pt x="209851" y="147441"/>
                  <a:pt x="211790" y="147605"/>
                </a:cubicBezTo>
                <a:cubicBezTo>
                  <a:pt x="213728" y="147769"/>
                  <a:pt x="215871" y="147851"/>
                  <a:pt x="218220" y="147851"/>
                </a:cubicBezTo>
                <a:cubicBezTo>
                  <a:pt x="227339" y="147851"/>
                  <a:pt x="234329" y="145726"/>
                  <a:pt x="239188" y="141477"/>
                </a:cubicBezTo>
                <a:cubicBezTo>
                  <a:pt x="244048" y="137229"/>
                  <a:pt x="246478" y="130748"/>
                  <a:pt x="246478" y="122034"/>
                </a:cubicBezTo>
                <a:lnTo>
                  <a:pt x="246478" y="111657"/>
                </a:lnTo>
                <a:lnTo>
                  <a:pt x="246232" y="111657"/>
                </a:lnTo>
                <a:cubicBezTo>
                  <a:pt x="243447" y="114724"/>
                  <a:pt x="240212" y="117037"/>
                  <a:pt x="236524" y="118598"/>
                </a:cubicBezTo>
                <a:cubicBezTo>
                  <a:pt x="232837" y="120159"/>
                  <a:pt x="228618" y="120939"/>
                  <a:pt x="223866" y="120939"/>
                </a:cubicBezTo>
                <a:cubicBezTo>
                  <a:pt x="221681" y="120939"/>
                  <a:pt x="219333" y="120692"/>
                  <a:pt x="216820" y="120198"/>
                </a:cubicBezTo>
                <a:cubicBezTo>
                  <a:pt x="214307" y="119706"/>
                  <a:pt x="211795" y="118871"/>
                  <a:pt x="209282" y="117693"/>
                </a:cubicBezTo>
                <a:cubicBezTo>
                  <a:pt x="206769" y="116514"/>
                  <a:pt x="204366" y="114951"/>
                  <a:pt x="202072" y="113006"/>
                </a:cubicBezTo>
                <a:cubicBezTo>
                  <a:pt x="199778" y="111061"/>
                  <a:pt x="197757" y="108622"/>
                  <a:pt x="196008" y="105691"/>
                </a:cubicBezTo>
                <a:cubicBezTo>
                  <a:pt x="194261" y="102758"/>
                  <a:pt x="192855" y="99290"/>
                  <a:pt x="191790" y="95289"/>
                </a:cubicBezTo>
                <a:cubicBezTo>
                  <a:pt x="190725" y="91287"/>
                  <a:pt x="190193" y="86656"/>
                  <a:pt x="190193" y="81394"/>
                </a:cubicBezTo>
                <a:cubicBezTo>
                  <a:pt x="190193" y="74106"/>
                  <a:pt x="191176" y="67790"/>
                  <a:pt x="193141" y="62446"/>
                </a:cubicBezTo>
                <a:cubicBezTo>
                  <a:pt x="195109" y="57101"/>
                  <a:pt x="197705" y="52675"/>
                  <a:pt x="200928" y="49167"/>
                </a:cubicBezTo>
                <a:cubicBezTo>
                  <a:pt x="204152" y="45660"/>
                  <a:pt x="207840" y="43043"/>
                  <a:pt x="211992" y="41316"/>
                </a:cubicBezTo>
                <a:cubicBezTo>
                  <a:pt x="216144" y="39590"/>
                  <a:pt x="220433" y="38727"/>
                  <a:pt x="224858" y="38727"/>
                </a:cubicBezTo>
                <a:close/>
                <a:moveTo>
                  <a:pt x="326597" y="51198"/>
                </a:moveTo>
                <a:lnTo>
                  <a:pt x="325612" y="51198"/>
                </a:lnTo>
                <a:cubicBezTo>
                  <a:pt x="322604" y="51198"/>
                  <a:pt x="319650" y="51472"/>
                  <a:pt x="316751" y="52019"/>
                </a:cubicBezTo>
                <a:cubicBezTo>
                  <a:pt x="313852" y="52566"/>
                  <a:pt x="311131" y="53400"/>
                  <a:pt x="308587" y="54521"/>
                </a:cubicBezTo>
                <a:cubicBezTo>
                  <a:pt x="306044" y="55642"/>
                  <a:pt x="303747" y="57023"/>
                  <a:pt x="301695" y="58664"/>
                </a:cubicBezTo>
                <a:cubicBezTo>
                  <a:pt x="299644" y="60305"/>
                  <a:pt x="297935" y="62247"/>
                  <a:pt x="296567" y="64490"/>
                </a:cubicBezTo>
                <a:lnTo>
                  <a:pt x="296567" y="118806"/>
                </a:lnTo>
                <a:lnTo>
                  <a:pt x="283850" y="118806"/>
                </a:lnTo>
                <a:lnTo>
                  <a:pt x="283850" y="40860"/>
                </a:lnTo>
                <a:lnTo>
                  <a:pt x="293696" y="40860"/>
                </a:lnTo>
                <a:lnTo>
                  <a:pt x="296157" y="53249"/>
                </a:lnTo>
                <a:lnTo>
                  <a:pt x="296403" y="53249"/>
                </a:lnTo>
                <a:cubicBezTo>
                  <a:pt x="297661" y="51213"/>
                  <a:pt x="299207" y="49316"/>
                  <a:pt x="301039" y="47557"/>
                </a:cubicBezTo>
                <a:cubicBezTo>
                  <a:pt x="302871" y="45797"/>
                  <a:pt x="304936" y="44256"/>
                  <a:pt x="307234" y="42937"/>
                </a:cubicBezTo>
                <a:cubicBezTo>
                  <a:pt x="309531" y="41616"/>
                  <a:pt x="312047" y="40584"/>
                  <a:pt x="314782" y="39842"/>
                </a:cubicBezTo>
                <a:cubicBezTo>
                  <a:pt x="317517" y="39099"/>
                  <a:pt x="320389" y="38727"/>
                  <a:pt x="323397" y="38727"/>
                </a:cubicBezTo>
                <a:cubicBezTo>
                  <a:pt x="323944" y="38727"/>
                  <a:pt x="324505" y="38740"/>
                  <a:pt x="325079" y="38768"/>
                </a:cubicBezTo>
                <a:cubicBezTo>
                  <a:pt x="325653" y="38795"/>
                  <a:pt x="326159" y="38836"/>
                  <a:pt x="326597" y="38891"/>
                </a:cubicBezTo>
                <a:lnTo>
                  <a:pt x="326597" y="51198"/>
                </a:lnTo>
                <a:close/>
                <a:moveTo>
                  <a:pt x="385776" y="110191"/>
                </a:moveTo>
                <a:lnTo>
                  <a:pt x="385448" y="110191"/>
                </a:lnTo>
                <a:cubicBezTo>
                  <a:pt x="384410" y="111503"/>
                  <a:pt x="383099" y="112803"/>
                  <a:pt x="381514" y="114088"/>
                </a:cubicBezTo>
                <a:cubicBezTo>
                  <a:pt x="379931" y="115373"/>
                  <a:pt x="378102" y="116524"/>
                  <a:pt x="376025" y="117539"/>
                </a:cubicBezTo>
                <a:cubicBezTo>
                  <a:pt x="373950" y="118555"/>
                  <a:pt x="371683" y="119375"/>
                  <a:pt x="369225" y="120001"/>
                </a:cubicBezTo>
                <a:cubicBezTo>
                  <a:pt x="366767" y="120626"/>
                  <a:pt x="364145" y="120939"/>
                  <a:pt x="361359" y="120939"/>
                </a:cubicBezTo>
                <a:cubicBezTo>
                  <a:pt x="357590" y="120939"/>
                  <a:pt x="354134" y="120378"/>
                  <a:pt x="350992" y="119254"/>
                </a:cubicBezTo>
                <a:cubicBezTo>
                  <a:pt x="347852" y="118131"/>
                  <a:pt x="345148" y="116488"/>
                  <a:pt x="342880" y="114324"/>
                </a:cubicBezTo>
                <a:cubicBezTo>
                  <a:pt x="340613" y="112160"/>
                  <a:pt x="338852" y="109516"/>
                  <a:pt x="337595" y="106393"/>
                </a:cubicBezTo>
                <a:cubicBezTo>
                  <a:pt x="336339" y="103270"/>
                  <a:pt x="335711" y="99736"/>
                  <a:pt x="335711" y="95791"/>
                </a:cubicBezTo>
                <a:cubicBezTo>
                  <a:pt x="335711" y="91901"/>
                  <a:pt x="336407" y="88421"/>
                  <a:pt x="337798" y="85353"/>
                </a:cubicBezTo>
                <a:cubicBezTo>
                  <a:pt x="339191" y="82285"/>
                  <a:pt x="341143" y="79682"/>
                  <a:pt x="343654" y="77546"/>
                </a:cubicBezTo>
                <a:cubicBezTo>
                  <a:pt x="346167" y="75409"/>
                  <a:pt x="349185" y="73766"/>
                  <a:pt x="352708" y="72615"/>
                </a:cubicBezTo>
                <a:cubicBezTo>
                  <a:pt x="356231" y="71465"/>
                  <a:pt x="360121" y="70890"/>
                  <a:pt x="364379" y="70890"/>
                </a:cubicBezTo>
                <a:cubicBezTo>
                  <a:pt x="368420" y="70944"/>
                  <a:pt x="372161" y="71300"/>
                  <a:pt x="375602" y="71956"/>
                </a:cubicBezTo>
                <a:cubicBezTo>
                  <a:pt x="379043" y="72613"/>
                  <a:pt x="382101" y="73433"/>
                  <a:pt x="384776" y="74418"/>
                </a:cubicBezTo>
                <a:lnTo>
                  <a:pt x="385104" y="74418"/>
                </a:lnTo>
                <a:lnTo>
                  <a:pt x="385104" y="69003"/>
                </a:lnTo>
                <a:cubicBezTo>
                  <a:pt x="385104" y="66869"/>
                  <a:pt x="384967" y="64982"/>
                  <a:pt x="384694" y="63341"/>
                </a:cubicBezTo>
                <a:cubicBezTo>
                  <a:pt x="384420" y="61700"/>
                  <a:pt x="383955" y="60251"/>
                  <a:pt x="383299" y="58993"/>
                </a:cubicBezTo>
                <a:cubicBezTo>
                  <a:pt x="381877" y="56367"/>
                  <a:pt x="379607" y="54193"/>
                  <a:pt x="376489" y="52470"/>
                </a:cubicBezTo>
                <a:cubicBezTo>
                  <a:pt x="373371" y="50747"/>
                  <a:pt x="369159" y="49885"/>
                  <a:pt x="363853" y="49885"/>
                </a:cubicBezTo>
                <a:cubicBezTo>
                  <a:pt x="359915" y="49885"/>
                  <a:pt x="356209" y="50248"/>
                  <a:pt x="352736" y="50972"/>
                </a:cubicBezTo>
                <a:cubicBezTo>
                  <a:pt x="349263" y="51695"/>
                  <a:pt x="345803" y="52701"/>
                  <a:pt x="342357" y="53988"/>
                </a:cubicBezTo>
                <a:lnTo>
                  <a:pt x="342357" y="43321"/>
                </a:lnTo>
                <a:cubicBezTo>
                  <a:pt x="343670" y="42665"/>
                  <a:pt x="345215" y="42050"/>
                  <a:pt x="346993" y="41475"/>
                </a:cubicBezTo>
                <a:cubicBezTo>
                  <a:pt x="348770" y="40901"/>
                  <a:pt x="350644" y="40409"/>
                  <a:pt x="352613" y="39998"/>
                </a:cubicBezTo>
                <a:cubicBezTo>
                  <a:pt x="354582" y="39588"/>
                  <a:pt x="356661" y="39274"/>
                  <a:pt x="358849" y="39055"/>
                </a:cubicBezTo>
                <a:cubicBezTo>
                  <a:pt x="361036" y="38836"/>
                  <a:pt x="363224" y="38727"/>
                  <a:pt x="365412" y="38727"/>
                </a:cubicBezTo>
                <a:cubicBezTo>
                  <a:pt x="373289" y="38727"/>
                  <a:pt x="379730" y="40123"/>
                  <a:pt x="384735" y="42916"/>
                </a:cubicBezTo>
                <a:cubicBezTo>
                  <a:pt x="389740" y="45708"/>
                  <a:pt x="393336" y="49403"/>
                  <a:pt x="395524" y="54003"/>
                </a:cubicBezTo>
                <a:cubicBezTo>
                  <a:pt x="396345" y="55755"/>
                  <a:pt x="396933" y="57686"/>
                  <a:pt x="397288" y="59795"/>
                </a:cubicBezTo>
                <a:cubicBezTo>
                  <a:pt x="397644" y="61903"/>
                  <a:pt x="397821" y="64216"/>
                  <a:pt x="397821" y="66733"/>
                </a:cubicBezTo>
                <a:lnTo>
                  <a:pt x="397821" y="118806"/>
                </a:lnTo>
                <a:lnTo>
                  <a:pt x="387168" y="118806"/>
                </a:lnTo>
                <a:lnTo>
                  <a:pt x="385776" y="110191"/>
                </a:lnTo>
                <a:moveTo>
                  <a:pt x="385104" y="84599"/>
                </a:moveTo>
                <a:cubicBezTo>
                  <a:pt x="382767" y="83941"/>
                  <a:pt x="379996" y="83311"/>
                  <a:pt x="376791" y="82707"/>
                </a:cubicBezTo>
                <a:cubicBezTo>
                  <a:pt x="373586" y="82104"/>
                  <a:pt x="370055" y="81775"/>
                  <a:pt x="366197" y="81720"/>
                </a:cubicBezTo>
                <a:cubicBezTo>
                  <a:pt x="360819" y="81720"/>
                  <a:pt x="356609" y="82872"/>
                  <a:pt x="353567" y="85176"/>
                </a:cubicBezTo>
                <a:cubicBezTo>
                  <a:pt x="350524" y="87480"/>
                  <a:pt x="349003" y="91019"/>
                  <a:pt x="349003" y="95791"/>
                </a:cubicBezTo>
                <a:cubicBezTo>
                  <a:pt x="349003" y="98205"/>
                  <a:pt x="349383" y="100317"/>
                  <a:pt x="350144" y="102127"/>
                </a:cubicBezTo>
                <a:cubicBezTo>
                  <a:pt x="350904" y="103937"/>
                  <a:pt x="351950" y="105432"/>
                  <a:pt x="353279" y="106611"/>
                </a:cubicBezTo>
                <a:cubicBezTo>
                  <a:pt x="354611" y="107791"/>
                  <a:pt x="356187" y="108669"/>
                  <a:pt x="358008" y="109245"/>
                </a:cubicBezTo>
                <a:cubicBezTo>
                  <a:pt x="359828" y="109821"/>
                  <a:pt x="361771" y="110109"/>
                  <a:pt x="363836" y="110109"/>
                </a:cubicBezTo>
                <a:cubicBezTo>
                  <a:pt x="366552" y="110109"/>
                  <a:pt x="369077" y="109711"/>
                  <a:pt x="371412" y="108916"/>
                </a:cubicBezTo>
                <a:cubicBezTo>
                  <a:pt x="373749" y="108120"/>
                  <a:pt x="375827" y="107174"/>
                  <a:pt x="377648" y="106078"/>
                </a:cubicBezTo>
                <a:cubicBezTo>
                  <a:pt x="379468" y="104981"/>
                  <a:pt x="381016" y="103883"/>
                  <a:pt x="382291" y="102786"/>
                </a:cubicBezTo>
                <a:cubicBezTo>
                  <a:pt x="383568" y="101688"/>
                  <a:pt x="384506" y="100838"/>
                  <a:pt x="385104" y="100235"/>
                </a:cubicBezTo>
                <a:lnTo>
                  <a:pt x="385104" y="84599"/>
                </a:lnTo>
                <a:close/>
                <a:moveTo>
                  <a:pt x="432012" y="80694"/>
                </a:moveTo>
                <a:cubicBezTo>
                  <a:pt x="432012" y="85187"/>
                  <a:pt x="432517" y="89254"/>
                  <a:pt x="433527" y="92896"/>
                </a:cubicBezTo>
                <a:cubicBezTo>
                  <a:pt x="434538" y="96539"/>
                  <a:pt x="435997" y="99634"/>
                  <a:pt x="437907" y="102181"/>
                </a:cubicBezTo>
                <a:cubicBezTo>
                  <a:pt x="439818" y="104728"/>
                  <a:pt x="442165" y="106686"/>
                  <a:pt x="444950" y="108055"/>
                </a:cubicBezTo>
                <a:cubicBezTo>
                  <a:pt x="447734" y="109424"/>
                  <a:pt x="450928" y="110109"/>
                  <a:pt x="454532" y="110109"/>
                </a:cubicBezTo>
                <a:cubicBezTo>
                  <a:pt x="457207" y="110109"/>
                  <a:pt x="459636" y="109753"/>
                  <a:pt x="461819" y="109042"/>
                </a:cubicBezTo>
                <a:cubicBezTo>
                  <a:pt x="464003" y="108329"/>
                  <a:pt x="465955" y="107425"/>
                  <a:pt x="467675" y="106329"/>
                </a:cubicBezTo>
                <a:cubicBezTo>
                  <a:pt x="469396" y="105234"/>
                  <a:pt x="470870" y="104070"/>
                  <a:pt x="472098" y="102837"/>
                </a:cubicBezTo>
                <a:cubicBezTo>
                  <a:pt x="473327" y="101605"/>
                  <a:pt x="474296" y="100468"/>
                  <a:pt x="475005" y="99427"/>
                </a:cubicBezTo>
                <a:lnTo>
                  <a:pt x="475005" y="58595"/>
                </a:lnTo>
                <a:cubicBezTo>
                  <a:pt x="472385" y="55912"/>
                  <a:pt x="469355" y="53762"/>
                  <a:pt x="465916" y="52147"/>
                </a:cubicBezTo>
                <a:cubicBezTo>
                  <a:pt x="462477" y="50530"/>
                  <a:pt x="458764" y="49721"/>
                  <a:pt x="454778" y="49721"/>
                </a:cubicBezTo>
                <a:cubicBezTo>
                  <a:pt x="452376" y="49721"/>
                  <a:pt x="449851" y="50173"/>
                  <a:pt x="447204" y="51078"/>
                </a:cubicBezTo>
                <a:cubicBezTo>
                  <a:pt x="444556" y="51980"/>
                  <a:pt x="442099" y="53609"/>
                  <a:pt x="439832" y="55965"/>
                </a:cubicBezTo>
                <a:cubicBezTo>
                  <a:pt x="437567" y="58320"/>
                  <a:pt x="435697" y="61483"/>
                  <a:pt x="434222" y="65454"/>
                </a:cubicBezTo>
                <a:cubicBezTo>
                  <a:pt x="432749" y="69425"/>
                  <a:pt x="432012" y="74505"/>
                  <a:pt x="432012" y="80694"/>
                </a:cubicBezTo>
                <a:moveTo>
                  <a:pt x="418720" y="80820"/>
                </a:moveTo>
                <a:cubicBezTo>
                  <a:pt x="418720" y="75393"/>
                  <a:pt x="419253" y="70584"/>
                  <a:pt x="420318" y="66392"/>
                </a:cubicBezTo>
                <a:cubicBezTo>
                  <a:pt x="421382" y="62199"/>
                  <a:pt x="422788" y="58541"/>
                  <a:pt x="424535" y="55416"/>
                </a:cubicBezTo>
                <a:cubicBezTo>
                  <a:pt x="426284" y="52291"/>
                  <a:pt x="428333" y="49674"/>
                  <a:pt x="430681" y="47565"/>
                </a:cubicBezTo>
                <a:cubicBezTo>
                  <a:pt x="433030" y="45454"/>
                  <a:pt x="435461" y="43741"/>
                  <a:pt x="437973" y="42427"/>
                </a:cubicBezTo>
                <a:cubicBezTo>
                  <a:pt x="440486" y="41110"/>
                  <a:pt x="443039" y="40165"/>
                  <a:pt x="445632" y="39591"/>
                </a:cubicBezTo>
                <a:cubicBezTo>
                  <a:pt x="448227" y="39015"/>
                  <a:pt x="450671" y="38727"/>
                  <a:pt x="452965" y="38727"/>
                </a:cubicBezTo>
                <a:cubicBezTo>
                  <a:pt x="457717" y="38727"/>
                  <a:pt x="461841" y="39520"/>
                  <a:pt x="465336" y="41106"/>
                </a:cubicBezTo>
                <a:cubicBezTo>
                  <a:pt x="468832" y="42692"/>
                  <a:pt x="471973" y="45017"/>
                  <a:pt x="474759" y="48080"/>
                </a:cubicBezTo>
                <a:lnTo>
                  <a:pt x="475005" y="48080"/>
                </a:lnTo>
                <a:lnTo>
                  <a:pt x="475005" y="0"/>
                </a:lnTo>
                <a:lnTo>
                  <a:pt x="487723" y="0"/>
                </a:lnTo>
                <a:lnTo>
                  <a:pt x="487723" y="118806"/>
                </a:lnTo>
                <a:lnTo>
                  <a:pt x="478123" y="118806"/>
                </a:lnTo>
                <a:lnTo>
                  <a:pt x="475498" y="110109"/>
                </a:lnTo>
                <a:lnTo>
                  <a:pt x="475169" y="110109"/>
                </a:lnTo>
                <a:cubicBezTo>
                  <a:pt x="474186" y="111367"/>
                  <a:pt x="473039" y="112638"/>
                  <a:pt x="471728" y="113924"/>
                </a:cubicBezTo>
                <a:cubicBezTo>
                  <a:pt x="470417" y="115209"/>
                  <a:pt x="468874" y="116373"/>
                  <a:pt x="467098" y="117416"/>
                </a:cubicBezTo>
                <a:cubicBezTo>
                  <a:pt x="465324" y="118457"/>
                  <a:pt x="463276" y="119304"/>
                  <a:pt x="460954" y="119957"/>
                </a:cubicBezTo>
                <a:cubicBezTo>
                  <a:pt x="458633" y="120612"/>
                  <a:pt x="455944" y="120939"/>
                  <a:pt x="452886" y="120939"/>
                </a:cubicBezTo>
                <a:cubicBezTo>
                  <a:pt x="448624" y="120939"/>
                  <a:pt x="444445" y="120213"/>
                  <a:pt x="440348" y="118762"/>
                </a:cubicBezTo>
                <a:cubicBezTo>
                  <a:pt x="436252" y="117309"/>
                  <a:pt x="432607" y="114979"/>
                  <a:pt x="429412" y="111773"/>
                </a:cubicBezTo>
                <a:cubicBezTo>
                  <a:pt x="426217" y="108566"/>
                  <a:pt x="423636" y="104428"/>
                  <a:pt x="421669" y="99358"/>
                </a:cubicBezTo>
                <a:cubicBezTo>
                  <a:pt x="419703" y="94288"/>
                  <a:pt x="418720" y="88109"/>
                  <a:pt x="418720" y="80820"/>
                </a:cubicBezTo>
                <a:close/>
                <a:moveTo>
                  <a:pt x="557843" y="110191"/>
                </a:moveTo>
                <a:lnTo>
                  <a:pt x="557515" y="110191"/>
                </a:lnTo>
                <a:cubicBezTo>
                  <a:pt x="556477" y="111503"/>
                  <a:pt x="555166" y="112803"/>
                  <a:pt x="553582" y="114088"/>
                </a:cubicBezTo>
                <a:cubicBezTo>
                  <a:pt x="551999" y="115373"/>
                  <a:pt x="550169" y="116524"/>
                  <a:pt x="548092" y="117539"/>
                </a:cubicBezTo>
                <a:cubicBezTo>
                  <a:pt x="546017" y="118555"/>
                  <a:pt x="543751" y="119375"/>
                  <a:pt x="541293" y="120001"/>
                </a:cubicBezTo>
                <a:cubicBezTo>
                  <a:pt x="538835" y="120626"/>
                  <a:pt x="536212" y="120939"/>
                  <a:pt x="533426" y="120939"/>
                </a:cubicBezTo>
                <a:cubicBezTo>
                  <a:pt x="529657" y="120939"/>
                  <a:pt x="526202" y="120378"/>
                  <a:pt x="523060" y="119254"/>
                </a:cubicBezTo>
                <a:cubicBezTo>
                  <a:pt x="519920" y="118131"/>
                  <a:pt x="517216" y="116488"/>
                  <a:pt x="514947" y="114324"/>
                </a:cubicBezTo>
                <a:cubicBezTo>
                  <a:pt x="512681" y="112160"/>
                  <a:pt x="510919" y="109516"/>
                  <a:pt x="509663" y="106393"/>
                </a:cubicBezTo>
                <a:cubicBezTo>
                  <a:pt x="508407" y="103270"/>
                  <a:pt x="507778" y="99736"/>
                  <a:pt x="507778" y="95791"/>
                </a:cubicBezTo>
                <a:cubicBezTo>
                  <a:pt x="507778" y="91901"/>
                  <a:pt x="508474" y="88421"/>
                  <a:pt x="509866" y="85353"/>
                </a:cubicBezTo>
                <a:cubicBezTo>
                  <a:pt x="511259" y="82285"/>
                  <a:pt x="513211" y="79682"/>
                  <a:pt x="515722" y="77546"/>
                </a:cubicBezTo>
                <a:cubicBezTo>
                  <a:pt x="518234" y="75409"/>
                  <a:pt x="521252" y="73766"/>
                  <a:pt x="524775" y="72615"/>
                </a:cubicBezTo>
                <a:cubicBezTo>
                  <a:pt x="528298" y="71465"/>
                  <a:pt x="532189" y="70890"/>
                  <a:pt x="536447" y="70890"/>
                </a:cubicBezTo>
                <a:cubicBezTo>
                  <a:pt x="540487" y="70944"/>
                  <a:pt x="544228" y="71300"/>
                  <a:pt x="547669" y="71956"/>
                </a:cubicBezTo>
                <a:cubicBezTo>
                  <a:pt x="551110" y="72613"/>
                  <a:pt x="554168" y="73433"/>
                  <a:pt x="556843" y="74418"/>
                </a:cubicBezTo>
                <a:lnTo>
                  <a:pt x="557171" y="74418"/>
                </a:lnTo>
                <a:lnTo>
                  <a:pt x="557171" y="69003"/>
                </a:lnTo>
                <a:cubicBezTo>
                  <a:pt x="557171" y="66869"/>
                  <a:pt x="557035" y="64982"/>
                  <a:pt x="556761" y="63341"/>
                </a:cubicBezTo>
                <a:cubicBezTo>
                  <a:pt x="556488" y="61700"/>
                  <a:pt x="556023" y="60251"/>
                  <a:pt x="555366" y="58993"/>
                </a:cubicBezTo>
                <a:cubicBezTo>
                  <a:pt x="553944" y="56367"/>
                  <a:pt x="551674" y="54193"/>
                  <a:pt x="548556" y="52470"/>
                </a:cubicBezTo>
                <a:cubicBezTo>
                  <a:pt x="545439" y="50747"/>
                  <a:pt x="541227" y="49885"/>
                  <a:pt x="535921" y="49885"/>
                </a:cubicBezTo>
                <a:cubicBezTo>
                  <a:pt x="531983" y="49885"/>
                  <a:pt x="528277" y="50248"/>
                  <a:pt x="524803" y="50972"/>
                </a:cubicBezTo>
                <a:cubicBezTo>
                  <a:pt x="521330" y="51695"/>
                  <a:pt x="517870" y="52701"/>
                  <a:pt x="514424" y="53988"/>
                </a:cubicBezTo>
                <a:lnTo>
                  <a:pt x="514424" y="43321"/>
                </a:lnTo>
                <a:cubicBezTo>
                  <a:pt x="515737" y="42665"/>
                  <a:pt x="517282" y="42050"/>
                  <a:pt x="519060" y="41475"/>
                </a:cubicBezTo>
                <a:cubicBezTo>
                  <a:pt x="520838" y="40901"/>
                  <a:pt x="522711" y="40409"/>
                  <a:pt x="524680" y="39998"/>
                </a:cubicBezTo>
                <a:cubicBezTo>
                  <a:pt x="526650" y="39588"/>
                  <a:pt x="528728" y="39274"/>
                  <a:pt x="530916" y="39055"/>
                </a:cubicBezTo>
                <a:cubicBezTo>
                  <a:pt x="533104" y="38836"/>
                  <a:pt x="535292" y="38727"/>
                  <a:pt x="537480" y="38727"/>
                </a:cubicBezTo>
                <a:cubicBezTo>
                  <a:pt x="545356" y="38727"/>
                  <a:pt x="551797" y="40123"/>
                  <a:pt x="556802" y="42916"/>
                </a:cubicBezTo>
                <a:cubicBezTo>
                  <a:pt x="561807" y="45708"/>
                  <a:pt x="565404" y="49403"/>
                  <a:pt x="567592" y="54003"/>
                </a:cubicBezTo>
                <a:cubicBezTo>
                  <a:pt x="568412" y="55755"/>
                  <a:pt x="569000" y="57686"/>
                  <a:pt x="569356" y="59795"/>
                </a:cubicBezTo>
                <a:cubicBezTo>
                  <a:pt x="569711" y="61903"/>
                  <a:pt x="569889" y="64216"/>
                  <a:pt x="569889" y="66733"/>
                </a:cubicBezTo>
                <a:lnTo>
                  <a:pt x="569889" y="118806"/>
                </a:lnTo>
                <a:lnTo>
                  <a:pt x="559235" y="118806"/>
                </a:lnTo>
                <a:lnTo>
                  <a:pt x="557843" y="110191"/>
                </a:lnTo>
                <a:moveTo>
                  <a:pt x="557171" y="84599"/>
                </a:moveTo>
                <a:cubicBezTo>
                  <a:pt x="554835" y="83941"/>
                  <a:pt x="552064" y="83311"/>
                  <a:pt x="548859" y="82707"/>
                </a:cubicBezTo>
                <a:cubicBezTo>
                  <a:pt x="545654" y="82104"/>
                  <a:pt x="542122" y="81775"/>
                  <a:pt x="538264" y="81720"/>
                </a:cubicBezTo>
                <a:cubicBezTo>
                  <a:pt x="532887" y="81720"/>
                  <a:pt x="528677" y="82872"/>
                  <a:pt x="525634" y="85176"/>
                </a:cubicBezTo>
                <a:cubicBezTo>
                  <a:pt x="522592" y="87480"/>
                  <a:pt x="521070" y="91019"/>
                  <a:pt x="521070" y="95791"/>
                </a:cubicBezTo>
                <a:cubicBezTo>
                  <a:pt x="521070" y="98205"/>
                  <a:pt x="521451" y="100317"/>
                  <a:pt x="522211" y="102127"/>
                </a:cubicBezTo>
                <a:cubicBezTo>
                  <a:pt x="522972" y="103937"/>
                  <a:pt x="524017" y="105432"/>
                  <a:pt x="525347" y="106611"/>
                </a:cubicBezTo>
                <a:cubicBezTo>
                  <a:pt x="526679" y="107791"/>
                  <a:pt x="528255" y="108669"/>
                  <a:pt x="530075" y="109245"/>
                </a:cubicBezTo>
                <a:cubicBezTo>
                  <a:pt x="531895" y="109821"/>
                  <a:pt x="533838" y="110109"/>
                  <a:pt x="535903" y="110109"/>
                </a:cubicBezTo>
                <a:cubicBezTo>
                  <a:pt x="538619" y="110109"/>
                  <a:pt x="541145" y="109711"/>
                  <a:pt x="543480" y="108916"/>
                </a:cubicBezTo>
                <a:cubicBezTo>
                  <a:pt x="545816" y="108120"/>
                  <a:pt x="547895" y="107174"/>
                  <a:pt x="549715" y="106078"/>
                </a:cubicBezTo>
                <a:cubicBezTo>
                  <a:pt x="551536" y="104981"/>
                  <a:pt x="553084" y="103883"/>
                  <a:pt x="554359" y="102786"/>
                </a:cubicBezTo>
                <a:cubicBezTo>
                  <a:pt x="555636" y="101688"/>
                  <a:pt x="556573" y="100838"/>
                  <a:pt x="557171" y="100235"/>
                </a:cubicBezTo>
                <a:lnTo>
                  <a:pt x="557171" y="84599"/>
                </a:lnTo>
                <a:close/>
                <a:moveTo>
                  <a:pt x="636156" y="119039"/>
                </a:moveTo>
                <a:cubicBezTo>
                  <a:pt x="635062" y="119478"/>
                  <a:pt x="633394" y="119891"/>
                  <a:pt x="631151" y="120278"/>
                </a:cubicBezTo>
                <a:cubicBezTo>
                  <a:pt x="628909" y="120664"/>
                  <a:pt x="626228" y="120884"/>
                  <a:pt x="623110" y="120939"/>
                </a:cubicBezTo>
                <a:cubicBezTo>
                  <a:pt x="619008" y="120939"/>
                  <a:pt x="615453" y="120433"/>
                  <a:pt x="612444" y="119421"/>
                </a:cubicBezTo>
                <a:cubicBezTo>
                  <a:pt x="609436" y="118409"/>
                  <a:pt x="606933" y="116960"/>
                  <a:pt x="604937" y="115073"/>
                </a:cubicBezTo>
                <a:cubicBezTo>
                  <a:pt x="602940" y="113185"/>
                  <a:pt x="601450" y="110902"/>
                  <a:pt x="600465" y="108222"/>
                </a:cubicBezTo>
                <a:cubicBezTo>
                  <a:pt x="599481" y="105541"/>
                  <a:pt x="598988" y="102560"/>
                  <a:pt x="598988" y="99278"/>
                </a:cubicBezTo>
                <a:lnTo>
                  <a:pt x="598988" y="51854"/>
                </a:lnTo>
                <a:lnTo>
                  <a:pt x="583973" y="51854"/>
                </a:lnTo>
                <a:lnTo>
                  <a:pt x="583973" y="40860"/>
                </a:lnTo>
                <a:lnTo>
                  <a:pt x="598988" y="40860"/>
                </a:lnTo>
                <a:lnTo>
                  <a:pt x="598988" y="19527"/>
                </a:lnTo>
                <a:lnTo>
                  <a:pt x="611706" y="19527"/>
                </a:lnTo>
                <a:lnTo>
                  <a:pt x="611706" y="40860"/>
                </a:lnTo>
                <a:lnTo>
                  <a:pt x="635007" y="40860"/>
                </a:lnTo>
                <a:lnTo>
                  <a:pt x="635007" y="51854"/>
                </a:lnTo>
                <a:lnTo>
                  <a:pt x="611706" y="51854"/>
                </a:lnTo>
                <a:lnTo>
                  <a:pt x="611706" y="97245"/>
                </a:lnTo>
                <a:cubicBezTo>
                  <a:pt x="611706" y="99047"/>
                  <a:pt x="611966" y="100712"/>
                  <a:pt x="612485" y="102242"/>
                </a:cubicBezTo>
                <a:cubicBezTo>
                  <a:pt x="613005" y="103772"/>
                  <a:pt x="613825" y="105097"/>
                  <a:pt x="614947" y="106217"/>
                </a:cubicBezTo>
                <a:cubicBezTo>
                  <a:pt x="616068" y="107336"/>
                  <a:pt x="617504" y="108210"/>
                  <a:pt x="619254" y="108839"/>
                </a:cubicBezTo>
                <a:cubicBezTo>
                  <a:pt x="621005" y="109467"/>
                  <a:pt x="623110" y="109780"/>
                  <a:pt x="625572" y="109780"/>
                </a:cubicBezTo>
                <a:cubicBezTo>
                  <a:pt x="627268" y="109780"/>
                  <a:pt x="629059" y="109644"/>
                  <a:pt x="630946" y="109370"/>
                </a:cubicBezTo>
                <a:cubicBezTo>
                  <a:pt x="632833" y="109097"/>
                  <a:pt x="634570" y="108741"/>
                  <a:pt x="636156" y="108304"/>
                </a:cubicBezTo>
                <a:lnTo>
                  <a:pt x="636156" y="119039"/>
                </a:lnTo>
                <a:close/>
                <a:moveTo>
                  <a:pt x="654179" y="118806"/>
                </a:moveTo>
                <a:lnTo>
                  <a:pt x="654179" y="40860"/>
                </a:lnTo>
                <a:lnTo>
                  <a:pt x="666896" y="40860"/>
                </a:lnTo>
                <a:lnTo>
                  <a:pt x="666896" y="118806"/>
                </a:lnTo>
                <a:lnTo>
                  <a:pt x="654179" y="118806"/>
                </a:lnTo>
                <a:moveTo>
                  <a:pt x="653850" y="22645"/>
                </a:moveTo>
                <a:lnTo>
                  <a:pt x="653850" y="8369"/>
                </a:lnTo>
                <a:lnTo>
                  <a:pt x="666568" y="8369"/>
                </a:lnTo>
                <a:lnTo>
                  <a:pt x="666568" y="22645"/>
                </a:lnTo>
                <a:lnTo>
                  <a:pt x="653850" y="22645"/>
                </a:lnTo>
                <a:close/>
                <a:moveTo>
                  <a:pt x="748627" y="79915"/>
                </a:moveTo>
                <a:cubicBezTo>
                  <a:pt x="748627" y="75088"/>
                  <a:pt x="748039" y="70796"/>
                  <a:pt x="746863" y="67041"/>
                </a:cubicBezTo>
                <a:cubicBezTo>
                  <a:pt x="745687" y="63284"/>
                  <a:pt x="744046" y="60103"/>
                  <a:pt x="741940" y="57498"/>
                </a:cubicBezTo>
                <a:cubicBezTo>
                  <a:pt x="739834" y="54891"/>
                  <a:pt x="737332" y="52916"/>
                  <a:pt x="734433" y="51572"/>
                </a:cubicBezTo>
                <a:cubicBezTo>
                  <a:pt x="731534" y="50229"/>
                  <a:pt x="728361" y="49557"/>
                  <a:pt x="724915" y="49557"/>
                </a:cubicBezTo>
                <a:cubicBezTo>
                  <a:pt x="721469" y="49557"/>
                  <a:pt x="718297" y="50229"/>
                  <a:pt x="715398" y="51572"/>
                </a:cubicBezTo>
                <a:cubicBezTo>
                  <a:pt x="712499" y="52916"/>
                  <a:pt x="709996" y="54891"/>
                  <a:pt x="707890" y="57498"/>
                </a:cubicBezTo>
                <a:cubicBezTo>
                  <a:pt x="705784" y="60103"/>
                  <a:pt x="704143" y="63284"/>
                  <a:pt x="702967" y="67041"/>
                </a:cubicBezTo>
                <a:cubicBezTo>
                  <a:pt x="701791" y="70796"/>
                  <a:pt x="701203" y="75088"/>
                  <a:pt x="701203" y="79915"/>
                </a:cubicBezTo>
                <a:cubicBezTo>
                  <a:pt x="701203" y="84687"/>
                  <a:pt x="701791" y="88952"/>
                  <a:pt x="702967" y="92709"/>
                </a:cubicBezTo>
                <a:cubicBezTo>
                  <a:pt x="704143" y="96466"/>
                  <a:pt x="705798" y="99634"/>
                  <a:pt x="707931" y="102212"/>
                </a:cubicBezTo>
                <a:cubicBezTo>
                  <a:pt x="710065" y="104789"/>
                  <a:pt x="712581" y="106750"/>
                  <a:pt x="715480" y="108093"/>
                </a:cubicBezTo>
                <a:cubicBezTo>
                  <a:pt x="718379" y="109437"/>
                  <a:pt x="721551" y="110109"/>
                  <a:pt x="724997" y="110109"/>
                </a:cubicBezTo>
                <a:cubicBezTo>
                  <a:pt x="728443" y="110109"/>
                  <a:pt x="731602" y="109437"/>
                  <a:pt x="734474" y="108093"/>
                </a:cubicBezTo>
                <a:cubicBezTo>
                  <a:pt x="737346" y="106750"/>
                  <a:pt x="739834" y="104789"/>
                  <a:pt x="741940" y="102212"/>
                </a:cubicBezTo>
                <a:cubicBezTo>
                  <a:pt x="744046" y="99634"/>
                  <a:pt x="745687" y="96466"/>
                  <a:pt x="746863" y="92709"/>
                </a:cubicBezTo>
                <a:cubicBezTo>
                  <a:pt x="748039" y="88952"/>
                  <a:pt x="748627" y="84687"/>
                  <a:pt x="748627" y="79915"/>
                </a:cubicBezTo>
                <a:moveTo>
                  <a:pt x="761919" y="79915"/>
                </a:moveTo>
                <a:cubicBezTo>
                  <a:pt x="761919" y="86053"/>
                  <a:pt x="761044" y="91644"/>
                  <a:pt x="759293" y="96686"/>
                </a:cubicBezTo>
                <a:cubicBezTo>
                  <a:pt x="757543" y="101729"/>
                  <a:pt x="755068" y="106045"/>
                  <a:pt x="751868" y="109634"/>
                </a:cubicBezTo>
                <a:cubicBezTo>
                  <a:pt x="748668" y="113224"/>
                  <a:pt x="744798" y="116006"/>
                  <a:pt x="740258" y="117980"/>
                </a:cubicBezTo>
                <a:cubicBezTo>
                  <a:pt x="735718" y="119953"/>
                  <a:pt x="730631" y="120939"/>
                  <a:pt x="724997" y="120939"/>
                </a:cubicBezTo>
                <a:cubicBezTo>
                  <a:pt x="719199" y="120939"/>
                  <a:pt x="714017" y="119953"/>
                  <a:pt x="709449" y="117980"/>
                </a:cubicBezTo>
                <a:cubicBezTo>
                  <a:pt x="704882" y="116006"/>
                  <a:pt x="700998" y="113224"/>
                  <a:pt x="697798" y="109634"/>
                </a:cubicBezTo>
                <a:cubicBezTo>
                  <a:pt x="694598" y="106045"/>
                  <a:pt x="692151" y="101729"/>
                  <a:pt x="690455" y="96686"/>
                </a:cubicBezTo>
                <a:cubicBezTo>
                  <a:pt x="688759" y="91644"/>
                  <a:pt x="687912" y="86053"/>
                  <a:pt x="687912" y="79915"/>
                </a:cubicBezTo>
                <a:cubicBezTo>
                  <a:pt x="687912" y="73722"/>
                  <a:pt x="688787" y="68104"/>
                  <a:pt x="690537" y="63062"/>
                </a:cubicBezTo>
                <a:cubicBezTo>
                  <a:pt x="692287" y="58019"/>
                  <a:pt x="694763" y="53689"/>
                  <a:pt x="697962" y="50072"/>
                </a:cubicBezTo>
                <a:cubicBezTo>
                  <a:pt x="701162" y="46456"/>
                  <a:pt x="705046" y="43661"/>
                  <a:pt x="709613" y="41688"/>
                </a:cubicBezTo>
                <a:cubicBezTo>
                  <a:pt x="714181" y="39714"/>
                  <a:pt x="719281" y="38727"/>
                  <a:pt x="724915" y="38727"/>
                </a:cubicBezTo>
                <a:cubicBezTo>
                  <a:pt x="730659" y="38727"/>
                  <a:pt x="735828" y="39714"/>
                  <a:pt x="740422" y="41688"/>
                </a:cubicBezTo>
                <a:cubicBezTo>
                  <a:pt x="745017" y="43661"/>
                  <a:pt x="748901" y="46456"/>
                  <a:pt x="752073" y="50072"/>
                </a:cubicBezTo>
                <a:cubicBezTo>
                  <a:pt x="755246" y="53689"/>
                  <a:pt x="757680" y="58019"/>
                  <a:pt x="759375" y="63062"/>
                </a:cubicBezTo>
                <a:cubicBezTo>
                  <a:pt x="761071" y="68104"/>
                  <a:pt x="761919" y="73722"/>
                  <a:pt x="761919" y="79915"/>
                </a:cubicBezTo>
                <a:close/>
                <a:moveTo>
                  <a:pt x="793540" y="51690"/>
                </a:moveTo>
                <a:lnTo>
                  <a:pt x="793786" y="51690"/>
                </a:lnTo>
                <a:cubicBezTo>
                  <a:pt x="795208" y="49873"/>
                  <a:pt x="796781" y="48181"/>
                  <a:pt x="798504" y="46614"/>
                </a:cubicBezTo>
                <a:cubicBezTo>
                  <a:pt x="800227" y="45044"/>
                  <a:pt x="802155" y="43668"/>
                  <a:pt x="804288" y="42486"/>
                </a:cubicBezTo>
                <a:cubicBezTo>
                  <a:pt x="806421" y="41301"/>
                  <a:pt x="808760" y="40379"/>
                  <a:pt x="811303" y="39719"/>
                </a:cubicBezTo>
                <a:cubicBezTo>
                  <a:pt x="813847" y="39058"/>
                  <a:pt x="816623" y="38727"/>
                  <a:pt x="819631" y="38727"/>
                </a:cubicBezTo>
                <a:cubicBezTo>
                  <a:pt x="823187" y="38727"/>
                  <a:pt x="826523" y="39220"/>
                  <a:pt x="829641" y="40206"/>
                </a:cubicBezTo>
                <a:cubicBezTo>
                  <a:pt x="832759" y="41191"/>
                  <a:pt x="835466" y="42779"/>
                  <a:pt x="837764" y="44970"/>
                </a:cubicBezTo>
                <a:cubicBezTo>
                  <a:pt x="840061" y="47160"/>
                  <a:pt x="841880" y="50020"/>
                  <a:pt x="843220" y="53552"/>
                </a:cubicBezTo>
                <a:cubicBezTo>
                  <a:pt x="844560" y="57083"/>
                  <a:pt x="845230" y="61422"/>
                  <a:pt x="845230" y="66569"/>
                </a:cubicBezTo>
                <a:lnTo>
                  <a:pt x="845230" y="118806"/>
                </a:lnTo>
                <a:lnTo>
                  <a:pt x="832513" y="118806"/>
                </a:lnTo>
                <a:lnTo>
                  <a:pt x="832513" y="68674"/>
                </a:lnTo>
                <a:cubicBezTo>
                  <a:pt x="832513" y="61946"/>
                  <a:pt x="831214" y="57106"/>
                  <a:pt x="828615" y="54152"/>
                </a:cubicBezTo>
                <a:cubicBezTo>
                  <a:pt x="826017" y="51198"/>
                  <a:pt x="822229" y="49721"/>
                  <a:pt x="817252" y="49721"/>
                </a:cubicBezTo>
                <a:cubicBezTo>
                  <a:pt x="812876" y="49721"/>
                  <a:pt x="808637" y="50938"/>
                  <a:pt x="804534" y="53372"/>
                </a:cubicBezTo>
                <a:cubicBezTo>
                  <a:pt x="800432" y="55806"/>
                  <a:pt x="796904" y="59157"/>
                  <a:pt x="793950" y="63423"/>
                </a:cubicBezTo>
                <a:lnTo>
                  <a:pt x="793950" y="118806"/>
                </a:lnTo>
                <a:lnTo>
                  <a:pt x="781233" y="118806"/>
                </a:lnTo>
                <a:lnTo>
                  <a:pt x="781233" y="40860"/>
                </a:lnTo>
                <a:lnTo>
                  <a:pt x="791078" y="40860"/>
                </a:lnTo>
                <a:lnTo>
                  <a:pt x="793540" y="51690"/>
                </a:lnTo>
                <a:close/>
              </a:path>
            </a:pathLst>
          </a:custGeom>
          <a:solidFill xmlns:a="http://schemas.openxmlformats.org/drawingml/2006/main">
            <a:srgbClr val="C2530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4" name="Text Oppression">
            <a:extLst xmlns:a="http://schemas.openxmlformats.org/drawingml/2006/main">
              <a:ext uri="{FF2B5EF4-FFF2-40B4-BE49-F238E27FC236}">
                <a16:creationId xmlns:a16="http://schemas.microsoft.com/office/drawing/2014/main" id="{B0CE0C4E-188D-442C-8F28-0DCE2803A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4071" y="4525281"/>
            <a:ext cx="773213" cy="150148"/>
          </a:xfrm>
          <a:custGeom xmlns:a="http://schemas.openxmlformats.org/drawingml/2006/main">
            <a:pathLst>
              <a:path w="773213" h="150148">
                <a:moveTo>
                  <a:pt x="88940" y="57106"/>
                </a:moveTo>
                <a:cubicBezTo>
                  <a:pt x="88940" y="49721"/>
                  <a:pt x="87972" y="43212"/>
                  <a:pt x="86035" y="37578"/>
                </a:cubicBezTo>
                <a:cubicBezTo>
                  <a:pt x="84100" y="31944"/>
                  <a:pt x="81432" y="27240"/>
                  <a:pt x="78030" y="23466"/>
                </a:cubicBezTo>
                <a:cubicBezTo>
                  <a:pt x="74631" y="19692"/>
                  <a:pt x="70622" y="16834"/>
                  <a:pt x="66005" y="14892"/>
                </a:cubicBezTo>
                <a:cubicBezTo>
                  <a:pt x="61388" y="12950"/>
                  <a:pt x="56425" y="11979"/>
                  <a:pt x="51116" y="11979"/>
                </a:cubicBezTo>
                <a:cubicBezTo>
                  <a:pt x="45807" y="11979"/>
                  <a:pt x="40844" y="12950"/>
                  <a:pt x="36227" y="14892"/>
                </a:cubicBezTo>
                <a:cubicBezTo>
                  <a:pt x="31610" y="16834"/>
                  <a:pt x="27601" y="19692"/>
                  <a:pt x="24199" y="23466"/>
                </a:cubicBezTo>
                <a:cubicBezTo>
                  <a:pt x="20799" y="27240"/>
                  <a:pt x="18131" y="31944"/>
                  <a:pt x="16194" y="37578"/>
                </a:cubicBezTo>
                <a:cubicBezTo>
                  <a:pt x="14259" y="43212"/>
                  <a:pt x="13292" y="49721"/>
                  <a:pt x="13292" y="57106"/>
                </a:cubicBezTo>
                <a:cubicBezTo>
                  <a:pt x="13292" y="64490"/>
                  <a:pt x="14273" y="70985"/>
                  <a:pt x="16235" y="76592"/>
                </a:cubicBezTo>
                <a:cubicBezTo>
                  <a:pt x="18199" y="82199"/>
                  <a:pt x="20881" y="86889"/>
                  <a:pt x="24281" y="90663"/>
                </a:cubicBezTo>
                <a:cubicBezTo>
                  <a:pt x="27683" y="94437"/>
                  <a:pt x="31692" y="97282"/>
                  <a:pt x="36309" y="99196"/>
                </a:cubicBezTo>
                <a:cubicBezTo>
                  <a:pt x="40928" y="101111"/>
                  <a:pt x="45919" y="102068"/>
                  <a:pt x="51283" y="102068"/>
                </a:cubicBezTo>
                <a:cubicBezTo>
                  <a:pt x="56590" y="102068"/>
                  <a:pt x="61525" y="101111"/>
                  <a:pt x="66087" y="99196"/>
                </a:cubicBezTo>
                <a:cubicBezTo>
                  <a:pt x="70649" y="97282"/>
                  <a:pt x="74631" y="94437"/>
                  <a:pt x="78030" y="90663"/>
                </a:cubicBezTo>
                <a:cubicBezTo>
                  <a:pt x="81432" y="86889"/>
                  <a:pt x="84100" y="82199"/>
                  <a:pt x="86035" y="76592"/>
                </a:cubicBezTo>
                <a:cubicBezTo>
                  <a:pt x="87972" y="70985"/>
                  <a:pt x="88940" y="64490"/>
                  <a:pt x="88940" y="57106"/>
                </a:cubicBezTo>
                <a:moveTo>
                  <a:pt x="102232" y="57106"/>
                </a:moveTo>
                <a:cubicBezTo>
                  <a:pt x="102232" y="65432"/>
                  <a:pt x="101038" y="73073"/>
                  <a:pt x="98650" y="80030"/>
                </a:cubicBezTo>
                <a:cubicBezTo>
                  <a:pt x="96262" y="86987"/>
                  <a:pt x="92844" y="92985"/>
                  <a:pt x="88394" y="98025"/>
                </a:cubicBezTo>
                <a:cubicBezTo>
                  <a:pt x="83945" y="103064"/>
                  <a:pt x="78586" y="106994"/>
                  <a:pt x="72318" y="109816"/>
                </a:cubicBezTo>
                <a:cubicBezTo>
                  <a:pt x="66051" y="112637"/>
                  <a:pt x="59038" y="114047"/>
                  <a:pt x="51278" y="114047"/>
                </a:cubicBezTo>
                <a:cubicBezTo>
                  <a:pt x="43247" y="114047"/>
                  <a:pt x="36058" y="112637"/>
                  <a:pt x="29709" y="109816"/>
                </a:cubicBezTo>
                <a:cubicBezTo>
                  <a:pt x="23361" y="106994"/>
                  <a:pt x="17988" y="103064"/>
                  <a:pt x="13592" y="98025"/>
                </a:cubicBezTo>
                <a:cubicBezTo>
                  <a:pt x="9197" y="92985"/>
                  <a:pt x="5833" y="86987"/>
                  <a:pt x="3500" y="80030"/>
                </a:cubicBezTo>
                <a:cubicBezTo>
                  <a:pt x="1167" y="73073"/>
                  <a:pt x="0" y="65432"/>
                  <a:pt x="0" y="57106"/>
                </a:cubicBezTo>
                <a:cubicBezTo>
                  <a:pt x="0" y="48725"/>
                  <a:pt x="1207" y="41042"/>
                  <a:pt x="3620" y="34058"/>
                </a:cubicBezTo>
                <a:cubicBezTo>
                  <a:pt x="6036" y="27073"/>
                  <a:pt x="9454" y="21062"/>
                  <a:pt x="13876" y="16022"/>
                </a:cubicBezTo>
                <a:cubicBezTo>
                  <a:pt x="18300" y="10983"/>
                  <a:pt x="23659" y="7054"/>
                  <a:pt x="29953" y="4233"/>
                </a:cubicBezTo>
                <a:cubicBezTo>
                  <a:pt x="36248" y="1411"/>
                  <a:pt x="43303" y="0"/>
                  <a:pt x="51116" y="0"/>
                </a:cubicBezTo>
                <a:cubicBezTo>
                  <a:pt x="59094" y="0"/>
                  <a:pt x="66243" y="1411"/>
                  <a:pt x="72564" y="4233"/>
                </a:cubicBezTo>
                <a:cubicBezTo>
                  <a:pt x="78885" y="7054"/>
                  <a:pt x="84243" y="10983"/>
                  <a:pt x="88638" y="16022"/>
                </a:cubicBezTo>
                <a:cubicBezTo>
                  <a:pt x="93034" y="21062"/>
                  <a:pt x="96399" y="27073"/>
                  <a:pt x="98732" y="34058"/>
                </a:cubicBezTo>
                <a:cubicBezTo>
                  <a:pt x="101065" y="41042"/>
                  <a:pt x="102232" y="48725"/>
                  <a:pt x="102232" y="57106"/>
                </a:cubicBezTo>
                <a:close/>
                <a:moveTo>
                  <a:pt x="181592" y="72243"/>
                </a:moveTo>
                <a:cubicBezTo>
                  <a:pt x="181592" y="67697"/>
                  <a:pt x="181110" y="63616"/>
                  <a:pt x="180148" y="60000"/>
                </a:cubicBezTo>
                <a:cubicBezTo>
                  <a:pt x="179186" y="56385"/>
                  <a:pt x="177741" y="53304"/>
                  <a:pt x="175815" y="50757"/>
                </a:cubicBezTo>
                <a:cubicBezTo>
                  <a:pt x="173890" y="48210"/>
                  <a:pt x="171524" y="46252"/>
                  <a:pt x="168718" y="44883"/>
                </a:cubicBezTo>
                <a:cubicBezTo>
                  <a:pt x="165913" y="43514"/>
                  <a:pt x="162668" y="42829"/>
                  <a:pt x="158982" y="42829"/>
                </a:cubicBezTo>
                <a:cubicBezTo>
                  <a:pt x="156341" y="42829"/>
                  <a:pt x="153935" y="43186"/>
                  <a:pt x="151762" y="43898"/>
                </a:cubicBezTo>
                <a:cubicBezTo>
                  <a:pt x="149589" y="44611"/>
                  <a:pt x="147623" y="45515"/>
                  <a:pt x="145862" y="46611"/>
                </a:cubicBezTo>
                <a:cubicBezTo>
                  <a:pt x="144102" y="47707"/>
                  <a:pt x="142589" y="48885"/>
                  <a:pt x="141324" y="50147"/>
                </a:cubicBezTo>
                <a:cubicBezTo>
                  <a:pt x="140059" y="51407"/>
                  <a:pt x="139041" y="52530"/>
                  <a:pt x="138270" y="53516"/>
                </a:cubicBezTo>
                <a:lnTo>
                  <a:pt x="138270" y="94335"/>
                </a:lnTo>
                <a:cubicBezTo>
                  <a:pt x="140966" y="97077"/>
                  <a:pt x="144032" y="99242"/>
                  <a:pt x="147470" y="100832"/>
                </a:cubicBezTo>
                <a:cubicBezTo>
                  <a:pt x="150909" y="102422"/>
                  <a:pt x="154609" y="103217"/>
                  <a:pt x="158569" y="103217"/>
                </a:cubicBezTo>
                <a:cubicBezTo>
                  <a:pt x="160990" y="103217"/>
                  <a:pt x="163548" y="102765"/>
                  <a:pt x="166243" y="101863"/>
                </a:cubicBezTo>
                <a:cubicBezTo>
                  <a:pt x="168939" y="100959"/>
                  <a:pt x="171428" y="99342"/>
                  <a:pt x="173710" y="97014"/>
                </a:cubicBezTo>
                <a:cubicBezTo>
                  <a:pt x="175994" y="94686"/>
                  <a:pt x="177878" y="91523"/>
                  <a:pt x="179363" y="87525"/>
                </a:cubicBezTo>
                <a:cubicBezTo>
                  <a:pt x="180849" y="83527"/>
                  <a:pt x="181592" y="78433"/>
                  <a:pt x="181592" y="72243"/>
                </a:cubicBezTo>
                <a:moveTo>
                  <a:pt x="194883" y="72036"/>
                </a:moveTo>
                <a:cubicBezTo>
                  <a:pt x="194883" y="77463"/>
                  <a:pt x="194348" y="82273"/>
                  <a:pt x="193276" y="86466"/>
                </a:cubicBezTo>
                <a:cubicBezTo>
                  <a:pt x="192206" y="90657"/>
                  <a:pt x="190791" y="94315"/>
                  <a:pt x="189032" y="97440"/>
                </a:cubicBezTo>
                <a:cubicBezTo>
                  <a:pt x="187275" y="100565"/>
                  <a:pt x="185215" y="103182"/>
                  <a:pt x="182851" y="105293"/>
                </a:cubicBezTo>
                <a:cubicBezTo>
                  <a:pt x="180488" y="107403"/>
                  <a:pt x="178044" y="109102"/>
                  <a:pt x="175517" y="110391"/>
                </a:cubicBezTo>
                <a:cubicBezTo>
                  <a:pt x="172991" y="111678"/>
                  <a:pt x="170423" y="112609"/>
                  <a:pt x="167813" y="113183"/>
                </a:cubicBezTo>
                <a:cubicBezTo>
                  <a:pt x="165202" y="113759"/>
                  <a:pt x="162744" y="114047"/>
                  <a:pt x="160436" y="114047"/>
                </a:cubicBezTo>
                <a:cubicBezTo>
                  <a:pt x="155657" y="114047"/>
                  <a:pt x="151509" y="113267"/>
                  <a:pt x="147993" y="111706"/>
                </a:cubicBezTo>
                <a:cubicBezTo>
                  <a:pt x="144477" y="110145"/>
                  <a:pt x="141318" y="107832"/>
                  <a:pt x="138516" y="104765"/>
                </a:cubicBezTo>
                <a:lnTo>
                  <a:pt x="138275" y="104765"/>
                </a:lnTo>
                <a:lnTo>
                  <a:pt x="138275" y="150148"/>
                </a:lnTo>
                <a:lnTo>
                  <a:pt x="125799" y="150148"/>
                </a:lnTo>
                <a:lnTo>
                  <a:pt x="125799" y="33968"/>
                </a:lnTo>
                <a:lnTo>
                  <a:pt x="135398" y="33968"/>
                </a:lnTo>
                <a:lnTo>
                  <a:pt x="138106" y="42839"/>
                </a:lnTo>
                <a:lnTo>
                  <a:pt x="138352" y="42839"/>
                </a:lnTo>
                <a:cubicBezTo>
                  <a:pt x="139063" y="41737"/>
                  <a:pt x="139979" y="40662"/>
                  <a:pt x="141101" y="39614"/>
                </a:cubicBezTo>
                <a:cubicBezTo>
                  <a:pt x="142222" y="38564"/>
                  <a:pt x="143726" y="37447"/>
                  <a:pt x="145613" y="36263"/>
                </a:cubicBezTo>
                <a:cubicBezTo>
                  <a:pt x="147501" y="35076"/>
                  <a:pt x="149771" y="34042"/>
                  <a:pt x="152423" y="33160"/>
                </a:cubicBezTo>
                <a:cubicBezTo>
                  <a:pt x="155076" y="32277"/>
                  <a:pt x="157962" y="31835"/>
                  <a:pt x="161080" y="31835"/>
                </a:cubicBezTo>
                <a:cubicBezTo>
                  <a:pt x="165455" y="31835"/>
                  <a:pt x="169681" y="32575"/>
                  <a:pt x="173756" y="34055"/>
                </a:cubicBezTo>
                <a:cubicBezTo>
                  <a:pt x="177831" y="35534"/>
                  <a:pt x="181428" y="37890"/>
                  <a:pt x="184545" y="41124"/>
                </a:cubicBezTo>
                <a:cubicBezTo>
                  <a:pt x="187663" y="44358"/>
                  <a:pt x="190166" y="48510"/>
                  <a:pt x="192053" y="53580"/>
                </a:cubicBezTo>
                <a:cubicBezTo>
                  <a:pt x="193940" y="58650"/>
                  <a:pt x="194883" y="64802"/>
                  <a:pt x="194883" y="72036"/>
                </a:cubicBezTo>
                <a:close/>
                <a:moveTo>
                  <a:pt x="270818" y="72243"/>
                </a:moveTo>
                <a:cubicBezTo>
                  <a:pt x="270818" y="67697"/>
                  <a:pt x="270337" y="63616"/>
                  <a:pt x="269374" y="60000"/>
                </a:cubicBezTo>
                <a:cubicBezTo>
                  <a:pt x="268412" y="56385"/>
                  <a:pt x="266968" y="53304"/>
                  <a:pt x="265041" y="50757"/>
                </a:cubicBezTo>
                <a:cubicBezTo>
                  <a:pt x="263117" y="48210"/>
                  <a:pt x="260751" y="46252"/>
                  <a:pt x="257944" y="44883"/>
                </a:cubicBezTo>
                <a:cubicBezTo>
                  <a:pt x="255139" y="43514"/>
                  <a:pt x="251894" y="42829"/>
                  <a:pt x="248209" y="42829"/>
                </a:cubicBezTo>
                <a:cubicBezTo>
                  <a:pt x="245568" y="42829"/>
                  <a:pt x="243161" y="43186"/>
                  <a:pt x="240988" y="43898"/>
                </a:cubicBezTo>
                <a:cubicBezTo>
                  <a:pt x="238816" y="44611"/>
                  <a:pt x="236849" y="45515"/>
                  <a:pt x="235089" y="46611"/>
                </a:cubicBezTo>
                <a:cubicBezTo>
                  <a:pt x="233328" y="47707"/>
                  <a:pt x="231815" y="48885"/>
                  <a:pt x="230550" y="50147"/>
                </a:cubicBezTo>
                <a:cubicBezTo>
                  <a:pt x="229285" y="51407"/>
                  <a:pt x="228267" y="52530"/>
                  <a:pt x="227497" y="53516"/>
                </a:cubicBezTo>
                <a:lnTo>
                  <a:pt x="227497" y="94335"/>
                </a:lnTo>
                <a:cubicBezTo>
                  <a:pt x="230192" y="97077"/>
                  <a:pt x="233259" y="99242"/>
                  <a:pt x="236696" y="100832"/>
                </a:cubicBezTo>
                <a:cubicBezTo>
                  <a:pt x="240135" y="102422"/>
                  <a:pt x="243835" y="103217"/>
                  <a:pt x="247796" y="103217"/>
                </a:cubicBezTo>
                <a:cubicBezTo>
                  <a:pt x="250216" y="103217"/>
                  <a:pt x="252774" y="102765"/>
                  <a:pt x="255470" y="101863"/>
                </a:cubicBezTo>
                <a:cubicBezTo>
                  <a:pt x="258165" y="100959"/>
                  <a:pt x="260654" y="99342"/>
                  <a:pt x="262936" y="97014"/>
                </a:cubicBezTo>
                <a:cubicBezTo>
                  <a:pt x="265220" y="94686"/>
                  <a:pt x="267104" y="91523"/>
                  <a:pt x="268590" y="87525"/>
                </a:cubicBezTo>
                <a:cubicBezTo>
                  <a:pt x="270075" y="83527"/>
                  <a:pt x="270818" y="78433"/>
                  <a:pt x="270818" y="72243"/>
                </a:cubicBezTo>
                <a:moveTo>
                  <a:pt x="284110" y="72036"/>
                </a:moveTo>
                <a:cubicBezTo>
                  <a:pt x="284110" y="77463"/>
                  <a:pt x="283574" y="82273"/>
                  <a:pt x="282502" y="86466"/>
                </a:cubicBezTo>
                <a:cubicBezTo>
                  <a:pt x="281432" y="90657"/>
                  <a:pt x="280018" y="94315"/>
                  <a:pt x="278259" y="97440"/>
                </a:cubicBezTo>
                <a:cubicBezTo>
                  <a:pt x="276501" y="100565"/>
                  <a:pt x="274441" y="103182"/>
                  <a:pt x="272077" y="105293"/>
                </a:cubicBezTo>
                <a:cubicBezTo>
                  <a:pt x="269715" y="107403"/>
                  <a:pt x="267270" y="109102"/>
                  <a:pt x="264744" y="110391"/>
                </a:cubicBezTo>
                <a:cubicBezTo>
                  <a:pt x="262217" y="111678"/>
                  <a:pt x="259649" y="112609"/>
                  <a:pt x="257039" y="113183"/>
                </a:cubicBezTo>
                <a:cubicBezTo>
                  <a:pt x="254429" y="113759"/>
                  <a:pt x="251970" y="114047"/>
                  <a:pt x="249662" y="114047"/>
                </a:cubicBezTo>
                <a:cubicBezTo>
                  <a:pt x="244883" y="114047"/>
                  <a:pt x="240735" y="113267"/>
                  <a:pt x="237219" y="111706"/>
                </a:cubicBezTo>
                <a:cubicBezTo>
                  <a:pt x="233703" y="110145"/>
                  <a:pt x="230544" y="107832"/>
                  <a:pt x="227743" y="104765"/>
                </a:cubicBezTo>
                <a:lnTo>
                  <a:pt x="227502" y="104765"/>
                </a:lnTo>
                <a:lnTo>
                  <a:pt x="227502" y="150148"/>
                </a:lnTo>
                <a:lnTo>
                  <a:pt x="215025" y="150148"/>
                </a:lnTo>
                <a:lnTo>
                  <a:pt x="215025" y="33968"/>
                </a:lnTo>
                <a:lnTo>
                  <a:pt x="224625" y="33968"/>
                </a:lnTo>
                <a:lnTo>
                  <a:pt x="227332" y="42839"/>
                </a:lnTo>
                <a:lnTo>
                  <a:pt x="227579" y="42839"/>
                </a:lnTo>
                <a:cubicBezTo>
                  <a:pt x="228290" y="41737"/>
                  <a:pt x="229206" y="40662"/>
                  <a:pt x="230327" y="39614"/>
                </a:cubicBezTo>
                <a:cubicBezTo>
                  <a:pt x="231448" y="38564"/>
                  <a:pt x="232953" y="37447"/>
                  <a:pt x="234840" y="36263"/>
                </a:cubicBezTo>
                <a:cubicBezTo>
                  <a:pt x="236727" y="35076"/>
                  <a:pt x="238997" y="34042"/>
                  <a:pt x="241650" y="33160"/>
                </a:cubicBezTo>
                <a:cubicBezTo>
                  <a:pt x="244303" y="32277"/>
                  <a:pt x="247188" y="31835"/>
                  <a:pt x="250306" y="31835"/>
                </a:cubicBezTo>
                <a:cubicBezTo>
                  <a:pt x="254682" y="31835"/>
                  <a:pt x="258907" y="32575"/>
                  <a:pt x="262982" y="34055"/>
                </a:cubicBezTo>
                <a:cubicBezTo>
                  <a:pt x="267057" y="35534"/>
                  <a:pt x="270654" y="37890"/>
                  <a:pt x="273772" y="41124"/>
                </a:cubicBezTo>
                <a:cubicBezTo>
                  <a:pt x="276890" y="44358"/>
                  <a:pt x="279392" y="48510"/>
                  <a:pt x="281279" y="53580"/>
                </a:cubicBezTo>
                <a:cubicBezTo>
                  <a:pt x="283166" y="58650"/>
                  <a:pt x="284110" y="64802"/>
                  <a:pt x="284110" y="72036"/>
                </a:cubicBezTo>
                <a:close/>
                <a:moveTo>
                  <a:pt x="346999" y="44306"/>
                </a:moveTo>
                <a:lnTo>
                  <a:pt x="346014" y="44306"/>
                </a:lnTo>
                <a:cubicBezTo>
                  <a:pt x="343006" y="44306"/>
                  <a:pt x="340052" y="44580"/>
                  <a:pt x="337153" y="45126"/>
                </a:cubicBezTo>
                <a:cubicBezTo>
                  <a:pt x="334254" y="45673"/>
                  <a:pt x="331533" y="46508"/>
                  <a:pt x="328989" y="47629"/>
                </a:cubicBezTo>
                <a:cubicBezTo>
                  <a:pt x="326446" y="48750"/>
                  <a:pt x="324148" y="50131"/>
                  <a:pt x="322097" y="51772"/>
                </a:cubicBezTo>
                <a:cubicBezTo>
                  <a:pt x="320046" y="53413"/>
                  <a:pt x="318336" y="55355"/>
                  <a:pt x="316969" y="57598"/>
                </a:cubicBezTo>
                <a:lnTo>
                  <a:pt x="316969" y="111914"/>
                </a:lnTo>
                <a:lnTo>
                  <a:pt x="304252" y="111914"/>
                </a:lnTo>
                <a:lnTo>
                  <a:pt x="304252" y="33968"/>
                </a:lnTo>
                <a:lnTo>
                  <a:pt x="314097" y="33968"/>
                </a:lnTo>
                <a:lnTo>
                  <a:pt x="316559" y="46357"/>
                </a:lnTo>
                <a:lnTo>
                  <a:pt x="316805" y="46357"/>
                </a:lnTo>
                <a:cubicBezTo>
                  <a:pt x="318063" y="44321"/>
                  <a:pt x="319608" y="42424"/>
                  <a:pt x="321441" y="40665"/>
                </a:cubicBezTo>
                <a:cubicBezTo>
                  <a:pt x="323273" y="38905"/>
                  <a:pt x="325338" y="37364"/>
                  <a:pt x="327635" y="36045"/>
                </a:cubicBezTo>
                <a:cubicBezTo>
                  <a:pt x="329933" y="34723"/>
                  <a:pt x="332449" y="33692"/>
                  <a:pt x="335184" y="32950"/>
                </a:cubicBezTo>
                <a:cubicBezTo>
                  <a:pt x="337919" y="32206"/>
                  <a:pt x="340790" y="31835"/>
                  <a:pt x="343799" y="31835"/>
                </a:cubicBezTo>
                <a:cubicBezTo>
                  <a:pt x="344346" y="31835"/>
                  <a:pt x="344906" y="31848"/>
                  <a:pt x="345481" y="31876"/>
                </a:cubicBezTo>
                <a:cubicBezTo>
                  <a:pt x="346055" y="31903"/>
                  <a:pt x="346561" y="31944"/>
                  <a:pt x="346999" y="31999"/>
                </a:cubicBezTo>
                <a:lnTo>
                  <a:pt x="346999" y="44306"/>
                </a:lnTo>
                <a:close/>
                <a:moveTo>
                  <a:pt x="390922" y="42829"/>
                </a:moveTo>
                <a:cubicBezTo>
                  <a:pt x="387985" y="42829"/>
                  <a:pt x="385257" y="43403"/>
                  <a:pt x="382737" y="44552"/>
                </a:cubicBezTo>
                <a:cubicBezTo>
                  <a:pt x="380218" y="45701"/>
                  <a:pt x="378016" y="47260"/>
                  <a:pt x="376132" y="49229"/>
                </a:cubicBezTo>
                <a:cubicBezTo>
                  <a:pt x="374250" y="51198"/>
                  <a:pt x="372727" y="53509"/>
                  <a:pt x="371563" y="56162"/>
                </a:cubicBezTo>
                <a:cubicBezTo>
                  <a:pt x="370401" y="58815"/>
                  <a:pt x="369681" y="61646"/>
                  <a:pt x="369404" y="64654"/>
                </a:cubicBezTo>
                <a:lnTo>
                  <a:pt x="409280" y="64654"/>
                </a:lnTo>
                <a:cubicBezTo>
                  <a:pt x="409280" y="61591"/>
                  <a:pt x="408878" y="58733"/>
                  <a:pt x="408075" y="56080"/>
                </a:cubicBezTo>
                <a:cubicBezTo>
                  <a:pt x="407271" y="53427"/>
                  <a:pt x="406095" y="51116"/>
                  <a:pt x="404544" y="49147"/>
                </a:cubicBezTo>
                <a:cubicBezTo>
                  <a:pt x="402994" y="47178"/>
                  <a:pt x="401083" y="45632"/>
                  <a:pt x="398811" y="44511"/>
                </a:cubicBezTo>
                <a:cubicBezTo>
                  <a:pt x="396541" y="43390"/>
                  <a:pt x="393911" y="42829"/>
                  <a:pt x="390922" y="42829"/>
                </a:cubicBezTo>
                <a:moveTo>
                  <a:pt x="397629" y="102888"/>
                </a:moveTo>
                <a:cubicBezTo>
                  <a:pt x="401841" y="102888"/>
                  <a:pt x="405683" y="102547"/>
                  <a:pt x="409157" y="101863"/>
                </a:cubicBezTo>
                <a:cubicBezTo>
                  <a:pt x="412630" y="101179"/>
                  <a:pt x="416090" y="100208"/>
                  <a:pt x="419536" y="98950"/>
                </a:cubicBezTo>
                <a:lnTo>
                  <a:pt x="419536" y="109593"/>
                </a:lnTo>
                <a:cubicBezTo>
                  <a:pt x="416746" y="110968"/>
                  <a:pt x="413300" y="112053"/>
                  <a:pt x="409198" y="112850"/>
                </a:cubicBezTo>
                <a:cubicBezTo>
                  <a:pt x="405095" y="113648"/>
                  <a:pt x="400692" y="114047"/>
                  <a:pt x="395988" y="114047"/>
                </a:cubicBezTo>
                <a:cubicBezTo>
                  <a:pt x="390409" y="114047"/>
                  <a:pt x="385171" y="113335"/>
                  <a:pt x="380276" y="111911"/>
                </a:cubicBezTo>
                <a:cubicBezTo>
                  <a:pt x="375380" y="110486"/>
                  <a:pt x="371143" y="108183"/>
                  <a:pt x="367563" y="105004"/>
                </a:cubicBezTo>
                <a:cubicBezTo>
                  <a:pt x="363984" y="101824"/>
                  <a:pt x="361181" y="97672"/>
                  <a:pt x="359154" y="92548"/>
                </a:cubicBezTo>
                <a:cubicBezTo>
                  <a:pt x="357126" y="87423"/>
                  <a:pt x="356113" y="81244"/>
                  <a:pt x="356113" y="74010"/>
                </a:cubicBezTo>
                <a:cubicBezTo>
                  <a:pt x="356113" y="66886"/>
                  <a:pt x="357095" y="60706"/>
                  <a:pt x="359059" y="55472"/>
                </a:cubicBezTo>
                <a:cubicBezTo>
                  <a:pt x="361023" y="50237"/>
                  <a:pt x="363641" y="45865"/>
                  <a:pt x="366915" y="42357"/>
                </a:cubicBezTo>
                <a:cubicBezTo>
                  <a:pt x="370190" y="38850"/>
                  <a:pt x="373956" y="36219"/>
                  <a:pt x="378212" y="34465"/>
                </a:cubicBezTo>
                <a:cubicBezTo>
                  <a:pt x="382468" y="32712"/>
                  <a:pt x="386915" y="31835"/>
                  <a:pt x="391552" y="31835"/>
                </a:cubicBezTo>
                <a:cubicBezTo>
                  <a:pt x="395918" y="31835"/>
                  <a:pt x="399996" y="32562"/>
                  <a:pt x="403788" y="34017"/>
                </a:cubicBezTo>
                <a:cubicBezTo>
                  <a:pt x="407581" y="35471"/>
                  <a:pt x="410869" y="37764"/>
                  <a:pt x="413651" y="40893"/>
                </a:cubicBezTo>
                <a:cubicBezTo>
                  <a:pt x="416434" y="44023"/>
                  <a:pt x="418630" y="48059"/>
                  <a:pt x="420238" y="53001"/>
                </a:cubicBezTo>
                <a:cubicBezTo>
                  <a:pt x="421849" y="57942"/>
                  <a:pt x="422654" y="63872"/>
                  <a:pt x="422654" y="70790"/>
                </a:cubicBezTo>
                <a:cubicBezTo>
                  <a:pt x="422654" y="71448"/>
                  <a:pt x="422654" y="72010"/>
                  <a:pt x="422654" y="72477"/>
                </a:cubicBezTo>
                <a:cubicBezTo>
                  <a:pt x="422654" y="72943"/>
                  <a:pt x="422626" y="74001"/>
                  <a:pt x="422572" y="75648"/>
                </a:cubicBezTo>
                <a:lnTo>
                  <a:pt x="368748" y="75648"/>
                </a:lnTo>
                <a:cubicBezTo>
                  <a:pt x="368748" y="80611"/>
                  <a:pt x="369500" y="84823"/>
                  <a:pt x="371004" y="88286"/>
                </a:cubicBezTo>
                <a:cubicBezTo>
                  <a:pt x="372509" y="91750"/>
                  <a:pt x="374560" y="94558"/>
                  <a:pt x="377158" y="96712"/>
                </a:cubicBezTo>
                <a:cubicBezTo>
                  <a:pt x="379756" y="98865"/>
                  <a:pt x="382806" y="100434"/>
                  <a:pt x="386306" y="101417"/>
                </a:cubicBezTo>
                <a:cubicBezTo>
                  <a:pt x="389807" y="102398"/>
                  <a:pt x="393581" y="102888"/>
                  <a:pt x="397629" y="102888"/>
                </a:cubicBezTo>
                <a:close/>
                <a:moveTo>
                  <a:pt x="452910" y="54690"/>
                </a:moveTo>
                <a:cubicBezTo>
                  <a:pt x="452910" y="56827"/>
                  <a:pt x="453365" y="58581"/>
                  <a:pt x="454274" y="59952"/>
                </a:cubicBezTo>
                <a:cubicBezTo>
                  <a:pt x="455183" y="61322"/>
                  <a:pt x="456400" y="62433"/>
                  <a:pt x="457923" y="63282"/>
                </a:cubicBezTo>
                <a:cubicBezTo>
                  <a:pt x="459447" y="64132"/>
                  <a:pt x="461212" y="64831"/>
                  <a:pt x="463217" y="65380"/>
                </a:cubicBezTo>
                <a:cubicBezTo>
                  <a:pt x="465222" y="65927"/>
                  <a:pt x="467295" y="66419"/>
                  <a:pt x="469435" y="66856"/>
                </a:cubicBezTo>
                <a:cubicBezTo>
                  <a:pt x="472377" y="67515"/>
                  <a:pt x="475158" y="68241"/>
                  <a:pt x="477778" y="69036"/>
                </a:cubicBezTo>
                <a:cubicBezTo>
                  <a:pt x="480399" y="69831"/>
                  <a:pt x="482818" y="71023"/>
                  <a:pt x="485037" y="72613"/>
                </a:cubicBezTo>
                <a:cubicBezTo>
                  <a:pt x="487256" y="74202"/>
                  <a:pt x="489047" y="76354"/>
                  <a:pt x="490411" y="79066"/>
                </a:cubicBezTo>
                <a:cubicBezTo>
                  <a:pt x="491775" y="81779"/>
                  <a:pt x="492457" y="85300"/>
                  <a:pt x="492457" y="89630"/>
                </a:cubicBezTo>
                <a:cubicBezTo>
                  <a:pt x="492457" y="93577"/>
                  <a:pt x="491691" y="97072"/>
                  <a:pt x="490160" y="100114"/>
                </a:cubicBezTo>
                <a:cubicBezTo>
                  <a:pt x="488628" y="103155"/>
                  <a:pt x="486468" y="105704"/>
                  <a:pt x="483678" y="107760"/>
                </a:cubicBezTo>
                <a:cubicBezTo>
                  <a:pt x="480888" y="109815"/>
                  <a:pt x="477552" y="111376"/>
                  <a:pt x="473668" y="112444"/>
                </a:cubicBezTo>
                <a:cubicBezTo>
                  <a:pt x="469785" y="113513"/>
                  <a:pt x="465518" y="114047"/>
                  <a:pt x="460869" y="114047"/>
                </a:cubicBezTo>
                <a:cubicBezTo>
                  <a:pt x="458024" y="114047"/>
                  <a:pt x="455440" y="113897"/>
                  <a:pt x="453115" y="113596"/>
                </a:cubicBezTo>
                <a:cubicBezTo>
                  <a:pt x="450790" y="113295"/>
                  <a:pt x="448739" y="112912"/>
                  <a:pt x="446962" y="112447"/>
                </a:cubicBezTo>
                <a:cubicBezTo>
                  <a:pt x="445184" y="111982"/>
                  <a:pt x="443666" y="111503"/>
                  <a:pt x="442408" y="111011"/>
                </a:cubicBezTo>
                <a:cubicBezTo>
                  <a:pt x="441150" y="110519"/>
                  <a:pt x="440111" y="110054"/>
                  <a:pt x="439290" y="109616"/>
                </a:cubicBezTo>
                <a:lnTo>
                  <a:pt x="439290" y="98950"/>
                </a:lnTo>
                <a:cubicBezTo>
                  <a:pt x="442512" y="100263"/>
                  <a:pt x="445707" y="101302"/>
                  <a:pt x="448874" y="102068"/>
                </a:cubicBezTo>
                <a:cubicBezTo>
                  <a:pt x="452043" y="102834"/>
                  <a:pt x="455535" y="103217"/>
                  <a:pt x="459348" y="103217"/>
                </a:cubicBezTo>
                <a:cubicBezTo>
                  <a:pt x="462357" y="103217"/>
                  <a:pt x="465069" y="102942"/>
                  <a:pt x="467484" y="102394"/>
                </a:cubicBezTo>
                <a:cubicBezTo>
                  <a:pt x="469901" y="101845"/>
                  <a:pt x="471982" y="101036"/>
                  <a:pt x="473727" y="99965"/>
                </a:cubicBezTo>
                <a:cubicBezTo>
                  <a:pt x="475472" y="98894"/>
                  <a:pt x="476815" y="97548"/>
                  <a:pt x="477755" y="95930"/>
                </a:cubicBezTo>
                <a:cubicBezTo>
                  <a:pt x="478695" y="94309"/>
                  <a:pt x="479165" y="92429"/>
                  <a:pt x="479165" y="90289"/>
                </a:cubicBezTo>
                <a:cubicBezTo>
                  <a:pt x="479165" y="88096"/>
                  <a:pt x="478736" y="86287"/>
                  <a:pt x="477876" y="84863"/>
                </a:cubicBezTo>
                <a:cubicBezTo>
                  <a:pt x="477018" y="83438"/>
                  <a:pt x="475863" y="82259"/>
                  <a:pt x="474412" y="81328"/>
                </a:cubicBezTo>
                <a:cubicBezTo>
                  <a:pt x="472962" y="80396"/>
                  <a:pt x="471285" y="79629"/>
                  <a:pt x="469379" y="79025"/>
                </a:cubicBezTo>
                <a:cubicBezTo>
                  <a:pt x="467473" y="78422"/>
                  <a:pt x="465473" y="77874"/>
                  <a:pt x="463379" y="77382"/>
                </a:cubicBezTo>
                <a:cubicBezTo>
                  <a:pt x="460640" y="76778"/>
                  <a:pt x="457861" y="76066"/>
                  <a:pt x="455041" y="75243"/>
                </a:cubicBezTo>
                <a:cubicBezTo>
                  <a:pt x="452222" y="74421"/>
                  <a:pt x="449658" y="73271"/>
                  <a:pt x="447349" y="71792"/>
                </a:cubicBezTo>
                <a:cubicBezTo>
                  <a:pt x="445041" y="70312"/>
                  <a:pt x="443175" y="68297"/>
                  <a:pt x="441751" y="65749"/>
                </a:cubicBezTo>
                <a:cubicBezTo>
                  <a:pt x="440329" y="63200"/>
                  <a:pt x="439618" y="59925"/>
                  <a:pt x="439618" y="55924"/>
                </a:cubicBezTo>
                <a:cubicBezTo>
                  <a:pt x="439618" y="51813"/>
                  <a:pt x="440355" y="48250"/>
                  <a:pt x="441828" y="45237"/>
                </a:cubicBezTo>
                <a:cubicBezTo>
                  <a:pt x="443304" y="42221"/>
                  <a:pt x="445297" y="39728"/>
                  <a:pt x="447808" y="37755"/>
                </a:cubicBezTo>
                <a:cubicBezTo>
                  <a:pt x="450320" y="35781"/>
                  <a:pt x="453242" y="34300"/>
                  <a:pt x="456574" y="33314"/>
                </a:cubicBezTo>
                <a:cubicBezTo>
                  <a:pt x="459905" y="32328"/>
                  <a:pt x="463428" y="31835"/>
                  <a:pt x="467140" y="31835"/>
                </a:cubicBezTo>
                <a:cubicBezTo>
                  <a:pt x="471455" y="31835"/>
                  <a:pt x="475454" y="32243"/>
                  <a:pt x="479140" y="33060"/>
                </a:cubicBezTo>
                <a:cubicBezTo>
                  <a:pt x="482827" y="33876"/>
                  <a:pt x="486172" y="34909"/>
                  <a:pt x="489175" y="36160"/>
                </a:cubicBezTo>
                <a:lnTo>
                  <a:pt x="489175" y="46932"/>
                </a:lnTo>
                <a:cubicBezTo>
                  <a:pt x="485981" y="45697"/>
                  <a:pt x="482746" y="44691"/>
                  <a:pt x="479471" y="43914"/>
                </a:cubicBezTo>
                <a:cubicBezTo>
                  <a:pt x="476195" y="43134"/>
                  <a:pt x="472827" y="42718"/>
                  <a:pt x="469366" y="42665"/>
                </a:cubicBezTo>
                <a:cubicBezTo>
                  <a:pt x="466436" y="42665"/>
                  <a:pt x="463933" y="42968"/>
                  <a:pt x="461856" y="43573"/>
                </a:cubicBezTo>
                <a:cubicBezTo>
                  <a:pt x="459779" y="44176"/>
                  <a:pt x="458075" y="45014"/>
                  <a:pt x="456743" y="46085"/>
                </a:cubicBezTo>
                <a:cubicBezTo>
                  <a:pt x="455413" y="47155"/>
                  <a:pt x="454442" y="48418"/>
                  <a:pt x="453828" y="49872"/>
                </a:cubicBezTo>
                <a:cubicBezTo>
                  <a:pt x="453216" y="51327"/>
                  <a:pt x="452910" y="52933"/>
                  <a:pt x="452910" y="54690"/>
                </a:cubicBezTo>
                <a:close/>
                <a:moveTo>
                  <a:pt x="521636" y="54690"/>
                </a:moveTo>
                <a:cubicBezTo>
                  <a:pt x="521636" y="56827"/>
                  <a:pt x="522091" y="58581"/>
                  <a:pt x="523000" y="59952"/>
                </a:cubicBezTo>
                <a:cubicBezTo>
                  <a:pt x="523909" y="61322"/>
                  <a:pt x="525126" y="62433"/>
                  <a:pt x="526649" y="63282"/>
                </a:cubicBezTo>
                <a:cubicBezTo>
                  <a:pt x="528173" y="64132"/>
                  <a:pt x="529938" y="64831"/>
                  <a:pt x="531943" y="65380"/>
                </a:cubicBezTo>
                <a:cubicBezTo>
                  <a:pt x="533948" y="65927"/>
                  <a:pt x="536021" y="66419"/>
                  <a:pt x="538161" y="66856"/>
                </a:cubicBezTo>
                <a:cubicBezTo>
                  <a:pt x="541103" y="67515"/>
                  <a:pt x="543884" y="68241"/>
                  <a:pt x="546504" y="69036"/>
                </a:cubicBezTo>
                <a:cubicBezTo>
                  <a:pt x="549125" y="69831"/>
                  <a:pt x="551544" y="71023"/>
                  <a:pt x="553763" y="72613"/>
                </a:cubicBezTo>
                <a:cubicBezTo>
                  <a:pt x="555982" y="74202"/>
                  <a:pt x="557773" y="76354"/>
                  <a:pt x="559137" y="79066"/>
                </a:cubicBezTo>
                <a:cubicBezTo>
                  <a:pt x="560501" y="81779"/>
                  <a:pt x="561183" y="85300"/>
                  <a:pt x="561183" y="89630"/>
                </a:cubicBezTo>
                <a:cubicBezTo>
                  <a:pt x="561183" y="93577"/>
                  <a:pt x="560418" y="97072"/>
                  <a:pt x="558886" y="100114"/>
                </a:cubicBezTo>
                <a:cubicBezTo>
                  <a:pt x="557354" y="103155"/>
                  <a:pt x="555194" y="105704"/>
                  <a:pt x="552404" y="107760"/>
                </a:cubicBezTo>
                <a:cubicBezTo>
                  <a:pt x="549615" y="109815"/>
                  <a:pt x="546278" y="111376"/>
                  <a:pt x="542394" y="112444"/>
                </a:cubicBezTo>
                <a:cubicBezTo>
                  <a:pt x="538511" y="113513"/>
                  <a:pt x="534244" y="114047"/>
                  <a:pt x="529595" y="114047"/>
                </a:cubicBezTo>
                <a:cubicBezTo>
                  <a:pt x="526750" y="114047"/>
                  <a:pt x="524166" y="113897"/>
                  <a:pt x="521841" y="113596"/>
                </a:cubicBezTo>
                <a:cubicBezTo>
                  <a:pt x="519516" y="113295"/>
                  <a:pt x="517465" y="112912"/>
                  <a:pt x="515688" y="112447"/>
                </a:cubicBezTo>
                <a:cubicBezTo>
                  <a:pt x="513910" y="111982"/>
                  <a:pt x="512392" y="111503"/>
                  <a:pt x="511134" y="111011"/>
                </a:cubicBezTo>
                <a:cubicBezTo>
                  <a:pt x="509876" y="110519"/>
                  <a:pt x="508837" y="110054"/>
                  <a:pt x="508016" y="109616"/>
                </a:cubicBezTo>
                <a:lnTo>
                  <a:pt x="508016" y="98950"/>
                </a:lnTo>
                <a:cubicBezTo>
                  <a:pt x="511238" y="100263"/>
                  <a:pt x="514433" y="101302"/>
                  <a:pt x="517600" y="102068"/>
                </a:cubicBezTo>
                <a:cubicBezTo>
                  <a:pt x="520769" y="102834"/>
                  <a:pt x="524261" y="103217"/>
                  <a:pt x="528074" y="103217"/>
                </a:cubicBezTo>
                <a:cubicBezTo>
                  <a:pt x="531083" y="103217"/>
                  <a:pt x="533795" y="102942"/>
                  <a:pt x="536210" y="102394"/>
                </a:cubicBezTo>
                <a:cubicBezTo>
                  <a:pt x="538627" y="101845"/>
                  <a:pt x="540708" y="101036"/>
                  <a:pt x="542453" y="99965"/>
                </a:cubicBezTo>
                <a:cubicBezTo>
                  <a:pt x="544198" y="98894"/>
                  <a:pt x="545541" y="97548"/>
                  <a:pt x="546481" y="95930"/>
                </a:cubicBezTo>
                <a:cubicBezTo>
                  <a:pt x="547421" y="94309"/>
                  <a:pt x="547891" y="92429"/>
                  <a:pt x="547891" y="90289"/>
                </a:cubicBezTo>
                <a:cubicBezTo>
                  <a:pt x="547891" y="88096"/>
                  <a:pt x="547462" y="86287"/>
                  <a:pt x="546602" y="84863"/>
                </a:cubicBezTo>
                <a:cubicBezTo>
                  <a:pt x="545744" y="83438"/>
                  <a:pt x="544589" y="82259"/>
                  <a:pt x="543138" y="81328"/>
                </a:cubicBezTo>
                <a:cubicBezTo>
                  <a:pt x="541688" y="80396"/>
                  <a:pt x="540011" y="79629"/>
                  <a:pt x="538105" y="79025"/>
                </a:cubicBezTo>
                <a:cubicBezTo>
                  <a:pt x="536199" y="78422"/>
                  <a:pt x="534199" y="77874"/>
                  <a:pt x="532105" y="77382"/>
                </a:cubicBezTo>
                <a:cubicBezTo>
                  <a:pt x="529367" y="76778"/>
                  <a:pt x="526587" y="76066"/>
                  <a:pt x="523767" y="75243"/>
                </a:cubicBezTo>
                <a:cubicBezTo>
                  <a:pt x="520948" y="74421"/>
                  <a:pt x="518384" y="73271"/>
                  <a:pt x="516075" y="71792"/>
                </a:cubicBezTo>
                <a:cubicBezTo>
                  <a:pt x="513767" y="70312"/>
                  <a:pt x="511901" y="68297"/>
                  <a:pt x="510478" y="65749"/>
                </a:cubicBezTo>
                <a:cubicBezTo>
                  <a:pt x="509055" y="63200"/>
                  <a:pt x="508344" y="59925"/>
                  <a:pt x="508344" y="55924"/>
                </a:cubicBezTo>
                <a:cubicBezTo>
                  <a:pt x="508344" y="51813"/>
                  <a:pt x="509081" y="48250"/>
                  <a:pt x="510554" y="45237"/>
                </a:cubicBezTo>
                <a:cubicBezTo>
                  <a:pt x="512030" y="42221"/>
                  <a:pt x="514023" y="39728"/>
                  <a:pt x="516534" y="37755"/>
                </a:cubicBezTo>
                <a:cubicBezTo>
                  <a:pt x="519046" y="35781"/>
                  <a:pt x="521969" y="34300"/>
                  <a:pt x="525300" y="33314"/>
                </a:cubicBezTo>
                <a:cubicBezTo>
                  <a:pt x="528632" y="32328"/>
                  <a:pt x="532154" y="31835"/>
                  <a:pt x="535866" y="31835"/>
                </a:cubicBezTo>
                <a:cubicBezTo>
                  <a:pt x="540181" y="31835"/>
                  <a:pt x="544181" y="32243"/>
                  <a:pt x="547866" y="33060"/>
                </a:cubicBezTo>
                <a:cubicBezTo>
                  <a:pt x="551553" y="33876"/>
                  <a:pt x="554898" y="34909"/>
                  <a:pt x="557901" y="36160"/>
                </a:cubicBezTo>
                <a:lnTo>
                  <a:pt x="557901" y="46932"/>
                </a:lnTo>
                <a:cubicBezTo>
                  <a:pt x="554707" y="45697"/>
                  <a:pt x="551472" y="44691"/>
                  <a:pt x="548197" y="43914"/>
                </a:cubicBezTo>
                <a:cubicBezTo>
                  <a:pt x="544922" y="43134"/>
                  <a:pt x="541553" y="42718"/>
                  <a:pt x="538092" y="42665"/>
                </a:cubicBezTo>
                <a:cubicBezTo>
                  <a:pt x="535162" y="42665"/>
                  <a:pt x="532659" y="42968"/>
                  <a:pt x="530582" y="43573"/>
                </a:cubicBezTo>
                <a:cubicBezTo>
                  <a:pt x="528505" y="44176"/>
                  <a:pt x="526801" y="45014"/>
                  <a:pt x="525469" y="46085"/>
                </a:cubicBezTo>
                <a:cubicBezTo>
                  <a:pt x="524139" y="47155"/>
                  <a:pt x="523168" y="48418"/>
                  <a:pt x="522554" y="49872"/>
                </a:cubicBezTo>
                <a:cubicBezTo>
                  <a:pt x="521942" y="51327"/>
                  <a:pt x="521636" y="52933"/>
                  <a:pt x="521636" y="54690"/>
                </a:cubicBezTo>
                <a:close/>
                <a:moveTo>
                  <a:pt x="581993" y="111914"/>
                </a:moveTo>
                <a:lnTo>
                  <a:pt x="581993" y="33968"/>
                </a:lnTo>
                <a:lnTo>
                  <a:pt x="594711" y="33968"/>
                </a:lnTo>
                <a:lnTo>
                  <a:pt x="594711" y="111914"/>
                </a:lnTo>
                <a:lnTo>
                  <a:pt x="581993" y="111914"/>
                </a:lnTo>
                <a:moveTo>
                  <a:pt x="581665" y="15753"/>
                </a:moveTo>
                <a:lnTo>
                  <a:pt x="581665" y="1477"/>
                </a:lnTo>
                <a:lnTo>
                  <a:pt x="594382" y="1477"/>
                </a:lnTo>
                <a:lnTo>
                  <a:pt x="594382" y="15753"/>
                </a:lnTo>
                <a:lnTo>
                  <a:pt x="581665" y="15753"/>
                </a:lnTo>
                <a:close/>
                <a:moveTo>
                  <a:pt x="675938" y="73023"/>
                </a:moveTo>
                <a:cubicBezTo>
                  <a:pt x="675938" y="68196"/>
                  <a:pt x="675350" y="63904"/>
                  <a:pt x="674174" y="60149"/>
                </a:cubicBezTo>
                <a:cubicBezTo>
                  <a:pt x="672998" y="56392"/>
                  <a:pt x="671357" y="53211"/>
                  <a:pt x="669251" y="50606"/>
                </a:cubicBezTo>
                <a:cubicBezTo>
                  <a:pt x="667145" y="47999"/>
                  <a:pt x="664643" y="46024"/>
                  <a:pt x="661744" y="44680"/>
                </a:cubicBezTo>
                <a:cubicBezTo>
                  <a:pt x="658845" y="43337"/>
                  <a:pt x="655672" y="42665"/>
                  <a:pt x="652226" y="42665"/>
                </a:cubicBezTo>
                <a:cubicBezTo>
                  <a:pt x="648780" y="42665"/>
                  <a:pt x="645607" y="43337"/>
                  <a:pt x="642708" y="44680"/>
                </a:cubicBezTo>
                <a:cubicBezTo>
                  <a:pt x="639809" y="46024"/>
                  <a:pt x="637307" y="47999"/>
                  <a:pt x="635201" y="50606"/>
                </a:cubicBezTo>
                <a:cubicBezTo>
                  <a:pt x="633095" y="53211"/>
                  <a:pt x="631454" y="56392"/>
                  <a:pt x="630278" y="60149"/>
                </a:cubicBezTo>
                <a:cubicBezTo>
                  <a:pt x="629102" y="63904"/>
                  <a:pt x="628514" y="68196"/>
                  <a:pt x="628514" y="73023"/>
                </a:cubicBezTo>
                <a:cubicBezTo>
                  <a:pt x="628514" y="77795"/>
                  <a:pt x="629102" y="82060"/>
                  <a:pt x="630278" y="85817"/>
                </a:cubicBezTo>
                <a:cubicBezTo>
                  <a:pt x="631454" y="89574"/>
                  <a:pt x="633109" y="92742"/>
                  <a:pt x="635242" y="95319"/>
                </a:cubicBezTo>
                <a:cubicBezTo>
                  <a:pt x="637375" y="97897"/>
                  <a:pt x="639891" y="99858"/>
                  <a:pt x="642790" y="101201"/>
                </a:cubicBezTo>
                <a:cubicBezTo>
                  <a:pt x="645690" y="102545"/>
                  <a:pt x="648862" y="103217"/>
                  <a:pt x="652308" y="103217"/>
                </a:cubicBezTo>
                <a:cubicBezTo>
                  <a:pt x="655754" y="103217"/>
                  <a:pt x="658913" y="102545"/>
                  <a:pt x="661785" y="101201"/>
                </a:cubicBezTo>
                <a:cubicBezTo>
                  <a:pt x="664656" y="99858"/>
                  <a:pt x="667145" y="97897"/>
                  <a:pt x="669251" y="95319"/>
                </a:cubicBezTo>
                <a:cubicBezTo>
                  <a:pt x="671357" y="92742"/>
                  <a:pt x="672998" y="89574"/>
                  <a:pt x="674174" y="85817"/>
                </a:cubicBezTo>
                <a:cubicBezTo>
                  <a:pt x="675350" y="82060"/>
                  <a:pt x="675938" y="77795"/>
                  <a:pt x="675938" y="73023"/>
                </a:cubicBezTo>
                <a:moveTo>
                  <a:pt x="689230" y="73023"/>
                </a:moveTo>
                <a:cubicBezTo>
                  <a:pt x="689230" y="79161"/>
                  <a:pt x="688355" y="84751"/>
                  <a:pt x="686604" y="89794"/>
                </a:cubicBezTo>
                <a:cubicBezTo>
                  <a:pt x="684854" y="94837"/>
                  <a:pt x="682379" y="99153"/>
                  <a:pt x="679179" y="102742"/>
                </a:cubicBezTo>
                <a:cubicBezTo>
                  <a:pt x="675979" y="106332"/>
                  <a:pt x="672109" y="109114"/>
                  <a:pt x="667569" y="111088"/>
                </a:cubicBezTo>
                <a:cubicBezTo>
                  <a:pt x="663029" y="113061"/>
                  <a:pt x="657942" y="114047"/>
                  <a:pt x="652308" y="114047"/>
                </a:cubicBezTo>
                <a:cubicBezTo>
                  <a:pt x="646510" y="114047"/>
                  <a:pt x="641327" y="113061"/>
                  <a:pt x="636760" y="111088"/>
                </a:cubicBezTo>
                <a:cubicBezTo>
                  <a:pt x="632193" y="109114"/>
                  <a:pt x="628309" y="106332"/>
                  <a:pt x="625109" y="102742"/>
                </a:cubicBezTo>
                <a:cubicBezTo>
                  <a:pt x="621909" y="99153"/>
                  <a:pt x="619461" y="94837"/>
                  <a:pt x="617766" y="89794"/>
                </a:cubicBezTo>
                <a:cubicBezTo>
                  <a:pt x="616070" y="84751"/>
                  <a:pt x="615222" y="79161"/>
                  <a:pt x="615222" y="73023"/>
                </a:cubicBezTo>
                <a:cubicBezTo>
                  <a:pt x="615222" y="66830"/>
                  <a:pt x="616097" y="61212"/>
                  <a:pt x="617848" y="56170"/>
                </a:cubicBezTo>
                <a:cubicBezTo>
                  <a:pt x="619598" y="51127"/>
                  <a:pt x="622073" y="46797"/>
                  <a:pt x="625273" y="43180"/>
                </a:cubicBezTo>
                <a:cubicBezTo>
                  <a:pt x="628473" y="39563"/>
                  <a:pt x="632357" y="36769"/>
                  <a:pt x="636924" y="34796"/>
                </a:cubicBezTo>
                <a:cubicBezTo>
                  <a:pt x="641491" y="32822"/>
                  <a:pt x="646592" y="31835"/>
                  <a:pt x="652226" y="31835"/>
                </a:cubicBezTo>
                <a:cubicBezTo>
                  <a:pt x="657969" y="31835"/>
                  <a:pt x="663138" y="32822"/>
                  <a:pt x="667733" y="34796"/>
                </a:cubicBezTo>
                <a:cubicBezTo>
                  <a:pt x="672328" y="36769"/>
                  <a:pt x="676211" y="39563"/>
                  <a:pt x="679384" y="43180"/>
                </a:cubicBezTo>
                <a:cubicBezTo>
                  <a:pt x="682557" y="46797"/>
                  <a:pt x="684991" y="51127"/>
                  <a:pt x="686686" y="56170"/>
                </a:cubicBezTo>
                <a:cubicBezTo>
                  <a:pt x="688382" y="61212"/>
                  <a:pt x="689230" y="66830"/>
                  <a:pt x="689230" y="73023"/>
                </a:cubicBezTo>
                <a:close/>
                <a:moveTo>
                  <a:pt x="721522" y="44798"/>
                </a:moveTo>
                <a:lnTo>
                  <a:pt x="721769" y="44798"/>
                </a:lnTo>
                <a:cubicBezTo>
                  <a:pt x="723191" y="42981"/>
                  <a:pt x="724763" y="41289"/>
                  <a:pt x="726486" y="39722"/>
                </a:cubicBezTo>
                <a:cubicBezTo>
                  <a:pt x="728209" y="38152"/>
                  <a:pt x="730138" y="36776"/>
                  <a:pt x="732271" y="35594"/>
                </a:cubicBezTo>
                <a:cubicBezTo>
                  <a:pt x="734404" y="34409"/>
                  <a:pt x="736742" y="33487"/>
                  <a:pt x="739286" y="32827"/>
                </a:cubicBezTo>
                <a:cubicBezTo>
                  <a:pt x="741829" y="32165"/>
                  <a:pt x="744605" y="31835"/>
                  <a:pt x="747614" y="31835"/>
                </a:cubicBezTo>
                <a:cubicBezTo>
                  <a:pt x="751169" y="31835"/>
                  <a:pt x="754506" y="32328"/>
                  <a:pt x="757624" y="33314"/>
                </a:cubicBezTo>
                <a:cubicBezTo>
                  <a:pt x="760742" y="34299"/>
                  <a:pt x="763449" y="35887"/>
                  <a:pt x="765746" y="38078"/>
                </a:cubicBezTo>
                <a:cubicBezTo>
                  <a:pt x="768044" y="40268"/>
                  <a:pt x="769863" y="43128"/>
                  <a:pt x="771203" y="46660"/>
                </a:cubicBezTo>
                <a:cubicBezTo>
                  <a:pt x="772543" y="50191"/>
                  <a:pt x="773213" y="54530"/>
                  <a:pt x="773213" y="59677"/>
                </a:cubicBezTo>
                <a:lnTo>
                  <a:pt x="773213" y="111914"/>
                </a:lnTo>
                <a:lnTo>
                  <a:pt x="760495" y="111914"/>
                </a:lnTo>
                <a:lnTo>
                  <a:pt x="760495" y="61782"/>
                </a:lnTo>
                <a:cubicBezTo>
                  <a:pt x="760495" y="55054"/>
                  <a:pt x="759196" y="50213"/>
                  <a:pt x="756598" y="47260"/>
                </a:cubicBezTo>
                <a:cubicBezTo>
                  <a:pt x="754000" y="44306"/>
                  <a:pt x="750212" y="42829"/>
                  <a:pt x="745234" y="42829"/>
                </a:cubicBezTo>
                <a:cubicBezTo>
                  <a:pt x="740859" y="42829"/>
                  <a:pt x="736619" y="44046"/>
                  <a:pt x="732517" y="46480"/>
                </a:cubicBezTo>
                <a:cubicBezTo>
                  <a:pt x="728415" y="48914"/>
                  <a:pt x="724886" y="52265"/>
                  <a:pt x="721933" y="56531"/>
                </a:cubicBezTo>
                <a:lnTo>
                  <a:pt x="721933" y="111914"/>
                </a:lnTo>
                <a:lnTo>
                  <a:pt x="709215" y="111914"/>
                </a:lnTo>
                <a:lnTo>
                  <a:pt x="709215" y="33968"/>
                </a:lnTo>
                <a:lnTo>
                  <a:pt x="719061" y="33968"/>
                </a:lnTo>
                <a:lnTo>
                  <a:pt x="721522" y="44798"/>
                </a:lnTo>
                <a:close/>
              </a:path>
            </a:pathLst>
          </a:custGeom>
          <a:solidFill xmlns:a="http://schemas.openxmlformats.org/drawingml/2006/main">
            <a:srgbClr val="C2530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BCD6569-74B6-46A6-A6D9-30102CAFC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9734" y="3966321"/>
            <a:ext cx="342497" cy="108413"/>
          </a:xfrm>
          <a:custGeom xmlns:a="http://schemas.openxmlformats.org/drawingml/2006/main">
            <a:pathLst>
              <a:path w="342497" h="108413">
                <a:moveTo>
                  <a:pt x="285845" y="64751"/>
                </a:moveTo>
                <a:lnTo>
                  <a:pt x="249538" y="87442"/>
                </a:lnTo>
                <a:lnTo>
                  <a:pt x="248938" y="87846"/>
                </a:lnTo>
                <a:lnTo>
                  <a:pt x="248375" y="88282"/>
                </a:lnTo>
                <a:lnTo>
                  <a:pt x="247848" y="88751"/>
                </a:lnTo>
                <a:lnTo>
                  <a:pt x="247359" y="89248"/>
                </a:lnTo>
                <a:lnTo>
                  <a:pt x="246907" y="89772"/>
                </a:lnTo>
                <a:lnTo>
                  <a:pt x="246494" y="90322"/>
                </a:lnTo>
                <a:lnTo>
                  <a:pt x="246120" y="90893"/>
                </a:lnTo>
                <a:lnTo>
                  <a:pt x="245785" y="91486"/>
                </a:lnTo>
                <a:lnTo>
                  <a:pt x="245490" y="92096"/>
                </a:lnTo>
                <a:lnTo>
                  <a:pt x="245235" y="92723"/>
                </a:lnTo>
                <a:lnTo>
                  <a:pt x="245021" y="93363"/>
                </a:lnTo>
                <a:lnTo>
                  <a:pt x="244848" y="94015"/>
                </a:lnTo>
                <a:lnTo>
                  <a:pt x="244717" y="94677"/>
                </a:lnTo>
                <a:lnTo>
                  <a:pt x="244629" y="95347"/>
                </a:lnTo>
                <a:lnTo>
                  <a:pt x="244583" y="96021"/>
                </a:lnTo>
                <a:lnTo>
                  <a:pt x="244581" y="96699"/>
                </a:lnTo>
                <a:lnTo>
                  <a:pt x="244622" y="97377"/>
                </a:lnTo>
                <a:lnTo>
                  <a:pt x="244708" y="98054"/>
                </a:lnTo>
                <a:lnTo>
                  <a:pt x="244838" y="98728"/>
                </a:lnTo>
                <a:lnTo>
                  <a:pt x="245014" y="99396"/>
                </a:lnTo>
                <a:lnTo>
                  <a:pt x="245236" y="100056"/>
                </a:lnTo>
                <a:lnTo>
                  <a:pt x="245504" y="100706"/>
                </a:lnTo>
                <a:lnTo>
                  <a:pt x="245819" y="101344"/>
                </a:lnTo>
                <a:lnTo>
                  <a:pt x="246181" y="101968"/>
                </a:lnTo>
                <a:lnTo>
                  <a:pt x="246584" y="102568"/>
                </a:lnTo>
                <a:lnTo>
                  <a:pt x="247021" y="103131"/>
                </a:lnTo>
                <a:lnTo>
                  <a:pt x="247489" y="103658"/>
                </a:lnTo>
                <a:lnTo>
                  <a:pt x="247987" y="104148"/>
                </a:lnTo>
                <a:lnTo>
                  <a:pt x="248511" y="104599"/>
                </a:lnTo>
                <a:lnTo>
                  <a:pt x="249060" y="105012"/>
                </a:lnTo>
                <a:lnTo>
                  <a:pt x="249632" y="105387"/>
                </a:lnTo>
                <a:lnTo>
                  <a:pt x="250224" y="105722"/>
                </a:lnTo>
                <a:lnTo>
                  <a:pt x="250835" y="106017"/>
                </a:lnTo>
                <a:lnTo>
                  <a:pt x="251461" y="106271"/>
                </a:lnTo>
                <a:lnTo>
                  <a:pt x="252102" y="106485"/>
                </a:lnTo>
                <a:lnTo>
                  <a:pt x="252754" y="106658"/>
                </a:lnTo>
                <a:lnTo>
                  <a:pt x="253416" y="106789"/>
                </a:lnTo>
                <a:lnTo>
                  <a:pt x="254085" y="106878"/>
                </a:lnTo>
                <a:lnTo>
                  <a:pt x="254760" y="106923"/>
                </a:lnTo>
                <a:lnTo>
                  <a:pt x="255437" y="106926"/>
                </a:lnTo>
                <a:lnTo>
                  <a:pt x="256116" y="106884"/>
                </a:lnTo>
                <a:lnTo>
                  <a:pt x="256793" y="106798"/>
                </a:lnTo>
                <a:lnTo>
                  <a:pt x="257467" y="106668"/>
                </a:lnTo>
                <a:lnTo>
                  <a:pt x="258135" y="106492"/>
                </a:lnTo>
                <a:lnTo>
                  <a:pt x="258795" y="106270"/>
                </a:lnTo>
                <a:lnTo>
                  <a:pt x="259445" y="106002"/>
                </a:lnTo>
                <a:lnTo>
                  <a:pt x="260083" y="105687"/>
                </a:lnTo>
                <a:lnTo>
                  <a:pt x="260707" y="105325"/>
                </a:lnTo>
                <a:lnTo>
                  <a:pt x="342497" y="54206"/>
                </a:lnTo>
                <a:lnTo>
                  <a:pt x="260707" y="3087"/>
                </a:lnTo>
                <a:lnTo>
                  <a:pt x="260083" y="2725"/>
                </a:lnTo>
                <a:lnTo>
                  <a:pt x="259445" y="2410"/>
                </a:lnTo>
                <a:lnTo>
                  <a:pt x="258795" y="2142"/>
                </a:lnTo>
                <a:lnTo>
                  <a:pt x="258135" y="1921"/>
                </a:lnTo>
                <a:lnTo>
                  <a:pt x="257467" y="1745"/>
                </a:lnTo>
                <a:lnTo>
                  <a:pt x="256793" y="1614"/>
                </a:lnTo>
                <a:lnTo>
                  <a:pt x="256116" y="1529"/>
                </a:lnTo>
                <a:lnTo>
                  <a:pt x="255437" y="1487"/>
                </a:lnTo>
                <a:lnTo>
                  <a:pt x="254760" y="1490"/>
                </a:lnTo>
                <a:lnTo>
                  <a:pt x="254085" y="1535"/>
                </a:lnTo>
                <a:lnTo>
                  <a:pt x="253416" y="1624"/>
                </a:lnTo>
                <a:lnTo>
                  <a:pt x="252754" y="1755"/>
                </a:lnTo>
                <a:lnTo>
                  <a:pt x="252102" y="1927"/>
                </a:lnTo>
                <a:lnTo>
                  <a:pt x="251461" y="2141"/>
                </a:lnTo>
                <a:lnTo>
                  <a:pt x="250835" y="2396"/>
                </a:lnTo>
                <a:lnTo>
                  <a:pt x="250224" y="2691"/>
                </a:lnTo>
                <a:lnTo>
                  <a:pt x="249632" y="3026"/>
                </a:lnTo>
                <a:lnTo>
                  <a:pt x="249060" y="3401"/>
                </a:lnTo>
                <a:lnTo>
                  <a:pt x="248511" y="3814"/>
                </a:lnTo>
                <a:lnTo>
                  <a:pt x="247987" y="4265"/>
                </a:lnTo>
                <a:lnTo>
                  <a:pt x="247489" y="4755"/>
                </a:lnTo>
                <a:lnTo>
                  <a:pt x="247021" y="5281"/>
                </a:lnTo>
                <a:lnTo>
                  <a:pt x="246584" y="5845"/>
                </a:lnTo>
                <a:lnTo>
                  <a:pt x="246181" y="6445"/>
                </a:lnTo>
                <a:lnTo>
                  <a:pt x="245819" y="7068"/>
                </a:lnTo>
                <a:lnTo>
                  <a:pt x="245504" y="7706"/>
                </a:lnTo>
                <a:lnTo>
                  <a:pt x="245236" y="8357"/>
                </a:lnTo>
                <a:lnTo>
                  <a:pt x="245014" y="9017"/>
                </a:lnTo>
                <a:lnTo>
                  <a:pt x="244838" y="9685"/>
                </a:lnTo>
                <a:lnTo>
                  <a:pt x="244708" y="10359"/>
                </a:lnTo>
                <a:lnTo>
                  <a:pt x="244622" y="11036"/>
                </a:lnTo>
                <a:lnTo>
                  <a:pt x="244581" y="11714"/>
                </a:lnTo>
                <a:lnTo>
                  <a:pt x="244583" y="12392"/>
                </a:lnTo>
                <a:lnTo>
                  <a:pt x="244629" y="13066"/>
                </a:lnTo>
                <a:lnTo>
                  <a:pt x="244717" y="13735"/>
                </a:lnTo>
                <a:lnTo>
                  <a:pt x="244848" y="14397"/>
                </a:lnTo>
                <a:lnTo>
                  <a:pt x="245021" y="15050"/>
                </a:lnTo>
                <a:lnTo>
                  <a:pt x="245235" y="15690"/>
                </a:lnTo>
                <a:lnTo>
                  <a:pt x="245490" y="16317"/>
                </a:lnTo>
                <a:lnTo>
                  <a:pt x="245785" y="16927"/>
                </a:lnTo>
                <a:lnTo>
                  <a:pt x="246120" y="17519"/>
                </a:lnTo>
                <a:lnTo>
                  <a:pt x="246494" y="18091"/>
                </a:lnTo>
                <a:lnTo>
                  <a:pt x="246907" y="18640"/>
                </a:lnTo>
                <a:lnTo>
                  <a:pt x="247359" y="19165"/>
                </a:lnTo>
                <a:lnTo>
                  <a:pt x="247848" y="19662"/>
                </a:lnTo>
                <a:lnTo>
                  <a:pt x="248375" y="20130"/>
                </a:lnTo>
                <a:lnTo>
                  <a:pt x="248938" y="20567"/>
                </a:lnTo>
                <a:lnTo>
                  <a:pt x="249538" y="20971"/>
                </a:lnTo>
                <a:lnTo>
                  <a:pt x="285845" y="43662"/>
                </a:lnTo>
                <a:lnTo>
                  <a:pt x="56653" y="43662"/>
                </a:lnTo>
                <a:lnTo>
                  <a:pt x="92959" y="20971"/>
                </a:lnTo>
                <a:lnTo>
                  <a:pt x="93559" y="20567"/>
                </a:lnTo>
                <a:lnTo>
                  <a:pt x="94122" y="20130"/>
                </a:lnTo>
                <a:lnTo>
                  <a:pt x="94649" y="19662"/>
                </a:lnTo>
                <a:lnTo>
                  <a:pt x="95138" y="19165"/>
                </a:lnTo>
                <a:lnTo>
                  <a:pt x="95590" y="18640"/>
                </a:lnTo>
                <a:lnTo>
                  <a:pt x="96003" y="18091"/>
                </a:lnTo>
                <a:lnTo>
                  <a:pt x="96377" y="17519"/>
                </a:lnTo>
                <a:lnTo>
                  <a:pt x="96712" y="16927"/>
                </a:lnTo>
                <a:lnTo>
                  <a:pt x="97008" y="16317"/>
                </a:lnTo>
                <a:lnTo>
                  <a:pt x="97262" y="15690"/>
                </a:lnTo>
                <a:lnTo>
                  <a:pt x="97476" y="15050"/>
                </a:lnTo>
                <a:lnTo>
                  <a:pt x="97649" y="14397"/>
                </a:lnTo>
                <a:lnTo>
                  <a:pt x="97780" y="13735"/>
                </a:lnTo>
                <a:lnTo>
                  <a:pt x="97868" y="13066"/>
                </a:lnTo>
                <a:lnTo>
                  <a:pt x="97914" y="12392"/>
                </a:lnTo>
                <a:lnTo>
                  <a:pt x="97917" y="11714"/>
                </a:lnTo>
                <a:lnTo>
                  <a:pt x="97875" y="11036"/>
                </a:lnTo>
                <a:lnTo>
                  <a:pt x="97789" y="10359"/>
                </a:lnTo>
                <a:lnTo>
                  <a:pt x="97659" y="9685"/>
                </a:lnTo>
                <a:lnTo>
                  <a:pt x="97483" y="9017"/>
                </a:lnTo>
                <a:lnTo>
                  <a:pt x="97261" y="8357"/>
                </a:lnTo>
                <a:lnTo>
                  <a:pt x="96993" y="7706"/>
                </a:lnTo>
                <a:lnTo>
                  <a:pt x="96678" y="7068"/>
                </a:lnTo>
                <a:lnTo>
                  <a:pt x="96316" y="6445"/>
                </a:lnTo>
                <a:lnTo>
                  <a:pt x="95913" y="5845"/>
                </a:lnTo>
                <a:lnTo>
                  <a:pt x="95476" y="5281"/>
                </a:lnTo>
                <a:lnTo>
                  <a:pt x="95008" y="4755"/>
                </a:lnTo>
                <a:lnTo>
                  <a:pt x="94510" y="4265"/>
                </a:lnTo>
                <a:lnTo>
                  <a:pt x="93986" y="3814"/>
                </a:lnTo>
                <a:lnTo>
                  <a:pt x="93437" y="3401"/>
                </a:lnTo>
                <a:lnTo>
                  <a:pt x="92865" y="3026"/>
                </a:lnTo>
                <a:lnTo>
                  <a:pt x="92273" y="2691"/>
                </a:lnTo>
                <a:lnTo>
                  <a:pt x="91662" y="2396"/>
                </a:lnTo>
                <a:lnTo>
                  <a:pt x="91036" y="2141"/>
                </a:lnTo>
                <a:lnTo>
                  <a:pt x="90395" y="1927"/>
                </a:lnTo>
                <a:lnTo>
                  <a:pt x="89743" y="1755"/>
                </a:lnTo>
                <a:lnTo>
                  <a:pt x="89081" y="1624"/>
                </a:lnTo>
                <a:lnTo>
                  <a:pt x="88412" y="1535"/>
                </a:lnTo>
                <a:lnTo>
                  <a:pt x="87737" y="1490"/>
                </a:lnTo>
                <a:lnTo>
                  <a:pt x="87060" y="1487"/>
                </a:lnTo>
                <a:lnTo>
                  <a:pt x="86381" y="1529"/>
                </a:lnTo>
                <a:lnTo>
                  <a:pt x="85704" y="1614"/>
                </a:lnTo>
                <a:lnTo>
                  <a:pt x="85031" y="1745"/>
                </a:lnTo>
                <a:lnTo>
                  <a:pt x="84362" y="1921"/>
                </a:lnTo>
                <a:lnTo>
                  <a:pt x="83702" y="2142"/>
                </a:lnTo>
                <a:lnTo>
                  <a:pt x="83052" y="2410"/>
                </a:lnTo>
                <a:lnTo>
                  <a:pt x="82414" y="2725"/>
                </a:lnTo>
                <a:lnTo>
                  <a:pt x="81790" y="3087"/>
                </a:lnTo>
                <a:lnTo>
                  <a:pt x="0" y="54206"/>
                </a:lnTo>
                <a:lnTo>
                  <a:pt x="81790" y="105325"/>
                </a:lnTo>
                <a:lnTo>
                  <a:pt x="82414" y="105687"/>
                </a:lnTo>
                <a:lnTo>
                  <a:pt x="83052" y="106002"/>
                </a:lnTo>
                <a:lnTo>
                  <a:pt x="83702" y="106270"/>
                </a:lnTo>
                <a:lnTo>
                  <a:pt x="84362" y="106492"/>
                </a:lnTo>
                <a:lnTo>
                  <a:pt x="85031" y="106668"/>
                </a:lnTo>
                <a:lnTo>
                  <a:pt x="85704" y="106798"/>
                </a:lnTo>
                <a:lnTo>
                  <a:pt x="86381" y="106884"/>
                </a:lnTo>
                <a:lnTo>
                  <a:pt x="87060" y="106926"/>
                </a:lnTo>
                <a:lnTo>
                  <a:pt x="87737" y="106923"/>
                </a:lnTo>
                <a:lnTo>
                  <a:pt x="88412" y="106878"/>
                </a:lnTo>
                <a:lnTo>
                  <a:pt x="89081" y="106789"/>
                </a:lnTo>
                <a:lnTo>
                  <a:pt x="89743" y="106658"/>
                </a:lnTo>
                <a:lnTo>
                  <a:pt x="90395" y="106485"/>
                </a:lnTo>
                <a:lnTo>
                  <a:pt x="91036" y="106271"/>
                </a:lnTo>
                <a:lnTo>
                  <a:pt x="91662" y="106017"/>
                </a:lnTo>
                <a:lnTo>
                  <a:pt x="92273" y="105722"/>
                </a:lnTo>
                <a:lnTo>
                  <a:pt x="92865" y="105387"/>
                </a:lnTo>
                <a:lnTo>
                  <a:pt x="93437" y="105012"/>
                </a:lnTo>
                <a:lnTo>
                  <a:pt x="93986" y="104599"/>
                </a:lnTo>
                <a:lnTo>
                  <a:pt x="94510" y="104148"/>
                </a:lnTo>
                <a:lnTo>
                  <a:pt x="95008" y="103658"/>
                </a:lnTo>
                <a:lnTo>
                  <a:pt x="95476" y="103131"/>
                </a:lnTo>
                <a:lnTo>
                  <a:pt x="95913" y="102568"/>
                </a:lnTo>
                <a:lnTo>
                  <a:pt x="96316" y="101968"/>
                </a:lnTo>
                <a:lnTo>
                  <a:pt x="96678" y="101344"/>
                </a:lnTo>
                <a:lnTo>
                  <a:pt x="96993" y="100706"/>
                </a:lnTo>
                <a:lnTo>
                  <a:pt x="97261" y="100056"/>
                </a:lnTo>
                <a:lnTo>
                  <a:pt x="97483" y="99396"/>
                </a:lnTo>
                <a:lnTo>
                  <a:pt x="97659" y="98728"/>
                </a:lnTo>
                <a:lnTo>
                  <a:pt x="97789" y="98054"/>
                </a:lnTo>
                <a:lnTo>
                  <a:pt x="97875" y="97377"/>
                </a:lnTo>
                <a:lnTo>
                  <a:pt x="97917" y="96699"/>
                </a:lnTo>
                <a:lnTo>
                  <a:pt x="97914" y="96021"/>
                </a:lnTo>
                <a:lnTo>
                  <a:pt x="97868" y="95347"/>
                </a:lnTo>
                <a:lnTo>
                  <a:pt x="97780" y="94677"/>
                </a:lnTo>
                <a:lnTo>
                  <a:pt x="97649" y="94015"/>
                </a:lnTo>
                <a:lnTo>
                  <a:pt x="97476" y="93363"/>
                </a:lnTo>
                <a:lnTo>
                  <a:pt x="97262" y="92723"/>
                </a:lnTo>
                <a:lnTo>
                  <a:pt x="97008" y="92096"/>
                </a:lnTo>
                <a:lnTo>
                  <a:pt x="96712" y="91486"/>
                </a:lnTo>
                <a:lnTo>
                  <a:pt x="96377" y="90893"/>
                </a:lnTo>
                <a:lnTo>
                  <a:pt x="96003" y="90322"/>
                </a:lnTo>
                <a:lnTo>
                  <a:pt x="95590" y="89772"/>
                </a:lnTo>
                <a:lnTo>
                  <a:pt x="95138" y="89248"/>
                </a:lnTo>
                <a:lnTo>
                  <a:pt x="94649" y="88751"/>
                </a:lnTo>
                <a:lnTo>
                  <a:pt x="94122" y="88282"/>
                </a:lnTo>
                <a:lnTo>
                  <a:pt x="93559" y="87846"/>
                </a:lnTo>
                <a:lnTo>
                  <a:pt x="92959" y="87442"/>
                </a:lnTo>
                <a:lnTo>
                  <a:pt x="56653" y="64751"/>
                </a:lnTo>
                <a:lnTo>
                  <a:pt x="285845" y="64751"/>
                </a:lnTo>
                <a:close/>
              </a:path>
            </a:pathLst>
          </a:custGeom>
          <a:solidFill xmlns:a="http://schemas.openxmlformats.org/drawingml/2006/main">
            <a:srgbClr val="7F7F7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879837E-515B-4114-B886-E2612D496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9734" y="4525087"/>
            <a:ext cx="342497" cy="108413"/>
          </a:xfrm>
          <a:custGeom xmlns:a="http://schemas.openxmlformats.org/drawingml/2006/main">
            <a:pathLst>
              <a:path w="342497" h="108413">
                <a:moveTo>
                  <a:pt x="92959" y="20971"/>
                </a:moveTo>
                <a:lnTo>
                  <a:pt x="93559" y="20567"/>
                </a:lnTo>
                <a:lnTo>
                  <a:pt x="94122" y="20130"/>
                </a:lnTo>
                <a:lnTo>
                  <a:pt x="94649" y="19662"/>
                </a:lnTo>
                <a:lnTo>
                  <a:pt x="95138" y="19165"/>
                </a:lnTo>
                <a:lnTo>
                  <a:pt x="95590" y="18640"/>
                </a:lnTo>
                <a:lnTo>
                  <a:pt x="96003" y="18091"/>
                </a:lnTo>
                <a:lnTo>
                  <a:pt x="96377" y="17519"/>
                </a:lnTo>
                <a:lnTo>
                  <a:pt x="96712" y="16927"/>
                </a:lnTo>
                <a:lnTo>
                  <a:pt x="97008" y="16317"/>
                </a:lnTo>
                <a:lnTo>
                  <a:pt x="97262" y="15690"/>
                </a:lnTo>
                <a:lnTo>
                  <a:pt x="97476" y="15050"/>
                </a:lnTo>
                <a:lnTo>
                  <a:pt x="97649" y="14397"/>
                </a:lnTo>
                <a:lnTo>
                  <a:pt x="97780" y="13735"/>
                </a:lnTo>
                <a:lnTo>
                  <a:pt x="97868" y="13066"/>
                </a:lnTo>
                <a:lnTo>
                  <a:pt x="97914" y="12392"/>
                </a:lnTo>
                <a:lnTo>
                  <a:pt x="97917" y="11714"/>
                </a:lnTo>
                <a:lnTo>
                  <a:pt x="97875" y="11036"/>
                </a:lnTo>
                <a:lnTo>
                  <a:pt x="97789" y="10359"/>
                </a:lnTo>
                <a:lnTo>
                  <a:pt x="97659" y="9685"/>
                </a:lnTo>
                <a:lnTo>
                  <a:pt x="97483" y="9017"/>
                </a:lnTo>
                <a:lnTo>
                  <a:pt x="97261" y="8357"/>
                </a:lnTo>
                <a:lnTo>
                  <a:pt x="96993" y="7706"/>
                </a:lnTo>
                <a:lnTo>
                  <a:pt x="96678" y="7068"/>
                </a:lnTo>
                <a:lnTo>
                  <a:pt x="96316" y="6445"/>
                </a:lnTo>
                <a:lnTo>
                  <a:pt x="95913" y="5845"/>
                </a:lnTo>
                <a:lnTo>
                  <a:pt x="95476" y="5281"/>
                </a:lnTo>
                <a:lnTo>
                  <a:pt x="95008" y="4755"/>
                </a:lnTo>
                <a:lnTo>
                  <a:pt x="94510" y="4265"/>
                </a:lnTo>
                <a:lnTo>
                  <a:pt x="93986" y="3814"/>
                </a:lnTo>
                <a:lnTo>
                  <a:pt x="93437" y="3401"/>
                </a:lnTo>
                <a:lnTo>
                  <a:pt x="92865" y="3026"/>
                </a:lnTo>
                <a:lnTo>
                  <a:pt x="92273" y="2691"/>
                </a:lnTo>
                <a:lnTo>
                  <a:pt x="91662" y="2396"/>
                </a:lnTo>
                <a:lnTo>
                  <a:pt x="91036" y="2141"/>
                </a:lnTo>
                <a:lnTo>
                  <a:pt x="90395" y="1927"/>
                </a:lnTo>
                <a:lnTo>
                  <a:pt x="89743" y="1755"/>
                </a:lnTo>
                <a:lnTo>
                  <a:pt x="89081" y="1624"/>
                </a:lnTo>
                <a:lnTo>
                  <a:pt x="88412" y="1535"/>
                </a:lnTo>
                <a:lnTo>
                  <a:pt x="87737" y="1490"/>
                </a:lnTo>
                <a:lnTo>
                  <a:pt x="87060" y="1487"/>
                </a:lnTo>
                <a:lnTo>
                  <a:pt x="86381" y="1529"/>
                </a:lnTo>
                <a:lnTo>
                  <a:pt x="85704" y="1614"/>
                </a:lnTo>
                <a:lnTo>
                  <a:pt x="85031" y="1745"/>
                </a:lnTo>
                <a:lnTo>
                  <a:pt x="84362" y="1921"/>
                </a:lnTo>
                <a:lnTo>
                  <a:pt x="83702" y="2142"/>
                </a:lnTo>
                <a:lnTo>
                  <a:pt x="83052" y="2410"/>
                </a:lnTo>
                <a:lnTo>
                  <a:pt x="82414" y="2725"/>
                </a:lnTo>
                <a:lnTo>
                  <a:pt x="81790" y="3087"/>
                </a:lnTo>
                <a:lnTo>
                  <a:pt x="0" y="54206"/>
                </a:lnTo>
                <a:lnTo>
                  <a:pt x="81790" y="105325"/>
                </a:lnTo>
                <a:lnTo>
                  <a:pt x="82414" y="105687"/>
                </a:lnTo>
                <a:lnTo>
                  <a:pt x="83052" y="106002"/>
                </a:lnTo>
                <a:lnTo>
                  <a:pt x="83702" y="106270"/>
                </a:lnTo>
                <a:lnTo>
                  <a:pt x="84362" y="106492"/>
                </a:lnTo>
                <a:lnTo>
                  <a:pt x="85031" y="106668"/>
                </a:lnTo>
                <a:lnTo>
                  <a:pt x="85704" y="106798"/>
                </a:lnTo>
                <a:lnTo>
                  <a:pt x="86381" y="106884"/>
                </a:lnTo>
                <a:lnTo>
                  <a:pt x="87060" y="106926"/>
                </a:lnTo>
                <a:lnTo>
                  <a:pt x="87737" y="106923"/>
                </a:lnTo>
                <a:lnTo>
                  <a:pt x="88412" y="106878"/>
                </a:lnTo>
                <a:lnTo>
                  <a:pt x="89081" y="106789"/>
                </a:lnTo>
                <a:lnTo>
                  <a:pt x="89743" y="106658"/>
                </a:lnTo>
                <a:lnTo>
                  <a:pt x="90395" y="106485"/>
                </a:lnTo>
                <a:lnTo>
                  <a:pt x="91036" y="106271"/>
                </a:lnTo>
                <a:lnTo>
                  <a:pt x="91662" y="106017"/>
                </a:lnTo>
                <a:lnTo>
                  <a:pt x="92273" y="105722"/>
                </a:lnTo>
                <a:lnTo>
                  <a:pt x="92865" y="105387"/>
                </a:lnTo>
                <a:lnTo>
                  <a:pt x="93437" y="105012"/>
                </a:lnTo>
                <a:lnTo>
                  <a:pt x="93986" y="104599"/>
                </a:lnTo>
                <a:lnTo>
                  <a:pt x="94510" y="104148"/>
                </a:lnTo>
                <a:lnTo>
                  <a:pt x="95008" y="103658"/>
                </a:lnTo>
                <a:lnTo>
                  <a:pt x="95476" y="103131"/>
                </a:lnTo>
                <a:lnTo>
                  <a:pt x="95913" y="102568"/>
                </a:lnTo>
                <a:lnTo>
                  <a:pt x="96316" y="101968"/>
                </a:lnTo>
                <a:lnTo>
                  <a:pt x="96678" y="101342"/>
                </a:lnTo>
                <a:lnTo>
                  <a:pt x="96993" y="100703"/>
                </a:lnTo>
                <a:lnTo>
                  <a:pt x="97261" y="100051"/>
                </a:lnTo>
                <a:lnTo>
                  <a:pt x="97483" y="99390"/>
                </a:lnTo>
                <a:lnTo>
                  <a:pt x="97659" y="98721"/>
                </a:lnTo>
                <a:lnTo>
                  <a:pt x="97789" y="98047"/>
                </a:lnTo>
                <a:lnTo>
                  <a:pt x="97875" y="97370"/>
                </a:lnTo>
                <a:lnTo>
                  <a:pt x="97917" y="96691"/>
                </a:lnTo>
                <a:lnTo>
                  <a:pt x="97914" y="96014"/>
                </a:lnTo>
                <a:lnTo>
                  <a:pt x="97868" y="95339"/>
                </a:lnTo>
                <a:lnTo>
                  <a:pt x="97780" y="94671"/>
                </a:lnTo>
                <a:lnTo>
                  <a:pt x="97649" y="94009"/>
                </a:lnTo>
                <a:lnTo>
                  <a:pt x="97476" y="93357"/>
                </a:lnTo>
                <a:lnTo>
                  <a:pt x="97262" y="92718"/>
                </a:lnTo>
                <a:lnTo>
                  <a:pt x="97008" y="92092"/>
                </a:lnTo>
                <a:lnTo>
                  <a:pt x="96712" y="91482"/>
                </a:lnTo>
                <a:lnTo>
                  <a:pt x="96377" y="90890"/>
                </a:lnTo>
                <a:lnTo>
                  <a:pt x="96003" y="90319"/>
                </a:lnTo>
                <a:lnTo>
                  <a:pt x="95590" y="89771"/>
                </a:lnTo>
                <a:lnTo>
                  <a:pt x="95138" y="89247"/>
                </a:lnTo>
                <a:lnTo>
                  <a:pt x="94649" y="88750"/>
                </a:lnTo>
                <a:lnTo>
                  <a:pt x="94122" y="88282"/>
                </a:lnTo>
                <a:lnTo>
                  <a:pt x="93559" y="87845"/>
                </a:lnTo>
                <a:lnTo>
                  <a:pt x="92959" y="87442"/>
                </a:lnTo>
                <a:lnTo>
                  <a:pt x="56653" y="64751"/>
                </a:lnTo>
                <a:lnTo>
                  <a:pt x="285845" y="64751"/>
                </a:lnTo>
                <a:lnTo>
                  <a:pt x="249538" y="87442"/>
                </a:lnTo>
                <a:lnTo>
                  <a:pt x="248938" y="87845"/>
                </a:lnTo>
                <a:lnTo>
                  <a:pt x="248375" y="88282"/>
                </a:lnTo>
                <a:lnTo>
                  <a:pt x="247848" y="88750"/>
                </a:lnTo>
                <a:lnTo>
                  <a:pt x="247359" y="89247"/>
                </a:lnTo>
                <a:lnTo>
                  <a:pt x="246907" y="89771"/>
                </a:lnTo>
                <a:lnTo>
                  <a:pt x="246494" y="90319"/>
                </a:lnTo>
                <a:lnTo>
                  <a:pt x="246120" y="90890"/>
                </a:lnTo>
                <a:lnTo>
                  <a:pt x="245785" y="91482"/>
                </a:lnTo>
                <a:lnTo>
                  <a:pt x="245490" y="92092"/>
                </a:lnTo>
                <a:lnTo>
                  <a:pt x="245235" y="92718"/>
                </a:lnTo>
                <a:lnTo>
                  <a:pt x="245021" y="93357"/>
                </a:lnTo>
                <a:lnTo>
                  <a:pt x="244848" y="94009"/>
                </a:lnTo>
                <a:lnTo>
                  <a:pt x="244717" y="94671"/>
                </a:lnTo>
                <a:lnTo>
                  <a:pt x="244629" y="95339"/>
                </a:lnTo>
                <a:lnTo>
                  <a:pt x="244583" y="96014"/>
                </a:lnTo>
                <a:lnTo>
                  <a:pt x="244581" y="96691"/>
                </a:lnTo>
                <a:lnTo>
                  <a:pt x="244622" y="97370"/>
                </a:lnTo>
                <a:lnTo>
                  <a:pt x="244708" y="98047"/>
                </a:lnTo>
                <a:lnTo>
                  <a:pt x="244838" y="98721"/>
                </a:lnTo>
                <a:lnTo>
                  <a:pt x="245014" y="99390"/>
                </a:lnTo>
                <a:lnTo>
                  <a:pt x="245236" y="100051"/>
                </a:lnTo>
                <a:lnTo>
                  <a:pt x="245504" y="100703"/>
                </a:lnTo>
                <a:lnTo>
                  <a:pt x="245819" y="101342"/>
                </a:lnTo>
                <a:lnTo>
                  <a:pt x="246181" y="101968"/>
                </a:lnTo>
                <a:lnTo>
                  <a:pt x="246584" y="102568"/>
                </a:lnTo>
                <a:lnTo>
                  <a:pt x="247021" y="103131"/>
                </a:lnTo>
                <a:lnTo>
                  <a:pt x="247489" y="103658"/>
                </a:lnTo>
                <a:lnTo>
                  <a:pt x="247987" y="104148"/>
                </a:lnTo>
                <a:lnTo>
                  <a:pt x="248511" y="104599"/>
                </a:lnTo>
                <a:lnTo>
                  <a:pt x="249060" y="105012"/>
                </a:lnTo>
                <a:lnTo>
                  <a:pt x="249632" y="105387"/>
                </a:lnTo>
                <a:lnTo>
                  <a:pt x="250224" y="105722"/>
                </a:lnTo>
                <a:lnTo>
                  <a:pt x="250835" y="106017"/>
                </a:lnTo>
                <a:lnTo>
                  <a:pt x="251461" y="106271"/>
                </a:lnTo>
                <a:lnTo>
                  <a:pt x="252102" y="106485"/>
                </a:lnTo>
                <a:lnTo>
                  <a:pt x="252754" y="106658"/>
                </a:lnTo>
                <a:lnTo>
                  <a:pt x="253416" y="106789"/>
                </a:lnTo>
                <a:lnTo>
                  <a:pt x="254085" y="106878"/>
                </a:lnTo>
                <a:lnTo>
                  <a:pt x="254760" y="106923"/>
                </a:lnTo>
                <a:lnTo>
                  <a:pt x="255437" y="106926"/>
                </a:lnTo>
                <a:lnTo>
                  <a:pt x="256116" y="106884"/>
                </a:lnTo>
                <a:lnTo>
                  <a:pt x="256793" y="106798"/>
                </a:lnTo>
                <a:lnTo>
                  <a:pt x="257467" y="106668"/>
                </a:lnTo>
                <a:lnTo>
                  <a:pt x="258135" y="106492"/>
                </a:lnTo>
                <a:lnTo>
                  <a:pt x="258795" y="106270"/>
                </a:lnTo>
                <a:lnTo>
                  <a:pt x="259445" y="106002"/>
                </a:lnTo>
                <a:lnTo>
                  <a:pt x="260083" y="105687"/>
                </a:lnTo>
                <a:lnTo>
                  <a:pt x="260707" y="105325"/>
                </a:lnTo>
                <a:lnTo>
                  <a:pt x="342497" y="54206"/>
                </a:lnTo>
                <a:lnTo>
                  <a:pt x="260707" y="3087"/>
                </a:lnTo>
                <a:lnTo>
                  <a:pt x="260083" y="2725"/>
                </a:lnTo>
                <a:lnTo>
                  <a:pt x="259445" y="2410"/>
                </a:lnTo>
                <a:lnTo>
                  <a:pt x="258795" y="2142"/>
                </a:lnTo>
                <a:lnTo>
                  <a:pt x="258135" y="1921"/>
                </a:lnTo>
                <a:lnTo>
                  <a:pt x="257467" y="1745"/>
                </a:lnTo>
                <a:lnTo>
                  <a:pt x="256793" y="1614"/>
                </a:lnTo>
                <a:lnTo>
                  <a:pt x="256116" y="1529"/>
                </a:lnTo>
                <a:lnTo>
                  <a:pt x="255437" y="1487"/>
                </a:lnTo>
                <a:lnTo>
                  <a:pt x="254760" y="1490"/>
                </a:lnTo>
                <a:lnTo>
                  <a:pt x="254085" y="1535"/>
                </a:lnTo>
                <a:lnTo>
                  <a:pt x="253416" y="1624"/>
                </a:lnTo>
                <a:lnTo>
                  <a:pt x="252754" y="1755"/>
                </a:lnTo>
                <a:lnTo>
                  <a:pt x="252102" y="1927"/>
                </a:lnTo>
                <a:lnTo>
                  <a:pt x="251461" y="2141"/>
                </a:lnTo>
                <a:lnTo>
                  <a:pt x="250835" y="2396"/>
                </a:lnTo>
                <a:lnTo>
                  <a:pt x="250224" y="2691"/>
                </a:lnTo>
                <a:lnTo>
                  <a:pt x="249632" y="3026"/>
                </a:lnTo>
                <a:lnTo>
                  <a:pt x="249060" y="3401"/>
                </a:lnTo>
                <a:lnTo>
                  <a:pt x="248511" y="3814"/>
                </a:lnTo>
                <a:lnTo>
                  <a:pt x="247987" y="4265"/>
                </a:lnTo>
                <a:lnTo>
                  <a:pt x="247489" y="4755"/>
                </a:lnTo>
                <a:lnTo>
                  <a:pt x="247021" y="5281"/>
                </a:lnTo>
                <a:lnTo>
                  <a:pt x="246584" y="5845"/>
                </a:lnTo>
                <a:lnTo>
                  <a:pt x="246181" y="6445"/>
                </a:lnTo>
                <a:lnTo>
                  <a:pt x="245819" y="7068"/>
                </a:lnTo>
                <a:lnTo>
                  <a:pt x="245504" y="7706"/>
                </a:lnTo>
                <a:lnTo>
                  <a:pt x="245236" y="8357"/>
                </a:lnTo>
                <a:lnTo>
                  <a:pt x="245014" y="9017"/>
                </a:lnTo>
                <a:lnTo>
                  <a:pt x="244838" y="9685"/>
                </a:lnTo>
                <a:lnTo>
                  <a:pt x="244708" y="10359"/>
                </a:lnTo>
                <a:lnTo>
                  <a:pt x="244622" y="11036"/>
                </a:lnTo>
                <a:lnTo>
                  <a:pt x="244581" y="11714"/>
                </a:lnTo>
                <a:lnTo>
                  <a:pt x="244583" y="12392"/>
                </a:lnTo>
                <a:lnTo>
                  <a:pt x="244629" y="13066"/>
                </a:lnTo>
                <a:lnTo>
                  <a:pt x="244717" y="13735"/>
                </a:lnTo>
                <a:lnTo>
                  <a:pt x="244848" y="14397"/>
                </a:lnTo>
                <a:lnTo>
                  <a:pt x="245021" y="15050"/>
                </a:lnTo>
                <a:lnTo>
                  <a:pt x="245235" y="15690"/>
                </a:lnTo>
                <a:lnTo>
                  <a:pt x="245490" y="16317"/>
                </a:lnTo>
                <a:lnTo>
                  <a:pt x="245785" y="16927"/>
                </a:lnTo>
                <a:lnTo>
                  <a:pt x="246120" y="17519"/>
                </a:lnTo>
                <a:lnTo>
                  <a:pt x="246494" y="18091"/>
                </a:lnTo>
                <a:lnTo>
                  <a:pt x="246907" y="18640"/>
                </a:lnTo>
                <a:lnTo>
                  <a:pt x="247359" y="19165"/>
                </a:lnTo>
                <a:lnTo>
                  <a:pt x="247848" y="19662"/>
                </a:lnTo>
                <a:lnTo>
                  <a:pt x="248375" y="20130"/>
                </a:lnTo>
                <a:lnTo>
                  <a:pt x="248938" y="20567"/>
                </a:lnTo>
                <a:lnTo>
                  <a:pt x="249538" y="20971"/>
                </a:lnTo>
                <a:lnTo>
                  <a:pt x="285845" y="43662"/>
                </a:lnTo>
                <a:lnTo>
                  <a:pt x="56653" y="43662"/>
                </a:lnTo>
                <a:lnTo>
                  <a:pt x="92959" y="20971"/>
                </a:lnTo>
                <a:close/>
              </a:path>
            </a:pathLst>
          </a:custGeom>
          <a:solidFill xmlns:a="http://schemas.openxmlformats.org/drawingml/2006/main">
            <a:srgbClr val="7F7F7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8A17C22-5934-412B-8E51-D6385D819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9734" y="3403506"/>
            <a:ext cx="342497" cy="108413"/>
          </a:xfrm>
          <a:custGeom xmlns:a="http://schemas.openxmlformats.org/drawingml/2006/main">
            <a:pathLst>
              <a:path w="342497" h="108413">
                <a:moveTo>
                  <a:pt x="285845" y="64751"/>
                </a:moveTo>
                <a:lnTo>
                  <a:pt x="249538" y="87442"/>
                </a:lnTo>
                <a:lnTo>
                  <a:pt x="248938" y="87845"/>
                </a:lnTo>
                <a:lnTo>
                  <a:pt x="248375" y="88282"/>
                </a:lnTo>
                <a:lnTo>
                  <a:pt x="247848" y="88750"/>
                </a:lnTo>
                <a:lnTo>
                  <a:pt x="247359" y="89247"/>
                </a:lnTo>
                <a:lnTo>
                  <a:pt x="246907" y="89771"/>
                </a:lnTo>
                <a:lnTo>
                  <a:pt x="246494" y="90319"/>
                </a:lnTo>
                <a:lnTo>
                  <a:pt x="246120" y="90890"/>
                </a:lnTo>
                <a:lnTo>
                  <a:pt x="245785" y="91482"/>
                </a:lnTo>
                <a:lnTo>
                  <a:pt x="245490" y="92092"/>
                </a:lnTo>
                <a:lnTo>
                  <a:pt x="245235" y="92718"/>
                </a:lnTo>
                <a:lnTo>
                  <a:pt x="245021" y="93357"/>
                </a:lnTo>
                <a:lnTo>
                  <a:pt x="244848" y="94009"/>
                </a:lnTo>
                <a:lnTo>
                  <a:pt x="244717" y="94671"/>
                </a:lnTo>
                <a:lnTo>
                  <a:pt x="244629" y="95339"/>
                </a:lnTo>
                <a:lnTo>
                  <a:pt x="244583" y="96014"/>
                </a:lnTo>
                <a:lnTo>
                  <a:pt x="244581" y="96691"/>
                </a:lnTo>
                <a:lnTo>
                  <a:pt x="244622" y="97370"/>
                </a:lnTo>
                <a:lnTo>
                  <a:pt x="244708" y="98047"/>
                </a:lnTo>
                <a:lnTo>
                  <a:pt x="244838" y="98721"/>
                </a:lnTo>
                <a:lnTo>
                  <a:pt x="245014" y="99390"/>
                </a:lnTo>
                <a:lnTo>
                  <a:pt x="245236" y="100051"/>
                </a:lnTo>
                <a:lnTo>
                  <a:pt x="245504" y="100703"/>
                </a:lnTo>
                <a:lnTo>
                  <a:pt x="245819" y="101342"/>
                </a:lnTo>
                <a:lnTo>
                  <a:pt x="246181" y="101968"/>
                </a:lnTo>
                <a:lnTo>
                  <a:pt x="246584" y="102568"/>
                </a:lnTo>
                <a:lnTo>
                  <a:pt x="247021" y="103131"/>
                </a:lnTo>
                <a:lnTo>
                  <a:pt x="247489" y="103658"/>
                </a:lnTo>
                <a:lnTo>
                  <a:pt x="247987" y="104148"/>
                </a:lnTo>
                <a:lnTo>
                  <a:pt x="248511" y="104599"/>
                </a:lnTo>
                <a:lnTo>
                  <a:pt x="249060" y="105012"/>
                </a:lnTo>
                <a:lnTo>
                  <a:pt x="249632" y="105387"/>
                </a:lnTo>
                <a:lnTo>
                  <a:pt x="250224" y="105722"/>
                </a:lnTo>
                <a:lnTo>
                  <a:pt x="250835" y="106017"/>
                </a:lnTo>
                <a:lnTo>
                  <a:pt x="251461" y="106271"/>
                </a:lnTo>
                <a:lnTo>
                  <a:pt x="252102" y="106485"/>
                </a:lnTo>
                <a:lnTo>
                  <a:pt x="252754" y="106658"/>
                </a:lnTo>
                <a:lnTo>
                  <a:pt x="253416" y="106789"/>
                </a:lnTo>
                <a:lnTo>
                  <a:pt x="254085" y="106878"/>
                </a:lnTo>
                <a:lnTo>
                  <a:pt x="254760" y="106923"/>
                </a:lnTo>
                <a:lnTo>
                  <a:pt x="255437" y="106926"/>
                </a:lnTo>
                <a:lnTo>
                  <a:pt x="256116" y="106884"/>
                </a:lnTo>
                <a:lnTo>
                  <a:pt x="256793" y="106798"/>
                </a:lnTo>
                <a:lnTo>
                  <a:pt x="257467" y="106668"/>
                </a:lnTo>
                <a:lnTo>
                  <a:pt x="258135" y="106492"/>
                </a:lnTo>
                <a:lnTo>
                  <a:pt x="258795" y="106270"/>
                </a:lnTo>
                <a:lnTo>
                  <a:pt x="259445" y="106002"/>
                </a:lnTo>
                <a:lnTo>
                  <a:pt x="260083" y="105687"/>
                </a:lnTo>
                <a:lnTo>
                  <a:pt x="260707" y="105325"/>
                </a:lnTo>
                <a:lnTo>
                  <a:pt x="342497" y="54206"/>
                </a:lnTo>
                <a:lnTo>
                  <a:pt x="260707" y="3087"/>
                </a:lnTo>
                <a:lnTo>
                  <a:pt x="260083" y="2725"/>
                </a:lnTo>
                <a:lnTo>
                  <a:pt x="259445" y="2410"/>
                </a:lnTo>
                <a:lnTo>
                  <a:pt x="258795" y="2142"/>
                </a:lnTo>
                <a:lnTo>
                  <a:pt x="258135" y="1921"/>
                </a:lnTo>
                <a:lnTo>
                  <a:pt x="257467" y="1745"/>
                </a:lnTo>
                <a:lnTo>
                  <a:pt x="256793" y="1614"/>
                </a:lnTo>
                <a:lnTo>
                  <a:pt x="256116" y="1529"/>
                </a:lnTo>
                <a:lnTo>
                  <a:pt x="255437" y="1487"/>
                </a:lnTo>
                <a:lnTo>
                  <a:pt x="254760" y="1490"/>
                </a:lnTo>
                <a:lnTo>
                  <a:pt x="254085" y="1535"/>
                </a:lnTo>
                <a:lnTo>
                  <a:pt x="253416" y="1624"/>
                </a:lnTo>
                <a:lnTo>
                  <a:pt x="252754" y="1755"/>
                </a:lnTo>
                <a:lnTo>
                  <a:pt x="252102" y="1927"/>
                </a:lnTo>
                <a:lnTo>
                  <a:pt x="251461" y="2141"/>
                </a:lnTo>
                <a:lnTo>
                  <a:pt x="250835" y="2396"/>
                </a:lnTo>
                <a:lnTo>
                  <a:pt x="250224" y="2691"/>
                </a:lnTo>
                <a:lnTo>
                  <a:pt x="249632" y="3026"/>
                </a:lnTo>
                <a:lnTo>
                  <a:pt x="249060" y="3401"/>
                </a:lnTo>
                <a:lnTo>
                  <a:pt x="248511" y="3814"/>
                </a:lnTo>
                <a:lnTo>
                  <a:pt x="247987" y="4265"/>
                </a:lnTo>
                <a:lnTo>
                  <a:pt x="247489" y="4755"/>
                </a:lnTo>
                <a:lnTo>
                  <a:pt x="247021" y="5281"/>
                </a:lnTo>
                <a:lnTo>
                  <a:pt x="246584" y="5845"/>
                </a:lnTo>
                <a:lnTo>
                  <a:pt x="246181" y="6445"/>
                </a:lnTo>
                <a:lnTo>
                  <a:pt x="245819" y="7068"/>
                </a:lnTo>
                <a:lnTo>
                  <a:pt x="245504" y="7706"/>
                </a:lnTo>
                <a:lnTo>
                  <a:pt x="245236" y="8357"/>
                </a:lnTo>
                <a:lnTo>
                  <a:pt x="245014" y="9017"/>
                </a:lnTo>
                <a:lnTo>
                  <a:pt x="244838" y="9685"/>
                </a:lnTo>
                <a:lnTo>
                  <a:pt x="244708" y="10359"/>
                </a:lnTo>
                <a:lnTo>
                  <a:pt x="244622" y="11036"/>
                </a:lnTo>
                <a:lnTo>
                  <a:pt x="244581" y="11714"/>
                </a:lnTo>
                <a:lnTo>
                  <a:pt x="244583" y="12392"/>
                </a:lnTo>
                <a:lnTo>
                  <a:pt x="244629" y="13066"/>
                </a:lnTo>
                <a:lnTo>
                  <a:pt x="244717" y="13735"/>
                </a:lnTo>
                <a:lnTo>
                  <a:pt x="244848" y="14397"/>
                </a:lnTo>
                <a:lnTo>
                  <a:pt x="245021" y="15050"/>
                </a:lnTo>
                <a:lnTo>
                  <a:pt x="245235" y="15690"/>
                </a:lnTo>
                <a:lnTo>
                  <a:pt x="245490" y="16317"/>
                </a:lnTo>
                <a:lnTo>
                  <a:pt x="245785" y="16927"/>
                </a:lnTo>
                <a:lnTo>
                  <a:pt x="246120" y="17519"/>
                </a:lnTo>
                <a:lnTo>
                  <a:pt x="246494" y="18091"/>
                </a:lnTo>
                <a:lnTo>
                  <a:pt x="246907" y="18640"/>
                </a:lnTo>
                <a:lnTo>
                  <a:pt x="247359" y="19165"/>
                </a:lnTo>
                <a:lnTo>
                  <a:pt x="247848" y="19662"/>
                </a:lnTo>
                <a:lnTo>
                  <a:pt x="248375" y="20130"/>
                </a:lnTo>
                <a:lnTo>
                  <a:pt x="248938" y="20567"/>
                </a:lnTo>
                <a:lnTo>
                  <a:pt x="249538" y="20971"/>
                </a:lnTo>
                <a:lnTo>
                  <a:pt x="285845" y="43662"/>
                </a:lnTo>
                <a:lnTo>
                  <a:pt x="56653" y="43662"/>
                </a:lnTo>
                <a:lnTo>
                  <a:pt x="92959" y="20971"/>
                </a:lnTo>
                <a:lnTo>
                  <a:pt x="93559" y="20567"/>
                </a:lnTo>
                <a:lnTo>
                  <a:pt x="94122" y="20130"/>
                </a:lnTo>
                <a:lnTo>
                  <a:pt x="94649" y="19662"/>
                </a:lnTo>
                <a:lnTo>
                  <a:pt x="95138" y="19165"/>
                </a:lnTo>
                <a:lnTo>
                  <a:pt x="95590" y="18640"/>
                </a:lnTo>
                <a:lnTo>
                  <a:pt x="96003" y="18091"/>
                </a:lnTo>
                <a:lnTo>
                  <a:pt x="96377" y="17519"/>
                </a:lnTo>
                <a:lnTo>
                  <a:pt x="96712" y="16927"/>
                </a:lnTo>
                <a:lnTo>
                  <a:pt x="97008" y="16317"/>
                </a:lnTo>
                <a:lnTo>
                  <a:pt x="97262" y="15690"/>
                </a:lnTo>
                <a:lnTo>
                  <a:pt x="97476" y="15050"/>
                </a:lnTo>
                <a:lnTo>
                  <a:pt x="97649" y="14397"/>
                </a:lnTo>
                <a:lnTo>
                  <a:pt x="97780" y="13735"/>
                </a:lnTo>
                <a:lnTo>
                  <a:pt x="97868" y="13066"/>
                </a:lnTo>
                <a:lnTo>
                  <a:pt x="97914" y="12392"/>
                </a:lnTo>
                <a:lnTo>
                  <a:pt x="97917" y="11714"/>
                </a:lnTo>
                <a:lnTo>
                  <a:pt x="97875" y="11036"/>
                </a:lnTo>
                <a:lnTo>
                  <a:pt x="97789" y="10359"/>
                </a:lnTo>
                <a:lnTo>
                  <a:pt x="97659" y="9685"/>
                </a:lnTo>
                <a:lnTo>
                  <a:pt x="97483" y="9017"/>
                </a:lnTo>
                <a:lnTo>
                  <a:pt x="97261" y="8357"/>
                </a:lnTo>
                <a:lnTo>
                  <a:pt x="96993" y="7706"/>
                </a:lnTo>
                <a:lnTo>
                  <a:pt x="96678" y="7068"/>
                </a:lnTo>
                <a:lnTo>
                  <a:pt x="96316" y="6445"/>
                </a:lnTo>
                <a:lnTo>
                  <a:pt x="95913" y="5845"/>
                </a:lnTo>
                <a:lnTo>
                  <a:pt x="95476" y="5281"/>
                </a:lnTo>
                <a:lnTo>
                  <a:pt x="95008" y="4755"/>
                </a:lnTo>
                <a:lnTo>
                  <a:pt x="94510" y="4265"/>
                </a:lnTo>
                <a:lnTo>
                  <a:pt x="93986" y="3814"/>
                </a:lnTo>
                <a:lnTo>
                  <a:pt x="93437" y="3401"/>
                </a:lnTo>
                <a:lnTo>
                  <a:pt x="92865" y="3026"/>
                </a:lnTo>
                <a:lnTo>
                  <a:pt x="92273" y="2691"/>
                </a:lnTo>
                <a:lnTo>
                  <a:pt x="91662" y="2396"/>
                </a:lnTo>
                <a:lnTo>
                  <a:pt x="91036" y="2141"/>
                </a:lnTo>
                <a:lnTo>
                  <a:pt x="90395" y="1927"/>
                </a:lnTo>
                <a:lnTo>
                  <a:pt x="89743" y="1755"/>
                </a:lnTo>
                <a:lnTo>
                  <a:pt x="89081" y="1624"/>
                </a:lnTo>
                <a:lnTo>
                  <a:pt x="88412" y="1535"/>
                </a:lnTo>
                <a:lnTo>
                  <a:pt x="87737" y="1490"/>
                </a:lnTo>
                <a:lnTo>
                  <a:pt x="87060" y="1487"/>
                </a:lnTo>
                <a:lnTo>
                  <a:pt x="86381" y="1529"/>
                </a:lnTo>
                <a:lnTo>
                  <a:pt x="85704" y="1614"/>
                </a:lnTo>
                <a:lnTo>
                  <a:pt x="85031" y="1745"/>
                </a:lnTo>
                <a:lnTo>
                  <a:pt x="84362" y="1921"/>
                </a:lnTo>
                <a:lnTo>
                  <a:pt x="83702" y="2142"/>
                </a:lnTo>
                <a:lnTo>
                  <a:pt x="83052" y="2410"/>
                </a:lnTo>
                <a:lnTo>
                  <a:pt x="82414" y="2725"/>
                </a:lnTo>
                <a:lnTo>
                  <a:pt x="81790" y="3087"/>
                </a:lnTo>
                <a:lnTo>
                  <a:pt x="0" y="54206"/>
                </a:lnTo>
                <a:lnTo>
                  <a:pt x="81790" y="105325"/>
                </a:lnTo>
                <a:lnTo>
                  <a:pt x="82414" y="105687"/>
                </a:lnTo>
                <a:lnTo>
                  <a:pt x="83052" y="106002"/>
                </a:lnTo>
                <a:lnTo>
                  <a:pt x="83702" y="106270"/>
                </a:lnTo>
                <a:lnTo>
                  <a:pt x="84362" y="106492"/>
                </a:lnTo>
                <a:lnTo>
                  <a:pt x="85031" y="106668"/>
                </a:lnTo>
                <a:lnTo>
                  <a:pt x="85704" y="106798"/>
                </a:lnTo>
                <a:lnTo>
                  <a:pt x="86381" y="106884"/>
                </a:lnTo>
                <a:lnTo>
                  <a:pt x="87060" y="106926"/>
                </a:lnTo>
                <a:lnTo>
                  <a:pt x="87737" y="106923"/>
                </a:lnTo>
                <a:lnTo>
                  <a:pt x="88412" y="106878"/>
                </a:lnTo>
                <a:lnTo>
                  <a:pt x="89081" y="106789"/>
                </a:lnTo>
                <a:lnTo>
                  <a:pt x="89743" y="106658"/>
                </a:lnTo>
                <a:lnTo>
                  <a:pt x="90395" y="106485"/>
                </a:lnTo>
                <a:lnTo>
                  <a:pt x="91036" y="106271"/>
                </a:lnTo>
                <a:lnTo>
                  <a:pt x="91662" y="106017"/>
                </a:lnTo>
                <a:lnTo>
                  <a:pt x="92273" y="105722"/>
                </a:lnTo>
                <a:lnTo>
                  <a:pt x="92865" y="105387"/>
                </a:lnTo>
                <a:lnTo>
                  <a:pt x="93437" y="105012"/>
                </a:lnTo>
                <a:lnTo>
                  <a:pt x="93986" y="104599"/>
                </a:lnTo>
                <a:lnTo>
                  <a:pt x="94510" y="104148"/>
                </a:lnTo>
                <a:lnTo>
                  <a:pt x="95008" y="103658"/>
                </a:lnTo>
                <a:lnTo>
                  <a:pt x="95476" y="103131"/>
                </a:lnTo>
                <a:lnTo>
                  <a:pt x="95913" y="102568"/>
                </a:lnTo>
                <a:lnTo>
                  <a:pt x="96316" y="101968"/>
                </a:lnTo>
                <a:lnTo>
                  <a:pt x="96678" y="101342"/>
                </a:lnTo>
                <a:lnTo>
                  <a:pt x="96993" y="100703"/>
                </a:lnTo>
                <a:lnTo>
                  <a:pt x="97261" y="100051"/>
                </a:lnTo>
                <a:lnTo>
                  <a:pt x="97483" y="99390"/>
                </a:lnTo>
                <a:lnTo>
                  <a:pt x="97659" y="98721"/>
                </a:lnTo>
                <a:lnTo>
                  <a:pt x="97789" y="98047"/>
                </a:lnTo>
                <a:lnTo>
                  <a:pt x="97875" y="97370"/>
                </a:lnTo>
                <a:lnTo>
                  <a:pt x="97917" y="96691"/>
                </a:lnTo>
                <a:lnTo>
                  <a:pt x="97914" y="96014"/>
                </a:lnTo>
                <a:lnTo>
                  <a:pt x="97868" y="95339"/>
                </a:lnTo>
                <a:lnTo>
                  <a:pt x="97780" y="94671"/>
                </a:lnTo>
                <a:lnTo>
                  <a:pt x="97649" y="94009"/>
                </a:lnTo>
                <a:lnTo>
                  <a:pt x="97476" y="93357"/>
                </a:lnTo>
                <a:lnTo>
                  <a:pt x="97262" y="92718"/>
                </a:lnTo>
                <a:lnTo>
                  <a:pt x="97008" y="92092"/>
                </a:lnTo>
                <a:lnTo>
                  <a:pt x="96712" y="91482"/>
                </a:lnTo>
                <a:lnTo>
                  <a:pt x="96377" y="90890"/>
                </a:lnTo>
                <a:lnTo>
                  <a:pt x="96003" y="90319"/>
                </a:lnTo>
                <a:lnTo>
                  <a:pt x="95590" y="89771"/>
                </a:lnTo>
                <a:lnTo>
                  <a:pt x="95138" y="89247"/>
                </a:lnTo>
                <a:lnTo>
                  <a:pt x="94649" y="88750"/>
                </a:lnTo>
                <a:lnTo>
                  <a:pt x="94122" y="88282"/>
                </a:lnTo>
                <a:lnTo>
                  <a:pt x="93559" y="87845"/>
                </a:lnTo>
                <a:lnTo>
                  <a:pt x="92959" y="87442"/>
                </a:lnTo>
                <a:lnTo>
                  <a:pt x="56653" y="64751"/>
                </a:lnTo>
                <a:lnTo>
                  <a:pt x="285845" y="64751"/>
                </a:lnTo>
                <a:close/>
              </a:path>
            </a:pathLst>
          </a:custGeom>
          <a:solidFill xmlns:a="http://schemas.openxmlformats.org/drawingml/2006/main">
            <a:srgbClr val="7F7F7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3E9260E-8A95-447A-BD70-35B444FD3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9734" y="2836693"/>
            <a:ext cx="342497" cy="108312"/>
          </a:xfrm>
          <a:custGeom xmlns:a="http://schemas.openxmlformats.org/drawingml/2006/main">
            <a:pathLst>
              <a:path w="342497" h="108312">
                <a:moveTo>
                  <a:pt x="56788" y="43527"/>
                </a:moveTo>
                <a:lnTo>
                  <a:pt x="92959" y="20920"/>
                </a:lnTo>
                <a:lnTo>
                  <a:pt x="93559" y="20522"/>
                </a:lnTo>
                <a:lnTo>
                  <a:pt x="94122" y="20090"/>
                </a:lnTo>
                <a:lnTo>
                  <a:pt x="94649" y="19625"/>
                </a:lnTo>
                <a:lnTo>
                  <a:pt x="95138" y="19131"/>
                </a:lnTo>
                <a:lnTo>
                  <a:pt x="95590" y="18608"/>
                </a:lnTo>
                <a:lnTo>
                  <a:pt x="96003" y="18060"/>
                </a:lnTo>
                <a:lnTo>
                  <a:pt x="96377" y="17488"/>
                </a:lnTo>
                <a:lnTo>
                  <a:pt x="96712" y="16896"/>
                </a:lnTo>
                <a:lnTo>
                  <a:pt x="97008" y="16285"/>
                </a:lnTo>
                <a:lnTo>
                  <a:pt x="97262" y="15657"/>
                </a:lnTo>
                <a:lnTo>
                  <a:pt x="97476" y="15015"/>
                </a:lnTo>
                <a:lnTo>
                  <a:pt x="97649" y="14361"/>
                </a:lnTo>
                <a:lnTo>
                  <a:pt x="97780" y="13698"/>
                </a:lnTo>
                <a:lnTo>
                  <a:pt x="97868" y="13027"/>
                </a:lnTo>
                <a:lnTo>
                  <a:pt x="97914" y="12351"/>
                </a:lnTo>
                <a:lnTo>
                  <a:pt x="97917" y="11672"/>
                </a:lnTo>
                <a:lnTo>
                  <a:pt x="97875" y="10993"/>
                </a:lnTo>
                <a:lnTo>
                  <a:pt x="97789" y="10315"/>
                </a:lnTo>
                <a:lnTo>
                  <a:pt x="97659" y="9641"/>
                </a:lnTo>
                <a:lnTo>
                  <a:pt x="97483" y="8974"/>
                </a:lnTo>
                <a:lnTo>
                  <a:pt x="97261" y="8315"/>
                </a:lnTo>
                <a:lnTo>
                  <a:pt x="96993" y="7666"/>
                </a:lnTo>
                <a:lnTo>
                  <a:pt x="96678" y="7031"/>
                </a:lnTo>
                <a:lnTo>
                  <a:pt x="96316" y="6411"/>
                </a:lnTo>
                <a:lnTo>
                  <a:pt x="95913" y="5817"/>
                </a:lnTo>
                <a:lnTo>
                  <a:pt x="95476" y="5259"/>
                </a:lnTo>
                <a:lnTo>
                  <a:pt x="95008" y="4737"/>
                </a:lnTo>
                <a:lnTo>
                  <a:pt x="94510" y="4251"/>
                </a:lnTo>
                <a:lnTo>
                  <a:pt x="93986" y="3803"/>
                </a:lnTo>
                <a:lnTo>
                  <a:pt x="93437" y="3393"/>
                </a:lnTo>
                <a:lnTo>
                  <a:pt x="92865" y="3020"/>
                </a:lnTo>
                <a:lnTo>
                  <a:pt x="92273" y="2687"/>
                </a:lnTo>
                <a:lnTo>
                  <a:pt x="91662" y="2393"/>
                </a:lnTo>
                <a:lnTo>
                  <a:pt x="91036" y="2138"/>
                </a:lnTo>
                <a:lnTo>
                  <a:pt x="90395" y="1924"/>
                </a:lnTo>
                <a:lnTo>
                  <a:pt x="89743" y="1750"/>
                </a:lnTo>
                <a:lnTo>
                  <a:pt x="89081" y="1618"/>
                </a:lnTo>
                <a:lnTo>
                  <a:pt x="88412" y="1528"/>
                </a:lnTo>
                <a:lnTo>
                  <a:pt x="87737" y="1480"/>
                </a:lnTo>
                <a:lnTo>
                  <a:pt x="87060" y="1475"/>
                </a:lnTo>
                <a:lnTo>
                  <a:pt x="86381" y="1513"/>
                </a:lnTo>
                <a:lnTo>
                  <a:pt x="85704" y="1595"/>
                </a:lnTo>
                <a:lnTo>
                  <a:pt x="85031" y="1721"/>
                </a:lnTo>
                <a:lnTo>
                  <a:pt x="84362" y="1893"/>
                </a:lnTo>
                <a:lnTo>
                  <a:pt x="83702" y="2109"/>
                </a:lnTo>
                <a:lnTo>
                  <a:pt x="83052" y="2372"/>
                </a:lnTo>
                <a:lnTo>
                  <a:pt x="82414" y="2681"/>
                </a:lnTo>
                <a:lnTo>
                  <a:pt x="81790" y="3037"/>
                </a:lnTo>
                <a:lnTo>
                  <a:pt x="0" y="54156"/>
                </a:lnTo>
                <a:lnTo>
                  <a:pt x="81790" y="105275"/>
                </a:lnTo>
                <a:lnTo>
                  <a:pt x="82414" y="105631"/>
                </a:lnTo>
                <a:lnTo>
                  <a:pt x="83052" y="105940"/>
                </a:lnTo>
                <a:lnTo>
                  <a:pt x="83702" y="106202"/>
                </a:lnTo>
                <a:lnTo>
                  <a:pt x="84362" y="106419"/>
                </a:lnTo>
                <a:lnTo>
                  <a:pt x="85031" y="106590"/>
                </a:lnTo>
                <a:lnTo>
                  <a:pt x="85704" y="106717"/>
                </a:lnTo>
                <a:lnTo>
                  <a:pt x="86381" y="106799"/>
                </a:lnTo>
                <a:lnTo>
                  <a:pt x="87060" y="106837"/>
                </a:lnTo>
                <a:lnTo>
                  <a:pt x="87737" y="106832"/>
                </a:lnTo>
                <a:lnTo>
                  <a:pt x="88412" y="106784"/>
                </a:lnTo>
                <a:lnTo>
                  <a:pt x="89081" y="106693"/>
                </a:lnTo>
                <a:lnTo>
                  <a:pt x="89743" y="106561"/>
                </a:lnTo>
                <a:lnTo>
                  <a:pt x="90395" y="106388"/>
                </a:lnTo>
                <a:lnTo>
                  <a:pt x="91036" y="106173"/>
                </a:lnTo>
                <a:lnTo>
                  <a:pt x="91662" y="105919"/>
                </a:lnTo>
                <a:lnTo>
                  <a:pt x="92273" y="105625"/>
                </a:lnTo>
                <a:lnTo>
                  <a:pt x="92865" y="105291"/>
                </a:lnTo>
                <a:lnTo>
                  <a:pt x="93437" y="104919"/>
                </a:lnTo>
                <a:lnTo>
                  <a:pt x="93986" y="104508"/>
                </a:lnTo>
                <a:lnTo>
                  <a:pt x="94510" y="104060"/>
                </a:lnTo>
                <a:lnTo>
                  <a:pt x="95008" y="103575"/>
                </a:lnTo>
                <a:lnTo>
                  <a:pt x="95476" y="103053"/>
                </a:lnTo>
                <a:lnTo>
                  <a:pt x="95913" y="102494"/>
                </a:lnTo>
                <a:lnTo>
                  <a:pt x="96316" y="101901"/>
                </a:lnTo>
                <a:lnTo>
                  <a:pt x="96678" y="101281"/>
                </a:lnTo>
                <a:lnTo>
                  <a:pt x="96993" y="100645"/>
                </a:lnTo>
                <a:lnTo>
                  <a:pt x="97261" y="99997"/>
                </a:lnTo>
                <a:lnTo>
                  <a:pt x="97483" y="99338"/>
                </a:lnTo>
                <a:lnTo>
                  <a:pt x="97659" y="98670"/>
                </a:lnTo>
                <a:lnTo>
                  <a:pt x="97789" y="97997"/>
                </a:lnTo>
                <a:lnTo>
                  <a:pt x="97875" y="97319"/>
                </a:lnTo>
                <a:lnTo>
                  <a:pt x="97917" y="96639"/>
                </a:lnTo>
                <a:lnTo>
                  <a:pt x="97914" y="95960"/>
                </a:lnTo>
                <a:lnTo>
                  <a:pt x="97868" y="95284"/>
                </a:lnTo>
                <a:lnTo>
                  <a:pt x="97780" y="94614"/>
                </a:lnTo>
                <a:lnTo>
                  <a:pt x="97649" y="93950"/>
                </a:lnTo>
                <a:lnTo>
                  <a:pt x="97476" y="93296"/>
                </a:lnTo>
                <a:lnTo>
                  <a:pt x="97262" y="92654"/>
                </a:lnTo>
                <a:lnTo>
                  <a:pt x="97008" y="92027"/>
                </a:lnTo>
                <a:lnTo>
                  <a:pt x="96712" y="91416"/>
                </a:lnTo>
                <a:lnTo>
                  <a:pt x="96377" y="90823"/>
                </a:lnTo>
                <a:lnTo>
                  <a:pt x="96003" y="90252"/>
                </a:lnTo>
                <a:lnTo>
                  <a:pt x="95590" y="89704"/>
                </a:lnTo>
                <a:lnTo>
                  <a:pt x="95138" y="89181"/>
                </a:lnTo>
                <a:lnTo>
                  <a:pt x="94649" y="88686"/>
                </a:lnTo>
                <a:lnTo>
                  <a:pt x="94122" y="88222"/>
                </a:lnTo>
                <a:lnTo>
                  <a:pt x="93559" y="87789"/>
                </a:lnTo>
                <a:lnTo>
                  <a:pt x="92959" y="87392"/>
                </a:lnTo>
                <a:lnTo>
                  <a:pt x="56755" y="64764"/>
                </a:lnTo>
                <a:lnTo>
                  <a:pt x="285947" y="64636"/>
                </a:lnTo>
                <a:lnTo>
                  <a:pt x="249538" y="87392"/>
                </a:lnTo>
                <a:lnTo>
                  <a:pt x="248938" y="87789"/>
                </a:lnTo>
                <a:lnTo>
                  <a:pt x="248375" y="88222"/>
                </a:lnTo>
                <a:lnTo>
                  <a:pt x="247848" y="88686"/>
                </a:lnTo>
                <a:lnTo>
                  <a:pt x="247359" y="89181"/>
                </a:lnTo>
                <a:lnTo>
                  <a:pt x="246907" y="89704"/>
                </a:lnTo>
                <a:lnTo>
                  <a:pt x="246494" y="90252"/>
                </a:lnTo>
                <a:lnTo>
                  <a:pt x="246120" y="90823"/>
                </a:lnTo>
                <a:lnTo>
                  <a:pt x="245785" y="91416"/>
                </a:lnTo>
                <a:lnTo>
                  <a:pt x="245490" y="92027"/>
                </a:lnTo>
                <a:lnTo>
                  <a:pt x="245235" y="92654"/>
                </a:lnTo>
                <a:lnTo>
                  <a:pt x="245021" y="93296"/>
                </a:lnTo>
                <a:lnTo>
                  <a:pt x="244848" y="93950"/>
                </a:lnTo>
                <a:lnTo>
                  <a:pt x="244717" y="94614"/>
                </a:lnTo>
                <a:lnTo>
                  <a:pt x="244629" y="95284"/>
                </a:lnTo>
                <a:lnTo>
                  <a:pt x="244583" y="95960"/>
                </a:lnTo>
                <a:lnTo>
                  <a:pt x="244581" y="96639"/>
                </a:lnTo>
                <a:lnTo>
                  <a:pt x="244622" y="97319"/>
                </a:lnTo>
                <a:lnTo>
                  <a:pt x="244708" y="97997"/>
                </a:lnTo>
                <a:lnTo>
                  <a:pt x="244838" y="98670"/>
                </a:lnTo>
                <a:lnTo>
                  <a:pt x="245014" y="99338"/>
                </a:lnTo>
                <a:lnTo>
                  <a:pt x="245236" y="99997"/>
                </a:lnTo>
                <a:lnTo>
                  <a:pt x="245504" y="100645"/>
                </a:lnTo>
                <a:lnTo>
                  <a:pt x="245819" y="101281"/>
                </a:lnTo>
                <a:lnTo>
                  <a:pt x="246181" y="101901"/>
                </a:lnTo>
                <a:lnTo>
                  <a:pt x="246584" y="102494"/>
                </a:lnTo>
                <a:lnTo>
                  <a:pt x="247021" y="103053"/>
                </a:lnTo>
                <a:lnTo>
                  <a:pt x="247489" y="103575"/>
                </a:lnTo>
                <a:lnTo>
                  <a:pt x="247987" y="104060"/>
                </a:lnTo>
                <a:lnTo>
                  <a:pt x="248511" y="104508"/>
                </a:lnTo>
                <a:lnTo>
                  <a:pt x="249060" y="104919"/>
                </a:lnTo>
                <a:lnTo>
                  <a:pt x="249632" y="105291"/>
                </a:lnTo>
                <a:lnTo>
                  <a:pt x="250224" y="105625"/>
                </a:lnTo>
                <a:lnTo>
                  <a:pt x="250835" y="105919"/>
                </a:lnTo>
                <a:lnTo>
                  <a:pt x="251461" y="106173"/>
                </a:lnTo>
                <a:lnTo>
                  <a:pt x="252102" y="106388"/>
                </a:lnTo>
                <a:lnTo>
                  <a:pt x="252754" y="106561"/>
                </a:lnTo>
                <a:lnTo>
                  <a:pt x="253416" y="106693"/>
                </a:lnTo>
                <a:lnTo>
                  <a:pt x="254085" y="106784"/>
                </a:lnTo>
                <a:lnTo>
                  <a:pt x="254760" y="106832"/>
                </a:lnTo>
                <a:lnTo>
                  <a:pt x="255437" y="106837"/>
                </a:lnTo>
                <a:lnTo>
                  <a:pt x="256116" y="106799"/>
                </a:lnTo>
                <a:lnTo>
                  <a:pt x="256793" y="106717"/>
                </a:lnTo>
                <a:lnTo>
                  <a:pt x="257467" y="106590"/>
                </a:lnTo>
                <a:lnTo>
                  <a:pt x="258135" y="106419"/>
                </a:lnTo>
                <a:lnTo>
                  <a:pt x="258795" y="106202"/>
                </a:lnTo>
                <a:lnTo>
                  <a:pt x="259445" y="105940"/>
                </a:lnTo>
                <a:lnTo>
                  <a:pt x="260083" y="105631"/>
                </a:lnTo>
                <a:lnTo>
                  <a:pt x="260707" y="105275"/>
                </a:lnTo>
                <a:lnTo>
                  <a:pt x="342497" y="54156"/>
                </a:lnTo>
                <a:lnTo>
                  <a:pt x="260707" y="3037"/>
                </a:lnTo>
                <a:lnTo>
                  <a:pt x="260083" y="2681"/>
                </a:lnTo>
                <a:lnTo>
                  <a:pt x="259445" y="2372"/>
                </a:lnTo>
                <a:lnTo>
                  <a:pt x="258795" y="2109"/>
                </a:lnTo>
                <a:lnTo>
                  <a:pt x="258135" y="1893"/>
                </a:lnTo>
                <a:lnTo>
                  <a:pt x="257467" y="1721"/>
                </a:lnTo>
                <a:lnTo>
                  <a:pt x="256793" y="1595"/>
                </a:lnTo>
                <a:lnTo>
                  <a:pt x="256116" y="1513"/>
                </a:lnTo>
                <a:lnTo>
                  <a:pt x="255437" y="1475"/>
                </a:lnTo>
                <a:lnTo>
                  <a:pt x="254760" y="1480"/>
                </a:lnTo>
                <a:lnTo>
                  <a:pt x="254085" y="1528"/>
                </a:lnTo>
                <a:lnTo>
                  <a:pt x="253416" y="1618"/>
                </a:lnTo>
                <a:lnTo>
                  <a:pt x="252754" y="1750"/>
                </a:lnTo>
                <a:lnTo>
                  <a:pt x="252102" y="1924"/>
                </a:lnTo>
                <a:lnTo>
                  <a:pt x="251461" y="2138"/>
                </a:lnTo>
                <a:lnTo>
                  <a:pt x="250835" y="2393"/>
                </a:lnTo>
                <a:lnTo>
                  <a:pt x="250224" y="2687"/>
                </a:lnTo>
                <a:lnTo>
                  <a:pt x="249632" y="3020"/>
                </a:lnTo>
                <a:lnTo>
                  <a:pt x="249060" y="3393"/>
                </a:lnTo>
                <a:lnTo>
                  <a:pt x="248511" y="3803"/>
                </a:lnTo>
                <a:lnTo>
                  <a:pt x="247987" y="4251"/>
                </a:lnTo>
                <a:lnTo>
                  <a:pt x="247489" y="4737"/>
                </a:lnTo>
                <a:lnTo>
                  <a:pt x="247021" y="5259"/>
                </a:lnTo>
                <a:lnTo>
                  <a:pt x="246584" y="5817"/>
                </a:lnTo>
                <a:lnTo>
                  <a:pt x="246181" y="6411"/>
                </a:lnTo>
                <a:lnTo>
                  <a:pt x="245819" y="7031"/>
                </a:lnTo>
                <a:lnTo>
                  <a:pt x="245504" y="7666"/>
                </a:lnTo>
                <a:lnTo>
                  <a:pt x="245236" y="8315"/>
                </a:lnTo>
                <a:lnTo>
                  <a:pt x="245014" y="8974"/>
                </a:lnTo>
                <a:lnTo>
                  <a:pt x="244838" y="9641"/>
                </a:lnTo>
                <a:lnTo>
                  <a:pt x="244708" y="10315"/>
                </a:lnTo>
                <a:lnTo>
                  <a:pt x="244622" y="10993"/>
                </a:lnTo>
                <a:lnTo>
                  <a:pt x="244581" y="11672"/>
                </a:lnTo>
                <a:lnTo>
                  <a:pt x="244583" y="12351"/>
                </a:lnTo>
                <a:lnTo>
                  <a:pt x="244629" y="13027"/>
                </a:lnTo>
                <a:lnTo>
                  <a:pt x="244717" y="13698"/>
                </a:lnTo>
                <a:lnTo>
                  <a:pt x="244848" y="14361"/>
                </a:lnTo>
                <a:lnTo>
                  <a:pt x="245021" y="15015"/>
                </a:lnTo>
                <a:lnTo>
                  <a:pt x="245235" y="15657"/>
                </a:lnTo>
                <a:lnTo>
                  <a:pt x="245490" y="16285"/>
                </a:lnTo>
                <a:lnTo>
                  <a:pt x="245785" y="16896"/>
                </a:lnTo>
                <a:lnTo>
                  <a:pt x="246120" y="17488"/>
                </a:lnTo>
                <a:lnTo>
                  <a:pt x="246494" y="18060"/>
                </a:lnTo>
                <a:lnTo>
                  <a:pt x="246907" y="18608"/>
                </a:lnTo>
                <a:lnTo>
                  <a:pt x="247359" y="19131"/>
                </a:lnTo>
                <a:lnTo>
                  <a:pt x="247848" y="19625"/>
                </a:lnTo>
                <a:lnTo>
                  <a:pt x="248375" y="20090"/>
                </a:lnTo>
                <a:lnTo>
                  <a:pt x="248938" y="20522"/>
                </a:lnTo>
                <a:lnTo>
                  <a:pt x="249538" y="20920"/>
                </a:lnTo>
                <a:lnTo>
                  <a:pt x="285710" y="43527"/>
                </a:lnTo>
                <a:lnTo>
                  <a:pt x="56788" y="43527"/>
                </a:lnTo>
                <a:close/>
              </a:path>
            </a:pathLst>
          </a:custGeom>
          <a:solidFill xmlns:a="http://schemas.openxmlformats.org/drawingml/2006/main">
            <a:srgbClr val="7F7F7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27F5ACF-EA62-48DE-83C5-F0C917E91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9734" y="2277927"/>
            <a:ext cx="342497" cy="108312"/>
          </a:xfrm>
          <a:custGeom xmlns:a="http://schemas.openxmlformats.org/drawingml/2006/main">
            <a:pathLst>
              <a:path w="342497" h="108312">
                <a:moveTo>
                  <a:pt x="56550" y="43675"/>
                </a:moveTo>
                <a:lnTo>
                  <a:pt x="92959" y="20920"/>
                </a:lnTo>
                <a:lnTo>
                  <a:pt x="93559" y="20522"/>
                </a:lnTo>
                <a:lnTo>
                  <a:pt x="94122" y="20090"/>
                </a:lnTo>
                <a:lnTo>
                  <a:pt x="94649" y="19625"/>
                </a:lnTo>
                <a:lnTo>
                  <a:pt x="95138" y="19131"/>
                </a:lnTo>
                <a:lnTo>
                  <a:pt x="95590" y="18608"/>
                </a:lnTo>
                <a:lnTo>
                  <a:pt x="96003" y="18060"/>
                </a:lnTo>
                <a:lnTo>
                  <a:pt x="96377" y="17488"/>
                </a:lnTo>
                <a:lnTo>
                  <a:pt x="96712" y="16896"/>
                </a:lnTo>
                <a:lnTo>
                  <a:pt x="97008" y="16285"/>
                </a:lnTo>
                <a:lnTo>
                  <a:pt x="97262" y="15657"/>
                </a:lnTo>
                <a:lnTo>
                  <a:pt x="97476" y="15015"/>
                </a:lnTo>
                <a:lnTo>
                  <a:pt x="97649" y="14361"/>
                </a:lnTo>
                <a:lnTo>
                  <a:pt x="97780" y="13698"/>
                </a:lnTo>
                <a:lnTo>
                  <a:pt x="97868" y="13027"/>
                </a:lnTo>
                <a:lnTo>
                  <a:pt x="97914" y="12351"/>
                </a:lnTo>
                <a:lnTo>
                  <a:pt x="97917" y="11672"/>
                </a:lnTo>
                <a:lnTo>
                  <a:pt x="97875" y="10993"/>
                </a:lnTo>
                <a:lnTo>
                  <a:pt x="97789" y="10315"/>
                </a:lnTo>
                <a:lnTo>
                  <a:pt x="97659" y="9641"/>
                </a:lnTo>
                <a:lnTo>
                  <a:pt x="97483" y="8974"/>
                </a:lnTo>
                <a:lnTo>
                  <a:pt x="97261" y="8315"/>
                </a:lnTo>
                <a:lnTo>
                  <a:pt x="96993" y="7666"/>
                </a:lnTo>
                <a:lnTo>
                  <a:pt x="96678" y="7031"/>
                </a:lnTo>
                <a:lnTo>
                  <a:pt x="96316" y="6411"/>
                </a:lnTo>
                <a:lnTo>
                  <a:pt x="95913" y="5817"/>
                </a:lnTo>
                <a:lnTo>
                  <a:pt x="95476" y="5259"/>
                </a:lnTo>
                <a:lnTo>
                  <a:pt x="95008" y="4737"/>
                </a:lnTo>
                <a:lnTo>
                  <a:pt x="94510" y="4251"/>
                </a:lnTo>
                <a:lnTo>
                  <a:pt x="93986" y="3803"/>
                </a:lnTo>
                <a:lnTo>
                  <a:pt x="93437" y="3393"/>
                </a:lnTo>
                <a:lnTo>
                  <a:pt x="92865" y="3020"/>
                </a:lnTo>
                <a:lnTo>
                  <a:pt x="92273" y="2687"/>
                </a:lnTo>
                <a:lnTo>
                  <a:pt x="91662" y="2393"/>
                </a:lnTo>
                <a:lnTo>
                  <a:pt x="91036" y="2138"/>
                </a:lnTo>
                <a:lnTo>
                  <a:pt x="90395" y="1924"/>
                </a:lnTo>
                <a:lnTo>
                  <a:pt x="89743" y="1750"/>
                </a:lnTo>
                <a:lnTo>
                  <a:pt x="89081" y="1618"/>
                </a:lnTo>
                <a:lnTo>
                  <a:pt x="88412" y="1528"/>
                </a:lnTo>
                <a:lnTo>
                  <a:pt x="87737" y="1480"/>
                </a:lnTo>
                <a:lnTo>
                  <a:pt x="87060" y="1475"/>
                </a:lnTo>
                <a:lnTo>
                  <a:pt x="86381" y="1513"/>
                </a:lnTo>
                <a:lnTo>
                  <a:pt x="85704" y="1595"/>
                </a:lnTo>
                <a:lnTo>
                  <a:pt x="85031" y="1721"/>
                </a:lnTo>
                <a:lnTo>
                  <a:pt x="84362" y="1893"/>
                </a:lnTo>
                <a:lnTo>
                  <a:pt x="83702" y="2109"/>
                </a:lnTo>
                <a:lnTo>
                  <a:pt x="83052" y="2372"/>
                </a:lnTo>
                <a:lnTo>
                  <a:pt x="82414" y="2681"/>
                </a:lnTo>
                <a:lnTo>
                  <a:pt x="81790" y="3037"/>
                </a:lnTo>
                <a:lnTo>
                  <a:pt x="0" y="54156"/>
                </a:lnTo>
                <a:lnTo>
                  <a:pt x="81790" y="105275"/>
                </a:lnTo>
                <a:lnTo>
                  <a:pt x="82414" y="105631"/>
                </a:lnTo>
                <a:lnTo>
                  <a:pt x="83052" y="105940"/>
                </a:lnTo>
                <a:lnTo>
                  <a:pt x="83702" y="106202"/>
                </a:lnTo>
                <a:lnTo>
                  <a:pt x="84362" y="106419"/>
                </a:lnTo>
                <a:lnTo>
                  <a:pt x="85031" y="106590"/>
                </a:lnTo>
                <a:lnTo>
                  <a:pt x="85704" y="106717"/>
                </a:lnTo>
                <a:lnTo>
                  <a:pt x="86381" y="106799"/>
                </a:lnTo>
                <a:lnTo>
                  <a:pt x="87060" y="106837"/>
                </a:lnTo>
                <a:lnTo>
                  <a:pt x="87737" y="106832"/>
                </a:lnTo>
                <a:lnTo>
                  <a:pt x="88412" y="106784"/>
                </a:lnTo>
                <a:lnTo>
                  <a:pt x="89081" y="106693"/>
                </a:lnTo>
                <a:lnTo>
                  <a:pt x="89743" y="106561"/>
                </a:lnTo>
                <a:lnTo>
                  <a:pt x="90395" y="106388"/>
                </a:lnTo>
                <a:lnTo>
                  <a:pt x="91036" y="106173"/>
                </a:lnTo>
                <a:lnTo>
                  <a:pt x="91662" y="105919"/>
                </a:lnTo>
                <a:lnTo>
                  <a:pt x="92273" y="105625"/>
                </a:lnTo>
                <a:lnTo>
                  <a:pt x="92865" y="105291"/>
                </a:lnTo>
                <a:lnTo>
                  <a:pt x="93437" y="104919"/>
                </a:lnTo>
                <a:lnTo>
                  <a:pt x="93986" y="104508"/>
                </a:lnTo>
                <a:lnTo>
                  <a:pt x="94510" y="104060"/>
                </a:lnTo>
                <a:lnTo>
                  <a:pt x="95008" y="103575"/>
                </a:lnTo>
                <a:lnTo>
                  <a:pt x="95476" y="103053"/>
                </a:lnTo>
                <a:lnTo>
                  <a:pt x="95913" y="102494"/>
                </a:lnTo>
                <a:lnTo>
                  <a:pt x="96316" y="101901"/>
                </a:lnTo>
                <a:lnTo>
                  <a:pt x="96678" y="101281"/>
                </a:lnTo>
                <a:lnTo>
                  <a:pt x="96993" y="100645"/>
                </a:lnTo>
                <a:lnTo>
                  <a:pt x="97261" y="99997"/>
                </a:lnTo>
                <a:lnTo>
                  <a:pt x="97483" y="99338"/>
                </a:lnTo>
                <a:lnTo>
                  <a:pt x="97659" y="98670"/>
                </a:lnTo>
                <a:lnTo>
                  <a:pt x="97789" y="97997"/>
                </a:lnTo>
                <a:lnTo>
                  <a:pt x="97875" y="97319"/>
                </a:lnTo>
                <a:lnTo>
                  <a:pt x="97917" y="96639"/>
                </a:lnTo>
                <a:lnTo>
                  <a:pt x="97914" y="95960"/>
                </a:lnTo>
                <a:lnTo>
                  <a:pt x="97868" y="95284"/>
                </a:lnTo>
                <a:lnTo>
                  <a:pt x="97780" y="94614"/>
                </a:lnTo>
                <a:lnTo>
                  <a:pt x="97649" y="93950"/>
                </a:lnTo>
                <a:lnTo>
                  <a:pt x="97476" y="93296"/>
                </a:lnTo>
                <a:lnTo>
                  <a:pt x="97262" y="92654"/>
                </a:lnTo>
                <a:lnTo>
                  <a:pt x="97008" y="92027"/>
                </a:lnTo>
                <a:lnTo>
                  <a:pt x="96712" y="91416"/>
                </a:lnTo>
                <a:lnTo>
                  <a:pt x="96377" y="90823"/>
                </a:lnTo>
                <a:lnTo>
                  <a:pt x="96003" y="90252"/>
                </a:lnTo>
                <a:lnTo>
                  <a:pt x="95590" y="89704"/>
                </a:lnTo>
                <a:lnTo>
                  <a:pt x="95138" y="89181"/>
                </a:lnTo>
                <a:lnTo>
                  <a:pt x="94649" y="88686"/>
                </a:lnTo>
                <a:lnTo>
                  <a:pt x="94122" y="88222"/>
                </a:lnTo>
                <a:lnTo>
                  <a:pt x="93559" y="87789"/>
                </a:lnTo>
                <a:lnTo>
                  <a:pt x="92959" y="87392"/>
                </a:lnTo>
                <a:lnTo>
                  <a:pt x="56518" y="64616"/>
                </a:lnTo>
                <a:lnTo>
                  <a:pt x="285979" y="64616"/>
                </a:lnTo>
                <a:lnTo>
                  <a:pt x="249538" y="87392"/>
                </a:lnTo>
                <a:lnTo>
                  <a:pt x="248938" y="87789"/>
                </a:lnTo>
                <a:lnTo>
                  <a:pt x="248375" y="88222"/>
                </a:lnTo>
                <a:lnTo>
                  <a:pt x="247848" y="88686"/>
                </a:lnTo>
                <a:lnTo>
                  <a:pt x="247359" y="89181"/>
                </a:lnTo>
                <a:lnTo>
                  <a:pt x="246907" y="89704"/>
                </a:lnTo>
                <a:lnTo>
                  <a:pt x="246494" y="90252"/>
                </a:lnTo>
                <a:lnTo>
                  <a:pt x="246120" y="90823"/>
                </a:lnTo>
                <a:lnTo>
                  <a:pt x="245785" y="91416"/>
                </a:lnTo>
                <a:lnTo>
                  <a:pt x="245490" y="92027"/>
                </a:lnTo>
                <a:lnTo>
                  <a:pt x="245235" y="92654"/>
                </a:lnTo>
                <a:lnTo>
                  <a:pt x="245021" y="93296"/>
                </a:lnTo>
                <a:lnTo>
                  <a:pt x="244848" y="93950"/>
                </a:lnTo>
                <a:lnTo>
                  <a:pt x="244717" y="94614"/>
                </a:lnTo>
                <a:lnTo>
                  <a:pt x="244629" y="95284"/>
                </a:lnTo>
                <a:lnTo>
                  <a:pt x="244583" y="95960"/>
                </a:lnTo>
                <a:lnTo>
                  <a:pt x="244581" y="96639"/>
                </a:lnTo>
                <a:lnTo>
                  <a:pt x="244622" y="97319"/>
                </a:lnTo>
                <a:lnTo>
                  <a:pt x="244708" y="97997"/>
                </a:lnTo>
                <a:lnTo>
                  <a:pt x="244838" y="98670"/>
                </a:lnTo>
                <a:lnTo>
                  <a:pt x="245014" y="99338"/>
                </a:lnTo>
                <a:lnTo>
                  <a:pt x="245236" y="99997"/>
                </a:lnTo>
                <a:lnTo>
                  <a:pt x="245504" y="100645"/>
                </a:lnTo>
                <a:lnTo>
                  <a:pt x="245819" y="101281"/>
                </a:lnTo>
                <a:lnTo>
                  <a:pt x="246181" y="101901"/>
                </a:lnTo>
                <a:lnTo>
                  <a:pt x="246584" y="102494"/>
                </a:lnTo>
                <a:lnTo>
                  <a:pt x="247021" y="103053"/>
                </a:lnTo>
                <a:lnTo>
                  <a:pt x="247489" y="103575"/>
                </a:lnTo>
                <a:lnTo>
                  <a:pt x="247987" y="104060"/>
                </a:lnTo>
                <a:lnTo>
                  <a:pt x="248511" y="104508"/>
                </a:lnTo>
                <a:lnTo>
                  <a:pt x="249060" y="104919"/>
                </a:lnTo>
                <a:lnTo>
                  <a:pt x="249632" y="105291"/>
                </a:lnTo>
                <a:lnTo>
                  <a:pt x="250224" y="105625"/>
                </a:lnTo>
                <a:lnTo>
                  <a:pt x="250835" y="105919"/>
                </a:lnTo>
                <a:lnTo>
                  <a:pt x="251461" y="106173"/>
                </a:lnTo>
                <a:lnTo>
                  <a:pt x="252102" y="106388"/>
                </a:lnTo>
                <a:lnTo>
                  <a:pt x="252754" y="106561"/>
                </a:lnTo>
                <a:lnTo>
                  <a:pt x="253416" y="106693"/>
                </a:lnTo>
                <a:lnTo>
                  <a:pt x="254085" y="106784"/>
                </a:lnTo>
                <a:lnTo>
                  <a:pt x="254760" y="106832"/>
                </a:lnTo>
                <a:lnTo>
                  <a:pt x="255437" y="106837"/>
                </a:lnTo>
                <a:lnTo>
                  <a:pt x="256116" y="106799"/>
                </a:lnTo>
                <a:lnTo>
                  <a:pt x="256793" y="106717"/>
                </a:lnTo>
                <a:lnTo>
                  <a:pt x="257467" y="106590"/>
                </a:lnTo>
                <a:lnTo>
                  <a:pt x="258135" y="106419"/>
                </a:lnTo>
                <a:lnTo>
                  <a:pt x="258795" y="106202"/>
                </a:lnTo>
                <a:lnTo>
                  <a:pt x="259445" y="105940"/>
                </a:lnTo>
                <a:lnTo>
                  <a:pt x="260083" y="105631"/>
                </a:lnTo>
                <a:lnTo>
                  <a:pt x="260707" y="105275"/>
                </a:lnTo>
                <a:lnTo>
                  <a:pt x="342497" y="54156"/>
                </a:lnTo>
                <a:lnTo>
                  <a:pt x="260707" y="3037"/>
                </a:lnTo>
                <a:lnTo>
                  <a:pt x="260083" y="2681"/>
                </a:lnTo>
                <a:lnTo>
                  <a:pt x="259445" y="2372"/>
                </a:lnTo>
                <a:lnTo>
                  <a:pt x="258795" y="2109"/>
                </a:lnTo>
                <a:lnTo>
                  <a:pt x="258135" y="1893"/>
                </a:lnTo>
                <a:lnTo>
                  <a:pt x="257467" y="1721"/>
                </a:lnTo>
                <a:lnTo>
                  <a:pt x="256793" y="1595"/>
                </a:lnTo>
                <a:lnTo>
                  <a:pt x="256116" y="1513"/>
                </a:lnTo>
                <a:lnTo>
                  <a:pt x="255437" y="1475"/>
                </a:lnTo>
                <a:lnTo>
                  <a:pt x="254760" y="1480"/>
                </a:lnTo>
                <a:lnTo>
                  <a:pt x="254085" y="1528"/>
                </a:lnTo>
                <a:lnTo>
                  <a:pt x="253416" y="1618"/>
                </a:lnTo>
                <a:lnTo>
                  <a:pt x="252754" y="1750"/>
                </a:lnTo>
                <a:lnTo>
                  <a:pt x="252102" y="1924"/>
                </a:lnTo>
                <a:lnTo>
                  <a:pt x="251461" y="2138"/>
                </a:lnTo>
                <a:lnTo>
                  <a:pt x="250835" y="2393"/>
                </a:lnTo>
                <a:lnTo>
                  <a:pt x="250224" y="2687"/>
                </a:lnTo>
                <a:lnTo>
                  <a:pt x="249632" y="3020"/>
                </a:lnTo>
                <a:lnTo>
                  <a:pt x="249060" y="3393"/>
                </a:lnTo>
                <a:lnTo>
                  <a:pt x="248511" y="3803"/>
                </a:lnTo>
                <a:lnTo>
                  <a:pt x="247987" y="4251"/>
                </a:lnTo>
                <a:lnTo>
                  <a:pt x="247489" y="4737"/>
                </a:lnTo>
                <a:lnTo>
                  <a:pt x="247021" y="5259"/>
                </a:lnTo>
                <a:lnTo>
                  <a:pt x="246584" y="5817"/>
                </a:lnTo>
                <a:lnTo>
                  <a:pt x="246181" y="6411"/>
                </a:lnTo>
                <a:lnTo>
                  <a:pt x="245819" y="7031"/>
                </a:lnTo>
                <a:lnTo>
                  <a:pt x="245504" y="7666"/>
                </a:lnTo>
                <a:lnTo>
                  <a:pt x="245236" y="8315"/>
                </a:lnTo>
                <a:lnTo>
                  <a:pt x="245014" y="8974"/>
                </a:lnTo>
                <a:lnTo>
                  <a:pt x="244838" y="9641"/>
                </a:lnTo>
                <a:lnTo>
                  <a:pt x="244708" y="10315"/>
                </a:lnTo>
                <a:lnTo>
                  <a:pt x="244622" y="10993"/>
                </a:lnTo>
                <a:lnTo>
                  <a:pt x="244581" y="11672"/>
                </a:lnTo>
                <a:lnTo>
                  <a:pt x="244583" y="12351"/>
                </a:lnTo>
                <a:lnTo>
                  <a:pt x="244629" y="13027"/>
                </a:lnTo>
                <a:lnTo>
                  <a:pt x="244717" y="13698"/>
                </a:lnTo>
                <a:lnTo>
                  <a:pt x="244848" y="14361"/>
                </a:lnTo>
                <a:lnTo>
                  <a:pt x="245021" y="15015"/>
                </a:lnTo>
                <a:lnTo>
                  <a:pt x="245235" y="15657"/>
                </a:lnTo>
                <a:lnTo>
                  <a:pt x="245490" y="16285"/>
                </a:lnTo>
                <a:lnTo>
                  <a:pt x="245785" y="16896"/>
                </a:lnTo>
                <a:lnTo>
                  <a:pt x="246120" y="17488"/>
                </a:lnTo>
                <a:lnTo>
                  <a:pt x="246494" y="18060"/>
                </a:lnTo>
                <a:lnTo>
                  <a:pt x="246907" y="18608"/>
                </a:lnTo>
                <a:lnTo>
                  <a:pt x="247359" y="19131"/>
                </a:lnTo>
                <a:lnTo>
                  <a:pt x="247848" y="19625"/>
                </a:lnTo>
                <a:lnTo>
                  <a:pt x="248375" y="20090"/>
                </a:lnTo>
                <a:lnTo>
                  <a:pt x="248938" y="20522"/>
                </a:lnTo>
                <a:lnTo>
                  <a:pt x="249538" y="20920"/>
                </a:lnTo>
                <a:lnTo>
                  <a:pt x="285742" y="43548"/>
                </a:lnTo>
                <a:lnTo>
                  <a:pt x="56550" y="43675"/>
                </a:lnTo>
                <a:close/>
              </a:path>
            </a:pathLst>
          </a:custGeom>
          <a:solidFill xmlns:a="http://schemas.openxmlformats.org/drawingml/2006/main">
            <a:srgbClr val="7F7F7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C93ED36-FD6F-49DF-A236-F23DB5059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9734" y="1713087"/>
            <a:ext cx="342497" cy="108312"/>
          </a:xfrm>
          <a:custGeom xmlns:a="http://schemas.openxmlformats.org/drawingml/2006/main">
            <a:pathLst>
              <a:path w="342497" h="108312">
                <a:moveTo>
                  <a:pt x="92959" y="20920"/>
                </a:moveTo>
                <a:lnTo>
                  <a:pt x="93559" y="20522"/>
                </a:lnTo>
                <a:lnTo>
                  <a:pt x="94122" y="20090"/>
                </a:lnTo>
                <a:lnTo>
                  <a:pt x="94649" y="19625"/>
                </a:lnTo>
                <a:lnTo>
                  <a:pt x="95138" y="19131"/>
                </a:lnTo>
                <a:lnTo>
                  <a:pt x="95590" y="18608"/>
                </a:lnTo>
                <a:lnTo>
                  <a:pt x="96003" y="18060"/>
                </a:lnTo>
                <a:lnTo>
                  <a:pt x="96377" y="17488"/>
                </a:lnTo>
                <a:lnTo>
                  <a:pt x="96712" y="16896"/>
                </a:lnTo>
                <a:lnTo>
                  <a:pt x="97008" y="16285"/>
                </a:lnTo>
                <a:lnTo>
                  <a:pt x="97262" y="15657"/>
                </a:lnTo>
                <a:lnTo>
                  <a:pt x="97476" y="15015"/>
                </a:lnTo>
                <a:lnTo>
                  <a:pt x="97649" y="14361"/>
                </a:lnTo>
                <a:lnTo>
                  <a:pt x="97780" y="13698"/>
                </a:lnTo>
                <a:lnTo>
                  <a:pt x="97868" y="13027"/>
                </a:lnTo>
                <a:lnTo>
                  <a:pt x="97914" y="12351"/>
                </a:lnTo>
                <a:lnTo>
                  <a:pt x="97917" y="11672"/>
                </a:lnTo>
                <a:lnTo>
                  <a:pt x="97875" y="10993"/>
                </a:lnTo>
                <a:lnTo>
                  <a:pt x="97789" y="10315"/>
                </a:lnTo>
                <a:lnTo>
                  <a:pt x="97659" y="9641"/>
                </a:lnTo>
                <a:lnTo>
                  <a:pt x="97483" y="8974"/>
                </a:lnTo>
                <a:lnTo>
                  <a:pt x="97261" y="8315"/>
                </a:lnTo>
                <a:lnTo>
                  <a:pt x="96993" y="7666"/>
                </a:lnTo>
                <a:lnTo>
                  <a:pt x="96678" y="7031"/>
                </a:lnTo>
                <a:lnTo>
                  <a:pt x="96316" y="6411"/>
                </a:lnTo>
                <a:lnTo>
                  <a:pt x="95913" y="5817"/>
                </a:lnTo>
                <a:lnTo>
                  <a:pt x="95476" y="5259"/>
                </a:lnTo>
                <a:lnTo>
                  <a:pt x="95008" y="4737"/>
                </a:lnTo>
                <a:lnTo>
                  <a:pt x="94510" y="4251"/>
                </a:lnTo>
                <a:lnTo>
                  <a:pt x="93986" y="3803"/>
                </a:lnTo>
                <a:lnTo>
                  <a:pt x="93437" y="3393"/>
                </a:lnTo>
                <a:lnTo>
                  <a:pt x="92865" y="3020"/>
                </a:lnTo>
                <a:lnTo>
                  <a:pt x="92273" y="2687"/>
                </a:lnTo>
                <a:lnTo>
                  <a:pt x="91662" y="2393"/>
                </a:lnTo>
                <a:lnTo>
                  <a:pt x="91036" y="2138"/>
                </a:lnTo>
                <a:lnTo>
                  <a:pt x="90395" y="1924"/>
                </a:lnTo>
                <a:lnTo>
                  <a:pt x="89743" y="1750"/>
                </a:lnTo>
                <a:lnTo>
                  <a:pt x="89081" y="1618"/>
                </a:lnTo>
                <a:lnTo>
                  <a:pt x="88412" y="1528"/>
                </a:lnTo>
                <a:lnTo>
                  <a:pt x="87737" y="1480"/>
                </a:lnTo>
                <a:lnTo>
                  <a:pt x="87060" y="1475"/>
                </a:lnTo>
                <a:lnTo>
                  <a:pt x="86381" y="1513"/>
                </a:lnTo>
                <a:lnTo>
                  <a:pt x="85704" y="1595"/>
                </a:lnTo>
                <a:lnTo>
                  <a:pt x="85031" y="1721"/>
                </a:lnTo>
                <a:lnTo>
                  <a:pt x="84362" y="1893"/>
                </a:lnTo>
                <a:lnTo>
                  <a:pt x="83702" y="2109"/>
                </a:lnTo>
                <a:lnTo>
                  <a:pt x="83052" y="2372"/>
                </a:lnTo>
                <a:lnTo>
                  <a:pt x="82414" y="2681"/>
                </a:lnTo>
                <a:lnTo>
                  <a:pt x="81790" y="3037"/>
                </a:lnTo>
                <a:lnTo>
                  <a:pt x="0" y="54156"/>
                </a:lnTo>
                <a:lnTo>
                  <a:pt x="81790" y="105275"/>
                </a:lnTo>
                <a:lnTo>
                  <a:pt x="82414" y="105631"/>
                </a:lnTo>
                <a:lnTo>
                  <a:pt x="83052" y="105940"/>
                </a:lnTo>
                <a:lnTo>
                  <a:pt x="83702" y="106202"/>
                </a:lnTo>
                <a:lnTo>
                  <a:pt x="84362" y="106419"/>
                </a:lnTo>
                <a:lnTo>
                  <a:pt x="85031" y="106590"/>
                </a:lnTo>
                <a:lnTo>
                  <a:pt x="85704" y="106717"/>
                </a:lnTo>
                <a:lnTo>
                  <a:pt x="86381" y="106799"/>
                </a:lnTo>
                <a:lnTo>
                  <a:pt x="87060" y="106837"/>
                </a:lnTo>
                <a:lnTo>
                  <a:pt x="87737" y="106832"/>
                </a:lnTo>
                <a:lnTo>
                  <a:pt x="88412" y="106784"/>
                </a:lnTo>
                <a:lnTo>
                  <a:pt x="89081" y="106693"/>
                </a:lnTo>
                <a:lnTo>
                  <a:pt x="89743" y="106561"/>
                </a:lnTo>
                <a:lnTo>
                  <a:pt x="90395" y="106388"/>
                </a:lnTo>
                <a:lnTo>
                  <a:pt x="91036" y="106173"/>
                </a:lnTo>
                <a:lnTo>
                  <a:pt x="91662" y="105919"/>
                </a:lnTo>
                <a:lnTo>
                  <a:pt x="92273" y="105625"/>
                </a:lnTo>
                <a:lnTo>
                  <a:pt x="92865" y="105291"/>
                </a:lnTo>
                <a:lnTo>
                  <a:pt x="93437" y="104919"/>
                </a:lnTo>
                <a:lnTo>
                  <a:pt x="93986" y="104508"/>
                </a:lnTo>
                <a:lnTo>
                  <a:pt x="94510" y="104060"/>
                </a:lnTo>
                <a:lnTo>
                  <a:pt x="95008" y="103575"/>
                </a:lnTo>
                <a:lnTo>
                  <a:pt x="95476" y="103053"/>
                </a:lnTo>
                <a:lnTo>
                  <a:pt x="95913" y="102494"/>
                </a:lnTo>
                <a:lnTo>
                  <a:pt x="96316" y="101901"/>
                </a:lnTo>
                <a:lnTo>
                  <a:pt x="96678" y="101281"/>
                </a:lnTo>
                <a:lnTo>
                  <a:pt x="96993" y="100645"/>
                </a:lnTo>
                <a:lnTo>
                  <a:pt x="97261" y="99997"/>
                </a:lnTo>
                <a:lnTo>
                  <a:pt x="97483" y="99338"/>
                </a:lnTo>
                <a:lnTo>
                  <a:pt x="97659" y="98670"/>
                </a:lnTo>
                <a:lnTo>
                  <a:pt x="97789" y="97997"/>
                </a:lnTo>
                <a:lnTo>
                  <a:pt x="97875" y="97319"/>
                </a:lnTo>
                <a:lnTo>
                  <a:pt x="97917" y="96639"/>
                </a:lnTo>
                <a:lnTo>
                  <a:pt x="97914" y="95960"/>
                </a:lnTo>
                <a:lnTo>
                  <a:pt x="97868" y="95284"/>
                </a:lnTo>
                <a:lnTo>
                  <a:pt x="97780" y="94614"/>
                </a:lnTo>
                <a:lnTo>
                  <a:pt x="97649" y="93950"/>
                </a:lnTo>
                <a:lnTo>
                  <a:pt x="97476" y="93296"/>
                </a:lnTo>
                <a:lnTo>
                  <a:pt x="97262" y="92654"/>
                </a:lnTo>
                <a:lnTo>
                  <a:pt x="97008" y="92027"/>
                </a:lnTo>
                <a:lnTo>
                  <a:pt x="96712" y="91416"/>
                </a:lnTo>
                <a:lnTo>
                  <a:pt x="96377" y="90823"/>
                </a:lnTo>
                <a:lnTo>
                  <a:pt x="96003" y="90252"/>
                </a:lnTo>
                <a:lnTo>
                  <a:pt x="95590" y="89704"/>
                </a:lnTo>
                <a:lnTo>
                  <a:pt x="95138" y="89181"/>
                </a:lnTo>
                <a:lnTo>
                  <a:pt x="94649" y="88686"/>
                </a:lnTo>
                <a:lnTo>
                  <a:pt x="94122" y="88222"/>
                </a:lnTo>
                <a:lnTo>
                  <a:pt x="93559" y="87789"/>
                </a:lnTo>
                <a:lnTo>
                  <a:pt x="92959" y="87392"/>
                </a:lnTo>
                <a:lnTo>
                  <a:pt x="56755" y="64764"/>
                </a:lnTo>
                <a:lnTo>
                  <a:pt x="285947" y="64636"/>
                </a:lnTo>
                <a:lnTo>
                  <a:pt x="249538" y="87392"/>
                </a:lnTo>
                <a:lnTo>
                  <a:pt x="248938" y="87789"/>
                </a:lnTo>
                <a:lnTo>
                  <a:pt x="248375" y="88222"/>
                </a:lnTo>
                <a:lnTo>
                  <a:pt x="247848" y="88686"/>
                </a:lnTo>
                <a:lnTo>
                  <a:pt x="247359" y="89181"/>
                </a:lnTo>
                <a:lnTo>
                  <a:pt x="246907" y="89704"/>
                </a:lnTo>
                <a:lnTo>
                  <a:pt x="246494" y="90252"/>
                </a:lnTo>
                <a:lnTo>
                  <a:pt x="246120" y="90823"/>
                </a:lnTo>
                <a:lnTo>
                  <a:pt x="245785" y="91416"/>
                </a:lnTo>
                <a:lnTo>
                  <a:pt x="245490" y="92027"/>
                </a:lnTo>
                <a:lnTo>
                  <a:pt x="245235" y="92654"/>
                </a:lnTo>
                <a:lnTo>
                  <a:pt x="245021" y="93296"/>
                </a:lnTo>
                <a:lnTo>
                  <a:pt x="244848" y="93950"/>
                </a:lnTo>
                <a:lnTo>
                  <a:pt x="244717" y="94614"/>
                </a:lnTo>
                <a:lnTo>
                  <a:pt x="244629" y="95284"/>
                </a:lnTo>
                <a:lnTo>
                  <a:pt x="244583" y="95960"/>
                </a:lnTo>
                <a:lnTo>
                  <a:pt x="244581" y="96639"/>
                </a:lnTo>
                <a:lnTo>
                  <a:pt x="244622" y="97319"/>
                </a:lnTo>
                <a:lnTo>
                  <a:pt x="244708" y="97997"/>
                </a:lnTo>
                <a:lnTo>
                  <a:pt x="244838" y="98670"/>
                </a:lnTo>
                <a:lnTo>
                  <a:pt x="245014" y="99338"/>
                </a:lnTo>
                <a:lnTo>
                  <a:pt x="245236" y="99997"/>
                </a:lnTo>
                <a:lnTo>
                  <a:pt x="245504" y="100645"/>
                </a:lnTo>
                <a:lnTo>
                  <a:pt x="245819" y="101281"/>
                </a:lnTo>
                <a:lnTo>
                  <a:pt x="246181" y="101901"/>
                </a:lnTo>
                <a:lnTo>
                  <a:pt x="246584" y="102494"/>
                </a:lnTo>
                <a:lnTo>
                  <a:pt x="247021" y="103053"/>
                </a:lnTo>
                <a:lnTo>
                  <a:pt x="247489" y="103575"/>
                </a:lnTo>
                <a:lnTo>
                  <a:pt x="247987" y="104060"/>
                </a:lnTo>
                <a:lnTo>
                  <a:pt x="248511" y="104508"/>
                </a:lnTo>
                <a:lnTo>
                  <a:pt x="249060" y="104919"/>
                </a:lnTo>
                <a:lnTo>
                  <a:pt x="249632" y="105291"/>
                </a:lnTo>
                <a:lnTo>
                  <a:pt x="250224" y="105625"/>
                </a:lnTo>
                <a:lnTo>
                  <a:pt x="250835" y="105919"/>
                </a:lnTo>
                <a:lnTo>
                  <a:pt x="251461" y="106173"/>
                </a:lnTo>
                <a:lnTo>
                  <a:pt x="252102" y="106388"/>
                </a:lnTo>
                <a:lnTo>
                  <a:pt x="252754" y="106561"/>
                </a:lnTo>
                <a:lnTo>
                  <a:pt x="253416" y="106693"/>
                </a:lnTo>
                <a:lnTo>
                  <a:pt x="254085" y="106784"/>
                </a:lnTo>
                <a:lnTo>
                  <a:pt x="254760" y="106832"/>
                </a:lnTo>
                <a:lnTo>
                  <a:pt x="255437" y="106837"/>
                </a:lnTo>
                <a:lnTo>
                  <a:pt x="256116" y="106799"/>
                </a:lnTo>
                <a:lnTo>
                  <a:pt x="256793" y="106717"/>
                </a:lnTo>
                <a:lnTo>
                  <a:pt x="257467" y="106590"/>
                </a:lnTo>
                <a:lnTo>
                  <a:pt x="258135" y="106419"/>
                </a:lnTo>
                <a:lnTo>
                  <a:pt x="258795" y="106202"/>
                </a:lnTo>
                <a:lnTo>
                  <a:pt x="259445" y="105940"/>
                </a:lnTo>
                <a:lnTo>
                  <a:pt x="260083" y="105631"/>
                </a:lnTo>
                <a:lnTo>
                  <a:pt x="260707" y="105275"/>
                </a:lnTo>
                <a:lnTo>
                  <a:pt x="342497" y="54156"/>
                </a:lnTo>
                <a:lnTo>
                  <a:pt x="260707" y="3037"/>
                </a:lnTo>
                <a:lnTo>
                  <a:pt x="260083" y="2681"/>
                </a:lnTo>
                <a:lnTo>
                  <a:pt x="259445" y="2372"/>
                </a:lnTo>
                <a:lnTo>
                  <a:pt x="258795" y="2109"/>
                </a:lnTo>
                <a:lnTo>
                  <a:pt x="258135" y="1893"/>
                </a:lnTo>
                <a:lnTo>
                  <a:pt x="257467" y="1721"/>
                </a:lnTo>
                <a:lnTo>
                  <a:pt x="256793" y="1595"/>
                </a:lnTo>
                <a:lnTo>
                  <a:pt x="256116" y="1513"/>
                </a:lnTo>
                <a:lnTo>
                  <a:pt x="255437" y="1475"/>
                </a:lnTo>
                <a:lnTo>
                  <a:pt x="254760" y="1480"/>
                </a:lnTo>
                <a:lnTo>
                  <a:pt x="254085" y="1528"/>
                </a:lnTo>
                <a:lnTo>
                  <a:pt x="253416" y="1618"/>
                </a:lnTo>
                <a:lnTo>
                  <a:pt x="252754" y="1750"/>
                </a:lnTo>
                <a:lnTo>
                  <a:pt x="252102" y="1924"/>
                </a:lnTo>
                <a:lnTo>
                  <a:pt x="251461" y="2138"/>
                </a:lnTo>
                <a:lnTo>
                  <a:pt x="250835" y="2393"/>
                </a:lnTo>
                <a:lnTo>
                  <a:pt x="250224" y="2687"/>
                </a:lnTo>
                <a:lnTo>
                  <a:pt x="249632" y="3020"/>
                </a:lnTo>
                <a:lnTo>
                  <a:pt x="249060" y="3393"/>
                </a:lnTo>
                <a:lnTo>
                  <a:pt x="248511" y="3803"/>
                </a:lnTo>
                <a:lnTo>
                  <a:pt x="247987" y="4251"/>
                </a:lnTo>
                <a:lnTo>
                  <a:pt x="247489" y="4737"/>
                </a:lnTo>
                <a:lnTo>
                  <a:pt x="247021" y="5259"/>
                </a:lnTo>
                <a:lnTo>
                  <a:pt x="246584" y="5817"/>
                </a:lnTo>
                <a:lnTo>
                  <a:pt x="246181" y="6411"/>
                </a:lnTo>
                <a:lnTo>
                  <a:pt x="245819" y="7031"/>
                </a:lnTo>
                <a:lnTo>
                  <a:pt x="245504" y="7666"/>
                </a:lnTo>
                <a:lnTo>
                  <a:pt x="245236" y="8315"/>
                </a:lnTo>
                <a:lnTo>
                  <a:pt x="245014" y="8974"/>
                </a:lnTo>
                <a:lnTo>
                  <a:pt x="244838" y="9641"/>
                </a:lnTo>
                <a:lnTo>
                  <a:pt x="244708" y="10315"/>
                </a:lnTo>
                <a:lnTo>
                  <a:pt x="244622" y="10993"/>
                </a:lnTo>
                <a:lnTo>
                  <a:pt x="244581" y="11672"/>
                </a:lnTo>
                <a:lnTo>
                  <a:pt x="244583" y="12351"/>
                </a:lnTo>
                <a:lnTo>
                  <a:pt x="244629" y="13027"/>
                </a:lnTo>
                <a:lnTo>
                  <a:pt x="244717" y="13698"/>
                </a:lnTo>
                <a:lnTo>
                  <a:pt x="244848" y="14361"/>
                </a:lnTo>
                <a:lnTo>
                  <a:pt x="245021" y="15015"/>
                </a:lnTo>
                <a:lnTo>
                  <a:pt x="245235" y="15657"/>
                </a:lnTo>
                <a:lnTo>
                  <a:pt x="245490" y="16285"/>
                </a:lnTo>
                <a:lnTo>
                  <a:pt x="245785" y="16896"/>
                </a:lnTo>
                <a:lnTo>
                  <a:pt x="246120" y="17488"/>
                </a:lnTo>
                <a:lnTo>
                  <a:pt x="246494" y="18060"/>
                </a:lnTo>
                <a:lnTo>
                  <a:pt x="246907" y="18608"/>
                </a:lnTo>
                <a:lnTo>
                  <a:pt x="247359" y="19131"/>
                </a:lnTo>
                <a:lnTo>
                  <a:pt x="247848" y="19625"/>
                </a:lnTo>
                <a:lnTo>
                  <a:pt x="248375" y="20090"/>
                </a:lnTo>
                <a:lnTo>
                  <a:pt x="248938" y="20522"/>
                </a:lnTo>
                <a:lnTo>
                  <a:pt x="249538" y="20920"/>
                </a:lnTo>
                <a:lnTo>
                  <a:pt x="285742" y="43548"/>
                </a:lnTo>
                <a:lnTo>
                  <a:pt x="56550" y="43675"/>
                </a:lnTo>
                <a:lnTo>
                  <a:pt x="92959" y="20920"/>
                </a:lnTo>
                <a:close/>
              </a:path>
            </a:pathLst>
          </a:custGeom>
          <a:solidFill xmlns:a="http://schemas.openxmlformats.org/drawingml/2006/main">
            <a:srgbClr val="7F7F7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3A77C91-E7FE-43F6-B102-A099B4436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5917" y="82847"/>
            <a:ext cx="7634443" cy="1662126"/>
          </a:xfrm>
          <a:custGeom xmlns:a="http://schemas.openxmlformats.org/drawingml/2006/main">
            <a:pathLst>
              <a:path w="7634443" h="1662126">
                <a:moveTo>
                  <a:pt x="0" y="72208"/>
                </a:moveTo>
                <a:cubicBezTo>
                  <a:pt x="0" y="32392"/>
                  <a:pt x="32392" y="0"/>
                  <a:pt x="72208" y="0"/>
                </a:cubicBezTo>
                <a:lnTo>
                  <a:pt x="7562235" y="0"/>
                </a:lnTo>
                <a:cubicBezTo>
                  <a:pt x="7602051" y="0"/>
                  <a:pt x="7634443" y="32392"/>
                  <a:pt x="7634443" y="72208"/>
                </a:cubicBezTo>
                <a:lnTo>
                  <a:pt x="7634443" y="1589918"/>
                </a:lnTo>
                <a:cubicBezTo>
                  <a:pt x="7634443" y="1629734"/>
                  <a:pt x="7602051" y="1662126"/>
                  <a:pt x="7562235" y="1662126"/>
                </a:cubicBezTo>
                <a:lnTo>
                  <a:pt x="72208" y="1662126"/>
                </a:lnTo>
                <a:cubicBezTo>
                  <a:pt x="32392" y="1662126"/>
                  <a:pt x="0" y="1629734"/>
                  <a:pt x="0" y="1589918"/>
                </a:cubicBezTo>
                <a:lnTo>
                  <a:pt x="0" y="72208"/>
                </a:lnTo>
                <a:close/>
              </a:path>
            </a:pathLst>
          </a:custGeom>
          <a:solidFill xmlns:a="http://schemas.openxmlformats.org/drawingml/2006/main">
            <a:srgbClr val="F4C7C3">
              <a:alpha val="2902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42" name="Text Attack">
            <a:extLst xmlns:a="http://schemas.openxmlformats.org/drawingml/2006/main">
              <a:ext uri="{FF2B5EF4-FFF2-40B4-BE49-F238E27FC236}">
                <a16:creationId xmlns:a16="http://schemas.microsoft.com/office/drawing/2014/main" id="{1361A23D-7D57-4EC5-9407-31C611078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4293" y="278311"/>
            <a:ext cx="768626" cy="193794"/>
          </a:xfrm>
          <a:custGeom xmlns:a="http://schemas.openxmlformats.org/drawingml/2006/main">
            <a:pathLst>
              <a:path w="768626" h="193794">
                <a:moveTo>
                  <a:pt x="117937" y="145674"/>
                </a:moveTo>
                <a:lnTo>
                  <a:pt x="51316" y="145674"/>
                </a:lnTo>
                <a:lnTo>
                  <a:pt x="34315" y="190376"/>
                </a:lnTo>
                <a:lnTo>
                  <a:pt x="0" y="190376"/>
                </a:lnTo>
                <a:lnTo>
                  <a:pt x="69813" y="14462"/>
                </a:lnTo>
                <a:lnTo>
                  <a:pt x="99263" y="14462"/>
                </a:lnTo>
                <a:lnTo>
                  <a:pt x="169077" y="190376"/>
                </a:lnTo>
                <a:lnTo>
                  <a:pt x="135025" y="190376"/>
                </a:lnTo>
                <a:lnTo>
                  <a:pt x="117937" y="145674"/>
                </a:lnTo>
                <a:moveTo>
                  <a:pt x="84275" y="56797"/>
                </a:moveTo>
                <a:cubicBezTo>
                  <a:pt x="78140" y="75204"/>
                  <a:pt x="72667" y="90588"/>
                  <a:pt x="67857" y="102949"/>
                </a:cubicBezTo>
                <a:lnTo>
                  <a:pt x="61727" y="118590"/>
                </a:lnTo>
                <a:lnTo>
                  <a:pt x="107472" y="118590"/>
                </a:lnTo>
                <a:lnTo>
                  <a:pt x="101301" y="102920"/>
                </a:lnTo>
                <a:cubicBezTo>
                  <a:pt x="96440" y="90490"/>
                  <a:pt x="90939" y="75116"/>
                  <a:pt x="84801" y="56797"/>
                </a:cubicBezTo>
                <a:lnTo>
                  <a:pt x="84275" y="56797"/>
                </a:lnTo>
                <a:close/>
                <a:moveTo>
                  <a:pt x="268016" y="190359"/>
                </a:moveTo>
                <a:cubicBezTo>
                  <a:pt x="264510" y="191416"/>
                  <a:pt x="260325" y="192253"/>
                  <a:pt x="255460" y="192869"/>
                </a:cubicBezTo>
                <a:cubicBezTo>
                  <a:pt x="250595" y="193486"/>
                  <a:pt x="246060" y="193794"/>
                  <a:pt x="241852" y="193794"/>
                </a:cubicBezTo>
                <a:cubicBezTo>
                  <a:pt x="231148" y="193794"/>
                  <a:pt x="222385" y="192061"/>
                  <a:pt x="215562" y="188596"/>
                </a:cubicBezTo>
                <a:cubicBezTo>
                  <a:pt x="208741" y="185129"/>
                  <a:pt x="203923" y="180148"/>
                  <a:pt x="201108" y="173654"/>
                </a:cubicBezTo>
                <a:cubicBezTo>
                  <a:pt x="199083" y="169003"/>
                  <a:pt x="198071" y="162684"/>
                  <a:pt x="198071" y="154697"/>
                </a:cubicBezTo>
                <a:lnTo>
                  <a:pt x="198071" y="88614"/>
                </a:lnTo>
                <a:lnTo>
                  <a:pt x="174274" y="88614"/>
                </a:lnTo>
                <a:lnTo>
                  <a:pt x="174274" y="62845"/>
                </a:lnTo>
                <a:lnTo>
                  <a:pt x="198071" y="62845"/>
                </a:lnTo>
                <a:lnTo>
                  <a:pt x="198071" y="27084"/>
                </a:lnTo>
                <a:lnTo>
                  <a:pt x="229362" y="27084"/>
                </a:lnTo>
                <a:lnTo>
                  <a:pt x="229362" y="62845"/>
                </a:lnTo>
                <a:lnTo>
                  <a:pt x="266175" y="62845"/>
                </a:lnTo>
                <a:lnTo>
                  <a:pt x="266175" y="88614"/>
                </a:lnTo>
                <a:lnTo>
                  <a:pt x="229362" y="88614"/>
                </a:lnTo>
                <a:lnTo>
                  <a:pt x="229362" y="150539"/>
                </a:lnTo>
                <a:cubicBezTo>
                  <a:pt x="229362" y="155447"/>
                  <a:pt x="230107" y="159085"/>
                  <a:pt x="231597" y="161451"/>
                </a:cubicBezTo>
                <a:cubicBezTo>
                  <a:pt x="234227" y="165483"/>
                  <a:pt x="239442" y="167499"/>
                  <a:pt x="247243" y="167499"/>
                </a:cubicBezTo>
                <a:cubicBezTo>
                  <a:pt x="250836" y="167499"/>
                  <a:pt x="254408" y="167214"/>
                  <a:pt x="257958" y="166644"/>
                </a:cubicBezTo>
                <a:cubicBezTo>
                  <a:pt x="261508" y="166075"/>
                  <a:pt x="264860" y="165351"/>
                  <a:pt x="268016" y="164475"/>
                </a:cubicBezTo>
                <a:lnTo>
                  <a:pt x="268016" y="190359"/>
                </a:lnTo>
                <a:close/>
                <a:moveTo>
                  <a:pt x="368450" y="190359"/>
                </a:moveTo>
                <a:cubicBezTo>
                  <a:pt x="364944" y="191416"/>
                  <a:pt x="360759" y="192253"/>
                  <a:pt x="355894" y="192869"/>
                </a:cubicBezTo>
                <a:cubicBezTo>
                  <a:pt x="351030" y="193486"/>
                  <a:pt x="346494" y="193794"/>
                  <a:pt x="342287" y="193794"/>
                </a:cubicBezTo>
                <a:cubicBezTo>
                  <a:pt x="331582" y="193794"/>
                  <a:pt x="322819" y="192061"/>
                  <a:pt x="315996" y="188596"/>
                </a:cubicBezTo>
                <a:cubicBezTo>
                  <a:pt x="309176" y="185129"/>
                  <a:pt x="304358" y="180148"/>
                  <a:pt x="301542" y="173654"/>
                </a:cubicBezTo>
                <a:cubicBezTo>
                  <a:pt x="299518" y="169003"/>
                  <a:pt x="298506" y="162684"/>
                  <a:pt x="298506" y="154697"/>
                </a:cubicBezTo>
                <a:lnTo>
                  <a:pt x="298506" y="88614"/>
                </a:lnTo>
                <a:lnTo>
                  <a:pt x="274709" y="88614"/>
                </a:lnTo>
                <a:lnTo>
                  <a:pt x="274709" y="62845"/>
                </a:lnTo>
                <a:lnTo>
                  <a:pt x="298506" y="62845"/>
                </a:lnTo>
                <a:lnTo>
                  <a:pt x="298506" y="27084"/>
                </a:lnTo>
                <a:lnTo>
                  <a:pt x="329797" y="27084"/>
                </a:lnTo>
                <a:lnTo>
                  <a:pt x="329797" y="62845"/>
                </a:lnTo>
                <a:lnTo>
                  <a:pt x="366609" y="62845"/>
                </a:lnTo>
                <a:lnTo>
                  <a:pt x="366609" y="88614"/>
                </a:lnTo>
                <a:lnTo>
                  <a:pt x="329797" y="88614"/>
                </a:lnTo>
                <a:lnTo>
                  <a:pt x="329797" y="150539"/>
                </a:lnTo>
                <a:cubicBezTo>
                  <a:pt x="329797" y="155447"/>
                  <a:pt x="330542" y="159085"/>
                  <a:pt x="332032" y="161451"/>
                </a:cubicBezTo>
                <a:cubicBezTo>
                  <a:pt x="334661" y="165483"/>
                  <a:pt x="339876" y="167499"/>
                  <a:pt x="347677" y="167499"/>
                </a:cubicBezTo>
                <a:cubicBezTo>
                  <a:pt x="351271" y="167499"/>
                  <a:pt x="354842" y="167214"/>
                  <a:pt x="358392" y="166644"/>
                </a:cubicBezTo>
                <a:cubicBezTo>
                  <a:pt x="361942" y="166075"/>
                  <a:pt x="365295" y="165351"/>
                  <a:pt x="368450" y="164475"/>
                </a:cubicBezTo>
                <a:lnTo>
                  <a:pt x="368450" y="190359"/>
                </a:lnTo>
                <a:close/>
                <a:moveTo>
                  <a:pt x="466763" y="176834"/>
                </a:moveTo>
                <a:lnTo>
                  <a:pt x="466237" y="176834"/>
                </a:lnTo>
                <a:cubicBezTo>
                  <a:pt x="464484" y="178674"/>
                  <a:pt x="462378" y="180559"/>
                  <a:pt x="459918" y="182487"/>
                </a:cubicBezTo>
                <a:cubicBezTo>
                  <a:pt x="457461" y="184415"/>
                  <a:pt x="454653" y="186235"/>
                  <a:pt x="451495" y="187947"/>
                </a:cubicBezTo>
                <a:cubicBezTo>
                  <a:pt x="448337" y="189657"/>
                  <a:pt x="444827" y="191058"/>
                  <a:pt x="440965" y="192150"/>
                </a:cubicBezTo>
                <a:cubicBezTo>
                  <a:pt x="437103" y="193246"/>
                  <a:pt x="432934" y="193794"/>
                  <a:pt x="428458" y="193794"/>
                </a:cubicBezTo>
                <a:cubicBezTo>
                  <a:pt x="422405" y="193794"/>
                  <a:pt x="416745" y="192850"/>
                  <a:pt x="411478" y="190963"/>
                </a:cubicBezTo>
                <a:cubicBezTo>
                  <a:pt x="406213" y="189076"/>
                  <a:pt x="401694" y="186355"/>
                  <a:pt x="397919" y="182799"/>
                </a:cubicBezTo>
                <a:cubicBezTo>
                  <a:pt x="394148" y="179244"/>
                  <a:pt x="391187" y="174942"/>
                  <a:pt x="389037" y="169894"/>
                </a:cubicBezTo>
                <a:cubicBezTo>
                  <a:pt x="386886" y="164846"/>
                  <a:pt x="385811" y="159206"/>
                  <a:pt x="385811" y="152975"/>
                </a:cubicBezTo>
                <a:cubicBezTo>
                  <a:pt x="385811" y="146127"/>
                  <a:pt x="387060" y="139982"/>
                  <a:pt x="389558" y="134540"/>
                </a:cubicBezTo>
                <a:cubicBezTo>
                  <a:pt x="392056" y="129097"/>
                  <a:pt x="395540" y="124489"/>
                  <a:pt x="400011" y="120714"/>
                </a:cubicBezTo>
                <a:cubicBezTo>
                  <a:pt x="404481" y="116937"/>
                  <a:pt x="409827" y="114061"/>
                  <a:pt x="416050" y="112086"/>
                </a:cubicBezTo>
                <a:cubicBezTo>
                  <a:pt x="422274" y="110112"/>
                  <a:pt x="429154" y="109124"/>
                  <a:pt x="436692" y="109124"/>
                </a:cubicBezTo>
                <a:cubicBezTo>
                  <a:pt x="442214" y="109124"/>
                  <a:pt x="447298" y="109475"/>
                  <a:pt x="451943" y="110176"/>
                </a:cubicBezTo>
                <a:cubicBezTo>
                  <a:pt x="456589" y="110877"/>
                  <a:pt x="460664" y="111710"/>
                  <a:pt x="464170" y="112674"/>
                </a:cubicBezTo>
                <a:lnTo>
                  <a:pt x="464170" y="107538"/>
                </a:lnTo>
                <a:cubicBezTo>
                  <a:pt x="464170" y="104542"/>
                  <a:pt x="463666" y="101656"/>
                  <a:pt x="462658" y="98881"/>
                </a:cubicBezTo>
                <a:cubicBezTo>
                  <a:pt x="461650" y="96104"/>
                  <a:pt x="460029" y="93636"/>
                  <a:pt x="457794" y="91478"/>
                </a:cubicBezTo>
                <a:cubicBezTo>
                  <a:pt x="455559" y="89319"/>
                  <a:pt x="452644" y="87602"/>
                  <a:pt x="449051" y="86326"/>
                </a:cubicBezTo>
                <a:cubicBezTo>
                  <a:pt x="445457" y="85046"/>
                  <a:pt x="441075" y="84407"/>
                  <a:pt x="435903" y="84407"/>
                </a:cubicBezTo>
                <a:cubicBezTo>
                  <a:pt x="429592" y="84407"/>
                  <a:pt x="423282" y="85108"/>
                  <a:pt x="416971" y="86510"/>
                </a:cubicBezTo>
                <a:cubicBezTo>
                  <a:pt x="410660" y="87913"/>
                  <a:pt x="403823" y="90016"/>
                  <a:pt x="396461" y="92821"/>
                </a:cubicBezTo>
                <a:lnTo>
                  <a:pt x="396461" y="68498"/>
                </a:lnTo>
                <a:cubicBezTo>
                  <a:pt x="402859" y="65694"/>
                  <a:pt x="409652" y="63546"/>
                  <a:pt x="416839" y="62056"/>
                </a:cubicBezTo>
                <a:cubicBezTo>
                  <a:pt x="424027" y="60566"/>
                  <a:pt x="431565" y="59777"/>
                  <a:pt x="439453" y="59690"/>
                </a:cubicBezTo>
                <a:cubicBezTo>
                  <a:pt x="448744" y="59690"/>
                  <a:pt x="456880" y="60830"/>
                  <a:pt x="463862" y="63112"/>
                </a:cubicBezTo>
                <a:cubicBezTo>
                  <a:pt x="470844" y="65394"/>
                  <a:pt x="476689" y="68531"/>
                  <a:pt x="481398" y="72525"/>
                </a:cubicBezTo>
                <a:cubicBezTo>
                  <a:pt x="486106" y="76516"/>
                  <a:pt x="489626" y="81231"/>
                  <a:pt x="491957" y="86671"/>
                </a:cubicBezTo>
                <a:cubicBezTo>
                  <a:pt x="494290" y="92110"/>
                  <a:pt x="495457" y="98032"/>
                  <a:pt x="495457" y="104436"/>
                </a:cubicBezTo>
                <a:lnTo>
                  <a:pt x="495457" y="152474"/>
                </a:lnTo>
                <a:cubicBezTo>
                  <a:pt x="495457" y="160896"/>
                  <a:pt x="495545" y="168134"/>
                  <a:pt x="495720" y="174188"/>
                </a:cubicBezTo>
                <a:cubicBezTo>
                  <a:pt x="495898" y="180241"/>
                  <a:pt x="496075" y="185637"/>
                  <a:pt x="496250" y="190376"/>
                </a:cubicBezTo>
                <a:lnTo>
                  <a:pt x="468082" y="190376"/>
                </a:lnTo>
                <a:lnTo>
                  <a:pt x="466763" y="176834"/>
                </a:lnTo>
                <a:moveTo>
                  <a:pt x="464170" y="136076"/>
                </a:moveTo>
                <a:cubicBezTo>
                  <a:pt x="461198" y="135375"/>
                  <a:pt x="457790" y="134740"/>
                  <a:pt x="453944" y="134170"/>
                </a:cubicBezTo>
                <a:cubicBezTo>
                  <a:pt x="450098" y="133600"/>
                  <a:pt x="446209" y="133315"/>
                  <a:pt x="442276" y="133315"/>
                </a:cubicBezTo>
                <a:cubicBezTo>
                  <a:pt x="434672" y="133315"/>
                  <a:pt x="428662" y="134827"/>
                  <a:pt x="424247" y="137851"/>
                </a:cubicBezTo>
                <a:cubicBezTo>
                  <a:pt x="419835" y="140875"/>
                  <a:pt x="417628" y="145499"/>
                  <a:pt x="417628" y="151722"/>
                </a:cubicBezTo>
                <a:cubicBezTo>
                  <a:pt x="417628" y="154614"/>
                  <a:pt x="418131" y="157134"/>
                  <a:pt x="419136" y="159282"/>
                </a:cubicBezTo>
                <a:cubicBezTo>
                  <a:pt x="420141" y="161429"/>
                  <a:pt x="421496" y="163204"/>
                  <a:pt x="423199" y="164606"/>
                </a:cubicBezTo>
                <a:cubicBezTo>
                  <a:pt x="424903" y="166009"/>
                  <a:pt x="426892" y="167061"/>
                  <a:pt x="429165" y="167762"/>
                </a:cubicBezTo>
                <a:cubicBezTo>
                  <a:pt x="431439" y="168463"/>
                  <a:pt x="433842" y="168814"/>
                  <a:pt x="436376" y="168814"/>
                </a:cubicBezTo>
                <a:cubicBezTo>
                  <a:pt x="439523" y="168814"/>
                  <a:pt x="442495" y="168397"/>
                  <a:pt x="445291" y="167565"/>
                </a:cubicBezTo>
                <a:cubicBezTo>
                  <a:pt x="448088" y="166732"/>
                  <a:pt x="450665" y="165680"/>
                  <a:pt x="453024" y="164409"/>
                </a:cubicBezTo>
                <a:cubicBezTo>
                  <a:pt x="455385" y="163138"/>
                  <a:pt x="457505" y="161714"/>
                  <a:pt x="459384" y="160136"/>
                </a:cubicBezTo>
                <a:cubicBezTo>
                  <a:pt x="461263" y="158559"/>
                  <a:pt x="462858" y="157025"/>
                  <a:pt x="464170" y="155535"/>
                </a:cubicBezTo>
                <a:lnTo>
                  <a:pt x="464170" y="136076"/>
                </a:lnTo>
                <a:close/>
                <a:moveTo>
                  <a:pt x="621089" y="187771"/>
                </a:moveTo>
                <a:cubicBezTo>
                  <a:pt x="617145" y="189431"/>
                  <a:pt x="612324" y="190849"/>
                  <a:pt x="606627" y="192027"/>
                </a:cubicBezTo>
                <a:cubicBezTo>
                  <a:pt x="600930" y="193205"/>
                  <a:pt x="594926" y="193794"/>
                  <a:pt x="588615" y="193794"/>
                </a:cubicBezTo>
                <a:cubicBezTo>
                  <a:pt x="579412" y="193794"/>
                  <a:pt x="570819" y="192476"/>
                  <a:pt x="562838" y="189841"/>
                </a:cubicBezTo>
                <a:cubicBezTo>
                  <a:pt x="554856" y="187206"/>
                  <a:pt x="547873" y="183212"/>
                  <a:pt x="541888" y="177857"/>
                </a:cubicBezTo>
                <a:cubicBezTo>
                  <a:pt x="535903" y="172499"/>
                  <a:pt x="531195" y="165714"/>
                  <a:pt x="527763" y="157503"/>
                </a:cubicBezTo>
                <a:cubicBezTo>
                  <a:pt x="524331" y="149291"/>
                  <a:pt x="522614" y="139696"/>
                  <a:pt x="522614" y="128718"/>
                </a:cubicBezTo>
                <a:cubicBezTo>
                  <a:pt x="522614" y="116422"/>
                  <a:pt x="524595" y="105884"/>
                  <a:pt x="528556" y="97102"/>
                </a:cubicBezTo>
                <a:cubicBezTo>
                  <a:pt x="532516" y="88321"/>
                  <a:pt x="537642" y="81186"/>
                  <a:pt x="543934" y="75697"/>
                </a:cubicBezTo>
                <a:cubicBezTo>
                  <a:pt x="550226" y="70208"/>
                  <a:pt x="557295" y="66167"/>
                  <a:pt x="565142" y="63576"/>
                </a:cubicBezTo>
                <a:cubicBezTo>
                  <a:pt x="572990" y="60985"/>
                  <a:pt x="580726" y="59690"/>
                  <a:pt x="588352" y="59690"/>
                </a:cubicBezTo>
                <a:cubicBezTo>
                  <a:pt x="594049" y="59690"/>
                  <a:pt x="599527" y="60194"/>
                  <a:pt x="604786" y="61202"/>
                </a:cubicBezTo>
                <a:cubicBezTo>
                  <a:pt x="610045" y="62209"/>
                  <a:pt x="614822" y="63590"/>
                  <a:pt x="619117" y="65343"/>
                </a:cubicBezTo>
                <a:lnTo>
                  <a:pt x="619117" y="90718"/>
                </a:lnTo>
                <a:cubicBezTo>
                  <a:pt x="615260" y="89052"/>
                  <a:pt x="611163" y="87716"/>
                  <a:pt x="606824" y="86708"/>
                </a:cubicBezTo>
                <a:cubicBezTo>
                  <a:pt x="602485" y="85700"/>
                  <a:pt x="597818" y="85196"/>
                  <a:pt x="592822" y="85196"/>
                </a:cubicBezTo>
                <a:cubicBezTo>
                  <a:pt x="587826" y="85196"/>
                  <a:pt x="583049" y="85965"/>
                  <a:pt x="578491" y="87505"/>
                </a:cubicBezTo>
                <a:cubicBezTo>
                  <a:pt x="573933" y="89044"/>
                  <a:pt x="569902" y="91485"/>
                  <a:pt x="566396" y="94826"/>
                </a:cubicBezTo>
                <a:cubicBezTo>
                  <a:pt x="562890" y="98165"/>
                  <a:pt x="560107" y="102583"/>
                  <a:pt x="558047" y="108081"/>
                </a:cubicBezTo>
                <a:cubicBezTo>
                  <a:pt x="555987" y="113575"/>
                  <a:pt x="554957" y="120191"/>
                  <a:pt x="554957" y="127929"/>
                </a:cubicBezTo>
                <a:cubicBezTo>
                  <a:pt x="554957" y="133555"/>
                  <a:pt x="555746" y="138852"/>
                  <a:pt x="557324" y="143821"/>
                </a:cubicBezTo>
                <a:cubicBezTo>
                  <a:pt x="558902" y="148790"/>
                  <a:pt x="561202" y="153033"/>
                  <a:pt x="564226" y="156550"/>
                </a:cubicBezTo>
                <a:cubicBezTo>
                  <a:pt x="567250" y="160066"/>
                  <a:pt x="571107" y="162903"/>
                  <a:pt x="575796" y="165058"/>
                </a:cubicBezTo>
                <a:cubicBezTo>
                  <a:pt x="580485" y="167211"/>
                  <a:pt x="586029" y="168288"/>
                  <a:pt x="592428" y="168288"/>
                </a:cubicBezTo>
                <a:cubicBezTo>
                  <a:pt x="598125" y="168288"/>
                  <a:pt x="603296" y="167730"/>
                  <a:pt x="607942" y="166616"/>
                </a:cubicBezTo>
                <a:cubicBezTo>
                  <a:pt x="612587" y="165501"/>
                  <a:pt x="616970" y="164130"/>
                  <a:pt x="621089" y="162503"/>
                </a:cubicBezTo>
                <a:lnTo>
                  <a:pt x="621089" y="187771"/>
                </a:lnTo>
                <a:close/>
                <a:moveTo>
                  <a:pt x="649247" y="0"/>
                </a:moveTo>
                <a:lnTo>
                  <a:pt x="680538" y="0"/>
                </a:lnTo>
                <a:lnTo>
                  <a:pt x="680538" y="114568"/>
                </a:lnTo>
                <a:lnTo>
                  <a:pt x="681195" y="114568"/>
                </a:lnTo>
                <a:lnTo>
                  <a:pt x="729709" y="62845"/>
                </a:lnTo>
                <a:lnTo>
                  <a:pt x="768231" y="62845"/>
                </a:lnTo>
                <a:lnTo>
                  <a:pt x="712355" y="122728"/>
                </a:lnTo>
                <a:lnTo>
                  <a:pt x="768626" y="190376"/>
                </a:lnTo>
                <a:lnTo>
                  <a:pt x="730893" y="190376"/>
                </a:lnTo>
                <a:lnTo>
                  <a:pt x="681064" y="131019"/>
                </a:lnTo>
                <a:lnTo>
                  <a:pt x="680538" y="131019"/>
                </a:lnTo>
                <a:lnTo>
                  <a:pt x="680538" y="190376"/>
                </a:lnTo>
                <a:lnTo>
                  <a:pt x="649247" y="190376"/>
                </a:lnTo>
                <a:lnTo>
                  <a:pt x="649247" y="0"/>
                </a:lnTo>
                <a:close/>
              </a:path>
            </a:pathLst>
          </a:custGeom>
          <a:solidFill xmlns:a="http://schemas.openxmlformats.org/drawingml/2006/main">
            <a:srgbClr val="C25308"/>
          </a:solidFill>
          <a:ln xmlns:a="http://schemas.openxmlformats.org/drawingml/2006/main" w="0" cap="flat">
            <a:noFill/>
            <a:miter/>
          </a:ln>
        </p:spPr>
      </p:sp>
      <p:pic>
        <p:nvPicPr>
          <p:cNvPr id="27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3f80cc67c18480b"/>
          <a:stretch xmlns:a="http://schemas.openxmlformats.org/drawingml/2006/main"/>
        </p:blipFill>
        <p:spPr>
          <a:xfrm xmlns:a="http://schemas.openxmlformats.org/drawingml/2006/main">
            <a:off x="2651247" y="224563"/>
            <a:ext cx="350313" cy="344167"/>
          </a:xfrm>
          <a:prstGeom xmlns:a="http://schemas.openxmlformats.org/drawingml/2006/main" prst="rect">
            <a:avLst/>
          </a:prstGeom>
        </p:spPr>
      </p:pic>
      <p:sp>
        <p:nvSpPr>
          <p:cNvPr id="4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32BD089-5414-42BC-B5F8-FDD7A7980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6883" y="112203"/>
            <a:ext cx="10" cy="1617081"/>
          </a:xfrm>
          <a:custGeom xmlns:a="http://schemas.openxmlformats.org/drawingml/2006/main">
            <a:pathLst>
              <a:path w="1" h="1617081" fill="none">
                <a:moveTo>
                  <a:pt x="0" y="0"/>
                </a:moveTo>
                <a:lnTo>
                  <a:pt x="0" y="1617081"/>
                </a:lnTo>
              </a:path>
            </a:pathLst>
          </a:custGeom>
          <a:noFill xmlns:a="http://schemas.openxmlformats.org/drawingml/2006/main"/>
          <a:ln xmlns:a="http://schemas.openxmlformats.org/drawingml/2006/main" w="25306" cap="flat">
            <a:solidFill>
              <a:srgbClr val="BE5108"/>
            </a:solidFill>
            <a:custDash>
              <a:ds d="100000" sp="100000"/>
            </a:custDash>
            <a:miter/>
          </a:ln>
        </p:spPr>
      </p:sp>
      <p:sp>
        <p:nvSpPr>
          <p:cNvPr id="45" name="Text Prompts">
            <a:extLst xmlns:a="http://schemas.openxmlformats.org/drawingml/2006/main">
              <a:ext uri="{FF2B5EF4-FFF2-40B4-BE49-F238E27FC236}">
                <a16:creationId xmlns:a16="http://schemas.microsoft.com/office/drawing/2014/main" id="{31CD1A19-976A-4263-BA73-EDE8A343C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8797" y="1148660"/>
            <a:ext cx="520562" cy="134105"/>
          </a:xfrm>
          <a:custGeom xmlns:a="http://schemas.openxmlformats.org/drawingml/2006/main">
            <a:pathLst>
              <a:path w="520562" h="134105">
                <a:moveTo>
                  <a:pt x="12117" y="99464"/>
                </a:moveTo>
                <a:lnTo>
                  <a:pt x="0" y="99464"/>
                </a:lnTo>
                <a:lnTo>
                  <a:pt x="0" y="0"/>
                </a:lnTo>
                <a:lnTo>
                  <a:pt x="27640" y="0"/>
                </a:lnTo>
                <a:cubicBezTo>
                  <a:pt x="31762" y="0"/>
                  <a:pt x="35574" y="248"/>
                  <a:pt x="39076" y="743"/>
                </a:cubicBezTo>
                <a:cubicBezTo>
                  <a:pt x="42578" y="1239"/>
                  <a:pt x="45794" y="2007"/>
                  <a:pt x="48726" y="3048"/>
                </a:cubicBezTo>
                <a:cubicBezTo>
                  <a:pt x="54685" y="5179"/>
                  <a:pt x="59205" y="8363"/>
                  <a:pt x="62283" y="12600"/>
                </a:cubicBezTo>
                <a:cubicBezTo>
                  <a:pt x="65364" y="16837"/>
                  <a:pt x="66904" y="22053"/>
                  <a:pt x="66904" y="28248"/>
                </a:cubicBezTo>
                <a:cubicBezTo>
                  <a:pt x="66904" y="33303"/>
                  <a:pt x="65897" y="37751"/>
                  <a:pt x="63884" y="41592"/>
                </a:cubicBezTo>
                <a:cubicBezTo>
                  <a:pt x="61872" y="45433"/>
                  <a:pt x="58953" y="48642"/>
                  <a:pt x="55126" y="51219"/>
                </a:cubicBezTo>
                <a:cubicBezTo>
                  <a:pt x="51301" y="53796"/>
                  <a:pt x="46642" y="55741"/>
                  <a:pt x="41151" y="57054"/>
                </a:cubicBezTo>
                <a:cubicBezTo>
                  <a:pt x="35659" y="58367"/>
                  <a:pt x="29435" y="59024"/>
                  <a:pt x="22478" y="59024"/>
                </a:cubicBezTo>
                <a:cubicBezTo>
                  <a:pt x="19148" y="59024"/>
                  <a:pt x="15695" y="58875"/>
                  <a:pt x="12117" y="58578"/>
                </a:cubicBezTo>
                <a:lnTo>
                  <a:pt x="12117" y="99464"/>
                </a:lnTo>
                <a:moveTo>
                  <a:pt x="12117" y="47430"/>
                </a:moveTo>
                <a:cubicBezTo>
                  <a:pt x="13756" y="47628"/>
                  <a:pt x="15468" y="47777"/>
                  <a:pt x="17256" y="47876"/>
                </a:cubicBezTo>
                <a:cubicBezTo>
                  <a:pt x="19043" y="47973"/>
                  <a:pt x="20731" y="48022"/>
                  <a:pt x="22320" y="48022"/>
                </a:cubicBezTo>
                <a:cubicBezTo>
                  <a:pt x="28028" y="48022"/>
                  <a:pt x="32894" y="47578"/>
                  <a:pt x="36916" y="46691"/>
                </a:cubicBezTo>
                <a:cubicBezTo>
                  <a:pt x="40938" y="45802"/>
                  <a:pt x="44214" y="44506"/>
                  <a:pt x="46744" y="42802"/>
                </a:cubicBezTo>
                <a:cubicBezTo>
                  <a:pt x="49277" y="41099"/>
                  <a:pt x="51113" y="39026"/>
                  <a:pt x="52255" y="36583"/>
                </a:cubicBezTo>
                <a:cubicBezTo>
                  <a:pt x="53398" y="34140"/>
                  <a:pt x="53969" y="31363"/>
                  <a:pt x="53969" y="28253"/>
                </a:cubicBezTo>
                <a:cubicBezTo>
                  <a:pt x="53969" y="24403"/>
                  <a:pt x="53038" y="21244"/>
                  <a:pt x="51177" y="18777"/>
                </a:cubicBezTo>
                <a:cubicBezTo>
                  <a:pt x="49315" y="16309"/>
                  <a:pt x="46672" y="14432"/>
                  <a:pt x="43246" y="13148"/>
                </a:cubicBezTo>
                <a:cubicBezTo>
                  <a:pt x="41110" y="12359"/>
                  <a:pt x="38652" y="11803"/>
                  <a:pt x="35873" y="11483"/>
                </a:cubicBezTo>
                <a:cubicBezTo>
                  <a:pt x="33093" y="11162"/>
                  <a:pt x="29866" y="11002"/>
                  <a:pt x="26192" y="11002"/>
                </a:cubicBezTo>
                <a:lnTo>
                  <a:pt x="12117" y="11002"/>
                </a:lnTo>
                <a:lnTo>
                  <a:pt x="12117" y="47430"/>
                </a:lnTo>
                <a:close/>
                <a:moveTo>
                  <a:pt x="124022" y="38210"/>
                </a:moveTo>
                <a:lnTo>
                  <a:pt x="123130" y="38210"/>
                </a:lnTo>
                <a:cubicBezTo>
                  <a:pt x="120404" y="38210"/>
                  <a:pt x="117728" y="38457"/>
                  <a:pt x="115101" y="38953"/>
                </a:cubicBezTo>
                <a:cubicBezTo>
                  <a:pt x="112475" y="39449"/>
                  <a:pt x="110009" y="40204"/>
                  <a:pt x="107705" y="41220"/>
                </a:cubicBezTo>
                <a:cubicBezTo>
                  <a:pt x="105400" y="42236"/>
                  <a:pt x="103319" y="43488"/>
                  <a:pt x="101461" y="44974"/>
                </a:cubicBezTo>
                <a:cubicBezTo>
                  <a:pt x="99602" y="46461"/>
                  <a:pt x="98053" y="48220"/>
                  <a:pt x="96814" y="50252"/>
                </a:cubicBezTo>
                <a:lnTo>
                  <a:pt x="96814" y="99464"/>
                </a:lnTo>
                <a:lnTo>
                  <a:pt x="85292" y="99464"/>
                </a:lnTo>
                <a:lnTo>
                  <a:pt x="85292" y="28843"/>
                </a:lnTo>
                <a:lnTo>
                  <a:pt x="94213" y="28843"/>
                </a:lnTo>
                <a:lnTo>
                  <a:pt x="96443" y="40068"/>
                </a:lnTo>
                <a:lnTo>
                  <a:pt x="96666" y="40068"/>
                </a:lnTo>
                <a:cubicBezTo>
                  <a:pt x="97806" y="38223"/>
                  <a:pt x="99206" y="36504"/>
                  <a:pt x="100866" y="34911"/>
                </a:cubicBezTo>
                <a:cubicBezTo>
                  <a:pt x="102526" y="33316"/>
                  <a:pt x="104397" y="31920"/>
                  <a:pt x="106478" y="30725"/>
                </a:cubicBezTo>
                <a:cubicBezTo>
                  <a:pt x="108560" y="29528"/>
                  <a:pt x="110839" y="28593"/>
                  <a:pt x="113317" y="27921"/>
                </a:cubicBezTo>
                <a:cubicBezTo>
                  <a:pt x="115795" y="27247"/>
                  <a:pt x="118397" y="26910"/>
                  <a:pt x="121123" y="26910"/>
                </a:cubicBezTo>
                <a:cubicBezTo>
                  <a:pt x="121618" y="26910"/>
                  <a:pt x="122126" y="26923"/>
                  <a:pt x="122647" y="26947"/>
                </a:cubicBezTo>
                <a:cubicBezTo>
                  <a:pt x="123167" y="26972"/>
                  <a:pt x="123626" y="27009"/>
                  <a:pt x="124022" y="27059"/>
                </a:cubicBezTo>
                <a:lnTo>
                  <a:pt x="124022" y="38210"/>
                </a:lnTo>
                <a:close/>
                <a:moveTo>
                  <a:pt x="187289" y="64228"/>
                </a:moveTo>
                <a:cubicBezTo>
                  <a:pt x="187289" y="59854"/>
                  <a:pt x="186756" y="55966"/>
                  <a:pt x="185691" y="52564"/>
                </a:cubicBezTo>
                <a:cubicBezTo>
                  <a:pt x="184625" y="49160"/>
                  <a:pt x="183139" y="46277"/>
                  <a:pt x="181231" y="43917"/>
                </a:cubicBezTo>
                <a:cubicBezTo>
                  <a:pt x="179323" y="41556"/>
                  <a:pt x="177055" y="39766"/>
                  <a:pt x="174429" y="38549"/>
                </a:cubicBezTo>
                <a:cubicBezTo>
                  <a:pt x="171802" y="37331"/>
                  <a:pt x="168928" y="36723"/>
                  <a:pt x="165806" y="36723"/>
                </a:cubicBezTo>
                <a:cubicBezTo>
                  <a:pt x="162683" y="36723"/>
                  <a:pt x="159809" y="37331"/>
                  <a:pt x="157182" y="38549"/>
                </a:cubicBezTo>
                <a:cubicBezTo>
                  <a:pt x="154556" y="39766"/>
                  <a:pt x="152289" y="41556"/>
                  <a:pt x="150381" y="43917"/>
                </a:cubicBezTo>
                <a:cubicBezTo>
                  <a:pt x="148473" y="46277"/>
                  <a:pt x="146986" y="49160"/>
                  <a:pt x="145920" y="52564"/>
                </a:cubicBezTo>
                <a:cubicBezTo>
                  <a:pt x="144855" y="55966"/>
                  <a:pt x="144322" y="59854"/>
                  <a:pt x="144322" y="64228"/>
                </a:cubicBezTo>
                <a:cubicBezTo>
                  <a:pt x="144322" y="68552"/>
                  <a:pt x="144855" y="72416"/>
                  <a:pt x="145920" y="75820"/>
                </a:cubicBezTo>
                <a:cubicBezTo>
                  <a:pt x="146986" y="79224"/>
                  <a:pt x="148485" y="82094"/>
                  <a:pt x="150418" y="84429"/>
                </a:cubicBezTo>
                <a:cubicBezTo>
                  <a:pt x="152351" y="86764"/>
                  <a:pt x="154630" y="88541"/>
                  <a:pt x="157257" y="89758"/>
                </a:cubicBezTo>
                <a:cubicBezTo>
                  <a:pt x="159883" y="90975"/>
                  <a:pt x="162758" y="91584"/>
                  <a:pt x="165880" y="91584"/>
                </a:cubicBezTo>
                <a:cubicBezTo>
                  <a:pt x="169002" y="91584"/>
                  <a:pt x="171864" y="90975"/>
                  <a:pt x="174466" y="89758"/>
                </a:cubicBezTo>
                <a:cubicBezTo>
                  <a:pt x="177068" y="88541"/>
                  <a:pt x="179323" y="86764"/>
                  <a:pt x="181231" y="84429"/>
                </a:cubicBezTo>
                <a:cubicBezTo>
                  <a:pt x="183139" y="82094"/>
                  <a:pt x="184625" y="79224"/>
                  <a:pt x="185691" y="75820"/>
                </a:cubicBezTo>
                <a:cubicBezTo>
                  <a:pt x="186756" y="72416"/>
                  <a:pt x="187289" y="68552"/>
                  <a:pt x="187289" y="64228"/>
                </a:cubicBezTo>
                <a:moveTo>
                  <a:pt x="199332" y="64228"/>
                </a:moveTo>
                <a:cubicBezTo>
                  <a:pt x="199332" y="69789"/>
                  <a:pt x="198539" y="74854"/>
                  <a:pt x="196953" y="79423"/>
                </a:cubicBezTo>
                <a:cubicBezTo>
                  <a:pt x="195367" y="83991"/>
                  <a:pt x="193125" y="87902"/>
                  <a:pt x="190226" y="91154"/>
                </a:cubicBezTo>
                <a:cubicBezTo>
                  <a:pt x="187326" y="94406"/>
                  <a:pt x="183820" y="96927"/>
                  <a:pt x="179707" y="98716"/>
                </a:cubicBezTo>
                <a:cubicBezTo>
                  <a:pt x="175593" y="100503"/>
                  <a:pt x="170985" y="101397"/>
                  <a:pt x="165880" y="101397"/>
                </a:cubicBezTo>
                <a:cubicBezTo>
                  <a:pt x="160627" y="101397"/>
                  <a:pt x="155931" y="100503"/>
                  <a:pt x="151793" y="98716"/>
                </a:cubicBezTo>
                <a:cubicBezTo>
                  <a:pt x="147655" y="96927"/>
                  <a:pt x="144136" y="94406"/>
                  <a:pt x="141237" y="91154"/>
                </a:cubicBezTo>
                <a:cubicBezTo>
                  <a:pt x="138338" y="87902"/>
                  <a:pt x="136120" y="83991"/>
                  <a:pt x="134584" y="79423"/>
                </a:cubicBezTo>
                <a:cubicBezTo>
                  <a:pt x="133048" y="74854"/>
                  <a:pt x="132279" y="69789"/>
                  <a:pt x="132279" y="64228"/>
                </a:cubicBezTo>
                <a:cubicBezTo>
                  <a:pt x="132279" y="58617"/>
                  <a:pt x="133072" y="53527"/>
                  <a:pt x="134658" y="48958"/>
                </a:cubicBezTo>
                <a:cubicBezTo>
                  <a:pt x="136244" y="44390"/>
                  <a:pt x="138487" y="40467"/>
                  <a:pt x="141386" y="37190"/>
                </a:cubicBezTo>
                <a:cubicBezTo>
                  <a:pt x="144285" y="33913"/>
                  <a:pt x="147804" y="31381"/>
                  <a:pt x="151942" y="29593"/>
                </a:cubicBezTo>
                <a:cubicBezTo>
                  <a:pt x="156080" y="27805"/>
                  <a:pt x="160701" y="26910"/>
                  <a:pt x="165806" y="26910"/>
                </a:cubicBezTo>
                <a:cubicBezTo>
                  <a:pt x="171009" y="26910"/>
                  <a:pt x="175693" y="27805"/>
                  <a:pt x="179855" y="29593"/>
                </a:cubicBezTo>
                <a:cubicBezTo>
                  <a:pt x="184018" y="31381"/>
                  <a:pt x="187537" y="33913"/>
                  <a:pt x="190411" y="37190"/>
                </a:cubicBezTo>
                <a:cubicBezTo>
                  <a:pt x="193286" y="40467"/>
                  <a:pt x="195491" y="44390"/>
                  <a:pt x="197027" y="48958"/>
                </a:cubicBezTo>
                <a:cubicBezTo>
                  <a:pt x="198564" y="53527"/>
                  <a:pt x="199332" y="58617"/>
                  <a:pt x="199332" y="64228"/>
                </a:cubicBezTo>
                <a:close/>
                <a:moveTo>
                  <a:pt x="275200" y="99464"/>
                </a:moveTo>
                <a:lnTo>
                  <a:pt x="263677" y="99464"/>
                </a:lnTo>
                <a:lnTo>
                  <a:pt x="263677" y="54043"/>
                </a:lnTo>
                <a:cubicBezTo>
                  <a:pt x="263677" y="50971"/>
                  <a:pt x="263342" y="48357"/>
                  <a:pt x="262672" y="46201"/>
                </a:cubicBezTo>
                <a:cubicBezTo>
                  <a:pt x="262001" y="44045"/>
                  <a:pt x="261032" y="42273"/>
                  <a:pt x="259765" y="40886"/>
                </a:cubicBezTo>
                <a:cubicBezTo>
                  <a:pt x="258500" y="39498"/>
                  <a:pt x="256986" y="38482"/>
                  <a:pt x="255222" y="37838"/>
                </a:cubicBezTo>
                <a:cubicBezTo>
                  <a:pt x="253459" y="37194"/>
                  <a:pt x="251485" y="36871"/>
                  <a:pt x="249300" y="36871"/>
                </a:cubicBezTo>
                <a:cubicBezTo>
                  <a:pt x="245177" y="36871"/>
                  <a:pt x="241427" y="37974"/>
                  <a:pt x="238050" y="40179"/>
                </a:cubicBezTo>
                <a:cubicBezTo>
                  <a:pt x="234673" y="42385"/>
                  <a:pt x="231644" y="45420"/>
                  <a:pt x="228962" y="49286"/>
                </a:cubicBezTo>
                <a:lnTo>
                  <a:pt x="228962" y="99464"/>
                </a:lnTo>
                <a:lnTo>
                  <a:pt x="217439" y="99464"/>
                </a:lnTo>
                <a:lnTo>
                  <a:pt x="217439" y="28843"/>
                </a:lnTo>
                <a:lnTo>
                  <a:pt x="226372" y="28843"/>
                </a:lnTo>
                <a:lnTo>
                  <a:pt x="228604" y="38656"/>
                </a:lnTo>
                <a:lnTo>
                  <a:pt x="228829" y="38656"/>
                </a:lnTo>
                <a:cubicBezTo>
                  <a:pt x="230119" y="37009"/>
                  <a:pt x="231521" y="35476"/>
                  <a:pt x="233034" y="34056"/>
                </a:cubicBezTo>
                <a:cubicBezTo>
                  <a:pt x="234547" y="32634"/>
                  <a:pt x="236235" y="31388"/>
                  <a:pt x="238096" y="30316"/>
                </a:cubicBezTo>
                <a:cubicBezTo>
                  <a:pt x="239958" y="29243"/>
                  <a:pt x="242004" y="28407"/>
                  <a:pt x="244236" y="27809"/>
                </a:cubicBezTo>
                <a:cubicBezTo>
                  <a:pt x="246469" y="27210"/>
                  <a:pt x="248901" y="26910"/>
                  <a:pt x="251533" y="26910"/>
                </a:cubicBezTo>
                <a:cubicBezTo>
                  <a:pt x="256792" y="26910"/>
                  <a:pt x="261159" y="28181"/>
                  <a:pt x="264632" y="30722"/>
                </a:cubicBezTo>
                <a:cubicBezTo>
                  <a:pt x="268106" y="33262"/>
                  <a:pt x="270786" y="36724"/>
                  <a:pt x="272672" y="41109"/>
                </a:cubicBezTo>
                <a:lnTo>
                  <a:pt x="272970" y="41109"/>
                </a:lnTo>
                <a:cubicBezTo>
                  <a:pt x="276097" y="36675"/>
                  <a:pt x="279670" y="33200"/>
                  <a:pt x="283691" y="30685"/>
                </a:cubicBezTo>
                <a:cubicBezTo>
                  <a:pt x="287711" y="28169"/>
                  <a:pt x="292401" y="26910"/>
                  <a:pt x="297761" y="26910"/>
                </a:cubicBezTo>
                <a:cubicBezTo>
                  <a:pt x="300244" y="26910"/>
                  <a:pt x="302874" y="27258"/>
                  <a:pt x="305653" y="27953"/>
                </a:cubicBezTo>
                <a:cubicBezTo>
                  <a:pt x="308433" y="28647"/>
                  <a:pt x="310989" y="29924"/>
                  <a:pt x="313321" y="31784"/>
                </a:cubicBezTo>
                <a:cubicBezTo>
                  <a:pt x="315655" y="33644"/>
                  <a:pt x="317591" y="36212"/>
                  <a:pt x="319129" y="39487"/>
                </a:cubicBezTo>
                <a:cubicBezTo>
                  <a:pt x="320668" y="42761"/>
                  <a:pt x="321438" y="46978"/>
                  <a:pt x="321438" y="52136"/>
                </a:cubicBezTo>
                <a:lnTo>
                  <a:pt x="321438" y="99464"/>
                </a:lnTo>
                <a:lnTo>
                  <a:pt x="309915" y="99464"/>
                </a:lnTo>
                <a:lnTo>
                  <a:pt x="309915" y="54043"/>
                </a:lnTo>
                <a:cubicBezTo>
                  <a:pt x="309915" y="50971"/>
                  <a:pt x="309581" y="48357"/>
                  <a:pt x="308912" y="46201"/>
                </a:cubicBezTo>
                <a:cubicBezTo>
                  <a:pt x="308243" y="44045"/>
                  <a:pt x="307277" y="42273"/>
                  <a:pt x="306013" y="40886"/>
                </a:cubicBezTo>
                <a:cubicBezTo>
                  <a:pt x="304749" y="39498"/>
                  <a:pt x="303237" y="38482"/>
                  <a:pt x="301478" y="37838"/>
                </a:cubicBezTo>
                <a:cubicBezTo>
                  <a:pt x="299719" y="37194"/>
                  <a:pt x="297749" y="36871"/>
                  <a:pt x="295568" y="36871"/>
                </a:cubicBezTo>
                <a:cubicBezTo>
                  <a:pt x="291455" y="36871"/>
                  <a:pt x="287701" y="37974"/>
                  <a:pt x="284306" y="40179"/>
                </a:cubicBezTo>
                <a:cubicBezTo>
                  <a:pt x="280911" y="42385"/>
                  <a:pt x="277876" y="45420"/>
                  <a:pt x="275200" y="49286"/>
                </a:cubicBezTo>
                <a:lnTo>
                  <a:pt x="275200" y="99464"/>
                </a:lnTo>
                <a:close/>
                <a:moveTo>
                  <a:pt x="393286" y="63522"/>
                </a:moveTo>
                <a:cubicBezTo>
                  <a:pt x="393286" y="59402"/>
                  <a:pt x="392850" y="55704"/>
                  <a:pt x="391978" y="52429"/>
                </a:cubicBezTo>
                <a:cubicBezTo>
                  <a:pt x="391106" y="49153"/>
                  <a:pt x="389797" y="46362"/>
                  <a:pt x="388052" y="44054"/>
                </a:cubicBezTo>
                <a:cubicBezTo>
                  <a:pt x="386308" y="41747"/>
                  <a:pt x="384165" y="39973"/>
                  <a:pt x="381622" y="38732"/>
                </a:cubicBezTo>
                <a:cubicBezTo>
                  <a:pt x="379080" y="37492"/>
                  <a:pt x="376140" y="36871"/>
                  <a:pt x="372801" y="36871"/>
                </a:cubicBezTo>
                <a:cubicBezTo>
                  <a:pt x="370408" y="36871"/>
                  <a:pt x="368228" y="37194"/>
                  <a:pt x="366259" y="37840"/>
                </a:cubicBezTo>
                <a:cubicBezTo>
                  <a:pt x="364291" y="38486"/>
                  <a:pt x="362509" y="39305"/>
                  <a:pt x="360914" y="40298"/>
                </a:cubicBezTo>
                <a:cubicBezTo>
                  <a:pt x="359319" y="41291"/>
                  <a:pt x="357948" y="42359"/>
                  <a:pt x="356802" y="43501"/>
                </a:cubicBezTo>
                <a:cubicBezTo>
                  <a:pt x="355656" y="44643"/>
                  <a:pt x="354734" y="45660"/>
                  <a:pt x="354036" y="46554"/>
                </a:cubicBezTo>
                <a:lnTo>
                  <a:pt x="354036" y="83537"/>
                </a:lnTo>
                <a:cubicBezTo>
                  <a:pt x="356478" y="86021"/>
                  <a:pt x="359256" y="87983"/>
                  <a:pt x="362371" y="89424"/>
                </a:cubicBezTo>
                <a:cubicBezTo>
                  <a:pt x="365487" y="90864"/>
                  <a:pt x="368839" y="91584"/>
                  <a:pt x="372427" y="91584"/>
                </a:cubicBezTo>
                <a:cubicBezTo>
                  <a:pt x="374620" y="91584"/>
                  <a:pt x="376938" y="91175"/>
                  <a:pt x="379380" y="90357"/>
                </a:cubicBezTo>
                <a:cubicBezTo>
                  <a:pt x="381822" y="89538"/>
                  <a:pt x="384077" y="88074"/>
                  <a:pt x="386145" y="85965"/>
                </a:cubicBezTo>
                <a:cubicBezTo>
                  <a:pt x="388214" y="83855"/>
                  <a:pt x="389921" y="80989"/>
                  <a:pt x="391267" y="77367"/>
                </a:cubicBezTo>
                <a:cubicBezTo>
                  <a:pt x="392613" y="73744"/>
                  <a:pt x="393286" y="69129"/>
                  <a:pt x="393286" y="63522"/>
                </a:cubicBezTo>
                <a:moveTo>
                  <a:pt x="405329" y="63333"/>
                </a:moveTo>
                <a:cubicBezTo>
                  <a:pt x="405329" y="68250"/>
                  <a:pt x="404843" y="72609"/>
                  <a:pt x="403872" y="76407"/>
                </a:cubicBezTo>
                <a:cubicBezTo>
                  <a:pt x="402903" y="80205"/>
                  <a:pt x="401621" y="83519"/>
                  <a:pt x="400027" y="86350"/>
                </a:cubicBezTo>
                <a:cubicBezTo>
                  <a:pt x="398435" y="89181"/>
                  <a:pt x="396568" y="91553"/>
                  <a:pt x="394426" y="93466"/>
                </a:cubicBezTo>
                <a:cubicBezTo>
                  <a:pt x="392286" y="95377"/>
                  <a:pt x="390072" y="96916"/>
                  <a:pt x="387783" y="98084"/>
                </a:cubicBezTo>
                <a:cubicBezTo>
                  <a:pt x="385494" y="99250"/>
                  <a:pt x="383167" y="100093"/>
                  <a:pt x="380802" y="100614"/>
                </a:cubicBezTo>
                <a:cubicBezTo>
                  <a:pt x="378437" y="101136"/>
                  <a:pt x="376209" y="101397"/>
                  <a:pt x="374118" y="101397"/>
                </a:cubicBezTo>
                <a:cubicBezTo>
                  <a:pt x="369788" y="101397"/>
                  <a:pt x="366030" y="100690"/>
                  <a:pt x="362845" y="99276"/>
                </a:cubicBezTo>
                <a:cubicBezTo>
                  <a:pt x="359659" y="97862"/>
                  <a:pt x="356797" y="95765"/>
                  <a:pt x="354259" y="92987"/>
                </a:cubicBezTo>
                <a:lnTo>
                  <a:pt x="354040" y="92987"/>
                </a:lnTo>
                <a:lnTo>
                  <a:pt x="354040" y="134105"/>
                </a:lnTo>
                <a:lnTo>
                  <a:pt x="342736" y="134105"/>
                </a:lnTo>
                <a:lnTo>
                  <a:pt x="342736" y="28843"/>
                </a:lnTo>
                <a:lnTo>
                  <a:pt x="351434" y="28843"/>
                </a:lnTo>
                <a:lnTo>
                  <a:pt x="353887" y="36881"/>
                </a:lnTo>
                <a:lnTo>
                  <a:pt x="354110" y="36881"/>
                </a:lnTo>
                <a:cubicBezTo>
                  <a:pt x="354754" y="35882"/>
                  <a:pt x="355584" y="34908"/>
                  <a:pt x="356600" y="33958"/>
                </a:cubicBezTo>
                <a:cubicBezTo>
                  <a:pt x="357616" y="33007"/>
                  <a:pt x="358979" y="31995"/>
                  <a:pt x="360689" y="30922"/>
                </a:cubicBezTo>
                <a:cubicBezTo>
                  <a:pt x="362399" y="29847"/>
                  <a:pt x="364455" y="28910"/>
                  <a:pt x="366859" y="28111"/>
                </a:cubicBezTo>
                <a:cubicBezTo>
                  <a:pt x="369262" y="27311"/>
                  <a:pt x="371877" y="26910"/>
                  <a:pt x="374701" y="26910"/>
                </a:cubicBezTo>
                <a:cubicBezTo>
                  <a:pt x="378666" y="26910"/>
                  <a:pt x="382495" y="27581"/>
                  <a:pt x="386187" y="28922"/>
                </a:cubicBezTo>
                <a:cubicBezTo>
                  <a:pt x="389879" y="30262"/>
                  <a:pt x="393137" y="32396"/>
                  <a:pt x="395962" y="35327"/>
                </a:cubicBezTo>
                <a:cubicBezTo>
                  <a:pt x="398787" y="38257"/>
                  <a:pt x="401054" y="42019"/>
                  <a:pt x="402764" y="46612"/>
                </a:cubicBezTo>
                <a:cubicBezTo>
                  <a:pt x="404474" y="51205"/>
                  <a:pt x="405329" y="56779"/>
                  <a:pt x="405329" y="63333"/>
                </a:cubicBezTo>
                <a:close/>
                <a:moveTo>
                  <a:pt x="460820" y="99675"/>
                </a:moveTo>
                <a:cubicBezTo>
                  <a:pt x="459829" y="100073"/>
                  <a:pt x="458318" y="100447"/>
                  <a:pt x="456286" y="100797"/>
                </a:cubicBezTo>
                <a:cubicBezTo>
                  <a:pt x="454254" y="101147"/>
                  <a:pt x="451826" y="101347"/>
                  <a:pt x="449001" y="101397"/>
                </a:cubicBezTo>
                <a:cubicBezTo>
                  <a:pt x="445284" y="101397"/>
                  <a:pt x="442063" y="100938"/>
                  <a:pt x="439337" y="100021"/>
                </a:cubicBezTo>
                <a:cubicBezTo>
                  <a:pt x="436611" y="99104"/>
                  <a:pt x="434344" y="97791"/>
                  <a:pt x="432535" y="96081"/>
                </a:cubicBezTo>
                <a:cubicBezTo>
                  <a:pt x="430726" y="94372"/>
                  <a:pt x="429376" y="92303"/>
                  <a:pt x="428484" y="89874"/>
                </a:cubicBezTo>
                <a:cubicBezTo>
                  <a:pt x="427591" y="87446"/>
                  <a:pt x="427145" y="84745"/>
                  <a:pt x="427145" y="81771"/>
                </a:cubicBezTo>
                <a:lnTo>
                  <a:pt x="427145" y="38804"/>
                </a:lnTo>
                <a:lnTo>
                  <a:pt x="413542" y="38804"/>
                </a:lnTo>
                <a:lnTo>
                  <a:pt x="413542" y="28843"/>
                </a:lnTo>
                <a:lnTo>
                  <a:pt x="427145" y="28843"/>
                </a:lnTo>
                <a:lnTo>
                  <a:pt x="427145" y="9515"/>
                </a:lnTo>
                <a:lnTo>
                  <a:pt x="438668" y="9515"/>
                </a:lnTo>
                <a:lnTo>
                  <a:pt x="438668" y="28843"/>
                </a:lnTo>
                <a:lnTo>
                  <a:pt x="459780" y="28843"/>
                </a:lnTo>
                <a:lnTo>
                  <a:pt x="459780" y="38804"/>
                </a:lnTo>
                <a:lnTo>
                  <a:pt x="438668" y="38804"/>
                </a:lnTo>
                <a:lnTo>
                  <a:pt x="438668" y="79929"/>
                </a:lnTo>
                <a:cubicBezTo>
                  <a:pt x="438668" y="81562"/>
                  <a:pt x="438903" y="83071"/>
                  <a:pt x="439374" y="84457"/>
                </a:cubicBezTo>
                <a:cubicBezTo>
                  <a:pt x="439845" y="85843"/>
                  <a:pt x="440588" y="87043"/>
                  <a:pt x="441604" y="88058"/>
                </a:cubicBezTo>
                <a:cubicBezTo>
                  <a:pt x="442620" y="89072"/>
                  <a:pt x="443921" y="89864"/>
                  <a:pt x="445507" y="90434"/>
                </a:cubicBezTo>
                <a:cubicBezTo>
                  <a:pt x="447093" y="91002"/>
                  <a:pt x="449001" y="91287"/>
                  <a:pt x="451231" y="91287"/>
                </a:cubicBezTo>
                <a:cubicBezTo>
                  <a:pt x="452767" y="91287"/>
                  <a:pt x="454390" y="91163"/>
                  <a:pt x="456100" y="90915"/>
                </a:cubicBezTo>
                <a:cubicBezTo>
                  <a:pt x="457810" y="90667"/>
                  <a:pt x="459383" y="90345"/>
                  <a:pt x="460820" y="89949"/>
                </a:cubicBezTo>
                <a:lnTo>
                  <a:pt x="460820" y="99675"/>
                </a:lnTo>
                <a:close/>
                <a:moveTo>
                  <a:pt x="484731" y="47618"/>
                </a:moveTo>
                <a:cubicBezTo>
                  <a:pt x="484731" y="49554"/>
                  <a:pt x="485143" y="51143"/>
                  <a:pt x="485967" y="52385"/>
                </a:cubicBezTo>
                <a:cubicBezTo>
                  <a:pt x="486791" y="53627"/>
                  <a:pt x="487893" y="54633"/>
                  <a:pt x="489273" y="55402"/>
                </a:cubicBezTo>
                <a:cubicBezTo>
                  <a:pt x="490654" y="56172"/>
                  <a:pt x="492253" y="56806"/>
                  <a:pt x="494070" y="57303"/>
                </a:cubicBezTo>
                <a:cubicBezTo>
                  <a:pt x="495887" y="57798"/>
                  <a:pt x="497764" y="58244"/>
                  <a:pt x="499703" y="58641"/>
                </a:cubicBezTo>
                <a:cubicBezTo>
                  <a:pt x="502369" y="59237"/>
                  <a:pt x="504888" y="59895"/>
                  <a:pt x="507263" y="60615"/>
                </a:cubicBezTo>
                <a:cubicBezTo>
                  <a:pt x="509637" y="61336"/>
                  <a:pt x="511829" y="62416"/>
                  <a:pt x="513839" y="63856"/>
                </a:cubicBezTo>
                <a:cubicBezTo>
                  <a:pt x="515849" y="65296"/>
                  <a:pt x="517472" y="67245"/>
                  <a:pt x="518708" y="69703"/>
                </a:cubicBezTo>
                <a:cubicBezTo>
                  <a:pt x="519944" y="72161"/>
                  <a:pt x="520562" y="75351"/>
                  <a:pt x="520562" y="79274"/>
                </a:cubicBezTo>
                <a:cubicBezTo>
                  <a:pt x="520562" y="82850"/>
                  <a:pt x="519868" y="86016"/>
                  <a:pt x="518481" y="88773"/>
                </a:cubicBezTo>
                <a:cubicBezTo>
                  <a:pt x="517093" y="91528"/>
                  <a:pt x="515135" y="93837"/>
                  <a:pt x="512608" y="95700"/>
                </a:cubicBezTo>
                <a:cubicBezTo>
                  <a:pt x="510080" y="97562"/>
                  <a:pt x="507057" y="98977"/>
                  <a:pt x="503539" y="99945"/>
                </a:cubicBezTo>
                <a:cubicBezTo>
                  <a:pt x="500020" y="100913"/>
                  <a:pt x="496155" y="101397"/>
                  <a:pt x="491942" y="101397"/>
                </a:cubicBezTo>
                <a:cubicBezTo>
                  <a:pt x="489365" y="101397"/>
                  <a:pt x="487023" y="101260"/>
                  <a:pt x="484917" y="100988"/>
                </a:cubicBezTo>
                <a:cubicBezTo>
                  <a:pt x="482811" y="100715"/>
                  <a:pt x="480953" y="100368"/>
                  <a:pt x="479342" y="99947"/>
                </a:cubicBezTo>
                <a:cubicBezTo>
                  <a:pt x="477731" y="99526"/>
                  <a:pt x="476356" y="99092"/>
                  <a:pt x="475216" y="98646"/>
                </a:cubicBezTo>
                <a:cubicBezTo>
                  <a:pt x="474076" y="98200"/>
                  <a:pt x="473135" y="97779"/>
                  <a:pt x="472391" y="97382"/>
                </a:cubicBezTo>
                <a:lnTo>
                  <a:pt x="472391" y="87718"/>
                </a:lnTo>
                <a:cubicBezTo>
                  <a:pt x="475311" y="88908"/>
                  <a:pt x="478205" y="89849"/>
                  <a:pt x="481075" y="90543"/>
                </a:cubicBezTo>
                <a:cubicBezTo>
                  <a:pt x="483946" y="91237"/>
                  <a:pt x="487109" y="91584"/>
                  <a:pt x="490565" y="91584"/>
                </a:cubicBezTo>
                <a:cubicBezTo>
                  <a:pt x="493290" y="91584"/>
                  <a:pt x="495747" y="91335"/>
                  <a:pt x="497936" y="90838"/>
                </a:cubicBezTo>
                <a:cubicBezTo>
                  <a:pt x="500125" y="90341"/>
                  <a:pt x="502011" y="89608"/>
                  <a:pt x="503592" y="88638"/>
                </a:cubicBezTo>
                <a:cubicBezTo>
                  <a:pt x="505173" y="87667"/>
                  <a:pt x="506390" y="86448"/>
                  <a:pt x="507242" y="84982"/>
                </a:cubicBezTo>
                <a:cubicBezTo>
                  <a:pt x="508094" y="83514"/>
                  <a:pt x="508519" y="81810"/>
                  <a:pt x="508519" y="79871"/>
                </a:cubicBezTo>
                <a:cubicBezTo>
                  <a:pt x="508519" y="77884"/>
                  <a:pt x="508130" y="76246"/>
                  <a:pt x="507351" y="74956"/>
                </a:cubicBezTo>
                <a:cubicBezTo>
                  <a:pt x="506573" y="73664"/>
                  <a:pt x="505527" y="72596"/>
                  <a:pt x="504212" y="71752"/>
                </a:cubicBezTo>
                <a:cubicBezTo>
                  <a:pt x="502899" y="70908"/>
                  <a:pt x="501379" y="70213"/>
                  <a:pt x="499652" y="69666"/>
                </a:cubicBezTo>
                <a:cubicBezTo>
                  <a:pt x="497926" y="69119"/>
                  <a:pt x="496114" y="68623"/>
                  <a:pt x="494216" y="68177"/>
                </a:cubicBezTo>
                <a:cubicBezTo>
                  <a:pt x="491735" y="67630"/>
                  <a:pt x="489217" y="66984"/>
                  <a:pt x="486662" y="66239"/>
                </a:cubicBezTo>
                <a:cubicBezTo>
                  <a:pt x="484108" y="65495"/>
                  <a:pt x="481785" y="64452"/>
                  <a:pt x="479693" y="63113"/>
                </a:cubicBezTo>
                <a:cubicBezTo>
                  <a:pt x="477602" y="61771"/>
                  <a:pt x="475912" y="59946"/>
                  <a:pt x="474621" y="57637"/>
                </a:cubicBezTo>
                <a:cubicBezTo>
                  <a:pt x="473333" y="55328"/>
                  <a:pt x="472689" y="52361"/>
                  <a:pt x="472689" y="48735"/>
                </a:cubicBezTo>
                <a:cubicBezTo>
                  <a:pt x="472689" y="45011"/>
                  <a:pt x="473356" y="41783"/>
                  <a:pt x="474691" y="39053"/>
                </a:cubicBezTo>
                <a:cubicBezTo>
                  <a:pt x="476028" y="36321"/>
                  <a:pt x="477833" y="34061"/>
                  <a:pt x="480108" y="32274"/>
                </a:cubicBezTo>
                <a:cubicBezTo>
                  <a:pt x="482385" y="30485"/>
                  <a:pt x="485033" y="29144"/>
                  <a:pt x="488051" y="28251"/>
                </a:cubicBezTo>
                <a:cubicBezTo>
                  <a:pt x="491069" y="27357"/>
                  <a:pt x="494261" y="26910"/>
                  <a:pt x="497624" y="26910"/>
                </a:cubicBezTo>
                <a:cubicBezTo>
                  <a:pt x="501533" y="26910"/>
                  <a:pt x="505157" y="27280"/>
                  <a:pt x="508496" y="28021"/>
                </a:cubicBezTo>
                <a:cubicBezTo>
                  <a:pt x="511837" y="28759"/>
                  <a:pt x="514868" y="29696"/>
                  <a:pt x="517589" y="30829"/>
                </a:cubicBezTo>
                <a:lnTo>
                  <a:pt x="517589" y="40588"/>
                </a:lnTo>
                <a:cubicBezTo>
                  <a:pt x="514694" y="39470"/>
                  <a:pt x="511763" y="38559"/>
                  <a:pt x="508796" y="37854"/>
                </a:cubicBezTo>
                <a:cubicBezTo>
                  <a:pt x="505829" y="37148"/>
                  <a:pt x="502777" y="36771"/>
                  <a:pt x="499641" y="36723"/>
                </a:cubicBezTo>
                <a:cubicBezTo>
                  <a:pt x="496986" y="36723"/>
                  <a:pt x="494718" y="36997"/>
                  <a:pt x="492836" y="37545"/>
                </a:cubicBezTo>
                <a:cubicBezTo>
                  <a:pt x="490955" y="38092"/>
                  <a:pt x="489411" y="38851"/>
                  <a:pt x="488204" y="39822"/>
                </a:cubicBezTo>
                <a:cubicBezTo>
                  <a:pt x="486999" y="40791"/>
                  <a:pt x="486119" y="41935"/>
                  <a:pt x="485563" y="43253"/>
                </a:cubicBezTo>
                <a:cubicBezTo>
                  <a:pt x="485009" y="44571"/>
                  <a:pt x="484731" y="46026"/>
                  <a:pt x="484731" y="47618"/>
                </a:cubicBezTo>
                <a:close/>
              </a:path>
            </a:pathLst>
          </a:custGeom>
          <a:solidFill xmlns:a="http://schemas.openxmlformats.org/drawingml/2006/main">
            <a:srgbClr val="BE510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6" name="Text Dark">
            <a:extLst xmlns:a="http://schemas.openxmlformats.org/drawingml/2006/main">
              <a:ext uri="{FF2B5EF4-FFF2-40B4-BE49-F238E27FC236}">
                <a16:creationId xmlns:a16="http://schemas.microsoft.com/office/drawing/2014/main" id="{7D1AD70F-0DC5-4C45-8F2E-019EAF788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6214" y="1144671"/>
            <a:ext cx="317780" cy="120939"/>
          </a:xfrm>
          <a:custGeom xmlns:a="http://schemas.openxmlformats.org/drawingml/2006/main">
            <a:pathLst>
              <a:path w="317780" h="120939">
                <a:moveTo>
                  <a:pt x="88940" y="63423"/>
                </a:moveTo>
                <a:cubicBezTo>
                  <a:pt x="88940" y="69823"/>
                  <a:pt x="88147" y="75840"/>
                  <a:pt x="86561" y="81474"/>
                </a:cubicBezTo>
                <a:cubicBezTo>
                  <a:pt x="84975" y="87108"/>
                  <a:pt x="82582" y="92181"/>
                  <a:pt x="79382" y="96694"/>
                </a:cubicBezTo>
                <a:cubicBezTo>
                  <a:pt x="76182" y="101206"/>
                  <a:pt x="72189" y="105104"/>
                  <a:pt x="67403" y="108386"/>
                </a:cubicBezTo>
                <a:cubicBezTo>
                  <a:pt x="62616" y="111668"/>
                  <a:pt x="57023" y="114211"/>
                  <a:pt x="50624" y="116016"/>
                </a:cubicBezTo>
                <a:cubicBezTo>
                  <a:pt x="46959" y="117055"/>
                  <a:pt x="42993" y="117780"/>
                  <a:pt x="38727" y="118190"/>
                </a:cubicBezTo>
                <a:cubicBezTo>
                  <a:pt x="34460" y="118601"/>
                  <a:pt x="29838" y="118806"/>
                  <a:pt x="24861" y="118806"/>
                </a:cubicBezTo>
                <a:lnTo>
                  <a:pt x="0" y="118806"/>
                </a:lnTo>
                <a:lnTo>
                  <a:pt x="0" y="9025"/>
                </a:lnTo>
                <a:lnTo>
                  <a:pt x="25107" y="9025"/>
                </a:lnTo>
                <a:cubicBezTo>
                  <a:pt x="30084" y="9025"/>
                  <a:pt x="34706" y="9230"/>
                  <a:pt x="38973" y="9641"/>
                </a:cubicBezTo>
                <a:cubicBezTo>
                  <a:pt x="43239" y="10051"/>
                  <a:pt x="47205" y="10776"/>
                  <a:pt x="50870" y="11815"/>
                </a:cubicBezTo>
                <a:cubicBezTo>
                  <a:pt x="57270" y="13620"/>
                  <a:pt x="62863" y="16136"/>
                  <a:pt x="67649" y="19363"/>
                </a:cubicBezTo>
                <a:cubicBezTo>
                  <a:pt x="72435" y="22591"/>
                  <a:pt x="76401" y="26406"/>
                  <a:pt x="79546" y="30809"/>
                </a:cubicBezTo>
                <a:cubicBezTo>
                  <a:pt x="82691" y="35212"/>
                  <a:pt x="85043" y="40163"/>
                  <a:pt x="86602" y="45660"/>
                </a:cubicBezTo>
                <a:cubicBezTo>
                  <a:pt x="88161" y="51157"/>
                  <a:pt x="88940" y="57078"/>
                  <a:pt x="88940" y="63423"/>
                </a:cubicBezTo>
                <a:moveTo>
                  <a:pt x="75648" y="63423"/>
                </a:moveTo>
                <a:cubicBezTo>
                  <a:pt x="75648" y="52887"/>
                  <a:pt x="73320" y="44344"/>
                  <a:pt x="68664" y="37793"/>
                </a:cubicBezTo>
                <a:cubicBezTo>
                  <a:pt x="64008" y="31242"/>
                  <a:pt x="57329" y="26601"/>
                  <a:pt x="48626" y="23871"/>
                </a:cubicBezTo>
                <a:cubicBezTo>
                  <a:pt x="45302" y="22833"/>
                  <a:pt x="41588" y="22124"/>
                  <a:pt x="37486" y="21743"/>
                </a:cubicBezTo>
                <a:cubicBezTo>
                  <a:pt x="33383" y="21360"/>
                  <a:pt x="28755" y="21168"/>
                  <a:pt x="23602" y="21168"/>
                </a:cubicBezTo>
                <a:lnTo>
                  <a:pt x="13374" y="21168"/>
                </a:lnTo>
                <a:lnTo>
                  <a:pt x="13374" y="106663"/>
                </a:lnTo>
                <a:lnTo>
                  <a:pt x="23602" y="106663"/>
                </a:lnTo>
                <a:cubicBezTo>
                  <a:pt x="28755" y="106663"/>
                  <a:pt x="33383" y="106472"/>
                  <a:pt x="37486" y="106091"/>
                </a:cubicBezTo>
                <a:cubicBezTo>
                  <a:pt x="41588" y="105708"/>
                  <a:pt x="45302" y="104998"/>
                  <a:pt x="48626" y="103960"/>
                </a:cubicBezTo>
                <a:cubicBezTo>
                  <a:pt x="57329" y="101230"/>
                  <a:pt x="64008" y="96454"/>
                  <a:pt x="68664" y="89630"/>
                </a:cubicBezTo>
                <a:cubicBezTo>
                  <a:pt x="73320" y="82805"/>
                  <a:pt x="75648" y="74069"/>
                  <a:pt x="75648" y="63423"/>
                </a:cubicBezTo>
                <a:close/>
                <a:moveTo>
                  <a:pt x="157249" y="110191"/>
                </a:moveTo>
                <a:lnTo>
                  <a:pt x="156921" y="110191"/>
                </a:lnTo>
                <a:cubicBezTo>
                  <a:pt x="155883" y="111503"/>
                  <a:pt x="154572" y="112803"/>
                  <a:pt x="152987" y="114088"/>
                </a:cubicBezTo>
                <a:cubicBezTo>
                  <a:pt x="151405" y="115373"/>
                  <a:pt x="149575" y="116524"/>
                  <a:pt x="147498" y="117539"/>
                </a:cubicBezTo>
                <a:cubicBezTo>
                  <a:pt x="145423" y="118555"/>
                  <a:pt x="143156" y="119375"/>
                  <a:pt x="140698" y="120001"/>
                </a:cubicBezTo>
                <a:cubicBezTo>
                  <a:pt x="138240" y="120626"/>
                  <a:pt x="135618" y="120939"/>
                  <a:pt x="132832" y="120939"/>
                </a:cubicBezTo>
                <a:cubicBezTo>
                  <a:pt x="129063" y="120939"/>
                  <a:pt x="125607" y="120378"/>
                  <a:pt x="122465" y="119254"/>
                </a:cubicBezTo>
                <a:cubicBezTo>
                  <a:pt x="119325" y="118131"/>
                  <a:pt x="116621" y="116488"/>
                  <a:pt x="114353" y="114324"/>
                </a:cubicBezTo>
                <a:cubicBezTo>
                  <a:pt x="112086" y="112160"/>
                  <a:pt x="110325" y="109516"/>
                  <a:pt x="109069" y="106393"/>
                </a:cubicBezTo>
                <a:cubicBezTo>
                  <a:pt x="107812" y="103270"/>
                  <a:pt x="107184" y="99736"/>
                  <a:pt x="107184" y="95791"/>
                </a:cubicBezTo>
                <a:cubicBezTo>
                  <a:pt x="107184" y="91901"/>
                  <a:pt x="107880" y="88421"/>
                  <a:pt x="109271" y="85353"/>
                </a:cubicBezTo>
                <a:cubicBezTo>
                  <a:pt x="110664" y="82285"/>
                  <a:pt x="112616" y="79682"/>
                  <a:pt x="115127" y="77546"/>
                </a:cubicBezTo>
                <a:cubicBezTo>
                  <a:pt x="117640" y="75409"/>
                  <a:pt x="120658" y="73766"/>
                  <a:pt x="124181" y="72615"/>
                </a:cubicBezTo>
                <a:cubicBezTo>
                  <a:pt x="127704" y="71465"/>
                  <a:pt x="131594" y="70890"/>
                  <a:pt x="135852" y="70890"/>
                </a:cubicBezTo>
                <a:cubicBezTo>
                  <a:pt x="139893" y="70944"/>
                  <a:pt x="143634" y="71300"/>
                  <a:pt x="147075" y="71956"/>
                </a:cubicBezTo>
                <a:cubicBezTo>
                  <a:pt x="150516" y="72613"/>
                  <a:pt x="153574" y="73433"/>
                  <a:pt x="156249" y="74418"/>
                </a:cubicBezTo>
                <a:lnTo>
                  <a:pt x="156577" y="74418"/>
                </a:lnTo>
                <a:lnTo>
                  <a:pt x="156577" y="69003"/>
                </a:lnTo>
                <a:cubicBezTo>
                  <a:pt x="156577" y="66869"/>
                  <a:pt x="156440" y="64982"/>
                  <a:pt x="156167" y="63341"/>
                </a:cubicBezTo>
                <a:cubicBezTo>
                  <a:pt x="155893" y="61700"/>
                  <a:pt x="155428" y="60251"/>
                  <a:pt x="154772" y="58993"/>
                </a:cubicBezTo>
                <a:cubicBezTo>
                  <a:pt x="153350" y="56367"/>
                  <a:pt x="151080" y="54193"/>
                  <a:pt x="147962" y="52470"/>
                </a:cubicBezTo>
                <a:cubicBezTo>
                  <a:pt x="144844" y="50747"/>
                  <a:pt x="140632" y="49885"/>
                  <a:pt x="135326" y="49885"/>
                </a:cubicBezTo>
                <a:cubicBezTo>
                  <a:pt x="131388" y="49885"/>
                  <a:pt x="127682" y="50248"/>
                  <a:pt x="124209" y="50972"/>
                </a:cubicBezTo>
                <a:cubicBezTo>
                  <a:pt x="120736" y="51695"/>
                  <a:pt x="117276" y="52701"/>
                  <a:pt x="113830" y="53988"/>
                </a:cubicBezTo>
                <a:lnTo>
                  <a:pt x="113830" y="43321"/>
                </a:lnTo>
                <a:cubicBezTo>
                  <a:pt x="115143" y="42665"/>
                  <a:pt x="116688" y="42050"/>
                  <a:pt x="118466" y="41475"/>
                </a:cubicBezTo>
                <a:cubicBezTo>
                  <a:pt x="120243" y="40901"/>
                  <a:pt x="122117" y="40409"/>
                  <a:pt x="124086" y="39998"/>
                </a:cubicBezTo>
                <a:cubicBezTo>
                  <a:pt x="126055" y="39588"/>
                  <a:pt x="128134" y="39274"/>
                  <a:pt x="130322" y="39055"/>
                </a:cubicBezTo>
                <a:cubicBezTo>
                  <a:pt x="132510" y="38836"/>
                  <a:pt x="134697" y="38727"/>
                  <a:pt x="136885" y="38727"/>
                </a:cubicBezTo>
                <a:cubicBezTo>
                  <a:pt x="144762" y="38727"/>
                  <a:pt x="151203" y="40123"/>
                  <a:pt x="156208" y="42916"/>
                </a:cubicBezTo>
                <a:cubicBezTo>
                  <a:pt x="161213" y="45708"/>
                  <a:pt x="164809" y="49403"/>
                  <a:pt x="166997" y="54003"/>
                </a:cubicBezTo>
                <a:cubicBezTo>
                  <a:pt x="167818" y="55755"/>
                  <a:pt x="168406" y="57686"/>
                  <a:pt x="168761" y="59795"/>
                </a:cubicBezTo>
                <a:cubicBezTo>
                  <a:pt x="169117" y="61903"/>
                  <a:pt x="169294" y="64216"/>
                  <a:pt x="169294" y="66733"/>
                </a:cubicBezTo>
                <a:lnTo>
                  <a:pt x="169294" y="118806"/>
                </a:lnTo>
                <a:lnTo>
                  <a:pt x="158641" y="118806"/>
                </a:lnTo>
                <a:lnTo>
                  <a:pt x="157249" y="110191"/>
                </a:lnTo>
                <a:moveTo>
                  <a:pt x="156577" y="84599"/>
                </a:moveTo>
                <a:cubicBezTo>
                  <a:pt x="154240" y="83941"/>
                  <a:pt x="151469" y="83311"/>
                  <a:pt x="148264" y="82707"/>
                </a:cubicBezTo>
                <a:cubicBezTo>
                  <a:pt x="145059" y="82104"/>
                  <a:pt x="141528" y="81775"/>
                  <a:pt x="137670" y="81720"/>
                </a:cubicBezTo>
                <a:cubicBezTo>
                  <a:pt x="132292" y="81720"/>
                  <a:pt x="128082" y="82872"/>
                  <a:pt x="125040" y="85176"/>
                </a:cubicBezTo>
                <a:cubicBezTo>
                  <a:pt x="121997" y="87480"/>
                  <a:pt x="120476" y="91019"/>
                  <a:pt x="120476" y="95791"/>
                </a:cubicBezTo>
                <a:cubicBezTo>
                  <a:pt x="120476" y="98205"/>
                  <a:pt x="120856" y="100317"/>
                  <a:pt x="121617" y="102127"/>
                </a:cubicBezTo>
                <a:cubicBezTo>
                  <a:pt x="122377" y="103937"/>
                  <a:pt x="123423" y="105432"/>
                  <a:pt x="124753" y="106611"/>
                </a:cubicBezTo>
                <a:cubicBezTo>
                  <a:pt x="126084" y="107791"/>
                  <a:pt x="127660" y="108669"/>
                  <a:pt x="129481" y="109245"/>
                </a:cubicBezTo>
                <a:cubicBezTo>
                  <a:pt x="131301" y="109821"/>
                  <a:pt x="133244" y="110109"/>
                  <a:pt x="135309" y="110109"/>
                </a:cubicBezTo>
                <a:cubicBezTo>
                  <a:pt x="138025" y="110109"/>
                  <a:pt x="140550" y="109711"/>
                  <a:pt x="142885" y="108916"/>
                </a:cubicBezTo>
                <a:cubicBezTo>
                  <a:pt x="145222" y="108120"/>
                  <a:pt x="147300" y="107174"/>
                  <a:pt x="149121" y="106078"/>
                </a:cubicBezTo>
                <a:cubicBezTo>
                  <a:pt x="150941" y="104981"/>
                  <a:pt x="152489" y="103883"/>
                  <a:pt x="153764" y="102786"/>
                </a:cubicBezTo>
                <a:cubicBezTo>
                  <a:pt x="155041" y="101688"/>
                  <a:pt x="155979" y="100838"/>
                  <a:pt x="156577" y="100235"/>
                </a:cubicBezTo>
                <a:lnTo>
                  <a:pt x="156577" y="84599"/>
                </a:lnTo>
                <a:close/>
                <a:moveTo>
                  <a:pt x="237203" y="51198"/>
                </a:moveTo>
                <a:lnTo>
                  <a:pt x="236218" y="51198"/>
                </a:lnTo>
                <a:cubicBezTo>
                  <a:pt x="233210" y="51198"/>
                  <a:pt x="230256" y="51472"/>
                  <a:pt x="227357" y="52019"/>
                </a:cubicBezTo>
                <a:cubicBezTo>
                  <a:pt x="224458" y="52566"/>
                  <a:pt x="221737" y="53400"/>
                  <a:pt x="219193" y="54521"/>
                </a:cubicBezTo>
                <a:cubicBezTo>
                  <a:pt x="216650" y="55642"/>
                  <a:pt x="214352" y="57023"/>
                  <a:pt x="212301" y="58664"/>
                </a:cubicBezTo>
                <a:cubicBezTo>
                  <a:pt x="210250" y="60305"/>
                  <a:pt x="208540" y="62247"/>
                  <a:pt x="207173" y="64490"/>
                </a:cubicBezTo>
                <a:lnTo>
                  <a:pt x="207173" y="118806"/>
                </a:lnTo>
                <a:lnTo>
                  <a:pt x="194456" y="118806"/>
                </a:lnTo>
                <a:lnTo>
                  <a:pt x="194456" y="40860"/>
                </a:lnTo>
                <a:lnTo>
                  <a:pt x="204301" y="40860"/>
                </a:lnTo>
                <a:lnTo>
                  <a:pt x="206763" y="53249"/>
                </a:lnTo>
                <a:lnTo>
                  <a:pt x="207009" y="53249"/>
                </a:lnTo>
                <a:cubicBezTo>
                  <a:pt x="208267" y="51213"/>
                  <a:pt x="209812" y="49316"/>
                  <a:pt x="211645" y="47557"/>
                </a:cubicBezTo>
                <a:cubicBezTo>
                  <a:pt x="213477" y="45797"/>
                  <a:pt x="215542" y="44256"/>
                  <a:pt x="217839" y="42937"/>
                </a:cubicBezTo>
                <a:cubicBezTo>
                  <a:pt x="220137" y="41616"/>
                  <a:pt x="222653" y="40584"/>
                  <a:pt x="225388" y="39842"/>
                </a:cubicBezTo>
                <a:cubicBezTo>
                  <a:pt x="228123" y="39099"/>
                  <a:pt x="230994" y="38727"/>
                  <a:pt x="234003" y="38727"/>
                </a:cubicBezTo>
                <a:cubicBezTo>
                  <a:pt x="234550" y="38727"/>
                  <a:pt x="235110" y="38740"/>
                  <a:pt x="235685" y="38768"/>
                </a:cubicBezTo>
                <a:cubicBezTo>
                  <a:pt x="236259" y="38795"/>
                  <a:pt x="236765" y="38836"/>
                  <a:pt x="237203" y="38891"/>
                </a:cubicBezTo>
                <a:lnTo>
                  <a:pt x="237203" y="51198"/>
                </a:lnTo>
                <a:close/>
                <a:moveTo>
                  <a:pt x="301207" y="40860"/>
                </a:moveTo>
                <a:lnTo>
                  <a:pt x="317780" y="40860"/>
                </a:lnTo>
                <a:lnTo>
                  <a:pt x="279710" y="76715"/>
                </a:lnTo>
                <a:lnTo>
                  <a:pt x="317698" y="118806"/>
                </a:lnTo>
                <a:lnTo>
                  <a:pt x="301863" y="118806"/>
                </a:lnTo>
                <a:lnTo>
                  <a:pt x="264449" y="77289"/>
                </a:lnTo>
                <a:lnTo>
                  <a:pt x="264285" y="77289"/>
                </a:lnTo>
                <a:lnTo>
                  <a:pt x="264285" y="118806"/>
                </a:lnTo>
                <a:lnTo>
                  <a:pt x="251567" y="118806"/>
                </a:lnTo>
                <a:lnTo>
                  <a:pt x="251567" y="0"/>
                </a:lnTo>
                <a:lnTo>
                  <a:pt x="264285" y="0"/>
                </a:lnTo>
                <a:lnTo>
                  <a:pt x="264285" y="75648"/>
                </a:lnTo>
                <a:lnTo>
                  <a:pt x="264449" y="75648"/>
                </a:lnTo>
                <a:lnTo>
                  <a:pt x="301207" y="40860"/>
                </a:lnTo>
                <a:close/>
              </a:path>
            </a:pathLst>
          </a:custGeom>
          <a:solidFill xmlns:a="http://schemas.openxmlformats.org/drawingml/2006/main">
            <a:srgbClr val="BE510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7" name="Text Traits">
            <a:extLst xmlns:a="http://schemas.openxmlformats.org/drawingml/2006/main">
              <a:ext uri="{FF2B5EF4-FFF2-40B4-BE49-F238E27FC236}">
                <a16:creationId xmlns:a16="http://schemas.microsoft.com/office/drawing/2014/main" id="{5BEA1F89-FDC2-47DA-AFBE-262EBCCD3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3159" y="1349939"/>
            <a:ext cx="349572" cy="101720"/>
          </a:xfrm>
          <a:custGeom xmlns:a="http://schemas.openxmlformats.org/drawingml/2006/main">
            <a:pathLst>
              <a:path w="349572" h="101720">
                <a:moveTo>
                  <a:pt x="45225" y="99792"/>
                </a:moveTo>
                <a:lnTo>
                  <a:pt x="33141" y="99792"/>
                </a:lnTo>
                <a:lnTo>
                  <a:pt x="33141" y="11566"/>
                </a:lnTo>
                <a:lnTo>
                  <a:pt x="0" y="11566"/>
                </a:lnTo>
                <a:lnTo>
                  <a:pt x="0" y="593"/>
                </a:lnTo>
                <a:lnTo>
                  <a:pt x="78366" y="593"/>
                </a:lnTo>
                <a:lnTo>
                  <a:pt x="78366" y="11566"/>
                </a:lnTo>
                <a:lnTo>
                  <a:pt x="45225" y="11566"/>
                </a:lnTo>
                <a:lnTo>
                  <a:pt x="45225" y="99792"/>
                </a:lnTo>
                <a:close/>
                <a:moveTo>
                  <a:pt x="131586" y="38701"/>
                </a:moveTo>
                <a:lnTo>
                  <a:pt x="130696" y="38701"/>
                </a:lnTo>
                <a:cubicBezTo>
                  <a:pt x="127978" y="38701"/>
                  <a:pt x="125309" y="38948"/>
                  <a:pt x="122689" y="39442"/>
                </a:cubicBezTo>
                <a:cubicBezTo>
                  <a:pt x="120070" y="39937"/>
                  <a:pt x="117611" y="40690"/>
                  <a:pt x="115312" y="41704"/>
                </a:cubicBezTo>
                <a:cubicBezTo>
                  <a:pt x="113014" y="42717"/>
                  <a:pt x="110938" y="43965"/>
                  <a:pt x="109084" y="45448"/>
                </a:cubicBezTo>
                <a:cubicBezTo>
                  <a:pt x="107231" y="46931"/>
                  <a:pt x="105686" y="48685"/>
                  <a:pt x="104451" y="50712"/>
                </a:cubicBezTo>
                <a:lnTo>
                  <a:pt x="104451" y="99792"/>
                </a:lnTo>
                <a:lnTo>
                  <a:pt x="92959" y="99792"/>
                </a:lnTo>
                <a:lnTo>
                  <a:pt x="92959" y="29359"/>
                </a:lnTo>
                <a:lnTo>
                  <a:pt x="101856" y="29359"/>
                </a:lnTo>
                <a:lnTo>
                  <a:pt x="104080" y="40555"/>
                </a:lnTo>
                <a:lnTo>
                  <a:pt x="104302" y="40555"/>
                </a:lnTo>
                <a:cubicBezTo>
                  <a:pt x="105439" y="38715"/>
                  <a:pt x="106836" y="37000"/>
                  <a:pt x="108491" y="35411"/>
                </a:cubicBezTo>
                <a:cubicBezTo>
                  <a:pt x="110147" y="33820"/>
                  <a:pt x="112013" y="32428"/>
                  <a:pt x="114089" y="31236"/>
                </a:cubicBezTo>
                <a:cubicBezTo>
                  <a:pt x="116165" y="30042"/>
                  <a:pt x="118438" y="29110"/>
                  <a:pt x="120910" y="28440"/>
                </a:cubicBezTo>
                <a:cubicBezTo>
                  <a:pt x="123381" y="27768"/>
                  <a:pt x="125976" y="27432"/>
                  <a:pt x="128694" y="27432"/>
                </a:cubicBezTo>
                <a:cubicBezTo>
                  <a:pt x="129189" y="27432"/>
                  <a:pt x="129695" y="27444"/>
                  <a:pt x="130214" y="27469"/>
                </a:cubicBezTo>
                <a:cubicBezTo>
                  <a:pt x="130733" y="27494"/>
                  <a:pt x="131190" y="27531"/>
                  <a:pt x="131586" y="27580"/>
                </a:cubicBezTo>
                <a:lnTo>
                  <a:pt x="131586" y="38701"/>
                </a:lnTo>
                <a:close/>
                <a:moveTo>
                  <a:pt x="185060" y="92008"/>
                </a:moveTo>
                <a:lnTo>
                  <a:pt x="184764" y="92008"/>
                </a:lnTo>
                <a:cubicBezTo>
                  <a:pt x="183826" y="93194"/>
                  <a:pt x="182642" y="94368"/>
                  <a:pt x="181210" y="95529"/>
                </a:cubicBezTo>
                <a:cubicBezTo>
                  <a:pt x="179780" y="96691"/>
                  <a:pt x="178126" y="97730"/>
                  <a:pt x="176249" y="98648"/>
                </a:cubicBezTo>
                <a:cubicBezTo>
                  <a:pt x="174374" y="99565"/>
                  <a:pt x="172326" y="100307"/>
                  <a:pt x="170105" y="100872"/>
                </a:cubicBezTo>
                <a:cubicBezTo>
                  <a:pt x="167884" y="101437"/>
                  <a:pt x="165515" y="101720"/>
                  <a:pt x="162997" y="101720"/>
                </a:cubicBezTo>
                <a:cubicBezTo>
                  <a:pt x="159591" y="101720"/>
                  <a:pt x="156469" y="101213"/>
                  <a:pt x="153630" y="100198"/>
                </a:cubicBezTo>
                <a:cubicBezTo>
                  <a:pt x="150792" y="99183"/>
                  <a:pt x="148349" y="97698"/>
                  <a:pt x="146299" y="95742"/>
                </a:cubicBezTo>
                <a:cubicBezTo>
                  <a:pt x="144251" y="93787"/>
                  <a:pt x="142659" y="91398"/>
                  <a:pt x="141524" y="88576"/>
                </a:cubicBezTo>
                <a:cubicBezTo>
                  <a:pt x="140389" y="85754"/>
                  <a:pt x="139821" y="82561"/>
                  <a:pt x="139821" y="78996"/>
                </a:cubicBezTo>
                <a:cubicBezTo>
                  <a:pt x="139821" y="75481"/>
                  <a:pt x="140450" y="72337"/>
                  <a:pt x="141707" y="69564"/>
                </a:cubicBezTo>
                <a:cubicBezTo>
                  <a:pt x="142966" y="66792"/>
                  <a:pt x="144730" y="64440"/>
                  <a:pt x="146999" y="62509"/>
                </a:cubicBezTo>
                <a:cubicBezTo>
                  <a:pt x="149269" y="60578"/>
                  <a:pt x="151996" y="59093"/>
                  <a:pt x="155180" y="58054"/>
                </a:cubicBezTo>
                <a:cubicBezTo>
                  <a:pt x="158363" y="57014"/>
                  <a:pt x="161879" y="56495"/>
                  <a:pt x="165726" y="56495"/>
                </a:cubicBezTo>
                <a:cubicBezTo>
                  <a:pt x="169378" y="56544"/>
                  <a:pt x="172758" y="56865"/>
                  <a:pt x="175867" y="57458"/>
                </a:cubicBezTo>
                <a:cubicBezTo>
                  <a:pt x="178976" y="58052"/>
                  <a:pt x="181740" y="58793"/>
                  <a:pt x="184157" y="59683"/>
                </a:cubicBezTo>
                <a:lnTo>
                  <a:pt x="184453" y="59683"/>
                </a:lnTo>
                <a:lnTo>
                  <a:pt x="184453" y="54789"/>
                </a:lnTo>
                <a:cubicBezTo>
                  <a:pt x="184453" y="52862"/>
                  <a:pt x="184330" y="51157"/>
                  <a:pt x="184083" y="49674"/>
                </a:cubicBezTo>
                <a:cubicBezTo>
                  <a:pt x="183836" y="48191"/>
                  <a:pt x="183416" y="46881"/>
                  <a:pt x="182822" y="45744"/>
                </a:cubicBezTo>
                <a:cubicBezTo>
                  <a:pt x="181537" y="43372"/>
                  <a:pt x="179486" y="41407"/>
                  <a:pt x="176669" y="39850"/>
                </a:cubicBezTo>
                <a:cubicBezTo>
                  <a:pt x="173851" y="38293"/>
                  <a:pt x="170046" y="37515"/>
                  <a:pt x="165251" y="37515"/>
                </a:cubicBezTo>
                <a:cubicBezTo>
                  <a:pt x="161693" y="37515"/>
                  <a:pt x="158344" y="37842"/>
                  <a:pt x="155205" y="38497"/>
                </a:cubicBezTo>
                <a:cubicBezTo>
                  <a:pt x="152067" y="39151"/>
                  <a:pt x="148940" y="40059"/>
                  <a:pt x="145827" y="41222"/>
                </a:cubicBezTo>
                <a:lnTo>
                  <a:pt x="145827" y="31584"/>
                </a:lnTo>
                <a:cubicBezTo>
                  <a:pt x="147013" y="30990"/>
                  <a:pt x="148409" y="30434"/>
                  <a:pt x="150015" y="29915"/>
                </a:cubicBezTo>
                <a:cubicBezTo>
                  <a:pt x="151622" y="29396"/>
                  <a:pt x="153315" y="28952"/>
                  <a:pt x="155094" y="28581"/>
                </a:cubicBezTo>
                <a:cubicBezTo>
                  <a:pt x="156873" y="28210"/>
                  <a:pt x="158752" y="27926"/>
                  <a:pt x="160729" y="27728"/>
                </a:cubicBezTo>
                <a:cubicBezTo>
                  <a:pt x="162706" y="27531"/>
                  <a:pt x="164683" y="27432"/>
                  <a:pt x="166660" y="27432"/>
                </a:cubicBezTo>
                <a:cubicBezTo>
                  <a:pt x="173777" y="27432"/>
                  <a:pt x="179597" y="28694"/>
                  <a:pt x="184120" y="31218"/>
                </a:cubicBezTo>
                <a:cubicBezTo>
                  <a:pt x="188642" y="33740"/>
                  <a:pt x="191892" y="37079"/>
                  <a:pt x="193869" y="41236"/>
                </a:cubicBezTo>
                <a:cubicBezTo>
                  <a:pt x="194611" y="42819"/>
                  <a:pt x="195142" y="44564"/>
                  <a:pt x="195463" y="46470"/>
                </a:cubicBezTo>
                <a:cubicBezTo>
                  <a:pt x="195785" y="48374"/>
                  <a:pt x="195945" y="50464"/>
                  <a:pt x="195945" y="52739"/>
                </a:cubicBezTo>
                <a:lnTo>
                  <a:pt x="195945" y="99792"/>
                </a:lnTo>
                <a:lnTo>
                  <a:pt x="186319" y="99792"/>
                </a:lnTo>
                <a:lnTo>
                  <a:pt x="185060" y="92008"/>
                </a:lnTo>
                <a:moveTo>
                  <a:pt x="184453" y="68883"/>
                </a:moveTo>
                <a:cubicBezTo>
                  <a:pt x="182342" y="68288"/>
                  <a:pt x="179838" y="67718"/>
                  <a:pt x="176942" y="67173"/>
                </a:cubicBezTo>
                <a:cubicBezTo>
                  <a:pt x="174046" y="66628"/>
                  <a:pt x="170855" y="66331"/>
                  <a:pt x="167369" y="66281"/>
                </a:cubicBezTo>
                <a:cubicBezTo>
                  <a:pt x="162510" y="66281"/>
                  <a:pt x="158705" y="67322"/>
                  <a:pt x="155956" y="69404"/>
                </a:cubicBezTo>
                <a:cubicBezTo>
                  <a:pt x="153207" y="71486"/>
                  <a:pt x="151832" y="74684"/>
                  <a:pt x="151832" y="78996"/>
                </a:cubicBezTo>
                <a:cubicBezTo>
                  <a:pt x="151832" y="81177"/>
                  <a:pt x="152176" y="83085"/>
                  <a:pt x="152863" y="84721"/>
                </a:cubicBezTo>
                <a:cubicBezTo>
                  <a:pt x="153550" y="86357"/>
                  <a:pt x="154495" y="87708"/>
                  <a:pt x="155696" y="88773"/>
                </a:cubicBezTo>
                <a:cubicBezTo>
                  <a:pt x="156900" y="89839"/>
                  <a:pt x="158324" y="90632"/>
                  <a:pt x="159969" y="91153"/>
                </a:cubicBezTo>
                <a:cubicBezTo>
                  <a:pt x="161614" y="91673"/>
                  <a:pt x="163369" y="91934"/>
                  <a:pt x="165235" y="91934"/>
                </a:cubicBezTo>
                <a:cubicBezTo>
                  <a:pt x="167689" y="91934"/>
                  <a:pt x="169971" y="91574"/>
                  <a:pt x="172081" y="90856"/>
                </a:cubicBezTo>
                <a:cubicBezTo>
                  <a:pt x="174193" y="90136"/>
                  <a:pt x="176071" y="89281"/>
                  <a:pt x="177716" y="88291"/>
                </a:cubicBezTo>
                <a:cubicBezTo>
                  <a:pt x="179361" y="87300"/>
                  <a:pt x="180760" y="86308"/>
                  <a:pt x="181912" y="85317"/>
                </a:cubicBezTo>
                <a:cubicBezTo>
                  <a:pt x="183066" y="84325"/>
                  <a:pt x="183913" y="83556"/>
                  <a:pt x="184453" y="83011"/>
                </a:cubicBezTo>
                <a:lnTo>
                  <a:pt x="184453" y="68883"/>
                </a:lnTo>
                <a:close/>
                <a:moveTo>
                  <a:pt x="218967" y="99792"/>
                </a:moveTo>
                <a:lnTo>
                  <a:pt x="218967" y="29359"/>
                </a:lnTo>
                <a:lnTo>
                  <a:pt x="230459" y="29359"/>
                </a:lnTo>
                <a:lnTo>
                  <a:pt x="230459" y="99792"/>
                </a:lnTo>
                <a:lnTo>
                  <a:pt x="218967" y="99792"/>
                </a:lnTo>
                <a:moveTo>
                  <a:pt x="218671" y="12900"/>
                </a:moveTo>
                <a:lnTo>
                  <a:pt x="218671" y="0"/>
                </a:lnTo>
                <a:lnTo>
                  <a:pt x="230162" y="0"/>
                </a:lnTo>
                <a:lnTo>
                  <a:pt x="230162" y="12900"/>
                </a:lnTo>
                <a:lnTo>
                  <a:pt x="218671" y="12900"/>
                </a:lnTo>
                <a:close/>
                <a:moveTo>
                  <a:pt x="289989" y="100003"/>
                </a:moveTo>
                <a:cubicBezTo>
                  <a:pt x="289001" y="100400"/>
                  <a:pt x="287493" y="100773"/>
                  <a:pt x="285467" y="101122"/>
                </a:cubicBezTo>
                <a:cubicBezTo>
                  <a:pt x="283440" y="101471"/>
                  <a:pt x="281018" y="101671"/>
                  <a:pt x="278201" y="101720"/>
                </a:cubicBezTo>
                <a:cubicBezTo>
                  <a:pt x="274494" y="101720"/>
                  <a:pt x="271281" y="101263"/>
                  <a:pt x="268563" y="100348"/>
                </a:cubicBezTo>
                <a:cubicBezTo>
                  <a:pt x="265844" y="99434"/>
                  <a:pt x="263583" y="98124"/>
                  <a:pt x="261779" y="96419"/>
                </a:cubicBezTo>
                <a:cubicBezTo>
                  <a:pt x="259975" y="94714"/>
                  <a:pt x="258628" y="92650"/>
                  <a:pt x="257738" y="90228"/>
                </a:cubicBezTo>
                <a:cubicBezTo>
                  <a:pt x="256849" y="87806"/>
                  <a:pt x="256404" y="85113"/>
                  <a:pt x="256404" y="82147"/>
                </a:cubicBezTo>
                <a:lnTo>
                  <a:pt x="256404" y="39294"/>
                </a:lnTo>
                <a:lnTo>
                  <a:pt x="242836" y="39294"/>
                </a:lnTo>
                <a:lnTo>
                  <a:pt x="242836" y="29359"/>
                </a:lnTo>
                <a:lnTo>
                  <a:pt x="256404" y="29359"/>
                </a:lnTo>
                <a:lnTo>
                  <a:pt x="256404" y="10083"/>
                </a:lnTo>
                <a:lnTo>
                  <a:pt x="267895" y="10083"/>
                </a:lnTo>
                <a:lnTo>
                  <a:pt x="267895" y="29359"/>
                </a:lnTo>
                <a:lnTo>
                  <a:pt x="288951" y="29359"/>
                </a:lnTo>
                <a:lnTo>
                  <a:pt x="288951" y="39294"/>
                </a:lnTo>
                <a:lnTo>
                  <a:pt x="267895" y="39294"/>
                </a:lnTo>
                <a:lnTo>
                  <a:pt x="267895" y="80310"/>
                </a:lnTo>
                <a:cubicBezTo>
                  <a:pt x="267895" y="81938"/>
                  <a:pt x="268130" y="83443"/>
                  <a:pt x="268600" y="84825"/>
                </a:cubicBezTo>
                <a:cubicBezTo>
                  <a:pt x="269069" y="86208"/>
                  <a:pt x="269811" y="87405"/>
                  <a:pt x="270824" y="88416"/>
                </a:cubicBezTo>
                <a:cubicBezTo>
                  <a:pt x="271837" y="89428"/>
                  <a:pt x="273135" y="90218"/>
                  <a:pt x="274716" y="90787"/>
                </a:cubicBezTo>
                <a:cubicBezTo>
                  <a:pt x="276298" y="91354"/>
                  <a:pt x="278201" y="91637"/>
                  <a:pt x="280425" y="91637"/>
                </a:cubicBezTo>
                <a:cubicBezTo>
                  <a:pt x="281957" y="91637"/>
                  <a:pt x="283576" y="91513"/>
                  <a:pt x="285281" y="91266"/>
                </a:cubicBezTo>
                <a:cubicBezTo>
                  <a:pt x="286986" y="91019"/>
                  <a:pt x="288556" y="90698"/>
                  <a:pt x="289989" y="90302"/>
                </a:cubicBezTo>
                <a:lnTo>
                  <a:pt x="289989" y="100003"/>
                </a:lnTo>
                <a:close/>
                <a:moveTo>
                  <a:pt x="313837" y="48084"/>
                </a:moveTo>
                <a:cubicBezTo>
                  <a:pt x="313837" y="50015"/>
                  <a:pt x="314248" y="51600"/>
                  <a:pt x="315069" y="52839"/>
                </a:cubicBezTo>
                <a:cubicBezTo>
                  <a:pt x="315891" y="54077"/>
                  <a:pt x="316990" y="55081"/>
                  <a:pt x="318366" y="55848"/>
                </a:cubicBezTo>
                <a:cubicBezTo>
                  <a:pt x="319744" y="56616"/>
                  <a:pt x="321339" y="57248"/>
                  <a:pt x="323150" y="57743"/>
                </a:cubicBezTo>
                <a:cubicBezTo>
                  <a:pt x="324962" y="58238"/>
                  <a:pt x="326835" y="58683"/>
                  <a:pt x="328769" y="59078"/>
                </a:cubicBezTo>
                <a:cubicBezTo>
                  <a:pt x="331427" y="59673"/>
                  <a:pt x="333940" y="60329"/>
                  <a:pt x="336308" y="61047"/>
                </a:cubicBezTo>
                <a:cubicBezTo>
                  <a:pt x="338676" y="61766"/>
                  <a:pt x="340862" y="62843"/>
                  <a:pt x="342867" y="64279"/>
                </a:cubicBezTo>
                <a:cubicBezTo>
                  <a:pt x="344872" y="65716"/>
                  <a:pt x="346491" y="67660"/>
                  <a:pt x="347723" y="70111"/>
                </a:cubicBezTo>
                <a:cubicBezTo>
                  <a:pt x="348956" y="72562"/>
                  <a:pt x="349572" y="75744"/>
                  <a:pt x="349572" y="79656"/>
                </a:cubicBezTo>
                <a:cubicBezTo>
                  <a:pt x="349572" y="83223"/>
                  <a:pt x="348880" y="86381"/>
                  <a:pt x="347496" y="89130"/>
                </a:cubicBezTo>
                <a:cubicBezTo>
                  <a:pt x="346112" y="91878"/>
                  <a:pt x="344160" y="94181"/>
                  <a:pt x="341639" y="96039"/>
                </a:cubicBezTo>
                <a:cubicBezTo>
                  <a:pt x="339118" y="97896"/>
                  <a:pt x="336103" y="99307"/>
                  <a:pt x="332594" y="100272"/>
                </a:cubicBezTo>
                <a:cubicBezTo>
                  <a:pt x="329085" y="101237"/>
                  <a:pt x="325230" y="101720"/>
                  <a:pt x="321028" y="101720"/>
                </a:cubicBezTo>
                <a:cubicBezTo>
                  <a:pt x="318458" y="101720"/>
                  <a:pt x="316123" y="101584"/>
                  <a:pt x="314022" y="101312"/>
                </a:cubicBezTo>
                <a:cubicBezTo>
                  <a:pt x="311921" y="101040"/>
                  <a:pt x="310068" y="100694"/>
                  <a:pt x="308462" y="100274"/>
                </a:cubicBezTo>
                <a:cubicBezTo>
                  <a:pt x="306855" y="99854"/>
                  <a:pt x="305484" y="99422"/>
                  <a:pt x="304347" y="98977"/>
                </a:cubicBezTo>
                <a:cubicBezTo>
                  <a:pt x="303210" y="98532"/>
                  <a:pt x="302271" y="98112"/>
                  <a:pt x="301529" y="97716"/>
                </a:cubicBezTo>
                <a:lnTo>
                  <a:pt x="301529" y="88078"/>
                </a:lnTo>
                <a:cubicBezTo>
                  <a:pt x="304441" y="89264"/>
                  <a:pt x="307328" y="90204"/>
                  <a:pt x="310190" y="90896"/>
                </a:cubicBezTo>
                <a:cubicBezTo>
                  <a:pt x="313054" y="91588"/>
                  <a:pt x="316208" y="91934"/>
                  <a:pt x="319654" y="91934"/>
                </a:cubicBezTo>
                <a:cubicBezTo>
                  <a:pt x="322373" y="91934"/>
                  <a:pt x="324823" y="91686"/>
                  <a:pt x="327006" y="91190"/>
                </a:cubicBezTo>
                <a:cubicBezTo>
                  <a:pt x="329190" y="90694"/>
                  <a:pt x="331070" y="89963"/>
                  <a:pt x="332647" y="88996"/>
                </a:cubicBezTo>
                <a:cubicBezTo>
                  <a:pt x="334224" y="88027"/>
                  <a:pt x="335438" y="86812"/>
                  <a:pt x="336287" y="85349"/>
                </a:cubicBezTo>
                <a:cubicBezTo>
                  <a:pt x="337137" y="83885"/>
                  <a:pt x="337561" y="82186"/>
                  <a:pt x="337561" y="80252"/>
                </a:cubicBezTo>
                <a:cubicBezTo>
                  <a:pt x="337561" y="78270"/>
                  <a:pt x="337173" y="76636"/>
                  <a:pt x="336396" y="75349"/>
                </a:cubicBezTo>
                <a:cubicBezTo>
                  <a:pt x="335621" y="74061"/>
                  <a:pt x="334577" y="72996"/>
                  <a:pt x="333266" y="72154"/>
                </a:cubicBezTo>
                <a:cubicBezTo>
                  <a:pt x="331956" y="71313"/>
                  <a:pt x="330440" y="70619"/>
                  <a:pt x="328718" y="70074"/>
                </a:cubicBezTo>
                <a:cubicBezTo>
                  <a:pt x="326996" y="69529"/>
                  <a:pt x="325189" y="69034"/>
                  <a:pt x="323296" y="68589"/>
                </a:cubicBezTo>
                <a:cubicBezTo>
                  <a:pt x="320822" y="68043"/>
                  <a:pt x="318311" y="67399"/>
                  <a:pt x="315762" y="66656"/>
                </a:cubicBezTo>
                <a:cubicBezTo>
                  <a:pt x="313215" y="65913"/>
                  <a:pt x="310898" y="64874"/>
                  <a:pt x="308811" y="63538"/>
                </a:cubicBezTo>
                <a:cubicBezTo>
                  <a:pt x="306726" y="62200"/>
                  <a:pt x="305040" y="60380"/>
                  <a:pt x="303754" y="58077"/>
                </a:cubicBezTo>
                <a:cubicBezTo>
                  <a:pt x="302469" y="55774"/>
                  <a:pt x="301826" y="52815"/>
                  <a:pt x="301826" y="49199"/>
                </a:cubicBezTo>
                <a:cubicBezTo>
                  <a:pt x="301826" y="45484"/>
                  <a:pt x="302492" y="42265"/>
                  <a:pt x="303823" y="39542"/>
                </a:cubicBezTo>
                <a:cubicBezTo>
                  <a:pt x="305156" y="36817"/>
                  <a:pt x="306957" y="34564"/>
                  <a:pt x="309226" y="32781"/>
                </a:cubicBezTo>
                <a:cubicBezTo>
                  <a:pt x="311497" y="30997"/>
                  <a:pt x="314137" y="29660"/>
                  <a:pt x="317147" y="28769"/>
                </a:cubicBezTo>
                <a:cubicBezTo>
                  <a:pt x="320158" y="27877"/>
                  <a:pt x="323340" y="27432"/>
                  <a:pt x="326695" y="27432"/>
                </a:cubicBezTo>
                <a:cubicBezTo>
                  <a:pt x="330594" y="27432"/>
                  <a:pt x="334208" y="27801"/>
                  <a:pt x="337538" y="28539"/>
                </a:cubicBezTo>
                <a:cubicBezTo>
                  <a:pt x="340870" y="29276"/>
                  <a:pt x="343893" y="30210"/>
                  <a:pt x="346607" y="31340"/>
                </a:cubicBezTo>
                <a:lnTo>
                  <a:pt x="346607" y="41074"/>
                </a:lnTo>
                <a:cubicBezTo>
                  <a:pt x="343720" y="39958"/>
                  <a:pt x="340797" y="39049"/>
                  <a:pt x="337837" y="38347"/>
                </a:cubicBezTo>
                <a:cubicBezTo>
                  <a:pt x="334878" y="37642"/>
                  <a:pt x="331834" y="37266"/>
                  <a:pt x="328706" y="37218"/>
                </a:cubicBezTo>
                <a:cubicBezTo>
                  <a:pt x="326059" y="37218"/>
                  <a:pt x="323797" y="37492"/>
                  <a:pt x="321920" y="38038"/>
                </a:cubicBezTo>
                <a:cubicBezTo>
                  <a:pt x="320044" y="38584"/>
                  <a:pt x="318504" y="39341"/>
                  <a:pt x="317300" y="40309"/>
                </a:cubicBezTo>
                <a:cubicBezTo>
                  <a:pt x="316099" y="41276"/>
                  <a:pt x="315221" y="42417"/>
                  <a:pt x="314666" y="43731"/>
                </a:cubicBezTo>
                <a:cubicBezTo>
                  <a:pt x="314113" y="45045"/>
                  <a:pt x="313837" y="46497"/>
                  <a:pt x="313837" y="48084"/>
                </a:cubicBezTo>
                <a:close/>
              </a:path>
            </a:pathLst>
          </a:custGeom>
          <a:solidFill xmlns:a="http://schemas.openxmlformats.org/drawingml/2006/main">
            <a:srgbClr val="BE510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8" name="Text Advanced">
            <a:extLst xmlns:a="http://schemas.openxmlformats.org/drawingml/2006/main">
              <a:ext uri="{FF2B5EF4-FFF2-40B4-BE49-F238E27FC236}">
                <a16:creationId xmlns:a16="http://schemas.microsoft.com/office/drawing/2014/main" id="{0B59D859-2C65-4E88-A0AE-AFC05D374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2652" y="1141327"/>
            <a:ext cx="613150" cy="109574"/>
          </a:xfrm>
          <a:custGeom xmlns:a="http://schemas.openxmlformats.org/drawingml/2006/main">
            <a:pathLst>
              <a:path w="613150" h="109574">
                <a:moveTo>
                  <a:pt x="0" y="107641"/>
                </a:moveTo>
                <a:lnTo>
                  <a:pt x="40514" y="8177"/>
                </a:lnTo>
                <a:lnTo>
                  <a:pt x="51070" y="8177"/>
                </a:lnTo>
                <a:lnTo>
                  <a:pt x="91584" y="107641"/>
                </a:lnTo>
                <a:lnTo>
                  <a:pt x="78426" y="107641"/>
                </a:lnTo>
                <a:lnTo>
                  <a:pt x="66576" y="77757"/>
                </a:lnTo>
                <a:lnTo>
                  <a:pt x="24803" y="77757"/>
                </a:lnTo>
                <a:lnTo>
                  <a:pt x="13009" y="107641"/>
                </a:lnTo>
                <a:lnTo>
                  <a:pt x="0" y="107641"/>
                </a:lnTo>
                <a:moveTo>
                  <a:pt x="45718" y="23639"/>
                </a:moveTo>
                <a:cubicBezTo>
                  <a:pt x="41310" y="36049"/>
                  <a:pt x="37037" y="47295"/>
                  <a:pt x="32899" y="57377"/>
                </a:cubicBezTo>
                <a:lnTo>
                  <a:pt x="29247" y="66755"/>
                </a:lnTo>
                <a:lnTo>
                  <a:pt x="62332" y="66755"/>
                </a:lnTo>
                <a:lnTo>
                  <a:pt x="58543" y="57345"/>
                </a:lnTo>
                <a:cubicBezTo>
                  <a:pt x="54462" y="47043"/>
                  <a:pt x="50286" y="35808"/>
                  <a:pt x="46015" y="23639"/>
                </a:cubicBezTo>
                <a:lnTo>
                  <a:pt x="45718" y="23639"/>
                </a:lnTo>
                <a:close/>
                <a:moveTo>
                  <a:pt x="113556" y="73111"/>
                </a:moveTo>
                <a:cubicBezTo>
                  <a:pt x="113556" y="77181"/>
                  <a:pt x="114014" y="80866"/>
                  <a:pt x="114929" y="84166"/>
                </a:cubicBezTo>
                <a:cubicBezTo>
                  <a:pt x="115844" y="87467"/>
                  <a:pt x="117167" y="90271"/>
                  <a:pt x="118897" y="92578"/>
                </a:cubicBezTo>
                <a:cubicBezTo>
                  <a:pt x="120628" y="94886"/>
                  <a:pt x="122756" y="96660"/>
                  <a:pt x="125278" y="97900"/>
                </a:cubicBezTo>
                <a:cubicBezTo>
                  <a:pt x="127801" y="99141"/>
                  <a:pt x="130695" y="99761"/>
                  <a:pt x="133960" y="99761"/>
                </a:cubicBezTo>
                <a:cubicBezTo>
                  <a:pt x="136383" y="99761"/>
                  <a:pt x="138584" y="99439"/>
                  <a:pt x="140562" y="98795"/>
                </a:cubicBezTo>
                <a:cubicBezTo>
                  <a:pt x="142541" y="98149"/>
                  <a:pt x="144310" y="97330"/>
                  <a:pt x="145868" y="96337"/>
                </a:cubicBezTo>
                <a:cubicBezTo>
                  <a:pt x="147427" y="95344"/>
                  <a:pt x="148763" y="94290"/>
                  <a:pt x="149875" y="93173"/>
                </a:cubicBezTo>
                <a:cubicBezTo>
                  <a:pt x="150988" y="92056"/>
                  <a:pt x="151866" y="91026"/>
                  <a:pt x="152509" y="90083"/>
                </a:cubicBezTo>
                <a:lnTo>
                  <a:pt x="152509" y="53089"/>
                </a:lnTo>
                <a:cubicBezTo>
                  <a:pt x="150135" y="50657"/>
                  <a:pt x="147390" y="48710"/>
                  <a:pt x="144274" y="47246"/>
                </a:cubicBezTo>
                <a:cubicBezTo>
                  <a:pt x="141158" y="45781"/>
                  <a:pt x="137794" y="45049"/>
                  <a:pt x="134183" y="45049"/>
                </a:cubicBezTo>
                <a:cubicBezTo>
                  <a:pt x="132007" y="45049"/>
                  <a:pt x="129719" y="45458"/>
                  <a:pt x="127320" y="46278"/>
                </a:cubicBezTo>
                <a:cubicBezTo>
                  <a:pt x="124921" y="47095"/>
                  <a:pt x="122695" y="48571"/>
                  <a:pt x="120642" y="50705"/>
                </a:cubicBezTo>
                <a:cubicBezTo>
                  <a:pt x="118590" y="52839"/>
                  <a:pt x="116895" y="55705"/>
                  <a:pt x="115559" y="59303"/>
                </a:cubicBezTo>
                <a:cubicBezTo>
                  <a:pt x="114224" y="62900"/>
                  <a:pt x="113556" y="67503"/>
                  <a:pt x="113556" y="73111"/>
                </a:cubicBezTo>
                <a:moveTo>
                  <a:pt x="101514" y="73225"/>
                </a:moveTo>
                <a:cubicBezTo>
                  <a:pt x="101514" y="68308"/>
                  <a:pt x="101996" y="63951"/>
                  <a:pt x="102961" y="60153"/>
                </a:cubicBezTo>
                <a:cubicBezTo>
                  <a:pt x="103926" y="56354"/>
                  <a:pt x="105199" y="53039"/>
                  <a:pt x="106782" y="50208"/>
                </a:cubicBezTo>
                <a:cubicBezTo>
                  <a:pt x="108367" y="47377"/>
                  <a:pt x="110223" y="45006"/>
                  <a:pt x="112351" y="43095"/>
                </a:cubicBezTo>
                <a:cubicBezTo>
                  <a:pt x="114479" y="41182"/>
                  <a:pt x="116681" y="39630"/>
                  <a:pt x="118957" y="38440"/>
                </a:cubicBezTo>
                <a:cubicBezTo>
                  <a:pt x="121234" y="37247"/>
                  <a:pt x="123547" y="36391"/>
                  <a:pt x="125896" y="35870"/>
                </a:cubicBezTo>
                <a:cubicBezTo>
                  <a:pt x="128247" y="35348"/>
                  <a:pt x="130462" y="35087"/>
                  <a:pt x="132540" y="35087"/>
                </a:cubicBezTo>
                <a:cubicBezTo>
                  <a:pt x="136846" y="35087"/>
                  <a:pt x="140582" y="35806"/>
                  <a:pt x="143749" y="37243"/>
                </a:cubicBezTo>
                <a:cubicBezTo>
                  <a:pt x="146916" y="38680"/>
                  <a:pt x="149762" y="40787"/>
                  <a:pt x="152286" y="43562"/>
                </a:cubicBezTo>
                <a:lnTo>
                  <a:pt x="152509" y="43562"/>
                </a:lnTo>
                <a:lnTo>
                  <a:pt x="152509" y="0"/>
                </a:lnTo>
                <a:lnTo>
                  <a:pt x="164032" y="0"/>
                </a:lnTo>
                <a:lnTo>
                  <a:pt x="164032" y="107641"/>
                </a:lnTo>
                <a:lnTo>
                  <a:pt x="155334" y="107641"/>
                </a:lnTo>
                <a:lnTo>
                  <a:pt x="152955" y="99761"/>
                </a:lnTo>
                <a:lnTo>
                  <a:pt x="152658" y="99761"/>
                </a:lnTo>
                <a:cubicBezTo>
                  <a:pt x="151767" y="100901"/>
                  <a:pt x="150728" y="102053"/>
                  <a:pt x="149540" y="103218"/>
                </a:cubicBezTo>
                <a:cubicBezTo>
                  <a:pt x="148352" y="104382"/>
                  <a:pt x="146954" y="105437"/>
                  <a:pt x="145345" y="106382"/>
                </a:cubicBezTo>
                <a:cubicBezTo>
                  <a:pt x="143737" y="107325"/>
                  <a:pt x="141882" y="108092"/>
                  <a:pt x="139779" y="108684"/>
                </a:cubicBezTo>
                <a:cubicBezTo>
                  <a:pt x="137676" y="109277"/>
                  <a:pt x="135239" y="109574"/>
                  <a:pt x="132468" y="109574"/>
                </a:cubicBezTo>
                <a:cubicBezTo>
                  <a:pt x="128607" y="109574"/>
                  <a:pt x="124821" y="108916"/>
                  <a:pt x="121109" y="107601"/>
                </a:cubicBezTo>
                <a:cubicBezTo>
                  <a:pt x="117398" y="106285"/>
                  <a:pt x="114095" y="104174"/>
                  <a:pt x="111201" y="101269"/>
                </a:cubicBezTo>
                <a:cubicBezTo>
                  <a:pt x="108306" y="98363"/>
                  <a:pt x="105968" y="94614"/>
                  <a:pt x="104185" y="90021"/>
                </a:cubicBezTo>
                <a:cubicBezTo>
                  <a:pt x="102404" y="85427"/>
                  <a:pt x="101514" y="79829"/>
                  <a:pt x="101514" y="73225"/>
                </a:cubicBezTo>
                <a:close/>
                <a:moveTo>
                  <a:pt x="210346" y="95970"/>
                </a:moveTo>
                <a:cubicBezTo>
                  <a:pt x="212053" y="90816"/>
                  <a:pt x="214361" y="84249"/>
                  <a:pt x="217271" y="76270"/>
                </a:cubicBezTo>
                <a:lnTo>
                  <a:pt x="231421" y="37020"/>
                </a:lnTo>
                <a:lnTo>
                  <a:pt x="242943" y="37020"/>
                </a:lnTo>
                <a:lnTo>
                  <a:pt x="216247" y="107641"/>
                </a:lnTo>
                <a:lnTo>
                  <a:pt x="204297" y="107641"/>
                </a:lnTo>
                <a:lnTo>
                  <a:pt x="177601" y="37020"/>
                </a:lnTo>
                <a:lnTo>
                  <a:pt x="189123" y="37020"/>
                </a:lnTo>
                <a:lnTo>
                  <a:pt x="203173" y="76270"/>
                </a:lnTo>
                <a:cubicBezTo>
                  <a:pt x="205962" y="84002"/>
                  <a:pt x="208253" y="90568"/>
                  <a:pt x="210047" y="95970"/>
                </a:cubicBezTo>
                <a:lnTo>
                  <a:pt x="210346" y="95970"/>
                </a:lnTo>
                <a:close/>
                <a:moveTo>
                  <a:pt x="298508" y="99835"/>
                </a:moveTo>
                <a:lnTo>
                  <a:pt x="298211" y="99835"/>
                </a:lnTo>
                <a:cubicBezTo>
                  <a:pt x="297270" y="101025"/>
                  <a:pt x="296083" y="102202"/>
                  <a:pt x="294647" y="103366"/>
                </a:cubicBezTo>
                <a:cubicBezTo>
                  <a:pt x="293213" y="104531"/>
                  <a:pt x="291555" y="105573"/>
                  <a:pt x="289673" y="106493"/>
                </a:cubicBezTo>
                <a:cubicBezTo>
                  <a:pt x="287793" y="107413"/>
                  <a:pt x="285740" y="108157"/>
                  <a:pt x="283513" y="108723"/>
                </a:cubicBezTo>
                <a:cubicBezTo>
                  <a:pt x="281286" y="109290"/>
                  <a:pt x="278910" y="109574"/>
                  <a:pt x="276385" y="109574"/>
                </a:cubicBezTo>
                <a:cubicBezTo>
                  <a:pt x="272971" y="109574"/>
                  <a:pt x="269840" y="109065"/>
                  <a:pt x="266993" y="108047"/>
                </a:cubicBezTo>
                <a:cubicBezTo>
                  <a:pt x="264148" y="107030"/>
                  <a:pt x="261698" y="105541"/>
                  <a:pt x="259643" y="103580"/>
                </a:cubicBezTo>
                <a:cubicBezTo>
                  <a:pt x="257590" y="101620"/>
                  <a:pt x="255994" y="99224"/>
                  <a:pt x="254855" y="96395"/>
                </a:cubicBezTo>
                <a:cubicBezTo>
                  <a:pt x="253717" y="93566"/>
                  <a:pt x="253148" y="90364"/>
                  <a:pt x="253148" y="86789"/>
                </a:cubicBezTo>
                <a:cubicBezTo>
                  <a:pt x="253148" y="83264"/>
                  <a:pt x="253778" y="80112"/>
                  <a:pt x="255039" y="77332"/>
                </a:cubicBezTo>
                <a:cubicBezTo>
                  <a:pt x="256301" y="74552"/>
                  <a:pt x="258070" y="72194"/>
                  <a:pt x="260345" y="70258"/>
                </a:cubicBezTo>
                <a:cubicBezTo>
                  <a:pt x="262621" y="68322"/>
                  <a:pt x="265356" y="66833"/>
                  <a:pt x="268547" y="65791"/>
                </a:cubicBezTo>
                <a:cubicBezTo>
                  <a:pt x="271739" y="64749"/>
                  <a:pt x="275264" y="64228"/>
                  <a:pt x="279122" y="64228"/>
                </a:cubicBezTo>
                <a:cubicBezTo>
                  <a:pt x="282783" y="64277"/>
                  <a:pt x="286172" y="64599"/>
                  <a:pt x="289290" y="65194"/>
                </a:cubicBezTo>
                <a:cubicBezTo>
                  <a:pt x="292408" y="65789"/>
                  <a:pt x="295178" y="66532"/>
                  <a:pt x="297602" y="67424"/>
                </a:cubicBezTo>
                <a:lnTo>
                  <a:pt x="297899" y="67424"/>
                </a:lnTo>
                <a:lnTo>
                  <a:pt x="297899" y="62518"/>
                </a:lnTo>
                <a:cubicBezTo>
                  <a:pt x="297899" y="60585"/>
                  <a:pt x="297775" y="58875"/>
                  <a:pt x="297528" y="57389"/>
                </a:cubicBezTo>
                <a:cubicBezTo>
                  <a:pt x="297280" y="55902"/>
                  <a:pt x="296858" y="54589"/>
                  <a:pt x="296264" y="53449"/>
                </a:cubicBezTo>
                <a:cubicBezTo>
                  <a:pt x="294975" y="51070"/>
                  <a:pt x="292919" y="49100"/>
                  <a:pt x="290094" y="47539"/>
                </a:cubicBezTo>
                <a:cubicBezTo>
                  <a:pt x="287269" y="45978"/>
                  <a:pt x="283453" y="45197"/>
                  <a:pt x="278646" y="45197"/>
                </a:cubicBezTo>
                <a:cubicBezTo>
                  <a:pt x="275078" y="45197"/>
                  <a:pt x="271720" y="45526"/>
                  <a:pt x="268573" y="46182"/>
                </a:cubicBezTo>
                <a:cubicBezTo>
                  <a:pt x="265426" y="46837"/>
                  <a:pt x="262291" y="47748"/>
                  <a:pt x="259169" y="48914"/>
                </a:cubicBezTo>
                <a:lnTo>
                  <a:pt x="259169" y="39250"/>
                </a:lnTo>
                <a:cubicBezTo>
                  <a:pt x="260359" y="38656"/>
                  <a:pt x="261759" y="38098"/>
                  <a:pt x="263369" y="37578"/>
                </a:cubicBezTo>
                <a:cubicBezTo>
                  <a:pt x="264980" y="37057"/>
                  <a:pt x="266677" y="36611"/>
                  <a:pt x="268462" y="36240"/>
                </a:cubicBezTo>
                <a:cubicBezTo>
                  <a:pt x="270246" y="35868"/>
                  <a:pt x="272129" y="35583"/>
                  <a:pt x="274111" y="35385"/>
                </a:cubicBezTo>
                <a:cubicBezTo>
                  <a:pt x="276094" y="35186"/>
                  <a:pt x="278076" y="35087"/>
                  <a:pt x="280058" y="35087"/>
                </a:cubicBezTo>
                <a:cubicBezTo>
                  <a:pt x="287195" y="35087"/>
                  <a:pt x="293030" y="36353"/>
                  <a:pt x="297565" y="38883"/>
                </a:cubicBezTo>
                <a:cubicBezTo>
                  <a:pt x="302099" y="41412"/>
                  <a:pt x="305358" y="44761"/>
                  <a:pt x="307340" y="48928"/>
                </a:cubicBezTo>
                <a:cubicBezTo>
                  <a:pt x="308083" y="50516"/>
                  <a:pt x="308616" y="52265"/>
                  <a:pt x="308938" y="54176"/>
                </a:cubicBezTo>
                <a:cubicBezTo>
                  <a:pt x="309260" y="56085"/>
                  <a:pt x="309422" y="58181"/>
                  <a:pt x="309422" y="60462"/>
                </a:cubicBezTo>
                <a:lnTo>
                  <a:pt x="309422" y="107641"/>
                </a:lnTo>
                <a:lnTo>
                  <a:pt x="299769" y="107641"/>
                </a:lnTo>
                <a:lnTo>
                  <a:pt x="298508" y="99835"/>
                </a:lnTo>
                <a:moveTo>
                  <a:pt x="297899" y="76649"/>
                </a:moveTo>
                <a:cubicBezTo>
                  <a:pt x="295782" y="76053"/>
                  <a:pt x="293272" y="75481"/>
                  <a:pt x="290368" y="74935"/>
                </a:cubicBezTo>
                <a:cubicBezTo>
                  <a:pt x="287464" y="74388"/>
                  <a:pt x="284264" y="74090"/>
                  <a:pt x="280769" y="74040"/>
                </a:cubicBezTo>
                <a:cubicBezTo>
                  <a:pt x="275897" y="74040"/>
                  <a:pt x="272082" y="75084"/>
                  <a:pt x="269326" y="77172"/>
                </a:cubicBezTo>
                <a:cubicBezTo>
                  <a:pt x="266569" y="79259"/>
                  <a:pt x="265191" y="82465"/>
                  <a:pt x="265191" y="86789"/>
                </a:cubicBezTo>
                <a:cubicBezTo>
                  <a:pt x="265191" y="88976"/>
                  <a:pt x="265535" y="90889"/>
                  <a:pt x="266224" y="92529"/>
                </a:cubicBezTo>
                <a:cubicBezTo>
                  <a:pt x="266914" y="94170"/>
                  <a:pt x="267861" y="95524"/>
                  <a:pt x="269066" y="96592"/>
                </a:cubicBezTo>
                <a:cubicBezTo>
                  <a:pt x="270272" y="97661"/>
                  <a:pt x="271700" y="98456"/>
                  <a:pt x="273349" y="98978"/>
                </a:cubicBezTo>
                <a:cubicBezTo>
                  <a:pt x="274999" y="99500"/>
                  <a:pt x="276759" y="99761"/>
                  <a:pt x="278630" y="99761"/>
                </a:cubicBezTo>
                <a:cubicBezTo>
                  <a:pt x="281090" y="99761"/>
                  <a:pt x="283379" y="99401"/>
                  <a:pt x="285494" y="98681"/>
                </a:cubicBezTo>
                <a:cubicBezTo>
                  <a:pt x="287611" y="97959"/>
                  <a:pt x="289494" y="97102"/>
                  <a:pt x="291144" y="96109"/>
                </a:cubicBezTo>
                <a:cubicBezTo>
                  <a:pt x="292793" y="95115"/>
                  <a:pt x="294195" y="94121"/>
                  <a:pt x="295351" y="93126"/>
                </a:cubicBezTo>
                <a:cubicBezTo>
                  <a:pt x="296508" y="92132"/>
                  <a:pt x="297357" y="91362"/>
                  <a:pt x="297899" y="90815"/>
                </a:cubicBezTo>
                <a:lnTo>
                  <a:pt x="297899" y="76649"/>
                </a:lnTo>
                <a:close/>
                <a:moveTo>
                  <a:pt x="342912" y="46833"/>
                </a:moveTo>
                <a:lnTo>
                  <a:pt x="343135" y="46833"/>
                </a:lnTo>
                <a:cubicBezTo>
                  <a:pt x="344424" y="45186"/>
                  <a:pt x="345848" y="43653"/>
                  <a:pt x="347410" y="42233"/>
                </a:cubicBezTo>
                <a:cubicBezTo>
                  <a:pt x="348971" y="40811"/>
                  <a:pt x="350718" y="39565"/>
                  <a:pt x="352650" y="38493"/>
                </a:cubicBezTo>
                <a:cubicBezTo>
                  <a:pt x="354583" y="37420"/>
                  <a:pt x="356702" y="36584"/>
                  <a:pt x="359006" y="35986"/>
                </a:cubicBezTo>
                <a:cubicBezTo>
                  <a:pt x="361311" y="35387"/>
                  <a:pt x="363826" y="35087"/>
                  <a:pt x="366551" y="35087"/>
                </a:cubicBezTo>
                <a:cubicBezTo>
                  <a:pt x="369773" y="35087"/>
                  <a:pt x="372796" y="35534"/>
                  <a:pt x="375621" y="36428"/>
                </a:cubicBezTo>
                <a:cubicBezTo>
                  <a:pt x="378445" y="37320"/>
                  <a:pt x="380899" y="38759"/>
                  <a:pt x="382980" y="40744"/>
                </a:cubicBezTo>
                <a:cubicBezTo>
                  <a:pt x="385062" y="42728"/>
                  <a:pt x="386709" y="45320"/>
                  <a:pt x="387924" y="48519"/>
                </a:cubicBezTo>
                <a:cubicBezTo>
                  <a:pt x="389138" y="51719"/>
                  <a:pt x="389745" y="55650"/>
                  <a:pt x="389745" y="60313"/>
                </a:cubicBezTo>
                <a:lnTo>
                  <a:pt x="389745" y="107641"/>
                </a:lnTo>
                <a:lnTo>
                  <a:pt x="378222" y="107641"/>
                </a:lnTo>
                <a:lnTo>
                  <a:pt x="378222" y="62221"/>
                </a:lnTo>
                <a:cubicBezTo>
                  <a:pt x="378222" y="56125"/>
                  <a:pt x="377045" y="51739"/>
                  <a:pt x="374691" y="49063"/>
                </a:cubicBezTo>
                <a:cubicBezTo>
                  <a:pt x="372337" y="46387"/>
                  <a:pt x="368905" y="45049"/>
                  <a:pt x="364396" y="45049"/>
                </a:cubicBezTo>
                <a:cubicBezTo>
                  <a:pt x="360431" y="45049"/>
                  <a:pt x="356590" y="46151"/>
                  <a:pt x="352873" y="48357"/>
                </a:cubicBezTo>
                <a:cubicBezTo>
                  <a:pt x="349156" y="50562"/>
                  <a:pt x="345960" y="53597"/>
                  <a:pt x="343284" y="57463"/>
                </a:cubicBezTo>
                <a:lnTo>
                  <a:pt x="343284" y="107641"/>
                </a:lnTo>
                <a:lnTo>
                  <a:pt x="331761" y="107641"/>
                </a:lnTo>
                <a:lnTo>
                  <a:pt x="331761" y="37020"/>
                </a:lnTo>
                <a:lnTo>
                  <a:pt x="340682" y="37020"/>
                </a:lnTo>
                <a:lnTo>
                  <a:pt x="342912" y="46833"/>
                </a:lnTo>
                <a:close/>
                <a:moveTo>
                  <a:pt x="443311" y="35087"/>
                </a:moveTo>
                <a:cubicBezTo>
                  <a:pt x="446731" y="35087"/>
                  <a:pt x="450002" y="35447"/>
                  <a:pt x="453124" y="36165"/>
                </a:cubicBezTo>
                <a:cubicBezTo>
                  <a:pt x="456246" y="36884"/>
                  <a:pt x="458922" y="37887"/>
                  <a:pt x="461152" y="39176"/>
                </a:cubicBezTo>
                <a:lnTo>
                  <a:pt x="461152" y="48765"/>
                </a:lnTo>
                <a:cubicBezTo>
                  <a:pt x="458030" y="47576"/>
                  <a:pt x="455156" y="46684"/>
                  <a:pt x="452529" y="46089"/>
                </a:cubicBezTo>
                <a:cubicBezTo>
                  <a:pt x="449902" y="45495"/>
                  <a:pt x="447226" y="45197"/>
                  <a:pt x="444501" y="45197"/>
                </a:cubicBezTo>
                <a:cubicBezTo>
                  <a:pt x="441626" y="45197"/>
                  <a:pt x="438777" y="45669"/>
                  <a:pt x="435952" y="46612"/>
                </a:cubicBezTo>
                <a:cubicBezTo>
                  <a:pt x="433127" y="47555"/>
                  <a:pt x="430599" y="49106"/>
                  <a:pt x="428369" y="51265"/>
                </a:cubicBezTo>
                <a:cubicBezTo>
                  <a:pt x="426139" y="53422"/>
                  <a:pt x="424343" y="56276"/>
                  <a:pt x="422980" y="59826"/>
                </a:cubicBezTo>
                <a:cubicBezTo>
                  <a:pt x="421617" y="63374"/>
                  <a:pt x="420936" y="67777"/>
                  <a:pt x="420936" y="73037"/>
                </a:cubicBezTo>
                <a:cubicBezTo>
                  <a:pt x="420936" y="76859"/>
                  <a:pt x="421444" y="80383"/>
                  <a:pt x="422459" y="83609"/>
                </a:cubicBezTo>
                <a:cubicBezTo>
                  <a:pt x="423475" y="86835"/>
                  <a:pt x="424987" y="89626"/>
                  <a:pt x="426994" y="91984"/>
                </a:cubicBezTo>
                <a:cubicBezTo>
                  <a:pt x="429001" y="94341"/>
                  <a:pt x="431516" y="96177"/>
                  <a:pt x="434539" y="97491"/>
                </a:cubicBezTo>
                <a:cubicBezTo>
                  <a:pt x="437562" y="98806"/>
                  <a:pt x="441056" y="99464"/>
                  <a:pt x="445021" y="99464"/>
                </a:cubicBezTo>
                <a:cubicBezTo>
                  <a:pt x="447895" y="99464"/>
                  <a:pt x="450794" y="99154"/>
                  <a:pt x="453718" y="98535"/>
                </a:cubicBezTo>
                <a:cubicBezTo>
                  <a:pt x="456642" y="97915"/>
                  <a:pt x="459492" y="97035"/>
                  <a:pt x="462267" y="95896"/>
                </a:cubicBezTo>
                <a:lnTo>
                  <a:pt x="462267" y="105539"/>
                </a:lnTo>
                <a:cubicBezTo>
                  <a:pt x="461425" y="106036"/>
                  <a:pt x="460322" y="106534"/>
                  <a:pt x="458959" y="107032"/>
                </a:cubicBezTo>
                <a:cubicBezTo>
                  <a:pt x="457596" y="107531"/>
                  <a:pt x="456097" y="107967"/>
                  <a:pt x="454462" y="108340"/>
                </a:cubicBezTo>
                <a:cubicBezTo>
                  <a:pt x="452826" y="108713"/>
                  <a:pt x="451092" y="109012"/>
                  <a:pt x="449258" y="109237"/>
                </a:cubicBezTo>
                <a:cubicBezTo>
                  <a:pt x="447425" y="109461"/>
                  <a:pt x="445591" y="109574"/>
                  <a:pt x="443757" y="109574"/>
                </a:cubicBezTo>
                <a:cubicBezTo>
                  <a:pt x="439000" y="109574"/>
                  <a:pt x="434502" y="108854"/>
                  <a:pt x="430265" y="107413"/>
                </a:cubicBezTo>
                <a:cubicBezTo>
                  <a:pt x="426028" y="105973"/>
                  <a:pt x="422323" y="103764"/>
                  <a:pt x="419151" y="100786"/>
                </a:cubicBezTo>
                <a:cubicBezTo>
                  <a:pt x="415980" y="97806"/>
                  <a:pt x="413477" y="94032"/>
                  <a:pt x="411643" y="89463"/>
                </a:cubicBezTo>
                <a:cubicBezTo>
                  <a:pt x="409810" y="84894"/>
                  <a:pt x="408893" y="79482"/>
                  <a:pt x="408893" y="73225"/>
                </a:cubicBezTo>
                <a:cubicBezTo>
                  <a:pt x="408893" y="68557"/>
                  <a:pt x="409376" y="64361"/>
                  <a:pt x="410342" y="60636"/>
                </a:cubicBezTo>
                <a:cubicBezTo>
                  <a:pt x="411309" y="56912"/>
                  <a:pt x="412635" y="53635"/>
                  <a:pt x="414319" y="50805"/>
                </a:cubicBezTo>
                <a:cubicBezTo>
                  <a:pt x="416004" y="47974"/>
                  <a:pt x="417974" y="45566"/>
                  <a:pt x="420229" y="43580"/>
                </a:cubicBezTo>
                <a:cubicBezTo>
                  <a:pt x="422484" y="41593"/>
                  <a:pt x="424888" y="39967"/>
                  <a:pt x="427440" y="38700"/>
                </a:cubicBezTo>
                <a:cubicBezTo>
                  <a:pt x="429992" y="37433"/>
                  <a:pt x="432631" y="36514"/>
                  <a:pt x="435357" y="35945"/>
                </a:cubicBezTo>
                <a:cubicBezTo>
                  <a:pt x="438083" y="35373"/>
                  <a:pt x="440734" y="35087"/>
                  <a:pt x="443311" y="35087"/>
                </a:cubicBezTo>
                <a:close/>
                <a:moveTo>
                  <a:pt x="507113" y="45049"/>
                </a:moveTo>
                <a:cubicBezTo>
                  <a:pt x="504453" y="45049"/>
                  <a:pt x="501981" y="45569"/>
                  <a:pt x="499698" y="46610"/>
                </a:cubicBezTo>
                <a:cubicBezTo>
                  <a:pt x="497415" y="47650"/>
                  <a:pt x="495421" y="49063"/>
                  <a:pt x="493714" y="50847"/>
                </a:cubicBezTo>
                <a:cubicBezTo>
                  <a:pt x="492009" y="52631"/>
                  <a:pt x="490629" y="54725"/>
                  <a:pt x="489574" y="57128"/>
                </a:cubicBezTo>
                <a:cubicBezTo>
                  <a:pt x="488521" y="59532"/>
                  <a:pt x="487869" y="62097"/>
                  <a:pt x="487618" y="64822"/>
                </a:cubicBezTo>
                <a:lnTo>
                  <a:pt x="523746" y="64822"/>
                </a:lnTo>
                <a:cubicBezTo>
                  <a:pt x="523746" y="62047"/>
                  <a:pt x="523382" y="59458"/>
                  <a:pt x="522654" y="57054"/>
                </a:cubicBezTo>
                <a:cubicBezTo>
                  <a:pt x="521927" y="54651"/>
                  <a:pt x="520860" y="52557"/>
                  <a:pt x="519456" y="50773"/>
                </a:cubicBezTo>
                <a:cubicBezTo>
                  <a:pt x="518051" y="48989"/>
                  <a:pt x="516319" y="47588"/>
                  <a:pt x="514261" y="46573"/>
                </a:cubicBezTo>
                <a:cubicBezTo>
                  <a:pt x="512205" y="45557"/>
                  <a:pt x="509822" y="45049"/>
                  <a:pt x="507113" y="45049"/>
                </a:cubicBezTo>
                <a:moveTo>
                  <a:pt x="513190" y="99464"/>
                </a:moveTo>
                <a:cubicBezTo>
                  <a:pt x="517006" y="99464"/>
                  <a:pt x="520488" y="99154"/>
                  <a:pt x="523635" y="98535"/>
                </a:cubicBezTo>
                <a:cubicBezTo>
                  <a:pt x="526782" y="97915"/>
                  <a:pt x="529916" y="97035"/>
                  <a:pt x="533038" y="95896"/>
                </a:cubicBezTo>
                <a:lnTo>
                  <a:pt x="533038" y="105539"/>
                </a:lnTo>
                <a:cubicBezTo>
                  <a:pt x="530511" y="106784"/>
                  <a:pt x="527389" y="107767"/>
                  <a:pt x="523672" y="108489"/>
                </a:cubicBezTo>
                <a:cubicBezTo>
                  <a:pt x="519955" y="109212"/>
                  <a:pt x="515966" y="109574"/>
                  <a:pt x="511704" y="109574"/>
                </a:cubicBezTo>
                <a:cubicBezTo>
                  <a:pt x="506649" y="109574"/>
                  <a:pt x="501903" y="108929"/>
                  <a:pt x="497468" y="107639"/>
                </a:cubicBezTo>
                <a:cubicBezTo>
                  <a:pt x="493032" y="106347"/>
                  <a:pt x="489193" y="104261"/>
                  <a:pt x="485950" y="101380"/>
                </a:cubicBezTo>
                <a:cubicBezTo>
                  <a:pt x="482707" y="98500"/>
                  <a:pt x="480167" y="94738"/>
                  <a:pt x="478331" y="90095"/>
                </a:cubicBezTo>
                <a:cubicBezTo>
                  <a:pt x="476494" y="85452"/>
                  <a:pt x="475575" y="79853"/>
                  <a:pt x="475575" y="73299"/>
                </a:cubicBezTo>
                <a:cubicBezTo>
                  <a:pt x="475575" y="66844"/>
                  <a:pt x="476465" y="61246"/>
                  <a:pt x="478245" y="56504"/>
                </a:cubicBezTo>
                <a:cubicBezTo>
                  <a:pt x="480024" y="51760"/>
                  <a:pt x="482397" y="47799"/>
                  <a:pt x="485362" y="44621"/>
                </a:cubicBezTo>
                <a:cubicBezTo>
                  <a:pt x="488330" y="41443"/>
                  <a:pt x="491742" y="39060"/>
                  <a:pt x="495598" y="37471"/>
                </a:cubicBezTo>
                <a:cubicBezTo>
                  <a:pt x="499454" y="35882"/>
                  <a:pt x="503483" y="35087"/>
                  <a:pt x="507685" y="35087"/>
                </a:cubicBezTo>
                <a:cubicBezTo>
                  <a:pt x="511640" y="35087"/>
                  <a:pt x="515335" y="35746"/>
                  <a:pt x="518770" y="37064"/>
                </a:cubicBezTo>
                <a:cubicBezTo>
                  <a:pt x="522207" y="38382"/>
                  <a:pt x="525186" y="40459"/>
                  <a:pt x="527707" y="43295"/>
                </a:cubicBezTo>
                <a:cubicBezTo>
                  <a:pt x="530228" y="46130"/>
                  <a:pt x="532218" y="49787"/>
                  <a:pt x="533675" y="54264"/>
                </a:cubicBezTo>
                <a:cubicBezTo>
                  <a:pt x="535134" y="58741"/>
                  <a:pt x="535863" y="64114"/>
                  <a:pt x="535863" y="70381"/>
                </a:cubicBezTo>
                <a:cubicBezTo>
                  <a:pt x="535863" y="70978"/>
                  <a:pt x="535863" y="71487"/>
                  <a:pt x="535863" y="71910"/>
                </a:cubicBezTo>
                <a:cubicBezTo>
                  <a:pt x="535863" y="72333"/>
                  <a:pt x="535839" y="73291"/>
                  <a:pt x="535789" y="74784"/>
                </a:cubicBezTo>
                <a:lnTo>
                  <a:pt x="487023" y="74784"/>
                </a:lnTo>
                <a:cubicBezTo>
                  <a:pt x="487023" y="79280"/>
                  <a:pt x="487705" y="83096"/>
                  <a:pt x="489068" y="86234"/>
                </a:cubicBezTo>
                <a:cubicBezTo>
                  <a:pt x="490431" y="89372"/>
                  <a:pt x="492289" y="91916"/>
                  <a:pt x="494643" y="93868"/>
                </a:cubicBezTo>
                <a:cubicBezTo>
                  <a:pt x="496997" y="95819"/>
                  <a:pt x="499760" y="97240"/>
                  <a:pt x="502932" y="98130"/>
                </a:cubicBezTo>
                <a:cubicBezTo>
                  <a:pt x="506103" y="99019"/>
                  <a:pt x="509523" y="99464"/>
                  <a:pt x="513190" y="99464"/>
                </a:cubicBezTo>
                <a:close/>
                <a:moveTo>
                  <a:pt x="562674" y="73111"/>
                </a:moveTo>
                <a:cubicBezTo>
                  <a:pt x="562674" y="77181"/>
                  <a:pt x="563132" y="80866"/>
                  <a:pt x="564047" y="84166"/>
                </a:cubicBezTo>
                <a:cubicBezTo>
                  <a:pt x="564963" y="87467"/>
                  <a:pt x="566285" y="90271"/>
                  <a:pt x="568015" y="92578"/>
                </a:cubicBezTo>
                <a:cubicBezTo>
                  <a:pt x="569746" y="94886"/>
                  <a:pt x="571874" y="96660"/>
                  <a:pt x="574396" y="97900"/>
                </a:cubicBezTo>
                <a:cubicBezTo>
                  <a:pt x="576919" y="99141"/>
                  <a:pt x="579813" y="99761"/>
                  <a:pt x="583078" y="99761"/>
                </a:cubicBezTo>
                <a:cubicBezTo>
                  <a:pt x="585501" y="99761"/>
                  <a:pt x="587702" y="99439"/>
                  <a:pt x="589680" y="98795"/>
                </a:cubicBezTo>
                <a:cubicBezTo>
                  <a:pt x="591659" y="98149"/>
                  <a:pt x="593428" y="97330"/>
                  <a:pt x="594986" y="96337"/>
                </a:cubicBezTo>
                <a:cubicBezTo>
                  <a:pt x="596545" y="95344"/>
                  <a:pt x="597881" y="94290"/>
                  <a:pt x="598993" y="93173"/>
                </a:cubicBezTo>
                <a:cubicBezTo>
                  <a:pt x="600106" y="92056"/>
                  <a:pt x="600985" y="91026"/>
                  <a:pt x="601627" y="90083"/>
                </a:cubicBezTo>
                <a:lnTo>
                  <a:pt x="601627" y="53089"/>
                </a:lnTo>
                <a:cubicBezTo>
                  <a:pt x="599253" y="50657"/>
                  <a:pt x="596508" y="48710"/>
                  <a:pt x="593392" y="47246"/>
                </a:cubicBezTo>
                <a:cubicBezTo>
                  <a:pt x="590276" y="45781"/>
                  <a:pt x="586912" y="45049"/>
                  <a:pt x="583301" y="45049"/>
                </a:cubicBezTo>
                <a:cubicBezTo>
                  <a:pt x="581125" y="45049"/>
                  <a:pt x="578837" y="45458"/>
                  <a:pt x="576438" y="46278"/>
                </a:cubicBezTo>
                <a:cubicBezTo>
                  <a:pt x="574039" y="47095"/>
                  <a:pt x="571813" y="48571"/>
                  <a:pt x="569760" y="50705"/>
                </a:cubicBezTo>
                <a:cubicBezTo>
                  <a:pt x="567708" y="52839"/>
                  <a:pt x="566013" y="55705"/>
                  <a:pt x="564677" y="59303"/>
                </a:cubicBezTo>
                <a:cubicBezTo>
                  <a:pt x="563342" y="62900"/>
                  <a:pt x="562674" y="67503"/>
                  <a:pt x="562674" y="73111"/>
                </a:cubicBezTo>
                <a:moveTo>
                  <a:pt x="550632" y="73225"/>
                </a:moveTo>
                <a:cubicBezTo>
                  <a:pt x="550632" y="68308"/>
                  <a:pt x="551114" y="63951"/>
                  <a:pt x="552079" y="60153"/>
                </a:cubicBezTo>
                <a:cubicBezTo>
                  <a:pt x="553044" y="56354"/>
                  <a:pt x="554318" y="53039"/>
                  <a:pt x="555900" y="50208"/>
                </a:cubicBezTo>
                <a:cubicBezTo>
                  <a:pt x="557485" y="47377"/>
                  <a:pt x="559341" y="45006"/>
                  <a:pt x="561469" y="43095"/>
                </a:cubicBezTo>
                <a:cubicBezTo>
                  <a:pt x="563597" y="41182"/>
                  <a:pt x="565799" y="39630"/>
                  <a:pt x="568075" y="38440"/>
                </a:cubicBezTo>
                <a:cubicBezTo>
                  <a:pt x="570352" y="37247"/>
                  <a:pt x="572665" y="36391"/>
                  <a:pt x="575014" y="35870"/>
                </a:cubicBezTo>
                <a:cubicBezTo>
                  <a:pt x="577365" y="35348"/>
                  <a:pt x="579580" y="35087"/>
                  <a:pt x="581658" y="35087"/>
                </a:cubicBezTo>
                <a:cubicBezTo>
                  <a:pt x="585964" y="35087"/>
                  <a:pt x="589700" y="35806"/>
                  <a:pt x="592867" y="37243"/>
                </a:cubicBezTo>
                <a:cubicBezTo>
                  <a:pt x="596034" y="38680"/>
                  <a:pt x="598880" y="40787"/>
                  <a:pt x="601404" y="43562"/>
                </a:cubicBezTo>
                <a:lnTo>
                  <a:pt x="601627" y="43562"/>
                </a:lnTo>
                <a:lnTo>
                  <a:pt x="601627" y="0"/>
                </a:lnTo>
                <a:lnTo>
                  <a:pt x="613150" y="0"/>
                </a:lnTo>
                <a:lnTo>
                  <a:pt x="613150" y="107641"/>
                </a:lnTo>
                <a:lnTo>
                  <a:pt x="604452" y="107641"/>
                </a:lnTo>
                <a:lnTo>
                  <a:pt x="602073" y="99761"/>
                </a:lnTo>
                <a:lnTo>
                  <a:pt x="601776" y="99761"/>
                </a:lnTo>
                <a:cubicBezTo>
                  <a:pt x="600885" y="100901"/>
                  <a:pt x="599846" y="102053"/>
                  <a:pt x="598658" y="103218"/>
                </a:cubicBezTo>
                <a:cubicBezTo>
                  <a:pt x="597471" y="104382"/>
                  <a:pt x="596072" y="105437"/>
                  <a:pt x="594463" y="106382"/>
                </a:cubicBezTo>
                <a:cubicBezTo>
                  <a:pt x="592855" y="107325"/>
                  <a:pt x="591000" y="108092"/>
                  <a:pt x="588897" y="108684"/>
                </a:cubicBezTo>
                <a:cubicBezTo>
                  <a:pt x="586794" y="109277"/>
                  <a:pt x="584357" y="109574"/>
                  <a:pt x="581586" y="109574"/>
                </a:cubicBezTo>
                <a:cubicBezTo>
                  <a:pt x="577725" y="109574"/>
                  <a:pt x="573939" y="108916"/>
                  <a:pt x="570227" y="107601"/>
                </a:cubicBezTo>
                <a:cubicBezTo>
                  <a:pt x="566516" y="106285"/>
                  <a:pt x="563213" y="104174"/>
                  <a:pt x="560319" y="101269"/>
                </a:cubicBezTo>
                <a:cubicBezTo>
                  <a:pt x="557424" y="98363"/>
                  <a:pt x="555086" y="94614"/>
                  <a:pt x="553303" y="90021"/>
                </a:cubicBezTo>
                <a:cubicBezTo>
                  <a:pt x="551522" y="85427"/>
                  <a:pt x="550632" y="79829"/>
                  <a:pt x="550632" y="73225"/>
                </a:cubicBezTo>
                <a:close/>
              </a:path>
            </a:pathLst>
          </a:custGeom>
          <a:solidFill xmlns:a="http://schemas.openxmlformats.org/drawingml/2006/main">
            <a:srgbClr val="C2530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9" name="Text LLM">
            <a:extLst xmlns:a="http://schemas.openxmlformats.org/drawingml/2006/main">
              <a:ext uri="{FF2B5EF4-FFF2-40B4-BE49-F238E27FC236}">
                <a16:creationId xmlns:a16="http://schemas.microsoft.com/office/drawing/2014/main" id="{13CE75E5-5FC3-4DBB-BFF5-238B90D1A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4738" y="1332312"/>
            <a:ext cx="257786" cy="99199"/>
          </a:xfrm>
          <a:custGeom xmlns:a="http://schemas.openxmlformats.org/drawingml/2006/main">
            <a:pathLst>
              <a:path w="257786" h="99199">
                <a:moveTo>
                  <a:pt x="12085" y="0"/>
                </a:moveTo>
                <a:lnTo>
                  <a:pt x="12085" y="88227"/>
                </a:lnTo>
                <a:lnTo>
                  <a:pt x="60498" y="88227"/>
                </a:lnTo>
                <a:lnTo>
                  <a:pt x="60498" y="99199"/>
                </a:lnTo>
                <a:lnTo>
                  <a:pt x="0" y="99199"/>
                </a:lnTo>
                <a:lnTo>
                  <a:pt x="0" y="0"/>
                </a:lnTo>
                <a:lnTo>
                  <a:pt x="12085" y="0"/>
                </a:lnTo>
                <a:close/>
                <a:moveTo>
                  <a:pt x="91192" y="0"/>
                </a:moveTo>
                <a:lnTo>
                  <a:pt x="91192" y="88227"/>
                </a:lnTo>
                <a:lnTo>
                  <a:pt x="139606" y="88227"/>
                </a:lnTo>
                <a:lnTo>
                  <a:pt x="139606" y="99199"/>
                </a:lnTo>
                <a:lnTo>
                  <a:pt x="79108" y="99199"/>
                </a:lnTo>
                <a:lnTo>
                  <a:pt x="79108" y="0"/>
                </a:lnTo>
                <a:lnTo>
                  <a:pt x="91192" y="0"/>
                </a:lnTo>
                <a:close/>
                <a:moveTo>
                  <a:pt x="210781" y="99199"/>
                </a:moveTo>
                <a:lnTo>
                  <a:pt x="205220" y="99199"/>
                </a:lnTo>
                <a:lnTo>
                  <a:pt x="180235" y="39961"/>
                </a:lnTo>
                <a:cubicBezTo>
                  <a:pt x="176775" y="31806"/>
                  <a:pt x="173316" y="22934"/>
                  <a:pt x="169856" y="13345"/>
                </a:cubicBezTo>
                <a:lnTo>
                  <a:pt x="169263" y="13345"/>
                </a:lnTo>
                <a:cubicBezTo>
                  <a:pt x="169955" y="27135"/>
                  <a:pt x="170301" y="39764"/>
                  <a:pt x="170301" y="51231"/>
                </a:cubicBezTo>
                <a:lnTo>
                  <a:pt x="170301" y="99199"/>
                </a:lnTo>
                <a:lnTo>
                  <a:pt x="158216" y="99199"/>
                </a:lnTo>
                <a:lnTo>
                  <a:pt x="158216" y="0"/>
                </a:lnTo>
                <a:lnTo>
                  <a:pt x="175639" y="0"/>
                </a:lnTo>
                <a:lnTo>
                  <a:pt x="198993" y="56124"/>
                </a:lnTo>
                <a:cubicBezTo>
                  <a:pt x="201662" y="62549"/>
                  <a:pt x="204603" y="70285"/>
                  <a:pt x="207815" y="79330"/>
                </a:cubicBezTo>
                <a:lnTo>
                  <a:pt x="208186" y="79330"/>
                </a:lnTo>
                <a:cubicBezTo>
                  <a:pt x="211745" y="69296"/>
                  <a:pt x="214686" y="61561"/>
                  <a:pt x="217009" y="56124"/>
                </a:cubicBezTo>
                <a:lnTo>
                  <a:pt x="240363" y="0"/>
                </a:lnTo>
                <a:lnTo>
                  <a:pt x="257786" y="0"/>
                </a:lnTo>
                <a:lnTo>
                  <a:pt x="257786" y="99199"/>
                </a:lnTo>
                <a:lnTo>
                  <a:pt x="245701" y="99199"/>
                </a:lnTo>
                <a:lnTo>
                  <a:pt x="245701" y="51231"/>
                </a:lnTo>
                <a:cubicBezTo>
                  <a:pt x="245701" y="40011"/>
                  <a:pt x="246047" y="27382"/>
                  <a:pt x="246739" y="13345"/>
                </a:cubicBezTo>
                <a:lnTo>
                  <a:pt x="246146" y="13345"/>
                </a:lnTo>
                <a:cubicBezTo>
                  <a:pt x="242488" y="23478"/>
                  <a:pt x="239028" y="32350"/>
                  <a:pt x="235766" y="39961"/>
                </a:cubicBezTo>
                <a:lnTo>
                  <a:pt x="210781" y="99199"/>
                </a:lnTo>
                <a:close/>
              </a:path>
            </a:pathLst>
          </a:custGeom>
          <a:solidFill xmlns:a="http://schemas.openxmlformats.org/drawingml/2006/main">
            <a:srgbClr val="C2530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0" name="Text Attack">
            <a:extLst xmlns:a="http://schemas.openxmlformats.org/drawingml/2006/main">
              <a:ext uri="{FF2B5EF4-FFF2-40B4-BE49-F238E27FC236}">
                <a16:creationId xmlns:a16="http://schemas.microsoft.com/office/drawing/2014/main" id="{8C499E17-A622-4514-ACCC-A7040BED5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7920" y="1506363"/>
            <a:ext cx="413013" cy="109282"/>
          </a:xfrm>
          <a:custGeom xmlns:a="http://schemas.openxmlformats.org/drawingml/2006/main">
            <a:pathLst>
              <a:path w="413013" h="109282">
                <a:moveTo>
                  <a:pt x="0" y="107355"/>
                </a:moveTo>
                <a:lnTo>
                  <a:pt x="40406" y="8155"/>
                </a:lnTo>
                <a:lnTo>
                  <a:pt x="50934" y="8155"/>
                </a:lnTo>
                <a:lnTo>
                  <a:pt x="91340" y="107355"/>
                </a:lnTo>
                <a:lnTo>
                  <a:pt x="78218" y="107355"/>
                </a:lnTo>
                <a:lnTo>
                  <a:pt x="66399" y="77550"/>
                </a:lnTo>
                <a:lnTo>
                  <a:pt x="24737" y="77550"/>
                </a:lnTo>
                <a:lnTo>
                  <a:pt x="12974" y="107355"/>
                </a:lnTo>
                <a:lnTo>
                  <a:pt x="0" y="107355"/>
                </a:lnTo>
                <a:moveTo>
                  <a:pt x="45596" y="23577"/>
                </a:moveTo>
                <a:cubicBezTo>
                  <a:pt x="41200" y="35953"/>
                  <a:pt x="36939" y="47169"/>
                  <a:pt x="32812" y="57224"/>
                </a:cubicBezTo>
                <a:lnTo>
                  <a:pt x="29169" y="66578"/>
                </a:lnTo>
                <a:lnTo>
                  <a:pt x="62166" y="66578"/>
                </a:lnTo>
                <a:lnTo>
                  <a:pt x="58388" y="57192"/>
                </a:lnTo>
                <a:cubicBezTo>
                  <a:pt x="54318" y="46917"/>
                  <a:pt x="50153" y="35712"/>
                  <a:pt x="45893" y="23577"/>
                </a:cubicBezTo>
                <a:lnTo>
                  <a:pt x="45596" y="23577"/>
                </a:lnTo>
                <a:close/>
                <a:moveTo>
                  <a:pt x="142695" y="107565"/>
                </a:moveTo>
                <a:cubicBezTo>
                  <a:pt x="141707" y="107962"/>
                  <a:pt x="140199" y="108335"/>
                  <a:pt x="138173" y="108684"/>
                </a:cubicBezTo>
                <a:cubicBezTo>
                  <a:pt x="136146" y="109034"/>
                  <a:pt x="133724" y="109233"/>
                  <a:pt x="130907" y="109282"/>
                </a:cubicBezTo>
                <a:cubicBezTo>
                  <a:pt x="127200" y="109282"/>
                  <a:pt x="123987" y="108825"/>
                  <a:pt x="121269" y="107911"/>
                </a:cubicBezTo>
                <a:cubicBezTo>
                  <a:pt x="118550" y="106996"/>
                  <a:pt x="116289" y="105686"/>
                  <a:pt x="114485" y="103981"/>
                </a:cubicBezTo>
                <a:cubicBezTo>
                  <a:pt x="112681" y="102276"/>
                  <a:pt x="111334" y="100212"/>
                  <a:pt x="110444" y="97791"/>
                </a:cubicBezTo>
                <a:cubicBezTo>
                  <a:pt x="109555" y="95369"/>
                  <a:pt x="109110" y="92675"/>
                  <a:pt x="109110" y="89709"/>
                </a:cubicBezTo>
                <a:lnTo>
                  <a:pt x="109110" y="46856"/>
                </a:lnTo>
                <a:lnTo>
                  <a:pt x="95542" y="46856"/>
                </a:lnTo>
                <a:lnTo>
                  <a:pt x="95542" y="36922"/>
                </a:lnTo>
                <a:lnTo>
                  <a:pt x="109110" y="36922"/>
                </a:lnTo>
                <a:lnTo>
                  <a:pt x="109110" y="17645"/>
                </a:lnTo>
                <a:lnTo>
                  <a:pt x="120601" y="17645"/>
                </a:lnTo>
                <a:lnTo>
                  <a:pt x="120601" y="36922"/>
                </a:lnTo>
                <a:lnTo>
                  <a:pt x="141657" y="36922"/>
                </a:lnTo>
                <a:lnTo>
                  <a:pt x="141657" y="46856"/>
                </a:lnTo>
                <a:lnTo>
                  <a:pt x="120601" y="46856"/>
                </a:lnTo>
                <a:lnTo>
                  <a:pt x="120601" y="87872"/>
                </a:lnTo>
                <a:cubicBezTo>
                  <a:pt x="120601" y="89500"/>
                  <a:pt x="120836" y="91005"/>
                  <a:pt x="121306" y="92388"/>
                </a:cubicBezTo>
                <a:cubicBezTo>
                  <a:pt x="121775" y="93770"/>
                  <a:pt x="122517" y="94967"/>
                  <a:pt x="123530" y="95979"/>
                </a:cubicBezTo>
                <a:cubicBezTo>
                  <a:pt x="124543" y="96990"/>
                  <a:pt x="125841" y="97781"/>
                  <a:pt x="127422" y="98349"/>
                </a:cubicBezTo>
                <a:cubicBezTo>
                  <a:pt x="129004" y="98916"/>
                  <a:pt x="130907" y="99199"/>
                  <a:pt x="133131" y="99199"/>
                </a:cubicBezTo>
                <a:cubicBezTo>
                  <a:pt x="134663" y="99199"/>
                  <a:pt x="136282" y="99076"/>
                  <a:pt x="137987" y="98829"/>
                </a:cubicBezTo>
                <a:cubicBezTo>
                  <a:pt x="139693" y="98581"/>
                  <a:pt x="141262" y="98260"/>
                  <a:pt x="142695" y="97865"/>
                </a:cubicBezTo>
                <a:lnTo>
                  <a:pt x="142695" y="107565"/>
                </a:lnTo>
                <a:close/>
                <a:moveTo>
                  <a:pt x="195383" y="107565"/>
                </a:moveTo>
                <a:cubicBezTo>
                  <a:pt x="194395" y="107962"/>
                  <a:pt x="192887" y="108335"/>
                  <a:pt x="190861" y="108684"/>
                </a:cubicBezTo>
                <a:cubicBezTo>
                  <a:pt x="188834" y="109034"/>
                  <a:pt x="186412" y="109233"/>
                  <a:pt x="183595" y="109282"/>
                </a:cubicBezTo>
                <a:cubicBezTo>
                  <a:pt x="179888" y="109282"/>
                  <a:pt x="176675" y="108825"/>
                  <a:pt x="173957" y="107911"/>
                </a:cubicBezTo>
                <a:cubicBezTo>
                  <a:pt x="171238" y="106996"/>
                  <a:pt x="168977" y="105686"/>
                  <a:pt x="167173" y="103981"/>
                </a:cubicBezTo>
                <a:cubicBezTo>
                  <a:pt x="165369" y="102276"/>
                  <a:pt x="164022" y="100212"/>
                  <a:pt x="163132" y="97791"/>
                </a:cubicBezTo>
                <a:cubicBezTo>
                  <a:pt x="162243" y="95369"/>
                  <a:pt x="161798" y="92675"/>
                  <a:pt x="161798" y="89709"/>
                </a:cubicBezTo>
                <a:lnTo>
                  <a:pt x="161798" y="46856"/>
                </a:lnTo>
                <a:lnTo>
                  <a:pt x="148230" y="46856"/>
                </a:lnTo>
                <a:lnTo>
                  <a:pt x="148230" y="36922"/>
                </a:lnTo>
                <a:lnTo>
                  <a:pt x="161798" y="36922"/>
                </a:lnTo>
                <a:lnTo>
                  <a:pt x="161798" y="17645"/>
                </a:lnTo>
                <a:lnTo>
                  <a:pt x="173289" y="17645"/>
                </a:lnTo>
                <a:lnTo>
                  <a:pt x="173289" y="36922"/>
                </a:lnTo>
                <a:lnTo>
                  <a:pt x="194345" y="36922"/>
                </a:lnTo>
                <a:lnTo>
                  <a:pt x="194345" y="46856"/>
                </a:lnTo>
                <a:lnTo>
                  <a:pt x="173289" y="46856"/>
                </a:lnTo>
                <a:lnTo>
                  <a:pt x="173289" y="87872"/>
                </a:lnTo>
                <a:cubicBezTo>
                  <a:pt x="173289" y="89500"/>
                  <a:pt x="173524" y="91005"/>
                  <a:pt x="173994" y="92388"/>
                </a:cubicBezTo>
                <a:cubicBezTo>
                  <a:pt x="174463" y="93770"/>
                  <a:pt x="175205" y="94967"/>
                  <a:pt x="176218" y="95979"/>
                </a:cubicBezTo>
                <a:cubicBezTo>
                  <a:pt x="177231" y="96990"/>
                  <a:pt x="178529" y="97781"/>
                  <a:pt x="180110" y="98349"/>
                </a:cubicBezTo>
                <a:cubicBezTo>
                  <a:pt x="181692" y="98916"/>
                  <a:pt x="183595" y="99199"/>
                  <a:pt x="185819" y="99199"/>
                </a:cubicBezTo>
                <a:cubicBezTo>
                  <a:pt x="187351" y="99199"/>
                  <a:pt x="188970" y="99076"/>
                  <a:pt x="190675" y="98829"/>
                </a:cubicBezTo>
                <a:cubicBezTo>
                  <a:pt x="192381" y="98581"/>
                  <a:pt x="193950" y="98260"/>
                  <a:pt x="195383" y="97865"/>
                </a:cubicBezTo>
                <a:lnTo>
                  <a:pt x="195383" y="107565"/>
                </a:lnTo>
                <a:close/>
                <a:moveTo>
                  <a:pt x="252163" y="99570"/>
                </a:moveTo>
                <a:lnTo>
                  <a:pt x="251866" y="99570"/>
                </a:lnTo>
                <a:cubicBezTo>
                  <a:pt x="250929" y="100756"/>
                  <a:pt x="249744" y="101930"/>
                  <a:pt x="248312" y="103092"/>
                </a:cubicBezTo>
                <a:cubicBezTo>
                  <a:pt x="246882" y="104253"/>
                  <a:pt x="245228" y="105293"/>
                  <a:pt x="243352" y="106210"/>
                </a:cubicBezTo>
                <a:cubicBezTo>
                  <a:pt x="241477" y="107128"/>
                  <a:pt x="239428" y="107869"/>
                  <a:pt x="237207" y="108434"/>
                </a:cubicBezTo>
                <a:cubicBezTo>
                  <a:pt x="234986" y="109000"/>
                  <a:pt x="232617" y="109282"/>
                  <a:pt x="230099" y="109282"/>
                </a:cubicBezTo>
                <a:cubicBezTo>
                  <a:pt x="226693" y="109282"/>
                  <a:pt x="223571" y="108775"/>
                  <a:pt x="220732" y="107760"/>
                </a:cubicBezTo>
                <a:cubicBezTo>
                  <a:pt x="217895" y="106745"/>
                  <a:pt x="215451" y="105260"/>
                  <a:pt x="213401" y="103305"/>
                </a:cubicBezTo>
                <a:cubicBezTo>
                  <a:pt x="211353" y="101349"/>
                  <a:pt x="209762" y="98961"/>
                  <a:pt x="208626" y="96139"/>
                </a:cubicBezTo>
                <a:cubicBezTo>
                  <a:pt x="207491" y="93317"/>
                  <a:pt x="206924" y="90123"/>
                  <a:pt x="206924" y="86558"/>
                </a:cubicBezTo>
                <a:cubicBezTo>
                  <a:pt x="206924" y="83043"/>
                  <a:pt x="207552" y="79899"/>
                  <a:pt x="208809" y="77126"/>
                </a:cubicBezTo>
                <a:cubicBezTo>
                  <a:pt x="210068" y="74354"/>
                  <a:pt x="211832" y="72002"/>
                  <a:pt x="214101" y="70071"/>
                </a:cubicBezTo>
                <a:cubicBezTo>
                  <a:pt x="216372" y="68141"/>
                  <a:pt x="219099" y="66656"/>
                  <a:pt x="222282" y="65616"/>
                </a:cubicBezTo>
                <a:cubicBezTo>
                  <a:pt x="225465" y="64577"/>
                  <a:pt x="228981" y="64057"/>
                  <a:pt x="232828" y="64057"/>
                </a:cubicBezTo>
                <a:cubicBezTo>
                  <a:pt x="236480" y="64106"/>
                  <a:pt x="239860" y="64428"/>
                  <a:pt x="242969" y="65021"/>
                </a:cubicBezTo>
                <a:cubicBezTo>
                  <a:pt x="246079" y="65614"/>
                  <a:pt x="248842" y="66355"/>
                  <a:pt x="251259" y="67245"/>
                </a:cubicBezTo>
                <a:lnTo>
                  <a:pt x="251556" y="67245"/>
                </a:lnTo>
                <a:lnTo>
                  <a:pt x="251556" y="62352"/>
                </a:lnTo>
                <a:cubicBezTo>
                  <a:pt x="251556" y="60424"/>
                  <a:pt x="251432" y="58719"/>
                  <a:pt x="251185" y="57236"/>
                </a:cubicBezTo>
                <a:cubicBezTo>
                  <a:pt x="250938" y="55753"/>
                  <a:pt x="250518" y="54443"/>
                  <a:pt x="249925" y="53307"/>
                </a:cubicBezTo>
                <a:cubicBezTo>
                  <a:pt x="248640" y="50934"/>
                  <a:pt x="246588" y="48969"/>
                  <a:pt x="243771" y="47412"/>
                </a:cubicBezTo>
                <a:cubicBezTo>
                  <a:pt x="240954" y="45856"/>
                  <a:pt x="237148" y="45077"/>
                  <a:pt x="232354" y="45077"/>
                </a:cubicBezTo>
                <a:cubicBezTo>
                  <a:pt x="228795" y="45077"/>
                  <a:pt x="225446" y="45405"/>
                  <a:pt x="222308" y="46059"/>
                </a:cubicBezTo>
                <a:cubicBezTo>
                  <a:pt x="219169" y="46713"/>
                  <a:pt x="216043" y="47621"/>
                  <a:pt x="212929" y="48784"/>
                </a:cubicBezTo>
                <a:lnTo>
                  <a:pt x="212929" y="39146"/>
                </a:lnTo>
                <a:cubicBezTo>
                  <a:pt x="214115" y="38553"/>
                  <a:pt x="215511" y="37997"/>
                  <a:pt x="217118" y="37478"/>
                </a:cubicBezTo>
                <a:cubicBezTo>
                  <a:pt x="218724" y="36959"/>
                  <a:pt x="220417" y="36514"/>
                  <a:pt x="222196" y="36143"/>
                </a:cubicBezTo>
                <a:cubicBezTo>
                  <a:pt x="223976" y="35773"/>
                  <a:pt x="225854" y="35488"/>
                  <a:pt x="227831" y="35291"/>
                </a:cubicBezTo>
                <a:cubicBezTo>
                  <a:pt x="229808" y="35093"/>
                  <a:pt x="231785" y="34994"/>
                  <a:pt x="233762" y="34994"/>
                </a:cubicBezTo>
                <a:cubicBezTo>
                  <a:pt x="240880" y="34994"/>
                  <a:pt x="246700" y="36256"/>
                  <a:pt x="251222" y="38780"/>
                </a:cubicBezTo>
                <a:cubicBezTo>
                  <a:pt x="255745" y="41302"/>
                  <a:pt x="258994" y="44642"/>
                  <a:pt x="260972" y="48798"/>
                </a:cubicBezTo>
                <a:cubicBezTo>
                  <a:pt x="261713" y="50381"/>
                  <a:pt x="262244" y="52126"/>
                  <a:pt x="262566" y="54032"/>
                </a:cubicBezTo>
                <a:cubicBezTo>
                  <a:pt x="262887" y="55936"/>
                  <a:pt x="263047" y="58026"/>
                  <a:pt x="263047" y="60301"/>
                </a:cubicBezTo>
                <a:lnTo>
                  <a:pt x="263047" y="107355"/>
                </a:lnTo>
                <a:lnTo>
                  <a:pt x="253421" y="107355"/>
                </a:lnTo>
                <a:lnTo>
                  <a:pt x="252163" y="99570"/>
                </a:lnTo>
                <a:moveTo>
                  <a:pt x="251556" y="76445"/>
                </a:moveTo>
                <a:cubicBezTo>
                  <a:pt x="249444" y="75851"/>
                  <a:pt x="246941" y="75281"/>
                  <a:pt x="244044" y="74735"/>
                </a:cubicBezTo>
                <a:cubicBezTo>
                  <a:pt x="241148" y="74190"/>
                  <a:pt x="237957" y="73893"/>
                  <a:pt x="234471" y="73843"/>
                </a:cubicBezTo>
                <a:cubicBezTo>
                  <a:pt x="229612" y="73843"/>
                  <a:pt x="225808" y="74884"/>
                  <a:pt x="223058" y="76967"/>
                </a:cubicBezTo>
                <a:cubicBezTo>
                  <a:pt x="220309" y="79049"/>
                  <a:pt x="218934" y="82246"/>
                  <a:pt x="218934" y="86558"/>
                </a:cubicBezTo>
                <a:cubicBezTo>
                  <a:pt x="218934" y="88739"/>
                  <a:pt x="219278" y="90648"/>
                  <a:pt x="219965" y="92283"/>
                </a:cubicBezTo>
                <a:cubicBezTo>
                  <a:pt x="220653" y="93919"/>
                  <a:pt x="221597" y="95270"/>
                  <a:pt x="222799" y="96336"/>
                </a:cubicBezTo>
                <a:cubicBezTo>
                  <a:pt x="224002" y="97401"/>
                  <a:pt x="225426" y="98194"/>
                  <a:pt x="227071" y="98715"/>
                </a:cubicBezTo>
                <a:cubicBezTo>
                  <a:pt x="228716" y="99236"/>
                  <a:pt x="230471" y="99496"/>
                  <a:pt x="232337" y="99496"/>
                </a:cubicBezTo>
                <a:cubicBezTo>
                  <a:pt x="234792" y="99496"/>
                  <a:pt x="237074" y="99137"/>
                  <a:pt x="239184" y="98418"/>
                </a:cubicBezTo>
                <a:cubicBezTo>
                  <a:pt x="241295" y="97699"/>
                  <a:pt x="243173" y="96844"/>
                  <a:pt x="244818" y="95854"/>
                </a:cubicBezTo>
                <a:cubicBezTo>
                  <a:pt x="246463" y="94862"/>
                  <a:pt x="247862" y="93870"/>
                  <a:pt x="249014" y="92879"/>
                </a:cubicBezTo>
                <a:cubicBezTo>
                  <a:pt x="250168" y="91887"/>
                  <a:pt x="251015" y="91119"/>
                  <a:pt x="251556" y="90574"/>
                </a:cubicBezTo>
                <a:lnTo>
                  <a:pt x="251556" y="76445"/>
                </a:lnTo>
                <a:close/>
                <a:moveTo>
                  <a:pt x="315651" y="34994"/>
                </a:moveTo>
                <a:cubicBezTo>
                  <a:pt x="319061" y="34994"/>
                  <a:pt x="322324" y="35352"/>
                  <a:pt x="325438" y="36069"/>
                </a:cubicBezTo>
                <a:cubicBezTo>
                  <a:pt x="328551" y="36786"/>
                  <a:pt x="331220" y="37787"/>
                  <a:pt x="333445" y="39072"/>
                </a:cubicBezTo>
                <a:lnTo>
                  <a:pt x="333445" y="48636"/>
                </a:lnTo>
                <a:cubicBezTo>
                  <a:pt x="330331" y="47450"/>
                  <a:pt x="327464" y="46560"/>
                  <a:pt x="324844" y="45967"/>
                </a:cubicBezTo>
                <a:cubicBezTo>
                  <a:pt x="322225" y="45374"/>
                  <a:pt x="319556" y="45077"/>
                  <a:pt x="316837" y="45077"/>
                </a:cubicBezTo>
                <a:cubicBezTo>
                  <a:pt x="313971" y="45077"/>
                  <a:pt x="311129" y="45547"/>
                  <a:pt x="308311" y="46488"/>
                </a:cubicBezTo>
                <a:cubicBezTo>
                  <a:pt x="305494" y="47429"/>
                  <a:pt x="302973" y="48976"/>
                  <a:pt x="300749" y="51129"/>
                </a:cubicBezTo>
                <a:cubicBezTo>
                  <a:pt x="298525" y="53280"/>
                  <a:pt x="296733" y="56126"/>
                  <a:pt x="295374" y="59666"/>
                </a:cubicBezTo>
                <a:cubicBezTo>
                  <a:pt x="294015" y="63205"/>
                  <a:pt x="293335" y="67597"/>
                  <a:pt x="293335" y="72842"/>
                </a:cubicBezTo>
                <a:cubicBezTo>
                  <a:pt x="293335" y="76655"/>
                  <a:pt x="293842" y="80169"/>
                  <a:pt x="294855" y="83387"/>
                </a:cubicBezTo>
                <a:cubicBezTo>
                  <a:pt x="295868" y="86604"/>
                  <a:pt x="297376" y="89388"/>
                  <a:pt x="299377" y="91739"/>
                </a:cubicBezTo>
                <a:cubicBezTo>
                  <a:pt x="301379" y="94090"/>
                  <a:pt x="303888" y="95921"/>
                  <a:pt x="306903" y="97232"/>
                </a:cubicBezTo>
                <a:cubicBezTo>
                  <a:pt x="309918" y="98544"/>
                  <a:pt x="313402" y="99199"/>
                  <a:pt x="317356" y="99199"/>
                </a:cubicBezTo>
                <a:cubicBezTo>
                  <a:pt x="320223" y="99199"/>
                  <a:pt x="323114" y="98890"/>
                  <a:pt x="326031" y="98272"/>
                </a:cubicBezTo>
                <a:cubicBezTo>
                  <a:pt x="328947" y="97655"/>
                  <a:pt x="331789" y="96777"/>
                  <a:pt x="334557" y="95641"/>
                </a:cubicBezTo>
                <a:lnTo>
                  <a:pt x="334557" y="105258"/>
                </a:lnTo>
                <a:cubicBezTo>
                  <a:pt x="333716" y="105754"/>
                  <a:pt x="332617" y="106250"/>
                  <a:pt x="331258" y="106748"/>
                </a:cubicBezTo>
                <a:cubicBezTo>
                  <a:pt x="329898" y="107245"/>
                  <a:pt x="328403" y="107680"/>
                  <a:pt x="326772" y="108052"/>
                </a:cubicBezTo>
                <a:cubicBezTo>
                  <a:pt x="325141" y="108424"/>
                  <a:pt x="323411" y="108722"/>
                  <a:pt x="321582" y="108946"/>
                </a:cubicBezTo>
                <a:cubicBezTo>
                  <a:pt x="319753" y="109170"/>
                  <a:pt x="317925" y="109282"/>
                  <a:pt x="316096" y="109282"/>
                </a:cubicBezTo>
                <a:cubicBezTo>
                  <a:pt x="311351" y="109282"/>
                  <a:pt x="306865" y="108564"/>
                  <a:pt x="302640" y="107128"/>
                </a:cubicBezTo>
                <a:cubicBezTo>
                  <a:pt x="298414" y="105691"/>
                  <a:pt x="294719" y="103488"/>
                  <a:pt x="291556" y="100518"/>
                </a:cubicBezTo>
                <a:cubicBezTo>
                  <a:pt x="288392" y="97546"/>
                  <a:pt x="285896" y="93782"/>
                  <a:pt x="284067" y="89225"/>
                </a:cubicBezTo>
                <a:cubicBezTo>
                  <a:pt x="282239" y="84669"/>
                  <a:pt x="281324" y="79270"/>
                  <a:pt x="281324" y="73030"/>
                </a:cubicBezTo>
                <a:cubicBezTo>
                  <a:pt x="281324" y="68375"/>
                  <a:pt x="281806" y="64190"/>
                  <a:pt x="282770" y="60475"/>
                </a:cubicBezTo>
                <a:cubicBezTo>
                  <a:pt x="283734" y="56760"/>
                  <a:pt x="285056" y="53492"/>
                  <a:pt x="286736" y="50670"/>
                </a:cubicBezTo>
                <a:cubicBezTo>
                  <a:pt x="288417" y="47847"/>
                  <a:pt x="290382" y="45445"/>
                  <a:pt x="292631" y="43465"/>
                </a:cubicBezTo>
                <a:cubicBezTo>
                  <a:pt x="294880" y="41483"/>
                  <a:pt x="297277" y="39860"/>
                  <a:pt x="299822" y="38597"/>
                </a:cubicBezTo>
                <a:cubicBezTo>
                  <a:pt x="302368" y="37333"/>
                  <a:pt x="305000" y="36417"/>
                  <a:pt x="307718" y="35849"/>
                </a:cubicBezTo>
                <a:cubicBezTo>
                  <a:pt x="310437" y="35279"/>
                  <a:pt x="313081" y="34994"/>
                  <a:pt x="315651" y="34994"/>
                </a:cubicBezTo>
                <a:close/>
                <a:moveTo>
                  <a:pt x="398037" y="36922"/>
                </a:moveTo>
                <a:lnTo>
                  <a:pt x="413013" y="36922"/>
                </a:lnTo>
                <a:lnTo>
                  <a:pt x="378612" y="69321"/>
                </a:lnTo>
                <a:lnTo>
                  <a:pt x="412939" y="107355"/>
                </a:lnTo>
                <a:lnTo>
                  <a:pt x="398630" y="107355"/>
                </a:lnTo>
                <a:lnTo>
                  <a:pt x="364822" y="69840"/>
                </a:lnTo>
                <a:lnTo>
                  <a:pt x="364674" y="69840"/>
                </a:lnTo>
                <a:lnTo>
                  <a:pt x="364674" y="107355"/>
                </a:lnTo>
                <a:lnTo>
                  <a:pt x="353182" y="107355"/>
                </a:lnTo>
                <a:lnTo>
                  <a:pt x="353182" y="0"/>
                </a:lnTo>
                <a:lnTo>
                  <a:pt x="364674" y="0"/>
                </a:lnTo>
                <a:lnTo>
                  <a:pt x="364674" y="68357"/>
                </a:lnTo>
                <a:lnTo>
                  <a:pt x="364822" y="68357"/>
                </a:lnTo>
                <a:lnTo>
                  <a:pt x="398037" y="36922"/>
                </a:lnTo>
                <a:close/>
              </a:path>
            </a:pathLst>
          </a:custGeom>
          <a:solidFill xmlns:a="http://schemas.openxmlformats.org/drawingml/2006/main">
            <a:srgbClr val="C25308"/>
          </a:solidFill>
          <a:ln xmlns:a="http://schemas.openxmlformats.org/drawingml/2006/main" w="0" cap="flat">
            <a:noFill/>
            <a:miter/>
          </a:ln>
        </p:spPr>
      </p:sp>
      <p:pic>
        <p:nvPicPr>
          <p:cNvPr id="28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efabd26f05744e1"/>
          <a:stretch xmlns:a="http://schemas.openxmlformats.org/drawingml/2006/main"/>
        </p:blipFill>
        <p:spPr>
          <a:xfrm xmlns:a="http://schemas.openxmlformats.org/drawingml/2006/main">
            <a:off x="3227257" y="735862"/>
            <a:ext cx="344167" cy="325730"/>
          </a:xfrm>
          <a:prstGeom xmlns:a="http://schemas.openxmlformats.org/drawingml/2006/main" prst="rect">
            <a:avLst/>
          </a:prstGeom>
        </p:spPr>
      </p:pic>
      <p:pic>
        <p:nvPicPr>
          <p:cNvPr id="28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668d740b0e047d3"/>
          <a:stretch xmlns:a="http://schemas.openxmlformats.org/drawingml/2006/main"/>
        </p:blipFill>
        <p:spPr>
          <a:xfrm xmlns:a="http://schemas.openxmlformats.org/drawingml/2006/main">
            <a:off x="3926652" y="728668"/>
            <a:ext cx="344317" cy="332020"/>
          </a:xfrm>
          <a:prstGeom xmlns:a="http://schemas.openxmlformats.org/drawingml/2006/main" prst="rect">
            <a:avLst/>
          </a:prstGeom>
        </p:spPr>
      </p:pic>
      <p:pic>
        <p:nvPicPr>
          <p:cNvPr id="28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a141ae412e0453d"/>
          <a:stretch xmlns:a="http://schemas.openxmlformats.org/drawingml/2006/main"/>
        </p:blipFill>
        <p:spPr>
          <a:xfrm xmlns:a="http://schemas.openxmlformats.org/drawingml/2006/main">
            <a:off x="2499444" y="736765"/>
            <a:ext cx="352265" cy="327971"/>
          </a:xfrm>
          <a:prstGeom xmlns:a="http://schemas.openxmlformats.org/drawingml/2006/main" prst="rect">
            <a:avLst/>
          </a:prstGeom>
        </p:spPr>
      </p:pic>
      <p:sp>
        <p:nvSpPr>
          <p:cNvPr id="5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6A1E02D-80E5-4D37-AB07-47641110D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2722" y="865322"/>
            <a:ext cx="375210" cy="67484"/>
          </a:xfrm>
          <a:custGeom xmlns:a="http://schemas.openxmlformats.org/drawingml/2006/main">
            <a:pathLst>
              <a:path w="375210" h="67484">
                <a:moveTo>
                  <a:pt x="307895" y="67484"/>
                </a:moveTo>
                <a:lnTo>
                  <a:pt x="375210" y="33404"/>
                </a:lnTo>
                <a:lnTo>
                  <a:pt x="307557" y="0"/>
                </a:lnTo>
                <a:lnTo>
                  <a:pt x="307684" y="25217"/>
                </a:lnTo>
                <a:lnTo>
                  <a:pt x="0" y="26656"/>
                </a:lnTo>
                <a:lnTo>
                  <a:pt x="0" y="43527"/>
                </a:lnTo>
                <a:lnTo>
                  <a:pt x="307768" y="42087"/>
                </a:lnTo>
                <a:lnTo>
                  <a:pt x="307895" y="67484"/>
                </a:lnTo>
                <a:close/>
              </a:path>
            </a:pathLst>
          </a:custGeom>
          <a:solidFill xmlns:a="http://schemas.openxmlformats.org/drawingml/2006/main">
            <a:srgbClr val="BE510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1657DBF-5F9A-4A5B-B83C-379A33930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256" y="861948"/>
            <a:ext cx="354459" cy="67315"/>
          </a:xfrm>
          <a:custGeom xmlns:a="http://schemas.openxmlformats.org/drawingml/2006/main">
            <a:pathLst>
              <a:path w="354459" h="67315">
                <a:moveTo>
                  <a:pt x="287481" y="67315"/>
                </a:moveTo>
                <a:lnTo>
                  <a:pt x="354459" y="32730"/>
                </a:lnTo>
                <a:lnTo>
                  <a:pt x="286469" y="0"/>
                </a:lnTo>
                <a:lnTo>
                  <a:pt x="286848" y="25203"/>
                </a:lnTo>
                <a:lnTo>
                  <a:pt x="0" y="29187"/>
                </a:lnTo>
                <a:lnTo>
                  <a:pt x="337" y="46058"/>
                </a:lnTo>
                <a:lnTo>
                  <a:pt x="287101" y="42075"/>
                </a:lnTo>
                <a:lnTo>
                  <a:pt x="287481" y="67315"/>
                </a:lnTo>
                <a:close/>
              </a:path>
            </a:pathLst>
          </a:custGeom>
          <a:solidFill xmlns:a="http://schemas.openxmlformats.org/drawingml/2006/main">
            <a:srgbClr val="BE5108"/>
          </a:solidFill>
          <a:ln xmlns:a="http://schemas.openxmlformats.org/drawingml/2006/main" w="0" cap="flat">
            <a:noFill/>
            <a:miter/>
          </a:ln>
        </p:spPr>
      </p:sp>
      <p:pic>
        <p:nvPicPr>
          <p:cNvPr id="29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af9d32e4993425f"/>
          <a:stretch xmlns:a="http://schemas.openxmlformats.org/drawingml/2006/main"/>
        </p:blipFill>
        <p:spPr>
          <a:xfrm xmlns:a="http://schemas.openxmlformats.org/drawingml/2006/main">
            <a:off x="4927849" y="425153"/>
            <a:ext cx="346191" cy="327645"/>
          </a:xfrm>
          <a:prstGeom xmlns:a="http://schemas.openxmlformats.org/drawingml/2006/main" prst="rect">
            <a:avLst/>
          </a:prstGeom>
        </p:spPr>
      </p:pic>
      <p:pic>
        <p:nvPicPr>
          <p:cNvPr id="29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1fe584f53ca4fa2"/>
          <a:stretch xmlns:a="http://schemas.openxmlformats.org/drawingml/2006/main"/>
        </p:blipFill>
        <p:spPr>
          <a:xfrm xmlns:a="http://schemas.openxmlformats.org/drawingml/2006/main">
            <a:off x="4929874" y="969734"/>
            <a:ext cx="376560" cy="358040"/>
          </a:xfrm>
          <a:prstGeom xmlns:a="http://schemas.openxmlformats.org/drawingml/2006/main" prst="rect">
            <a:avLst/>
          </a:prstGeom>
        </p:spPr>
      </p:pic>
      <p:sp>
        <p:nvSpPr>
          <p:cNvPr id="5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C99770D-F50C-4E56-9B55-EAA6B084A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3436" y="797501"/>
            <a:ext cx="206500" cy="194353"/>
          </a:xfrm>
          <a:custGeom xmlns:a="http://schemas.openxmlformats.org/drawingml/2006/main">
            <a:pathLst>
              <a:path w="206500" h="194353" fill="none">
                <a:moveTo>
                  <a:pt x="0" y="97177"/>
                </a:moveTo>
                <a:cubicBezTo>
                  <a:pt x="0" y="43527"/>
                  <a:pt x="46226" y="0"/>
                  <a:pt x="103250" y="0"/>
                </a:cubicBezTo>
                <a:cubicBezTo>
                  <a:pt x="160274" y="0"/>
                  <a:pt x="206500" y="43527"/>
                  <a:pt x="206500" y="97177"/>
                </a:cubicBezTo>
                <a:cubicBezTo>
                  <a:pt x="206500" y="150826"/>
                  <a:pt x="160274" y="194353"/>
                  <a:pt x="103250" y="194353"/>
                </a:cubicBezTo>
                <a:cubicBezTo>
                  <a:pt x="46226" y="194353"/>
                  <a:pt x="0" y="150826"/>
                  <a:pt x="0" y="97177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8435" cap="flat">
            <a:solidFill>
              <a:srgbClr val="BE5108"/>
            </a:solidFill>
            <a:miter/>
          </a:ln>
        </p:spPr>
      </p:sp>
      <p:sp>
        <p:nvSpPr>
          <p:cNvPr id="5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4691E26-33AF-400F-9DF5-E9D6A59A8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3804" y="825844"/>
            <a:ext cx="146102" cy="137836"/>
          </a:xfrm>
          <a:custGeom xmlns:a="http://schemas.openxmlformats.org/drawingml/2006/main">
            <a:pathLst>
              <a:path w="146102" h="137836" fill="none">
                <a:moveTo>
                  <a:pt x="0" y="0"/>
                </a:moveTo>
                <a:lnTo>
                  <a:pt x="146102" y="137836"/>
                </a:lnTo>
              </a:path>
            </a:pathLst>
          </a:custGeom>
          <a:noFill xmlns:a="http://schemas.openxmlformats.org/drawingml/2006/main"/>
          <a:ln xmlns:a="http://schemas.openxmlformats.org/drawingml/2006/main" w="8435" cap="flat">
            <a:solidFill>
              <a:srgbClr val="BE5108"/>
            </a:solidFill>
            <a:miter/>
          </a:ln>
        </p:spPr>
      </p:sp>
      <p:sp>
        <p:nvSpPr>
          <p:cNvPr id="6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F80B483-44F6-4C62-9942-83C129020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3804" y="825844"/>
            <a:ext cx="146102" cy="137836"/>
          </a:xfrm>
          <a:custGeom xmlns:a="http://schemas.openxmlformats.org/drawingml/2006/main">
            <a:pathLst>
              <a:path w="146102" h="137836" fill="none">
                <a:moveTo>
                  <a:pt x="146102" y="0"/>
                </a:moveTo>
                <a:lnTo>
                  <a:pt x="0" y="137836"/>
                </a:lnTo>
              </a:path>
            </a:pathLst>
          </a:custGeom>
          <a:noFill xmlns:a="http://schemas.openxmlformats.org/drawingml/2006/main"/>
          <a:ln xmlns:a="http://schemas.openxmlformats.org/drawingml/2006/main" w="8435" cap="flat">
            <a:solidFill>
              <a:srgbClr val="BE5108"/>
            </a:solidFill>
            <a:miter/>
          </a:ln>
        </p:spPr>
      </p:sp>
      <p:sp>
        <p:nvSpPr>
          <p:cNvPr id="6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4AF9111-C41C-4B3A-8150-95D861B32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4041" y="553884"/>
            <a:ext cx="261668" cy="67484"/>
          </a:xfrm>
          <a:custGeom xmlns:a="http://schemas.openxmlformats.org/drawingml/2006/main">
            <a:pathLst>
              <a:path w="261668" h="67484">
                <a:moveTo>
                  <a:pt x="194522" y="67484"/>
                </a:moveTo>
                <a:lnTo>
                  <a:pt x="261668" y="33067"/>
                </a:lnTo>
                <a:lnTo>
                  <a:pt x="193847" y="0"/>
                </a:lnTo>
                <a:lnTo>
                  <a:pt x="194100" y="25299"/>
                </a:lnTo>
                <a:lnTo>
                  <a:pt x="0" y="27162"/>
                </a:lnTo>
                <a:lnTo>
                  <a:pt x="0" y="44033"/>
                </a:lnTo>
                <a:lnTo>
                  <a:pt x="194269" y="42170"/>
                </a:lnTo>
                <a:lnTo>
                  <a:pt x="194522" y="67484"/>
                </a:lnTo>
                <a:close/>
              </a:path>
            </a:pathLst>
          </a:custGeom>
          <a:solidFill xmlns:a="http://schemas.openxmlformats.org/drawingml/2006/main">
            <a:srgbClr val="BE510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3A79BC7-EBC3-4A5D-AE62-0EC29C8C3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8251" y="563332"/>
            <a:ext cx="257282" cy="234506"/>
          </a:xfrm>
          <a:custGeom xmlns:a="http://schemas.openxmlformats.org/drawingml/2006/main">
            <a:pathLst>
              <a:path w="257282" h="234506">
                <a:moveTo>
                  <a:pt x="189798" y="67484"/>
                </a:moveTo>
                <a:lnTo>
                  <a:pt x="257282" y="33742"/>
                </a:lnTo>
                <a:lnTo>
                  <a:pt x="189798" y="0"/>
                </a:lnTo>
                <a:lnTo>
                  <a:pt x="189798" y="25306"/>
                </a:lnTo>
                <a:lnTo>
                  <a:pt x="0" y="25306"/>
                </a:lnTo>
                <a:lnTo>
                  <a:pt x="0" y="234506"/>
                </a:lnTo>
                <a:lnTo>
                  <a:pt x="16871" y="234506"/>
                </a:lnTo>
                <a:lnTo>
                  <a:pt x="16871" y="42177"/>
                </a:lnTo>
                <a:lnTo>
                  <a:pt x="189798" y="42177"/>
                </a:lnTo>
                <a:lnTo>
                  <a:pt x="189798" y="67484"/>
                </a:lnTo>
                <a:close/>
              </a:path>
            </a:pathLst>
          </a:custGeom>
          <a:solidFill xmlns:a="http://schemas.openxmlformats.org/drawingml/2006/main">
            <a:srgbClr val="BE510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3" name="Text HIAttack">
            <a:extLst xmlns:a="http://schemas.openxmlformats.org/drawingml/2006/main">
              <a:ext uri="{FF2B5EF4-FFF2-40B4-BE49-F238E27FC236}">
                <a16:creationId xmlns:a16="http://schemas.microsoft.com/office/drawing/2014/main" id="{5ADFFE75-A847-4235-9025-64BAEDCBC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1151" y="198548"/>
            <a:ext cx="633854" cy="120939"/>
          </a:xfrm>
          <a:custGeom xmlns:a="http://schemas.openxmlformats.org/drawingml/2006/main">
            <a:pathLst>
              <a:path w="633854" h="120939">
                <a:moveTo>
                  <a:pt x="13374" y="56449"/>
                </a:moveTo>
                <a:lnTo>
                  <a:pt x="70972" y="56449"/>
                </a:lnTo>
                <a:lnTo>
                  <a:pt x="70972" y="9025"/>
                </a:lnTo>
                <a:lnTo>
                  <a:pt x="84346" y="9025"/>
                </a:lnTo>
                <a:lnTo>
                  <a:pt x="84346" y="118806"/>
                </a:lnTo>
                <a:lnTo>
                  <a:pt x="70972" y="118806"/>
                </a:lnTo>
                <a:lnTo>
                  <a:pt x="70972" y="68592"/>
                </a:lnTo>
                <a:lnTo>
                  <a:pt x="13374" y="68592"/>
                </a:lnTo>
                <a:lnTo>
                  <a:pt x="13374" y="118806"/>
                </a:lnTo>
                <a:lnTo>
                  <a:pt x="0" y="118806"/>
                </a:lnTo>
                <a:lnTo>
                  <a:pt x="0" y="9025"/>
                </a:lnTo>
                <a:lnTo>
                  <a:pt x="13374" y="9025"/>
                </a:lnTo>
                <a:lnTo>
                  <a:pt x="13374" y="56449"/>
                </a:lnTo>
                <a:close/>
                <a:moveTo>
                  <a:pt x="111407" y="118806"/>
                </a:moveTo>
                <a:lnTo>
                  <a:pt x="111407" y="9025"/>
                </a:lnTo>
                <a:lnTo>
                  <a:pt x="124781" y="9025"/>
                </a:lnTo>
                <a:lnTo>
                  <a:pt x="124781" y="118806"/>
                </a:lnTo>
                <a:lnTo>
                  <a:pt x="111407" y="118806"/>
                </a:lnTo>
                <a:close/>
                <a:moveTo>
                  <a:pt x="177122" y="118806"/>
                </a:moveTo>
                <a:lnTo>
                  <a:pt x="221839" y="9025"/>
                </a:lnTo>
                <a:lnTo>
                  <a:pt x="233490" y="9025"/>
                </a:lnTo>
                <a:lnTo>
                  <a:pt x="278206" y="118806"/>
                </a:lnTo>
                <a:lnTo>
                  <a:pt x="263683" y="118806"/>
                </a:lnTo>
                <a:lnTo>
                  <a:pt x="250604" y="85822"/>
                </a:lnTo>
                <a:lnTo>
                  <a:pt x="204498" y="85822"/>
                </a:lnTo>
                <a:lnTo>
                  <a:pt x="191481" y="118806"/>
                </a:lnTo>
                <a:lnTo>
                  <a:pt x="177122" y="118806"/>
                </a:lnTo>
                <a:moveTo>
                  <a:pt x="227582" y="26091"/>
                </a:moveTo>
                <a:cubicBezTo>
                  <a:pt x="222717" y="39788"/>
                  <a:pt x="218001" y="52201"/>
                  <a:pt x="213434" y="63328"/>
                </a:cubicBezTo>
                <a:lnTo>
                  <a:pt x="209403" y="73679"/>
                </a:lnTo>
                <a:lnTo>
                  <a:pt x="245920" y="73679"/>
                </a:lnTo>
                <a:lnTo>
                  <a:pt x="241738" y="63292"/>
                </a:lnTo>
                <a:cubicBezTo>
                  <a:pt x="237234" y="51922"/>
                  <a:pt x="232625" y="39522"/>
                  <a:pt x="227910" y="26091"/>
                </a:cubicBezTo>
                <a:lnTo>
                  <a:pt x="227582" y="26091"/>
                </a:lnTo>
                <a:close/>
                <a:moveTo>
                  <a:pt x="334870" y="119039"/>
                </a:moveTo>
                <a:cubicBezTo>
                  <a:pt x="333776" y="119478"/>
                  <a:pt x="332108" y="119891"/>
                  <a:pt x="329865" y="120278"/>
                </a:cubicBezTo>
                <a:cubicBezTo>
                  <a:pt x="327623" y="120664"/>
                  <a:pt x="324943" y="120884"/>
                  <a:pt x="321825" y="120939"/>
                </a:cubicBezTo>
                <a:cubicBezTo>
                  <a:pt x="317722" y="120939"/>
                  <a:pt x="314167" y="120433"/>
                  <a:pt x="311158" y="119421"/>
                </a:cubicBezTo>
                <a:cubicBezTo>
                  <a:pt x="308150" y="118409"/>
                  <a:pt x="305648" y="116960"/>
                  <a:pt x="303651" y="115073"/>
                </a:cubicBezTo>
                <a:cubicBezTo>
                  <a:pt x="301655" y="113185"/>
                  <a:pt x="300164" y="110902"/>
                  <a:pt x="299179" y="108222"/>
                </a:cubicBezTo>
                <a:cubicBezTo>
                  <a:pt x="298195" y="105541"/>
                  <a:pt x="297703" y="102560"/>
                  <a:pt x="297703" y="99278"/>
                </a:cubicBezTo>
                <a:lnTo>
                  <a:pt x="297703" y="51854"/>
                </a:lnTo>
                <a:lnTo>
                  <a:pt x="282688" y="51854"/>
                </a:lnTo>
                <a:lnTo>
                  <a:pt x="282688" y="40860"/>
                </a:lnTo>
                <a:lnTo>
                  <a:pt x="297703" y="40860"/>
                </a:lnTo>
                <a:lnTo>
                  <a:pt x="297703" y="19527"/>
                </a:lnTo>
                <a:lnTo>
                  <a:pt x="310420" y="19527"/>
                </a:lnTo>
                <a:lnTo>
                  <a:pt x="310420" y="40860"/>
                </a:lnTo>
                <a:lnTo>
                  <a:pt x="333722" y="40860"/>
                </a:lnTo>
                <a:lnTo>
                  <a:pt x="333722" y="51854"/>
                </a:lnTo>
                <a:lnTo>
                  <a:pt x="310420" y="51854"/>
                </a:lnTo>
                <a:lnTo>
                  <a:pt x="310420" y="97245"/>
                </a:lnTo>
                <a:cubicBezTo>
                  <a:pt x="310420" y="99047"/>
                  <a:pt x="310680" y="100712"/>
                  <a:pt x="311199" y="102242"/>
                </a:cubicBezTo>
                <a:cubicBezTo>
                  <a:pt x="311719" y="103772"/>
                  <a:pt x="312540" y="105097"/>
                  <a:pt x="313661" y="106217"/>
                </a:cubicBezTo>
                <a:cubicBezTo>
                  <a:pt x="314782" y="107336"/>
                  <a:pt x="316218" y="108210"/>
                  <a:pt x="317968" y="108839"/>
                </a:cubicBezTo>
                <a:cubicBezTo>
                  <a:pt x="319719" y="109467"/>
                  <a:pt x="321825" y="109780"/>
                  <a:pt x="324286" y="109780"/>
                </a:cubicBezTo>
                <a:cubicBezTo>
                  <a:pt x="325982" y="109780"/>
                  <a:pt x="327773" y="109644"/>
                  <a:pt x="329660" y="109370"/>
                </a:cubicBezTo>
                <a:cubicBezTo>
                  <a:pt x="331547" y="109097"/>
                  <a:pt x="333284" y="108741"/>
                  <a:pt x="334870" y="108304"/>
                </a:cubicBezTo>
                <a:lnTo>
                  <a:pt x="334870" y="119039"/>
                </a:lnTo>
                <a:close/>
                <a:moveTo>
                  <a:pt x="393179" y="119039"/>
                </a:moveTo>
                <a:cubicBezTo>
                  <a:pt x="392085" y="119478"/>
                  <a:pt x="390416" y="119891"/>
                  <a:pt x="388174" y="120278"/>
                </a:cubicBezTo>
                <a:cubicBezTo>
                  <a:pt x="385931" y="120664"/>
                  <a:pt x="383251" y="120884"/>
                  <a:pt x="380133" y="120939"/>
                </a:cubicBezTo>
                <a:cubicBezTo>
                  <a:pt x="376030" y="120939"/>
                  <a:pt x="372475" y="120433"/>
                  <a:pt x="369467" y="119421"/>
                </a:cubicBezTo>
                <a:cubicBezTo>
                  <a:pt x="366458" y="118409"/>
                  <a:pt x="363956" y="116960"/>
                  <a:pt x="361959" y="115073"/>
                </a:cubicBezTo>
                <a:cubicBezTo>
                  <a:pt x="359963" y="113185"/>
                  <a:pt x="358472" y="110902"/>
                  <a:pt x="357488" y="108222"/>
                </a:cubicBezTo>
                <a:cubicBezTo>
                  <a:pt x="356503" y="105541"/>
                  <a:pt x="356011" y="102560"/>
                  <a:pt x="356011" y="99278"/>
                </a:cubicBezTo>
                <a:lnTo>
                  <a:pt x="356011" y="51854"/>
                </a:lnTo>
                <a:lnTo>
                  <a:pt x="340996" y="51854"/>
                </a:lnTo>
                <a:lnTo>
                  <a:pt x="340996" y="40860"/>
                </a:lnTo>
                <a:lnTo>
                  <a:pt x="356011" y="40860"/>
                </a:lnTo>
                <a:lnTo>
                  <a:pt x="356011" y="19527"/>
                </a:lnTo>
                <a:lnTo>
                  <a:pt x="368728" y="19527"/>
                </a:lnTo>
                <a:lnTo>
                  <a:pt x="368728" y="40860"/>
                </a:lnTo>
                <a:lnTo>
                  <a:pt x="392030" y="40860"/>
                </a:lnTo>
                <a:lnTo>
                  <a:pt x="392030" y="51854"/>
                </a:lnTo>
                <a:lnTo>
                  <a:pt x="368728" y="51854"/>
                </a:lnTo>
                <a:lnTo>
                  <a:pt x="368728" y="97245"/>
                </a:lnTo>
                <a:cubicBezTo>
                  <a:pt x="368728" y="99047"/>
                  <a:pt x="368988" y="100712"/>
                  <a:pt x="369508" y="102242"/>
                </a:cubicBezTo>
                <a:cubicBezTo>
                  <a:pt x="370027" y="103772"/>
                  <a:pt x="370848" y="105097"/>
                  <a:pt x="371969" y="106217"/>
                </a:cubicBezTo>
                <a:cubicBezTo>
                  <a:pt x="373090" y="107336"/>
                  <a:pt x="374526" y="108210"/>
                  <a:pt x="376277" y="108839"/>
                </a:cubicBezTo>
                <a:cubicBezTo>
                  <a:pt x="378027" y="109467"/>
                  <a:pt x="380133" y="109780"/>
                  <a:pt x="382594" y="109780"/>
                </a:cubicBezTo>
                <a:cubicBezTo>
                  <a:pt x="384290" y="109780"/>
                  <a:pt x="386081" y="109644"/>
                  <a:pt x="387968" y="109370"/>
                </a:cubicBezTo>
                <a:cubicBezTo>
                  <a:pt x="389856" y="109097"/>
                  <a:pt x="391592" y="108741"/>
                  <a:pt x="393179" y="108304"/>
                </a:cubicBezTo>
                <a:lnTo>
                  <a:pt x="393179" y="119039"/>
                </a:lnTo>
                <a:close/>
                <a:moveTo>
                  <a:pt x="456687" y="110191"/>
                </a:moveTo>
                <a:lnTo>
                  <a:pt x="456358" y="110191"/>
                </a:lnTo>
                <a:cubicBezTo>
                  <a:pt x="455321" y="111503"/>
                  <a:pt x="454010" y="112803"/>
                  <a:pt x="452425" y="114088"/>
                </a:cubicBezTo>
                <a:cubicBezTo>
                  <a:pt x="450842" y="115373"/>
                  <a:pt x="449012" y="116524"/>
                  <a:pt x="446936" y="117539"/>
                </a:cubicBezTo>
                <a:cubicBezTo>
                  <a:pt x="444860" y="118555"/>
                  <a:pt x="442594" y="119375"/>
                  <a:pt x="440136" y="120001"/>
                </a:cubicBezTo>
                <a:cubicBezTo>
                  <a:pt x="437678" y="120626"/>
                  <a:pt x="435056" y="120939"/>
                  <a:pt x="432269" y="120939"/>
                </a:cubicBezTo>
                <a:cubicBezTo>
                  <a:pt x="428500" y="120939"/>
                  <a:pt x="425045" y="120378"/>
                  <a:pt x="421903" y="119254"/>
                </a:cubicBezTo>
                <a:cubicBezTo>
                  <a:pt x="418763" y="118131"/>
                  <a:pt x="416059" y="116488"/>
                  <a:pt x="413791" y="114324"/>
                </a:cubicBezTo>
                <a:cubicBezTo>
                  <a:pt x="411524" y="112160"/>
                  <a:pt x="409763" y="109516"/>
                  <a:pt x="408506" y="106393"/>
                </a:cubicBezTo>
                <a:cubicBezTo>
                  <a:pt x="407250" y="103270"/>
                  <a:pt x="406622" y="99736"/>
                  <a:pt x="406622" y="95791"/>
                </a:cubicBezTo>
                <a:cubicBezTo>
                  <a:pt x="406622" y="91901"/>
                  <a:pt x="407317" y="88421"/>
                  <a:pt x="408709" y="85353"/>
                </a:cubicBezTo>
                <a:cubicBezTo>
                  <a:pt x="410102" y="82285"/>
                  <a:pt x="412054" y="79682"/>
                  <a:pt x="414565" y="77546"/>
                </a:cubicBezTo>
                <a:cubicBezTo>
                  <a:pt x="417078" y="75409"/>
                  <a:pt x="420096" y="73766"/>
                  <a:pt x="423619" y="72615"/>
                </a:cubicBezTo>
                <a:cubicBezTo>
                  <a:pt x="427141" y="71465"/>
                  <a:pt x="431032" y="70890"/>
                  <a:pt x="435290" y="70890"/>
                </a:cubicBezTo>
                <a:cubicBezTo>
                  <a:pt x="439331" y="70944"/>
                  <a:pt x="443072" y="71300"/>
                  <a:pt x="446513" y="71956"/>
                </a:cubicBezTo>
                <a:cubicBezTo>
                  <a:pt x="449953" y="72613"/>
                  <a:pt x="453011" y="73433"/>
                  <a:pt x="455687" y="74418"/>
                </a:cubicBezTo>
                <a:lnTo>
                  <a:pt x="456015" y="74418"/>
                </a:lnTo>
                <a:lnTo>
                  <a:pt x="456015" y="69003"/>
                </a:lnTo>
                <a:cubicBezTo>
                  <a:pt x="456015" y="66869"/>
                  <a:pt x="455878" y="64982"/>
                  <a:pt x="455604" y="63341"/>
                </a:cubicBezTo>
                <a:cubicBezTo>
                  <a:pt x="455331" y="61700"/>
                  <a:pt x="454866" y="60251"/>
                  <a:pt x="454210" y="58993"/>
                </a:cubicBezTo>
                <a:cubicBezTo>
                  <a:pt x="452788" y="56367"/>
                  <a:pt x="450518" y="54193"/>
                  <a:pt x="447400" y="52470"/>
                </a:cubicBezTo>
                <a:cubicBezTo>
                  <a:pt x="444282" y="50747"/>
                  <a:pt x="440070" y="49885"/>
                  <a:pt x="434764" y="49885"/>
                </a:cubicBezTo>
                <a:cubicBezTo>
                  <a:pt x="430826" y="49885"/>
                  <a:pt x="427120" y="50248"/>
                  <a:pt x="423647" y="50972"/>
                </a:cubicBezTo>
                <a:cubicBezTo>
                  <a:pt x="420173" y="51695"/>
                  <a:pt x="416714" y="52701"/>
                  <a:pt x="413268" y="53988"/>
                </a:cubicBezTo>
                <a:lnTo>
                  <a:pt x="413268" y="43321"/>
                </a:lnTo>
                <a:cubicBezTo>
                  <a:pt x="414580" y="42665"/>
                  <a:pt x="416126" y="42050"/>
                  <a:pt x="417903" y="41475"/>
                </a:cubicBezTo>
                <a:cubicBezTo>
                  <a:pt x="419681" y="40901"/>
                  <a:pt x="421554" y="40409"/>
                  <a:pt x="423524" y="39998"/>
                </a:cubicBezTo>
                <a:cubicBezTo>
                  <a:pt x="425493" y="39588"/>
                  <a:pt x="427571" y="39274"/>
                  <a:pt x="429759" y="39055"/>
                </a:cubicBezTo>
                <a:cubicBezTo>
                  <a:pt x="431947" y="38836"/>
                  <a:pt x="434135" y="38727"/>
                  <a:pt x="436323" y="38727"/>
                </a:cubicBezTo>
                <a:cubicBezTo>
                  <a:pt x="444200" y="38727"/>
                  <a:pt x="450641" y="40123"/>
                  <a:pt x="455646" y="42916"/>
                </a:cubicBezTo>
                <a:cubicBezTo>
                  <a:pt x="460650" y="45708"/>
                  <a:pt x="464247" y="49403"/>
                  <a:pt x="466435" y="54003"/>
                </a:cubicBezTo>
                <a:cubicBezTo>
                  <a:pt x="467255" y="55755"/>
                  <a:pt x="467843" y="57686"/>
                  <a:pt x="468199" y="59795"/>
                </a:cubicBezTo>
                <a:cubicBezTo>
                  <a:pt x="468554" y="61903"/>
                  <a:pt x="468732" y="64216"/>
                  <a:pt x="468732" y="66733"/>
                </a:cubicBezTo>
                <a:lnTo>
                  <a:pt x="468732" y="118806"/>
                </a:lnTo>
                <a:lnTo>
                  <a:pt x="458079" y="118806"/>
                </a:lnTo>
                <a:lnTo>
                  <a:pt x="456687" y="110191"/>
                </a:lnTo>
                <a:moveTo>
                  <a:pt x="456015" y="84599"/>
                </a:moveTo>
                <a:cubicBezTo>
                  <a:pt x="453678" y="83941"/>
                  <a:pt x="450907" y="83311"/>
                  <a:pt x="447702" y="82707"/>
                </a:cubicBezTo>
                <a:cubicBezTo>
                  <a:pt x="444497" y="82104"/>
                  <a:pt x="440966" y="81775"/>
                  <a:pt x="437108" y="81720"/>
                </a:cubicBezTo>
                <a:cubicBezTo>
                  <a:pt x="431730" y="81720"/>
                  <a:pt x="427520" y="82872"/>
                  <a:pt x="424477" y="85176"/>
                </a:cubicBezTo>
                <a:cubicBezTo>
                  <a:pt x="421435" y="87480"/>
                  <a:pt x="419914" y="91019"/>
                  <a:pt x="419914" y="95791"/>
                </a:cubicBezTo>
                <a:cubicBezTo>
                  <a:pt x="419914" y="98205"/>
                  <a:pt x="420294" y="100317"/>
                  <a:pt x="421055" y="102127"/>
                </a:cubicBezTo>
                <a:cubicBezTo>
                  <a:pt x="421815" y="103937"/>
                  <a:pt x="422860" y="105432"/>
                  <a:pt x="424190" y="106611"/>
                </a:cubicBezTo>
                <a:cubicBezTo>
                  <a:pt x="425522" y="107791"/>
                  <a:pt x="427098" y="108669"/>
                  <a:pt x="428918" y="109245"/>
                </a:cubicBezTo>
                <a:cubicBezTo>
                  <a:pt x="430739" y="109821"/>
                  <a:pt x="432681" y="110109"/>
                  <a:pt x="434746" y="110109"/>
                </a:cubicBezTo>
                <a:cubicBezTo>
                  <a:pt x="437462" y="110109"/>
                  <a:pt x="439988" y="109711"/>
                  <a:pt x="442323" y="108916"/>
                </a:cubicBezTo>
                <a:cubicBezTo>
                  <a:pt x="444660" y="108120"/>
                  <a:pt x="446738" y="107174"/>
                  <a:pt x="448559" y="106078"/>
                </a:cubicBezTo>
                <a:cubicBezTo>
                  <a:pt x="450379" y="104981"/>
                  <a:pt x="451927" y="103883"/>
                  <a:pt x="453202" y="102786"/>
                </a:cubicBezTo>
                <a:cubicBezTo>
                  <a:pt x="454479" y="101688"/>
                  <a:pt x="455416" y="100838"/>
                  <a:pt x="456015" y="100235"/>
                </a:cubicBezTo>
                <a:lnTo>
                  <a:pt x="456015" y="84599"/>
                </a:lnTo>
                <a:close/>
                <a:moveTo>
                  <a:pt x="527451" y="38727"/>
                </a:moveTo>
                <a:cubicBezTo>
                  <a:pt x="531225" y="38727"/>
                  <a:pt x="534835" y="39123"/>
                  <a:pt x="538281" y="39916"/>
                </a:cubicBezTo>
                <a:cubicBezTo>
                  <a:pt x="541727" y="40710"/>
                  <a:pt x="544681" y="41817"/>
                  <a:pt x="547143" y="43239"/>
                </a:cubicBezTo>
                <a:lnTo>
                  <a:pt x="547143" y="53824"/>
                </a:lnTo>
                <a:cubicBezTo>
                  <a:pt x="543697" y="52511"/>
                  <a:pt x="540524" y="51526"/>
                  <a:pt x="537625" y="50870"/>
                </a:cubicBezTo>
                <a:cubicBezTo>
                  <a:pt x="534726" y="50213"/>
                  <a:pt x="531772" y="49885"/>
                  <a:pt x="528764" y="49885"/>
                </a:cubicBezTo>
                <a:cubicBezTo>
                  <a:pt x="525591" y="49885"/>
                  <a:pt x="522446" y="50406"/>
                  <a:pt x="519328" y="51447"/>
                </a:cubicBezTo>
                <a:cubicBezTo>
                  <a:pt x="516210" y="52488"/>
                  <a:pt x="513421" y="54200"/>
                  <a:pt x="510959" y="56582"/>
                </a:cubicBezTo>
                <a:cubicBezTo>
                  <a:pt x="508498" y="58964"/>
                  <a:pt x="506515" y="62113"/>
                  <a:pt x="505011" y="66031"/>
                </a:cubicBezTo>
                <a:cubicBezTo>
                  <a:pt x="503507" y="69947"/>
                  <a:pt x="502754" y="74807"/>
                  <a:pt x="502754" y="80612"/>
                </a:cubicBezTo>
                <a:cubicBezTo>
                  <a:pt x="502754" y="84831"/>
                  <a:pt x="503315" y="88721"/>
                  <a:pt x="504436" y="92281"/>
                </a:cubicBezTo>
                <a:cubicBezTo>
                  <a:pt x="505558" y="95842"/>
                  <a:pt x="507226" y="98923"/>
                  <a:pt x="509441" y="101524"/>
                </a:cubicBezTo>
                <a:cubicBezTo>
                  <a:pt x="511657" y="104126"/>
                  <a:pt x="514433" y="106152"/>
                  <a:pt x="517769" y="107604"/>
                </a:cubicBezTo>
                <a:cubicBezTo>
                  <a:pt x="521106" y="109055"/>
                  <a:pt x="524962" y="109780"/>
                  <a:pt x="529338" y="109780"/>
                </a:cubicBezTo>
                <a:cubicBezTo>
                  <a:pt x="532511" y="109780"/>
                  <a:pt x="535710" y="109439"/>
                  <a:pt x="538938" y="108755"/>
                </a:cubicBezTo>
                <a:cubicBezTo>
                  <a:pt x="542165" y="108071"/>
                  <a:pt x="545310" y="107100"/>
                  <a:pt x="548373" y="105842"/>
                </a:cubicBezTo>
                <a:lnTo>
                  <a:pt x="548373" y="116485"/>
                </a:lnTo>
                <a:cubicBezTo>
                  <a:pt x="547443" y="117034"/>
                  <a:pt x="546226" y="117584"/>
                  <a:pt x="544722" y="118134"/>
                </a:cubicBezTo>
                <a:cubicBezTo>
                  <a:pt x="543218" y="118684"/>
                  <a:pt x="541563" y="119166"/>
                  <a:pt x="539758" y="119578"/>
                </a:cubicBezTo>
                <a:cubicBezTo>
                  <a:pt x="537953" y="119989"/>
                  <a:pt x="536039" y="120319"/>
                  <a:pt x="534015" y="120567"/>
                </a:cubicBezTo>
                <a:cubicBezTo>
                  <a:pt x="531991" y="120815"/>
                  <a:pt x="529967" y="120939"/>
                  <a:pt x="527943" y="120939"/>
                </a:cubicBezTo>
                <a:cubicBezTo>
                  <a:pt x="522692" y="120939"/>
                  <a:pt x="517728" y="120144"/>
                  <a:pt x="513052" y="118555"/>
                </a:cubicBezTo>
                <a:cubicBezTo>
                  <a:pt x="508375" y="116965"/>
                  <a:pt x="504286" y="114526"/>
                  <a:pt x="500785" y="111239"/>
                </a:cubicBezTo>
                <a:cubicBezTo>
                  <a:pt x="497285" y="107951"/>
                  <a:pt x="494522" y="103785"/>
                  <a:pt x="492498" y="98742"/>
                </a:cubicBezTo>
                <a:cubicBezTo>
                  <a:pt x="490475" y="93700"/>
                  <a:pt x="489463" y="87726"/>
                  <a:pt x="489463" y="80820"/>
                </a:cubicBezTo>
                <a:cubicBezTo>
                  <a:pt x="489463" y="75668"/>
                  <a:pt x="489996" y="71037"/>
                  <a:pt x="491063" y="66926"/>
                </a:cubicBezTo>
                <a:cubicBezTo>
                  <a:pt x="492129" y="62815"/>
                  <a:pt x="493592" y="59198"/>
                  <a:pt x="495452" y="56075"/>
                </a:cubicBezTo>
                <a:cubicBezTo>
                  <a:pt x="497312" y="52950"/>
                  <a:pt x="499486" y="50292"/>
                  <a:pt x="501975" y="48101"/>
                </a:cubicBezTo>
                <a:cubicBezTo>
                  <a:pt x="504464" y="45908"/>
                  <a:pt x="507117" y="44112"/>
                  <a:pt x="509934" y="42714"/>
                </a:cubicBezTo>
                <a:cubicBezTo>
                  <a:pt x="512751" y="41316"/>
                  <a:pt x="515663" y="40302"/>
                  <a:pt x="518672" y="39673"/>
                </a:cubicBezTo>
                <a:cubicBezTo>
                  <a:pt x="521680" y="39042"/>
                  <a:pt x="524607" y="38727"/>
                  <a:pt x="527451" y="38727"/>
                </a:cubicBezTo>
                <a:close/>
                <a:moveTo>
                  <a:pt x="617281" y="40860"/>
                </a:moveTo>
                <a:lnTo>
                  <a:pt x="633854" y="40860"/>
                </a:lnTo>
                <a:lnTo>
                  <a:pt x="595784" y="76715"/>
                </a:lnTo>
                <a:lnTo>
                  <a:pt x="633772" y="118806"/>
                </a:lnTo>
                <a:lnTo>
                  <a:pt x="617937" y="118806"/>
                </a:lnTo>
                <a:lnTo>
                  <a:pt x="580523" y="77289"/>
                </a:lnTo>
                <a:lnTo>
                  <a:pt x="580359" y="77289"/>
                </a:lnTo>
                <a:lnTo>
                  <a:pt x="580359" y="118806"/>
                </a:lnTo>
                <a:lnTo>
                  <a:pt x="567641" y="118806"/>
                </a:lnTo>
                <a:lnTo>
                  <a:pt x="567641" y="0"/>
                </a:lnTo>
                <a:lnTo>
                  <a:pt x="580359" y="0"/>
                </a:lnTo>
                <a:lnTo>
                  <a:pt x="580359" y="75648"/>
                </a:lnTo>
                <a:lnTo>
                  <a:pt x="580523" y="75648"/>
                </a:lnTo>
                <a:lnTo>
                  <a:pt x="617281" y="40860"/>
                </a:lnTo>
                <a:close/>
              </a:path>
            </a:pathLst>
          </a:custGeom>
          <a:solidFill xmlns:a="http://schemas.openxmlformats.org/drawingml/2006/main">
            <a:srgbClr val="BE510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4" name="Text TraitsAttack">
            <a:extLst xmlns:a="http://schemas.openxmlformats.org/drawingml/2006/main">
              <a:ext uri="{FF2B5EF4-FFF2-40B4-BE49-F238E27FC236}">
                <a16:creationId xmlns:a16="http://schemas.microsoft.com/office/drawing/2014/main" id="{EBD28BF4-E82A-4871-A503-7626A1131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64786" y="1371923"/>
            <a:ext cx="889097" cy="120939"/>
          </a:xfrm>
          <a:custGeom xmlns:a="http://schemas.openxmlformats.org/drawingml/2006/main">
            <a:pathLst>
              <a:path w="889097" h="120939">
                <a:moveTo>
                  <a:pt x="50049" y="118806"/>
                </a:moveTo>
                <a:lnTo>
                  <a:pt x="36676" y="118806"/>
                </a:lnTo>
                <a:lnTo>
                  <a:pt x="36676" y="21168"/>
                </a:lnTo>
                <a:lnTo>
                  <a:pt x="0" y="21168"/>
                </a:lnTo>
                <a:lnTo>
                  <a:pt x="0" y="9025"/>
                </a:lnTo>
                <a:lnTo>
                  <a:pt x="86725" y="9025"/>
                </a:lnTo>
                <a:lnTo>
                  <a:pt x="86725" y="21168"/>
                </a:lnTo>
                <a:lnTo>
                  <a:pt x="50049" y="21168"/>
                </a:lnTo>
                <a:lnTo>
                  <a:pt x="50049" y="118806"/>
                </a:lnTo>
                <a:close/>
                <a:moveTo>
                  <a:pt x="144949" y="51198"/>
                </a:moveTo>
                <a:lnTo>
                  <a:pt x="143965" y="51198"/>
                </a:lnTo>
                <a:cubicBezTo>
                  <a:pt x="140956" y="51198"/>
                  <a:pt x="138003" y="51472"/>
                  <a:pt x="135104" y="52019"/>
                </a:cubicBezTo>
                <a:cubicBezTo>
                  <a:pt x="132205" y="52566"/>
                  <a:pt x="129483" y="53400"/>
                  <a:pt x="126940" y="54521"/>
                </a:cubicBezTo>
                <a:cubicBezTo>
                  <a:pt x="124396" y="55642"/>
                  <a:pt x="122099" y="57023"/>
                  <a:pt x="120048" y="58664"/>
                </a:cubicBezTo>
                <a:cubicBezTo>
                  <a:pt x="117997" y="60305"/>
                  <a:pt x="116287" y="62247"/>
                  <a:pt x="114920" y="64490"/>
                </a:cubicBezTo>
                <a:lnTo>
                  <a:pt x="114920" y="118806"/>
                </a:lnTo>
                <a:lnTo>
                  <a:pt x="102202" y="118806"/>
                </a:lnTo>
                <a:lnTo>
                  <a:pt x="102202" y="40860"/>
                </a:lnTo>
                <a:lnTo>
                  <a:pt x="112048" y="40860"/>
                </a:lnTo>
                <a:lnTo>
                  <a:pt x="114510" y="53249"/>
                </a:lnTo>
                <a:lnTo>
                  <a:pt x="114756" y="53249"/>
                </a:lnTo>
                <a:cubicBezTo>
                  <a:pt x="116014" y="51213"/>
                  <a:pt x="117559" y="49316"/>
                  <a:pt x="119391" y="47557"/>
                </a:cubicBezTo>
                <a:cubicBezTo>
                  <a:pt x="121224" y="45797"/>
                  <a:pt x="123289" y="44256"/>
                  <a:pt x="125586" y="42937"/>
                </a:cubicBezTo>
                <a:cubicBezTo>
                  <a:pt x="127883" y="41616"/>
                  <a:pt x="130400" y="40584"/>
                  <a:pt x="133135" y="39842"/>
                </a:cubicBezTo>
                <a:cubicBezTo>
                  <a:pt x="135869" y="39099"/>
                  <a:pt x="138741" y="38727"/>
                  <a:pt x="141750" y="38727"/>
                </a:cubicBezTo>
                <a:cubicBezTo>
                  <a:pt x="142297" y="38727"/>
                  <a:pt x="142857" y="38740"/>
                  <a:pt x="143432" y="38768"/>
                </a:cubicBezTo>
                <a:cubicBezTo>
                  <a:pt x="144006" y="38795"/>
                  <a:pt x="144512" y="38836"/>
                  <a:pt x="144949" y="38891"/>
                </a:cubicBezTo>
                <a:lnTo>
                  <a:pt x="144949" y="51198"/>
                </a:lnTo>
                <a:close/>
                <a:moveTo>
                  <a:pt x="204128" y="110191"/>
                </a:moveTo>
                <a:lnTo>
                  <a:pt x="203800" y="110191"/>
                </a:lnTo>
                <a:cubicBezTo>
                  <a:pt x="202763" y="111503"/>
                  <a:pt x="201452" y="112803"/>
                  <a:pt x="199867" y="114088"/>
                </a:cubicBezTo>
                <a:cubicBezTo>
                  <a:pt x="198284" y="115373"/>
                  <a:pt x="196454" y="116524"/>
                  <a:pt x="194377" y="117539"/>
                </a:cubicBezTo>
                <a:cubicBezTo>
                  <a:pt x="192302" y="118555"/>
                  <a:pt x="190036" y="119375"/>
                  <a:pt x="187578" y="120001"/>
                </a:cubicBezTo>
                <a:cubicBezTo>
                  <a:pt x="185120" y="120626"/>
                  <a:pt x="182498" y="120939"/>
                  <a:pt x="179711" y="120939"/>
                </a:cubicBezTo>
                <a:cubicBezTo>
                  <a:pt x="175942" y="120939"/>
                  <a:pt x="172487" y="120378"/>
                  <a:pt x="169345" y="119254"/>
                </a:cubicBezTo>
                <a:cubicBezTo>
                  <a:pt x="166205" y="118131"/>
                  <a:pt x="163501" y="116488"/>
                  <a:pt x="161233" y="114324"/>
                </a:cubicBezTo>
                <a:cubicBezTo>
                  <a:pt x="158966" y="112160"/>
                  <a:pt x="157205" y="109516"/>
                  <a:pt x="155948" y="106393"/>
                </a:cubicBezTo>
                <a:cubicBezTo>
                  <a:pt x="154692" y="103270"/>
                  <a:pt x="154064" y="99736"/>
                  <a:pt x="154064" y="95791"/>
                </a:cubicBezTo>
                <a:cubicBezTo>
                  <a:pt x="154064" y="91901"/>
                  <a:pt x="154759" y="88421"/>
                  <a:pt x="156151" y="85353"/>
                </a:cubicBezTo>
                <a:cubicBezTo>
                  <a:pt x="157544" y="82285"/>
                  <a:pt x="159496" y="79682"/>
                  <a:pt x="162007" y="77546"/>
                </a:cubicBezTo>
                <a:cubicBezTo>
                  <a:pt x="164520" y="75409"/>
                  <a:pt x="167537" y="73766"/>
                  <a:pt x="171060" y="72615"/>
                </a:cubicBezTo>
                <a:cubicBezTo>
                  <a:pt x="174583" y="71465"/>
                  <a:pt x="178474" y="70890"/>
                  <a:pt x="182732" y="70890"/>
                </a:cubicBezTo>
                <a:cubicBezTo>
                  <a:pt x="186773" y="70944"/>
                  <a:pt x="190514" y="71300"/>
                  <a:pt x="193954" y="71956"/>
                </a:cubicBezTo>
                <a:cubicBezTo>
                  <a:pt x="197395" y="72613"/>
                  <a:pt x="200453" y="73433"/>
                  <a:pt x="203128" y="74418"/>
                </a:cubicBezTo>
                <a:lnTo>
                  <a:pt x="203457" y="74418"/>
                </a:lnTo>
                <a:lnTo>
                  <a:pt x="203457" y="69003"/>
                </a:lnTo>
                <a:cubicBezTo>
                  <a:pt x="203457" y="66869"/>
                  <a:pt x="203320" y="64982"/>
                  <a:pt x="203046" y="63341"/>
                </a:cubicBezTo>
                <a:cubicBezTo>
                  <a:pt x="202773" y="61700"/>
                  <a:pt x="202308" y="60251"/>
                  <a:pt x="201652" y="58993"/>
                </a:cubicBezTo>
                <a:cubicBezTo>
                  <a:pt x="200229" y="56367"/>
                  <a:pt x="197959" y="54193"/>
                  <a:pt x="194842" y="52470"/>
                </a:cubicBezTo>
                <a:cubicBezTo>
                  <a:pt x="191724" y="50747"/>
                  <a:pt x="187512" y="49885"/>
                  <a:pt x="182206" y="49885"/>
                </a:cubicBezTo>
                <a:cubicBezTo>
                  <a:pt x="178268" y="49885"/>
                  <a:pt x="174562" y="50248"/>
                  <a:pt x="171089" y="50972"/>
                </a:cubicBezTo>
                <a:cubicBezTo>
                  <a:pt x="167615" y="51695"/>
                  <a:pt x="164156" y="52701"/>
                  <a:pt x="160710" y="53988"/>
                </a:cubicBezTo>
                <a:lnTo>
                  <a:pt x="160710" y="43321"/>
                </a:lnTo>
                <a:cubicBezTo>
                  <a:pt x="162022" y="42665"/>
                  <a:pt x="163568" y="42050"/>
                  <a:pt x="165345" y="41475"/>
                </a:cubicBezTo>
                <a:cubicBezTo>
                  <a:pt x="167123" y="40901"/>
                  <a:pt x="168996" y="40409"/>
                  <a:pt x="170966" y="39998"/>
                </a:cubicBezTo>
                <a:cubicBezTo>
                  <a:pt x="172935" y="39588"/>
                  <a:pt x="175013" y="39274"/>
                  <a:pt x="177201" y="39055"/>
                </a:cubicBezTo>
                <a:cubicBezTo>
                  <a:pt x="179389" y="38836"/>
                  <a:pt x="181577" y="38727"/>
                  <a:pt x="183765" y="38727"/>
                </a:cubicBezTo>
                <a:cubicBezTo>
                  <a:pt x="191642" y="38727"/>
                  <a:pt x="198082" y="40123"/>
                  <a:pt x="203087" y="42916"/>
                </a:cubicBezTo>
                <a:cubicBezTo>
                  <a:pt x="208092" y="45708"/>
                  <a:pt x="211689" y="49403"/>
                  <a:pt x="213877" y="54003"/>
                </a:cubicBezTo>
                <a:cubicBezTo>
                  <a:pt x="214697" y="55755"/>
                  <a:pt x="215285" y="57686"/>
                  <a:pt x="215641" y="59795"/>
                </a:cubicBezTo>
                <a:cubicBezTo>
                  <a:pt x="215996" y="61903"/>
                  <a:pt x="216174" y="64216"/>
                  <a:pt x="216174" y="66733"/>
                </a:cubicBezTo>
                <a:lnTo>
                  <a:pt x="216174" y="118806"/>
                </a:lnTo>
                <a:lnTo>
                  <a:pt x="205521" y="118806"/>
                </a:lnTo>
                <a:lnTo>
                  <a:pt x="204128" y="110191"/>
                </a:lnTo>
                <a:moveTo>
                  <a:pt x="203457" y="84599"/>
                </a:moveTo>
                <a:cubicBezTo>
                  <a:pt x="201120" y="83941"/>
                  <a:pt x="198349" y="83311"/>
                  <a:pt x="195144" y="82707"/>
                </a:cubicBezTo>
                <a:cubicBezTo>
                  <a:pt x="191939" y="82104"/>
                  <a:pt x="188408" y="81775"/>
                  <a:pt x="184550" y="81720"/>
                </a:cubicBezTo>
                <a:cubicBezTo>
                  <a:pt x="179172" y="81720"/>
                  <a:pt x="174962" y="82872"/>
                  <a:pt x="171919" y="85176"/>
                </a:cubicBezTo>
                <a:cubicBezTo>
                  <a:pt x="168877" y="87480"/>
                  <a:pt x="167355" y="91019"/>
                  <a:pt x="167355" y="95791"/>
                </a:cubicBezTo>
                <a:cubicBezTo>
                  <a:pt x="167355" y="98205"/>
                  <a:pt x="167736" y="100317"/>
                  <a:pt x="168496" y="102127"/>
                </a:cubicBezTo>
                <a:cubicBezTo>
                  <a:pt x="169257" y="103937"/>
                  <a:pt x="170302" y="105432"/>
                  <a:pt x="171632" y="106611"/>
                </a:cubicBezTo>
                <a:cubicBezTo>
                  <a:pt x="172964" y="107791"/>
                  <a:pt x="174540" y="108669"/>
                  <a:pt x="176360" y="109245"/>
                </a:cubicBezTo>
                <a:cubicBezTo>
                  <a:pt x="178181" y="109821"/>
                  <a:pt x="180123" y="110109"/>
                  <a:pt x="182188" y="110109"/>
                </a:cubicBezTo>
                <a:cubicBezTo>
                  <a:pt x="184904" y="110109"/>
                  <a:pt x="187430" y="109711"/>
                  <a:pt x="189765" y="108916"/>
                </a:cubicBezTo>
                <a:cubicBezTo>
                  <a:pt x="192102" y="108120"/>
                  <a:pt x="194180" y="107174"/>
                  <a:pt x="196001" y="106078"/>
                </a:cubicBezTo>
                <a:cubicBezTo>
                  <a:pt x="197821" y="104981"/>
                  <a:pt x="199369" y="103883"/>
                  <a:pt x="200644" y="102786"/>
                </a:cubicBezTo>
                <a:cubicBezTo>
                  <a:pt x="201921" y="101688"/>
                  <a:pt x="202858" y="100838"/>
                  <a:pt x="203457" y="100235"/>
                </a:cubicBezTo>
                <a:lnTo>
                  <a:pt x="203457" y="84599"/>
                </a:lnTo>
                <a:close/>
                <a:moveTo>
                  <a:pt x="242492" y="118806"/>
                </a:moveTo>
                <a:lnTo>
                  <a:pt x="242492" y="40860"/>
                </a:lnTo>
                <a:lnTo>
                  <a:pt x="255210" y="40860"/>
                </a:lnTo>
                <a:lnTo>
                  <a:pt x="255210" y="118806"/>
                </a:lnTo>
                <a:lnTo>
                  <a:pt x="242492" y="118806"/>
                </a:lnTo>
                <a:moveTo>
                  <a:pt x="242164" y="22645"/>
                </a:moveTo>
                <a:lnTo>
                  <a:pt x="242164" y="8369"/>
                </a:lnTo>
                <a:lnTo>
                  <a:pt x="254882" y="8369"/>
                </a:lnTo>
                <a:lnTo>
                  <a:pt x="254882" y="22645"/>
                </a:lnTo>
                <a:lnTo>
                  <a:pt x="242164" y="22645"/>
                </a:lnTo>
                <a:close/>
                <a:moveTo>
                  <a:pt x="321258" y="119039"/>
                </a:moveTo>
                <a:cubicBezTo>
                  <a:pt x="320164" y="119478"/>
                  <a:pt x="318496" y="119891"/>
                  <a:pt x="316253" y="120278"/>
                </a:cubicBezTo>
                <a:cubicBezTo>
                  <a:pt x="314010" y="120664"/>
                  <a:pt x="311330" y="120884"/>
                  <a:pt x="308212" y="120939"/>
                </a:cubicBezTo>
                <a:cubicBezTo>
                  <a:pt x="304110" y="120939"/>
                  <a:pt x="300554" y="120433"/>
                  <a:pt x="297546" y="119421"/>
                </a:cubicBezTo>
                <a:cubicBezTo>
                  <a:pt x="294538" y="118409"/>
                  <a:pt x="292035" y="116960"/>
                  <a:pt x="290039" y="115073"/>
                </a:cubicBezTo>
                <a:cubicBezTo>
                  <a:pt x="288042" y="113185"/>
                  <a:pt x="286551" y="110902"/>
                  <a:pt x="285567" y="108222"/>
                </a:cubicBezTo>
                <a:cubicBezTo>
                  <a:pt x="284582" y="105541"/>
                  <a:pt x="284090" y="102560"/>
                  <a:pt x="284090" y="99278"/>
                </a:cubicBezTo>
                <a:lnTo>
                  <a:pt x="284090" y="51854"/>
                </a:lnTo>
                <a:lnTo>
                  <a:pt x="269075" y="51854"/>
                </a:lnTo>
                <a:lnTo>
                  <a:pt x="269075" y="40860"/>
                </a:lnTo>
                <a:lnTo>
                  <a:pt x="284090" y="40860"/>
                </a:lnTo>
                <a:lnTo>
                  <a:pt x="284090" y="19527"/>
                </a:lnTo>
                <a:lnTo>
                  <a:pt x="296808" y="19527"/>
                </a:lnTo>
                <a:lnTo>
                  <a:pt x="296808" y="40860"/>
                </a:lnTo>
                <a:lnTo>
                  <a:pt x="320109" y="40860"/>
                </a:lnTo>
                <a:lnTo>
                  <a:pt x="320109" y="51854"/>
                </a:lnTo>
                <a:lnTo>
                  <a:pt x="296808" y="51854"/>
                </a:lnTo>
                <a:lnTo>
                  <a:pt x="296808" y="97245"/>
                </a:lnTo>
                <a:cubicBezTo>
                  <a:pt x="296808" y="99047"/>
                  <a:pt x="297067" y="100712"/>
                  <a:pt x="297587" y="102242"/>
                </a:cubicBezTo>
                <a:cubicBezTo>
                  <a:pt x="298107" y="103772"/>
                  <a:pt x="298927" y="105097"/>
                  <a:pt x="300048" y="106217"/>
                </a:cubicBezTo>
                <a:cubicBezTo>
                  <a:pt x="301170" y="107336"/>
                  <a:pt x="302606" y="108210"/>
                  <a:pt x="304356" y="108839"/>
                </a:cubicBezTo>
                <a:cubicBezTo>
                  <a:pt x="306106" y="109467"/>
                  <a:pt x="308212" y="109780"/>
                  <a:pt x="310674" y="109780"/>
                </a:cubicBezTo>
                <a:cubicBezTo>
                  <a:pt x="312369" y="109780"/>
                  <a:pt x="314161" y="109644"/>
                  <a:pt x="316048" y="109370"/>
                </a:cubicBezTo>
                <a:cubicBezTo>
                  <a:pt x="317935" y="109097"/>
                  <a:pt x="319672" y="108741"/>
                  <a:pt x="321258" y="108304"/>
                </a:cubicBezTo>
                <a:lnTo>
                  <a:pt x="321258" y="119039"/>
                </a:lnTo>
                <a:close/>
                <a:moveTo>
                  <a:pt x="347649" y="61582"/>
                </a:moveTo>
                <a:cubicBezTo>
                  <a:pt x="347649" y="63719"/>
                  <a:pt x="348104" y="65473"/>
                  <a:pt x="349013" y="66844"/>
                </a:cubicBezTo>
                <a:cubicBezTo>
                  <a:pt x="349923" y="68215"/>
                  <a:pt x="351139" y="69325"/>
                  <a:pt x="352662" y="70174"/>
                </a:cubicBezTo>
                <a:cubicBezTo>
                  <a:pt x="354187" y="71024"/>
                  <a:pt x="355952" y="71723"/>
                  <a:pt x="357957" y="72272"/>
                </a:cubicBezTo>
                <a:cubicBezTo>
                  <a:pt x="359962" y="72819"/>
                  <a:pt x="362034" y="73311"/>
                  <a:pt x="364174" y="73749"/>
                </a:cubicBezTo>
                <a:cubicBezTo>
                  <a:pt x="367116" y="74407"/>
                  <a:pt x="369897" y="75133"/>
                  <a:pt x="372518" y="75928"/>
                </a:cubicBezTo>
                <a:cubicBezTo>
                  <a:pt x="375138" y="76723"/>
                  <a:pt x="377558" y="77915"/>
                  <a:pt x="379776" y="79505"/>
                </a:cubicBezTo>
                <a:cubicBezTo>
                  <a:pt x="381995" y="81094"/>
                  <a:pt x="383786" y="83246"/>
                  <a:pt x="385150" y="85958"/>
                </a:cubicBezTo>
                <a:cubicBezTo>
                  <a:pt x="386514" y="88671"/>
                  <a:pt x="387196" y="92192"/>
                  <a:pt x="387196" y="96522"/>
                </a:cubicBezTo>
                <a:cubicBezTo>
                  <a:pt x="387196" y="100469"/>
                  <a:pt x="386431" y="103964"/>
                  <a:pt x="384899" y="107006"/>
                </a:cubicBezTo>
                <a:cubicBezTo>
                  <a:pt x="383368" y="110047"/>
                  <a:pt x="381207" y="112596"/>
                  <a:pt x="378417" y="114652"/>
                </a:cubicBezTo>
                <a:cubicBezTo>
                  <a:pt x="375628" y="116707"/>
                  <a:pt x="372291" y="118268"/>
                  <a:pt x="368407" y="119337"/>
                </a:cubicBezTo>
                <a:cubicBezTo>
                  <a:pt x="364524" y="120405"/>
                  <a:pt x="360257" y="120939"/>
                  <a:pt x="355608" y="120939"/>
                </a:cubicBezTo>
                <a:cubicBezTo>
                  <a:pt x="352764" y="120939"/>
                  <a:pt x="350179" y="120789"/>
                  <a:pt x="347854" y="120488"/>
                </a:cubicBezTo>
                <a:cubicBezTo>
                  <a:pt x="345530" y="120187"/>
                  <a:pt x="343478" y="119804"/>
                  <a:pt x="341701" y="119339"/>
                </a:cubicBezTo>
                <a:cubicBezTo>
                  <a:pt x="339923" y="118874"/>
                  <a:pt x="338405" y="118396"/>
                  <a:pt x="337147" y="117903"/>
                </a:cubicBezTo>
                <a:cubicBezTo>
                  <a:pt x="335889" y="117411"/>
                  <a:pt x="334850" y="116946"/>
                  <a:pt x="334029" y="116508"/>
                </a:cubicBezTo>
                <a:lnTo>
                  <a:pt x="334029" y="105842"/>
                </a:lnTo>
                <a:cubicBezTo>
                  <a:pt x="337251" y="107155"/>
                  <a:pt x="340446" y="108194"/>
                  <a:pt x="343614" y="108960"/>
                </a:cubicBezTo>
                <a:cubicBezTo>
                  <a:pt x="346783" y="109726"/>
                  <a:pt x="350274" y="110109"/>
                  <a:pt x="354087" y="110109"/>
                </a:cubicBezTo>
                <a:cubicBezTo>
                  <a:pt x="357096" y="110109"/>
                  <a:pt x="359808" y="109834"/>
                  <a:pt x="362223" y="109286"/>
                </a:cubicBezTo>
                <a:cubicBezTo>
                  <a:pt x="364640" y="108737"/>
                  <a:pt x="366721" y="107928"/>
                  <a:pt x="368466" y="106858"/>
                </a:cubicBezTo>
                <a:cubicBezTo>
                  <a:pt x="370212" y="105786"/>
                  <a:pt x="371554" y="104441"/>
                  <a:pt x="372494" y="102822"/>
                </a:cubicBezTo>
                <a:cubicBezTo>
                  <a:pt x="373435" y="101201"/>
                  <a:pt x="373905" y="99321"/>
                  <a:pt x="373905" y="97181"/>
                </a:cubicBezTo>
                <a:cubicBezTo>
                  <a:pt x="373905" y="94988"/>
                  <a:pt x="373475" y="93179"/>
                  <a:pt x="372615" y="91756"/>
                </a:cubicBezTo>
                <a:cubicBezTo>
                  <a:pt x="371757" y="90330"/>
                  <a:pt x="370602" y="89151"/>
                  <a:pt x="369151" y="88220"/>
                </a:cubicBezTo>
                <a:cubicBezTo>
                  <a:pt x="367701" y="87288"/>
                  <a:pt x="366024" y="86521"/>
                  <a:pt x="364118" y="85917"/>
                </a:cubicBezTo>
                <a:cubicBezTo>
                  <a:pt x="362212" y="85314"/>
                  <a:pt x="360212" y="84766"/>
                  <a:pt x="358118" y="84274"/>
                </a:cubicBezTo>
                <a:cubicBezTo>
                  <a:pt x="355380" y="83670"/>
                  <a:pt x="352600" y="82958"/>
                  <a:pt x="349780" y="82135"/>
                </a:cubicBezTo>
                <a:cubicBezTo>
                  <a:pt x="346961" y="81313"/>
                  <a:pt x="344397" y="80163"/>
                  <a:pt x="342088" y="78684"/>
                </a:cubicBezTo>
                <a:cubicBezTo>
                  <a:pt x="339780" y="77204"/>
                  <a:pt x="337915" y="75189"/>
                  <a:pt x="336491" y="72641"/>
                </a:cubicBezTo>
                <a:cubicBezTo>
                  <a:pt x="335069" y="70092"/>
                  <a:pt x="334357" y="66817"/>
                  <a:pt x="334357" y="62816"/>
                </a:cubicBezTo>
                <a:cubicBezTo>
                  <a:pt x="334357" y="58705"/>
                  <a:pt x="335094" y="55142"/>
                  <a:pt x="336568" y="52129"/>
                </a:cubicBezTo>
                <a:cubicBezTo>
                  <a:pt x="338043" y="49114"/>
                  <a:pt x="340036" y="46620"/>
                  <a:pt x="342547" y="44647"/>
                </a:cubicBezTo>
                <a:cubicBezTo>
                  <a:pt x="345060" y="42673"/>
                  <a:pt x="347982" y="41192"/>
                  <a:pt x="351313" y="40206"/>
                </a:cubicBezTo>
                <a:cubicBezTo>
                  <a:pt x="354645" y="39220"/>
                  <a:pt x="358167" y="38727"/>
                  <a:pt x="361879" y="38727"/>
                </a:cubicBezTo>
                <a:cubicBezTo>
                  <a:pt x="366194" y="38727"/>
                  <a:pt x="370194" y="39135"/>
                  <a:pt x="373879" y="39952"/>
                </a:cubicBezTo>
                <a:cubicBezTo>
                  <a:pt x="377566" y="40768"/>
                  <a:pt x="380911" y="41801"/>
                  <a:pt x="383915" y="43052"/>
                </a:cubicBezTo>
                <a:lnTo>
                  <a:pt x="383915" y="53824"/>
                </a:lnTo>
                <a:cubicBezTo>
                  <a:pt x="380720" y="52589"/>
                  <a:pt x="377485" y="51584"/>
                  <a:pt x="374210" y="50806"/>
                </a:cubicBezTo>
                <a:cubicBezTo>
                  <a:pt x="370935" y="50026"/>
                  <a:pt x="367566" y="49610"/>
                  <a:pt x="364105" y="49557"/>
                </a:cubicBezTo>
                <a:cubicBezTo>
                  <a:pt x="361175" y="49557"/>
                  <a:pt x="358672" y="49860"/>
                  <a:pt x="356595" y="50465"/>
                </a:cubicBezTo>
                <a:cubicBezTo>
                  <a:pt x="354518" y="51068"/>
                  <a:pt x="352814" y="51906"/>
                  <a:pt x="351482" y="52977"/>
                </a:cubicBezTo>
                <a:cubicBezTo>
                  <a:pt x="350153" y="54048"/>
                  <a:pt x="349181" y="55310"/>
                  <a:pt x="348567" y="56765"/>
                </a:cubicBezTo>
                <a:cubicBezTo>
                  <a:pt x="347955" y="58219"/>
                  <a:pt x="347649" y="59825"/>
                  <a:pt x="347649" y="61582"/>
                </a:cubicBezTo>
                <a:close/>
                <a:moveTo>
                  <a:pt x="432365" y="118806"/>
                </a:moveTo>
                <a:lnTo>
                  <a:pt x="477082" y="9025"/>
                </a:lnTo>
                <a:lnTo>
                  <a:pt x="488732" y="9025"/>
                </a:lnTo>
                <a:lnTo>
                  <a:pt x="533449" y="118806"/>
                </a:lnTo>
                <a:lnTo>
                  <a:pt x="518926" y="118806"/>
                </a:lnTo>
                <a:lnTo>
                  <a:pt x="505847" y="85822"/>
                </a:lnTo>
                <a:lnTo>
                  <a:pt x="459741" y="85822"/>
                </a:lnTo>
                <a:lnTo>
                  <a:pt x="446724" y="118806"/>
                </a:lnTo>
                <a:lnTo>
                  <a:pt x="432365" y="118806"/>
                </a:lnTo>
                <a:moveTo>
                  <a:pt x="482825" y="26091"/>
                </a:moveTo>
                <a:cubicBezTo>
                  <a:pt x="477960" y="39788"/>
                  <a:pt x="473244" y="52201"/>
                  <a:pt x="468677" y="63328"/>
                </a:cubicBezTo>
                <a:lnTo>
                  <a:pt x="464646" y="73679"/>
                </a:lnTo>
                <a:lnTo>
                  <a:pt x="501163" y="73679"/>
                </a:lnTo>
                <a:lnTo>
                  <a:pt x="496981" y="63292"/>
                </a:lnTo>
                <a:cubicBezTo>
                  <a:pt x="492477" y="51922"/>
                  <a:pt x="487867" y="39522"/>
                  <a:pt x="483153" y="26091"/>
                </a:cubicBezTo>
                <a:lnTo>
                  <a:pt x="482825" y="26091"/>
                </a:lnTo>
                <a:close/>
                <a:moveTo>
                  <a:pt x="590113" y="119039"/>
                </a:moveTo>
                <a:cubicBezTo>
                  <a:pt x="589019" y="119478"/>
                  <a:pt x="587351" y="119891"/>
                  <a:pt x="585109" y="120278"/>
                </a:cubicBezTo>
                <a:cubicBezTo>
                  <a:pt x="582866" y="120664"/>
                  <a:pt x="580186" y="120884"/>
                  <a:pt x="577068" y="120939"/>
                </a:cubicBezTo>
                <a:cubicBezTo>
                  <a:pt x="572965" y="120939"/>
                  <a:pt x="569410" y="120433"/>
                  <a:pt x="566402" y="119421"/>
                </a:cubicBezTo>
                <a:cubicBezTo>
                  <a:pt x="563393" y="118409"/>
                  <a:pt x="560891" y="116960"/>
                  <a:pt x="558894" y="115073"/>
                </a:cubicBezTo>
                <a:cubicBezTo>
                  <a:pt x="556898" y="113185"/>
                  <a:pt x="555407" y="110902"/>
                  <a:pt x="554423" y="108222"/>
                </a:cubicBezTo>
                <a:cubicBezTo>
                  <a:pt x="553438" y="105541"/>
                  <a:pt x="552946" y="102560"/>
                  <a:pt x="552946" y="99278"/>
                </a:cubicBezTo>
                <a:lnTo>
                  <a:pt x="552946" y="51854"/>
                </a:lnTo>
                <a:lnTo>
                  <a:pt x="537931" y="51854"/>
                </a:lnTo>
                <a:lnTo>
                  <a:pt x="537931" y="40860"/>
                </a:lnTo>
                <a:lnTo>
                  <a:pt x="552946" y="40860"/>
                </a:lnTo>
                <a:lnTo>
                  <a:pt x="552946" y="19527"/>
                </a:lnTo>
                <a:lnTo>
                  <a:pt x="565663" y="19527"/>
                </a:lnTo>
                <a:lnTo>
                  <a:pt x="565663" y="40860"/>
                </a:lnTo>
                <a:lnTo>
                  <a:pt x="588965" y="40860"/>
                </a:lnTo>
                <a:lnTo>
                  <a:pt x="588965" y="51854"/>
                </a:lnTo>
                <a:lnTo>
                  <a:pt x="565663" y="51854"/>
                </a:lnTo>
                <a:lnTo>
                  <a:pt x="565663" y="97245"/>
                </a:lnTo>
                <a:cubicBezTo>
                  <a:pt x="565663" y="99047"/>
                  <a:pt x="565923" y="100712"/>
                  <a:pt x="566443" y="102242"/>
                </a:cubicBezTo>
                <a:cubicBezTo>
                  <a:pt x="566962" y="103772"/>
                  <a:pt x="567783" y="105097"/>
                  <a:pt x="568904" y="106217"/>
                </a:cubicBezTo>
                <a:cubicBezTo>
                  <a:pt x="570025" y="107336"/>
                  <a:pt x="571461" y="108210"/>
                  <a:pt x="573212" y="108839"/>
                </a:cubicBezTo>
                <a:cubicBezTo>
                  <a:pt x="574962" y="109467"/>
                  <a:pt x="577068" y="109780"/>
                  <a:pt x="579529" y="109780"/>
                </a:cubicBezTo>
                <a:cubicBezTo>
                  <a:pt x="581225" y="109780"/>
                  <a:pt x="583016" y="109644"/>
                  <a:pt x="584903" y="109370"/>
                </a:cubicBezTo>
                <a:cubicBezTo>
                  <a:pt x="586791" y="109097"/>
                  <a:pt x="588527" y="108741"/>
                  <a:pt x="590113" y="108304"/>
                </a:cubicBezTo>
                <a:lnTo>
                  <a:pt x="590113" y="119039"/>
                </a:lnTo>
                <a:close/>
                <a:moveTo>
                  <a:pt x="648421" y="119039"/>
                </a:moveTo>
                <a:cubicBezTo>
                  <a:pt x="647327" y="119478"/>
                  <a:pt x="645659" y="119891"/>
                  <a:pt x="643416" y="120278"/>
                </a:cubicBezTo>
                <a:cubicBezTo>
                  <a:pt x="641174" y="120664"/>
                  <a:pt x="638493" y="120884"/>
                  <a:pt x="635376" y="120939"/>
                </a:cubicBezTo>
                <a:cubicBezTo>
                  <a:pt x="631273" y="120939"/>
                  <a:pt x="627718" y="120433"/>
                  <a:pt x="624709" y="119421"/>
                </a:cubicBezTo>
                <a:cubicBezTo>
                  <a:pt x="621701" y="118409"/>
                  <a:pt x="619198" y="116960"/>
                  <a:pt x="617202" y="115073"/>
                </a:cubicBezTo>
                <a:cubicBezTo>
                  <a:pt x="615205" y="113185"/>
                  <a:pt x="613715" y="110902"/>
                  <a:pt x="612730" y="108222"/>
                </a:cubicBezTo>
                <a:cubicBezTo>
                  <a:pt x="611746" y="105541"/>
                  <a:pt x="611253" y="102560"/>
                  <a:pt x="611253" y="99278"/>
                </a:cubicBezTo>
                <a:lnTo>
                  <a:pt x="611253" y="51854"/>
                </a:lnTo>
                <a:lnTo>
                  <a:pt x="596239" y="51854"/>
                </a:lnTo>
                <a:lnTo>
                  <a:pt x="596239" y="40860"/>
                </a:lnTo>
                <a:lnTo>
                  <a:pt x="611253" y="40860"/>
                </a:lnTo>
                <a:lnTo>
                  <a:pt x="611253" y="19527"/>
                </a:lnTo>
                <a:lnTo>
                  <a:pt x="623971" y="19527"/>
                </a:lnTo>
                <a:lnTo>
                  <a:pt x="623971" y="40860"/>
                </a:lnTo>
                <a:lnTo>
                  <a:pt x="647273" y="40860"/>
                </a:lnTo>
                <a:lnTo>
                  <a:pt x="647273" y="51854"/>
                </a:lnTo>
                <a:lnTo>
                  <a:pt x="623971" y="51854"/>
                </a:lnTo>
                <a:lnTo>
                  <a:pt x="623971" y="97245"/>
                </a:lnTo>
                <a:cubicBezTo>
                  <a:pt x="623971" y="99047"/>
                  <a:pt x="624231" y="100712"/>
                  <a:pt x="624750" y="102242"/>
                </a:cubicBezTo>
                <a:cubicBezTo>
                  <a:pt x="625270" y="103772"/>
                  <a:pt x="626091" y="105097"/>
                  <a:pt x="627212" y="106217"/>
                </a:cubicBezTo>
                <a:cubicBezTo>
                  <a:pt x="628333" y="107336"/>
                  <a:pt x="629769" y="108210"/>
                  <a:pt x="631519" y="108839"/>
                </a:cubicBezTo>
                <a:cubicBezTo>
                  <a:pt x="633270" y="109467"/>
                  <a:pt x="635376" y="109780"/>
                  <a:pt x="637837" y="109780"/>
                </a:cubicBezTo>
                <a:cubicBezTo>
                  <a:pt x="639533" y="109780"/>
                  <a:pt x="641324" y="109644"/>
                  <a:pt x="643211" y="109370"/>
                </a:cubicBezTo>
                <a:cubicBezTo>
                  <a:pt x="645098" y="109097"/>
                  <a:pt x="646835" y="108741"/>
                  <a:pt x="648421" y="108304"/>
                </a:cubicBezTo>
                <a:lnTo>
                  <a:pt x="648421" y="119039"/>
                </a:lnTo>
                <a:close/>
                <a:moveTo>
                  <a:pt x="711930" y="110191"/>
                </a:moveTo>
                <a:lnTo>
                  <a:pt x="711601" y="110191"/>
                </a:lnTo>
                <a:cubicBezTo>
                  <a:pt x="710564" y="111503"/>
                  <a:pt x="709253" y="112803"/>
                  <a:pt x="707668" y="114088"/>
                </a:cubicBezTo>
                <a:cubicBezTo>
                  <a:pt x="706085" y="115373"/>
                  <a:pt x="704256" y="116524"/>
                  <a:pt x="702179" y="117539"/>
                </a:cubicBezTo>
                <a:cubicBezTo>
                  <a:pt x="700104" y="118555"/>
                  <a:pt x="697837" y="119375"/>
                  <a:pt x="695379" y="120001"/>
                </a:cubicBezTo>
                <a:cubicBezTo>
                  <a:pt x="692921" y="120626"/>
                  <a:pt x="690299" y="120939"/>
                  <a:pt x="687513" y="120939"/>
                </a:cubicBezTo>
                <a:cubicBezTo>
                  <a:pt x="683743" y="120939"/>
                  <a:pt x="680288" y="120378"/>
                  <a:pt x="677146" y="119254"/>
                </a:cubicBezTo>
                <a:cubicBezTo>
                  <a:pt x="674006" y="118131"/>
                  <a:pt x="671302" y="116488"/>
                  <a:pt x="669034" y="114324"/>
                </a:cubicBezTo>
                <a:cubicBezTo>
                  <a:pt x="666767" y="112160"/>
                  <a:pt x="665006" y="109516"/>
                  <a:pt x="663749" y="106393"/>
                </a:cubicBezTo>
                <a:cubicBezTo>
                  <a:pt x="662493" y="103270"/>
                  <a:pt x="661865" y="99736"/>
                  <a:pt x="661865" y="95791"/>
                </a:cubicBezTo>
                <a:cubicBezTo>
                  <a:pt x="661865" y="91901"/>
                  <a:pt x="662561" y="88421"/>
                  <a:pt x="663952" y="85353"/>
                </a:cubicBezTo>
                <a:cubicBezTo>
                  <a:pt x="665345" y="82285"/>
                  <a:pt x="667297" y="79682"/>
                  <a:pt x="669808" y="77546"/>
                </a:cubicBezTo>
                <a:cubicBezTo>
                  <a:pt x="672321" y="75409"/>
                  <a:pt x="675339" y="73766"/>
                  <a:pt x="678862" y="72615"/>
                </a:cubicBezTo>
                <a:cubicBezTo>
                  <a:pt x="682385" y="71465"/>
                  <a:pt x="686275" y="70890"/>
                  <a:pt x="690533" y="70890"/>
                </a:cubicBezTo>
                <a:cubicBezTo>
                  <a:pt x="694574" y="70944"/>
                  <a:pt x="698315" y="71300"/>
                  <a:pt x="701756" y="71956"/>
                </a:cubicBezTo>
                <a:cubicBezTo>
                  <a:pt x="705197" y="72613"/>
                  <a:pt x="708255" y="73433"/>
                  <a:pt x="710930" y="74418"/>
                </a:cubicBezTo>
                <a:lnTo>
                  <a:pt x="711258" y="74418"/>
                </a:lnTo>
                <a:lnTo>
                  <a:pt x="711258" y="69003"/>
                </a:lnTo>
                <a:cubicBezTo>
                  <a:pt x="711258" y="66869"/>
                  <a:pt x="711121" y="64982"/>
                  <a:pt x="710848" y="63341"/>
                </a:cubicBezTo>
                <a:cubicBezTo>
                  <a:pt x="710574" y="61700"/>
                  <a:pt x="710109" y="60251"/>
                  <a:pt x="709453" y="58993"/>
                </a:cubicBezTo>
                <a:cubicBezTo>
                  <a:pt x="708031" y="56367"/>
                  <a:pt x="705761" y="54193"/>
                  <a:pt x="702643" y="52470"/>
                </a:cubicBezTo>
                <a:cubicBezTo>
                  <a:pt x="699525" y="50747"/>
                  <a:pt x="695313" y="49885"/>
                  <a:pt x="690007" y="49885"/>
                </a:cubicBezTo>
                <a:cubicBezTo>
                  <a:pt x="686069" y="49885"/>
                  <a:pt x="682363" y="50248"/>
                  <a:pt x="678890" y="50972"/>
                </a:cubicBezTo>
                <a:cubicBezTo>
                  <a:pt x="675416" y="51695"/>
                  <a:pt x="671957" y="52701"/>
                  <a:pt x="668511" y="53988"/>
                </a:cubicBezTo>
                <a:lnTo>
                  <a:pt x="668511" y="43321"/>
                </a:lnTo>
                <a:cubicBezTo>
                  <a:pt x="669823" y="42665"/>
                  <a:pt x="671369" y="42050"/>
                  <a:pt x="673146" y="41475"/>
                </a:cubicBezTo>
                <a:cubicBezTo>
                  <a:pt x="674924" y="40901"/>
                  <a:pt x="676798" y="40409"/>
                  <a:pt x="678767" y="39998"/>
                </a:cubicBezTo>
                <a:cubicBezTo>
                  <a:pt x="680736" y="39588"/>
                  <a:pt x="682814" y="39274"/>
                  <a:pt x="685002" y="39055"/>
                </a:cubicBezTo>
                <a:cubicBezTo>
                  <a:pt x="687190" y="38836"/>
                  <a:pt x="689378" y="38727"/>
                  <a:pt x="691566" y="38727"/>
                </a:cubicBezTo>
                <a:cubicBezTo>
                  <a:pt x="699443" y="38727"/>
                  <a:pt x="705884" y="40123"/>
                  <a:pt x="710889" y="42916"/>
                </a:cubicBezTo>
                <a:cubicBezTo>
                  <a:pt x="715894" y="45708"/>
                  <a:pt x="719490" y="49403"/>
                  <a:pt x="721678" y="54003"/>
                </a:cubicBezTo>
                <a:cubicBezTo>
                  <a:pt x="722498" y="55755"/>
                  <a:pt x="723086" y="57686"/>
                  <a:pt x="723442" y="59795"/>
                </a:cubicBezTo>
                <a:cubicBezTo>
                  <a:pt x="723798" y="61903"/>
                  <a:pt x="723975" y="64216"/>
                  <a:pt x="723975" y="66733"/>
                </a:cubicBezTo>
                <a:lnTo>
                  <a:pt x="723975" y="118806"/>
                </a:lnTo>
                <a:lnTo>
                  <a:pt x="713322" y="118806"/>
                </a:lnTo>
                <a:lnTo>
                  <a:pt x="711930" y="110191"/>
                </a:lnTo>
                <a:moveTo>
                  <a:pt x="711258" y="84599"/>
                </a:moveTo>
                <a:cubicBezTo>
                  <a:pt x="708921" y="83941"/>
                  <a:pt x="706150" y="83311"/>
                  <a:pt x="702945" y="82707"/>
                </a:cubicBezTo>
                <a:cubicBezTo>
                  <a:pt x="699740" y="82104"/>
                  <a:pt x="696209" y="81775"/>
                  <a:pt x="692351" y="81720"/>
                </a:cubicBezTo>
                <a:cubicBezTo>
                  <a:pt x="686973" y="81720"/>
                  <a:pt x="682763" y="82872"/>
                  <a:pt x="679721" y="85176"/>
                </a:cubicBezTo>
                <a:cubicBezTo>
                  <a:pt x="676678" y="87480"/>
                  <a:pt x="675157" y="91019"/>
                  <a:pt x="675157" y="95791"/>
                </a:cubicBezTo>
                <a:cubicBezTo>
                  <a:pt x="675157" y="98205"/>
                  <a:pt x="675537" y="100317"/>
                  <a:pt x="676298" y="102127"/>
                </a:cubicBezTo>
                <a:cubicBezTo>
                  <a:pt x="677058" y="103937"/>
                  <a:pt x="678104" y="105432"/>
                  <a:pt x="679433" y="106611"/>
                </a:cubicBezTo>
                <a:cubicBezTo>
                  <a:pt x="680765" y="107791"/>
                  <a:pt x="682341" y="108669"/>
                  <a:pt x="684161" y="109245"/>
                </a:cubicBezTo>
                <a:cubicBezTo>
                  <a:pt x="685982" y="109821"/>
                  <a:pt x="687925" y="110109"/>
                  <a:pt x="689989" y="110109"/>
                </a:cubicBezTo>
                <a:cubicBezTo>
                  <a:pt x="692706" y="110109"/>
                  <a:pt x="695231" y="109711"/>
                  <a:pt x="697566" y="108916"/>
                </a:cubicBezTo>
                <a:cubicBezTo>
                  <a:pt x="699903" y="108120"/>
                  <a:pt x="701981" y="107174"/>
                  <a:pt x="703802" y="106078"/>
                </a:cubicBezTo>
                <a:cubicBezTo>
                  <a:pt x="705622" y="104981"/>
                  <a:pt x="707170" y="103883"/>
                  <a:pt x="708445" y="102786"/>
                </a:cubicBezTo>
                <a:cubicBezTo>
                  <a:pt x="709722" y="101688"/>
                  <a:pt x="710660" y="100838"/>
                  <a:pt x="711258" y="100235"/>
                </a:cubicBezTo>
                <a:lnTo>
                  <a:pt x="711258" y="84599"/>
                </a:lnTo>
                <a:close/>
                <a:moveTo>
                  <a:pt x="782694" y="38727"/>
                </a:moveTo>
                <a:cubicBezTo>
                  <a:pt x="786468" y="38727"/>
                  <a:pt x="790078" y="39123"/>
                  <a:pt x="793524" y="39916"/>
                </a:cubicBezTo>
                <a:cubicBezTo>
                  <a:pt x="796970" y="40710"/>
                  <a:pt x="799924" y="41817"/>
                  <a:pt x="802385" y="43239"/>
                </a:cubicBezTo>
                <a:lnTo>
                  <a:pt x="802385" y="53824"/>
                </a:lnTo>
                <a:cubicBezTo>
                  <a:pt x="798939" y="52511"/>
                  <a:pt x="795767" y="51526"/>
                  <a:pt x="792868" y="50870"/>
                </a:cubicBezTo>
                <a:cubicBezTo>
                  <a:pt x="789969" y="50213"/>
                  <a:pt x="787015" y="49885"/>
                  <a:pt x="784007" y="49885"/>
                </a:cubicBezTo>
                <a:cubicBezTo>
                  <a:pt x="780834" y="49885"/>
                  <a:pt x="777689" y="50406"/>
                  <a:pt x="774571" y="51447"/>
                </a:cubicBezTo>
                <a:cubicBezTo>
                  <a:pt x="771453" y="52488"/>
                  <a:pt x="768664" y="54200"/>
                  <a:pt x="766202" y="56582"/>
                </a:cubicBezTo>
                <a:cubicBezTo>
                  <a:pt x="763741" y="58964"/>
                  <a:pt x="761758" y="62113"/>
                  <a:pt x="760254" y="66031"/>
                </a:cubicBezTo>
                <a:cubicBezTo>
                  <a:pt x="758749" y="69947"/>
                  <a:pt x="757997" y="74807"/>
                  <a:pt x="757997" y="80612"/>
                </a:cubicBezTo>
                <a:cubicBezTo>
                  <a:pt x="757997" y="84831"/>
                  <a:pt x="758558" y="88721"/>
                  <a:pt x="759679" y="92281"/>
                </a:cubicBezTo>
                <a:cubicBezTo>
                  <a:pt x="760801" y="95842"/>
                  <a:pt x="762469" y="98923"/>
                  <a:pt x="764684" y="101524"/>
                </a:cubicBezTo>
                <a:cubicBezTo>
                  <a:pt x="766899" y="104126"/>
                  <a:pt x="769675" y="106152"/>
                  <a:pt x="773012" y="107604"/>
                </a:cubicBezTo>
                <a:cubicBezTo>
                  <a:pt x="776349" y="109055"/>
                  <a:pt x="780205" y="109780"/>
                  <a:pt x="784581" y="109780"/>
                </a:cubicBezTo>
                <a:cubicBezTo>
                  <a:pt x="787753" y="109780"/>
                  <a:pt x="790953" y="109439"/>
                  <a:pt x="794181" y="108755"/>
                </a:cubicBezTo>
                <a:cubicBezTo>
                  <a:pt x="797408" y="108071"/>
                  <a:pt x="800553" y="107100"/>
                  <a:pt x="803616" y="105842"/>
                </a:cubicBezTo>
                <a:lnTo>
                  <a:pt x="803616" y="116485"/>
                </a:lnTo>
                <a:cubicBezTo>
                  <a:pt x="802686" y="117034"/>
                  <a:pt x="801469" y="117584"/>
                  <a:pt x="799965" y="118134"/>
                </a:cubicBezTo>
                <a:cubicBezTo>
                  <a:pt x="798461" y="118684"/>
                  <a:pt x="796806" y="119166"/>
                  <a:pt x="795001" y="119578"/>
                </a:cubicBezTo>
                <a:cubicBezTo>
                  <a:pt x="793196" y="119989"/>
                  <a:pt x="791281" y="120319"/>
                  <a:pt x="789258" y="120567"/>
                </a:cubicBezTo>
                <a:cubicBezTo>
                  <a:pt x="787234" y="120815"/>
                  <a:pt x="785210" y="120939"/>
                  <a:pt x="783186" y="120939"/>
                </a:cubicBezTo>
                <a:cubicBezTo>
                  <a:pt x="777935" y="120939"/>
                  <a:pt x="772971" y="120144"/>
                  <a:pt x="768294" y="118555"/>
                </a:cubicBezTo>
                <a:cubicBezTo>
                  <a:pt x="763618" y="116965"/>
                  <a:pt x="759529" y="114526"/>
                  <a:pt x="756028" y="111239"/>
                </a:cubicBezTo>
                <a:cubicBezTo>
                  <a:pt x="752527" y="107951"/>
                  <a:pt x="749765" y="103785"/>
                  <a:pt x="747741" y="98742"/>
                </a:cubicBezTo>
                <a:cubicBezTo>
                  <a:pt x="745717" y="93700"/>
                  <a:pt x="744705" y="87726"/>
                  <a:pt x="744705" y="80820"/>
                </a:cubicBezTo>
                <a:cubicBezTo>
                  <a:pt x="744705" y="75668"/>
                  <a:pt x="745239" y="71037"/>
                  <a:pt x="746305" y="66926"/>
                </a:cubicBezTo>
                <a:cubicBezTo>
                  <a:pt x="747372" y="62815"/>
                  <a:pt x="748835" y="59198"/>
                  <a:pt x="750695" y="56075"/>
                </a:cubicBezTo>
                <a:cubicBezTo>
                  <a:pt x="752555" y="52950"/>
                  <a:pt x="754729" y="50292"/>
                  <a:pt x="757218" y="48101"/>
                </a:cubicBezTo>
                <a:cubicBezTo>
                  <a:pt x="759707" y="45908"/>
                  <a:pt x="762359" y="44112"/>
                  <a:pt x="765176" y="42714"/>
                </a:cubicBezTo>
                <a:cubicBezTo>
                  <a:pt x="767993" y="41316"/>
                  <a:pt x="770906" y="40302"/>
                  <a:pt x="773915" y="39673"/>
                </a:cubicBezTo>
                <a:cubicBezTo>
                  <a:pt x="776923" y="39042"/>
                  <a:pt x="779849" y="38727"/>
                  <a:pt x="782694" y="38727"/>
                </a:cubicBezTo>
                <a:close/>
                <a:moveTo>
                  <a:pt x="872523" y="40860"/>
                </a:moveTo>
                <a:lnTo>
                  <a:pt x="889097" y="40860"/>
                </a:lnTo>
                <a:lnTo>
                  <a:pt x="851027" y="76715"/>
                </a:lnTo>
                <a:lnTo>
                  <a:pt x="889015" y="118806"/>
                </a:lnTo>
                <a:lnTo>
                  <a:pt x="873180" y="118806"/>
                </a:lnTo>
                <a:lnTo>
                  <a:pt x="835766" y="77289"/>
                </a:lnTo>
                <a:lnTo>
                  <a:pt x="835602" y="77289"/>
                </a:lnTo>
                <a:lnTo>
                  <a:pt x="835602" y="118806"/>
                </a:lnTo>
                <a:lnTo>
                  <a:pt x="822884" y="118806"/>
                </a:lnTo>
                <a:lnTo>
                  <a:pt x="822884" y="0"/>
                </a:lnTo>
                <a:lnTo>
                  <a:pt x="835602" y="0"/>
                </a:lnTo>
                <a:lnTo>
                  <a:pt x="835602" y="75648"/>
                </a:lnTo>
                <a:lnTo>
                  <a:pt x="835766" y="75648"/>
                </a:lnTo>
                <a:lnTo>
                  <a:pt x="872523" y="40860"/>
                </a:lnTo>
                <a:close/>
              </a:path>
            </a:pathLst>
          </a:custGeom>
          <a:solidFill xmlns:a="http://schemas.openxmlformats.org/drawingml/2006/main">
            <a:srgbClr val="BE510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37DF64B-0D09-465E-96F9-BE42F3309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2384" y="1159214"/>
            <a:ext cx="261668" cy="67484"/>
          </a:xfrm>
          <a:custGeom xmlns:a="http://schemas.openxmlformats.org/drawingml/2006/main">
            <a:pathLst>
              <a:path w="261668" h="67484">
                <a:moveTo>
                  <a:pt x="194522" y="67484"/>
                </a:moveTo>
                <a:lnTo>
                  <a:pt x="261668" y="33067"/>
                </a:lnTo>
                <a:lnTo>
                  <a:pt x="193847" y="0"/>
                </a:lnTo>
                <a:lnTo>
                  <a:pt x="194100" y="25299"/>
                </a:lnTo>
                <a:lnTo>
                  <a:pt x="0" y="27162"/>
                </a:lnTo>
                <a:lnTo>
                  <a:pt x="0" y="44033"/>
                </a:lnTo>
                <a:lnTo>
                  <a:pt x="194269" y="42170"/>
                </a:lnTo>
                <a:lnTo>
                  <a:pt x="194522" y="67484"/>
                </a:lnTo>
                <a:close/>
              </a:path>
            </a:pathLst>
          </a:custGeom>
          <a:solidFill xmlns:a="http://schemas.openxmlformats.org/drawingml/2006/main">
            <a:srgbClr val="BE5108"/>
          </a:solidFill>
          <a:ln xmlns:a="http://schemas.openxmlformats.org/drawingml/2006/main" w="0" cap="flat">
            <a:noFill/>
            <a:miter/>
          </a:ln>
        </p:spPr>
      </p:sp>
      <p:pic>
        <p:nvPicPr>
          <p:cNvPr id="30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7b30e4407074393"/>
          <a:stretch xmlns:a="http://schemas.openxmlformats.org/drawingml/2006/main"/>
        </p:blipFill>
        <p:spPr>
          <a:xfrm xmlns:a="http://schemas.openxmlformats.org/drawingml/2006/main">
            <a:off x="5548250" y="420941"/>
            <a:ext cx="350466" cy="332020"/>
          </a:xfrm>
          <a:prstGeom xmlns:a="http://schemas.openxmlformats.org/drawingml/2006/main" prst="rect">
            <a:avLst/>
          </a:prstGeom>
        </p:spPr>
      </p:pic>
      <p:pic>
        <p:nvPicPr>
          <p:cNvPr id="30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0b6d920989044b5"/>
          <a:stretch xmlns:a="http://schemas.openxmlformats.org/drawingml/2006/main"/>
        </p:blipFill>
        <p:spPr>
          <a:xfrm xmlns:a="http://schemas.openxmlformats.org/drawingml/2006/main">
            <a:off x="5556461" y="969584"/>
            <a:ext cx="413001" cy="358339"/>
          </a:xfrm>
          <a:prstGeom xmlns:a="http://schemas.openxmlformats.org/drawingml/2006/main" prst="rect">
            <a:avLst/>
          </a:prstGeom>
        </p:spPr>
      </p:pic>
      <p:sp>
        <p:nvSpPr>
          <p:cNvPr id="6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16FD177-EDA5-4BDB-AD97-537B1A1FA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8251" y="991854"/>
            <a:ext cx="259475" cy="243448"/>
          </a:xfrm>
          <a:custGeom xmlns:a="http://schemas.openxmlformats.org/drawingml/2006/main">
            <a:pathLst>
              <a:path w="259475" h="243448">
                <a:moveTo>
                  <a:pt x="191991" y="218141"/>
                </a:moveTo>
                <a:lnTo>
                  <a:pt x="191991" y="243448"/>
                </a:lnTo>
                <a:lnTo>
                  <a:pt x="259475" y="209706"/>
                </a:lnTo>
                <a:lnTo>
                  <a:pt x="191991" y="175964"/>
                </a:lnTo>
                <a:lnTo>
                  <a:pt x="191991" y="201270"/>
                </a:lnTo>
                <a:lnTo>
                  <a:pt x="16871" y="201270"/>
                </a:lnTo>
                <a:lnTo>
                  <a:pt x="16871" y="0"/>
                </a:lnTo>
                <a:lnTo>
                  <a:pt x="0" y="0"/>
                </a:lnTo>
                <a:lnTo>
                  <a:pt x="0" y="218141"/>
                </a:lnTo>
                <a:lnTo>
                  <a:pt x="191991" y="218141"/>
                </a:lnTo>
                <a:close/>
              </a:path>
            </a:pathLst>
          </a:custGeom>
          <a:solidFill xmlns:a="http://schemas.openxmlformats.org/drawingml/2006/main">
            <a:srgbClr val="BE510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A17CFF5-86BB-44C3-9D98-0D8E5575F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47819" y="1805709"/>
            <a:ext cx="7636467" cy="1431332"/>
          </a:xfrm>
          <a:custGeom xmlns:a="http://schemas.openxmlformats.org/drawingml/2006/main">
            <a:pathLst>
              <a:path w="7636467" h="1431332">
                <a:moveTo>
                  <a:pt x="0" y="72714"/>
                </a:moveTo>
                <a:cubicBezTo>
                  <a:pt x="0" y="32561"/>
                  <a:pt x="32561" y="0"/>
                  <a:pt x="72714" y="0"/>
                </a:cubicBezTo>
                <a:lnTo>
                  <a:pt x="7563754" y="0"/>
                </a:lnTo>
                <a:cubicBezTo>
                  <a:pt x="7603907" y="0"/>
                  <a:pt x="7636467" y="32561"/>
                  <a:pt x="7636467" y="72714"/>
                </a:cubicBezTo>
                <a:lnTo>
                  <a:pt x="7636467" y="1358618"/>
                </a:lnTo>
                <a:cubicBezTo>
                  <a:pt x="7636467" y="1398771"/>
                  <a:pt x="7603907" y="1431332"/>
                  <a:pt x="7563754" y="1431332"/>
                </a:cubicBezTo>
                <a:lnTo>
                  <a:pt x="72714" y="1431332"/>
                </a:lnTo>
                <a:cubicBezTo>
                  <a:pt x="32561" y="1431332"/>
                  <a:pt x="0" y="1398771"/>
                  <a:pt x="0" y="1358618"/>
                </a:cubicBezTo>
                <a:lnTo>
                  <a:pt x="0" y="72714"/>
                </a:lnTo>
                <a:close/>
              </a:path>
            </a:pathLst>
          </a:custGeom>
          <a:solidFill xmlns:a="http://schemas.openxmlformats.org/drawingml/2006/main">
            <a:srgbClr val="E7E6E6">
              <a:alpha val="47451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70" name="Text AgentSystem">
            <a:extLst xmlns:a="http://schemas.openxmlformats.org/drawingml/2006/main">
              <a:ext uri="{FF2B5EF4-FFF2-40B4-BE49-F238E27FC236}">
                <a16:creationId xmlns:a16="http://schemas.microsoft.com/office/drawing/2014/main" id="{A9720222-1EBF-4ADA-B086-504375F30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2652" y="1921619"/>
            <a:ext cx="1623351" cy="243754"/>
          </a:xfrm>
          <a:custGeom xmlns:a="http://schemas.openxmlformats.org/drawingml/2006/main">
            <a:pathLst>
              <a:path w="1623351" h="243754">
                <a:moveTo>
                  <a:pt x="117937" y="134630"/>
                </a:moveTo>
                <a:lnTo>
                  <a:pt x="51316" y="134630"/>
                </a:lnTo>
                <a:lnTo>
                  <a:pt x="34315" y="179332"/>
                </a:lnTo>
                <a:lnTo>
                  <a:pt x="0" y="179332"/>
                </a:lnTo>
                <a:lnTo>
                  <a:pt x="69813" y="3418"/>
                </a:lnTo>
                <a:lnTo>
                  <a:pt x="99263" y="3418"/>
                </a:lnTo>
                <a:lnTo>
                  <a:pt x="169077" y="179332"/>
                </a:lnTo>
                <a:lnTo>
                  <a:pt x="135025" y="179332"/>
                </a:lnTo>
                <a:lnTo>
                  <a:pt x="117937" y="134630"/>
                </a:lnTo>
                <a:moveTo>
                  <a:pt x="84275" y="45753"/>
                </a:moveTo>
                <a:cubicBezTo>
                  <a:pt x="78140" y="64160"/>
                  <a:pt x="72667" y="79544"/>
                  <a:pt x="67857" y="91905"/>
                </a:cubicBezTo>
                <a:lnTo>
                  <a:pt x="61727" y="107546"/>
                </a:lnTo>
                <a:lnTo>
                  <a:pt x="107472" y="107546"/>
                </a:lnTo>
                <a:lnTo>
                  <a:pt x="101301" y="91876"/>
                </a:lnTo>
                <a:cubicBezTo>
                  <a:pt x="96440" y="79446"/>
                  <a:pt x="90939" y="64072"/>
                  <a:pt x="84801" y="45753"/>
                </a:cubicBezTo>
                <a:lnTo>
                  <a:pt x="84275" y="45753"/>
                </a:lnTo>
                <a:close/>
                <a:moveTo>
                  <a:pt x="272749" y="182750"/>
                </a:moveTo>
                <a:cubicBezTo>
                  <a:pt x="272749" y="180997"/>
                  <a:pt x="272771" y="178828"/>
                  <a:pt x="272815" y="176242"/>
                </a:cubicBezTo>
                <a:cubicBezTo>
                  <a:pt x="272859" y="173656"/>
                  <a:pt x="272968" y="171487"/>
                  <a:pt x="273144" y="169734"/>
                </a:cubicBezTo>
                <a:lnTo>
                  <a:pt x="272881" y="169734"/>
                </a:lnTo>
                <a:cubicBezTo>
                  <a:pt x="270950" y="171312"/>
                  <a:pt x="268732" y="172867"/>
                  <a:pt x="266229" y="174401"/>
                </a:cubicBezTo>
                <a:cubicBezTo>
                  <a:pt x="263728" y="175935"/>
                  <a:pt x="260985" y="177338"/>
                  <a:pt x="257999" y="178609"/>
                </a:cubicBezTo>
                <a:cubicBezTo>
                  <a:pt x="255017" y="179879"/>
                  <a:pt x="251726" y="180887"/>
                  <a:pt x="248126" y="181632"/>
                </a:cubicBezTo>
                <a:cubicBezTo>
                  <a:pt x="244527" y="182377"/>
                  <a:pt x="240841" y="182750"/>
                  <a:pt x="237066" y="182750"/>
                </a:cubicBezTo>
                <a:cubicBezTo>
                  <a:pt x="230309" y="182750"/>
                  <a:pt x="223704" y="181543"/>
                  <a:pt x="217250" y="179130"/>
                </a:cubicBezTo>
                <a:cubicBezTo>
                  <a:pt x="210800" y="176714"/>
                  <a:pt x="205073" y="172893"/>
                  <a:pt x="200068" y="167667"/>
                </a:cubicBezTo>
                <a:cubicBezTo>
                  <a:pt x="195064" y="162441"/>
                  <a:pt x="191025" y="155744"/>
                  <a:pt x="187952" y="147576"/>
                </a:cubicBezTo>
                <a:cubicBezTo>
                  <a:pt x="184882" y="139408"/>
                  <a:pt x="183346" y="129573"/>
                  <a:pt x="183346" y="118068"/>
                </a:cubicBezTo>
                <a:cubicBezTo>
                  <a:pt x="183346" y="106564"/>
                  <a:pt x="184904" y="96487"/>
                  <a:pt x="188018" y="87837"/>
                </a:cubicBezTo>
                <a:cubicBezTo>
                  <a:pt x="191135" y="79188"/>
                  <a:pt x="195283" y="71965"/>
                  <a:pt x="200463" y="66169"/>
                </a:cubicBezTo>
                <a:cubicBezTo>
                  <a:pt x="205642" y="60370"/>
                  <a:pt x="211589" y="56000"/>
                  <a:pt x="218302" y="53058"/>
                </a:cubicBezTo>
                <a:cubicBezTo>
                  <a:pt x="225018" y="50117"/>
                  <a:pt x="231930" y="48646"/>
                  <a:pt x="239038" y="48646"/>
                </a:cubicBezTo>
                <a:cubicBezTo>
                  <a:pt x="246850" y="48646"/>
                  <a:pt x="253784" y="50292"/>
                  <a:pt x="259840" y="53584"/>
                </a:cubicBezTo>
                <a:cubicBezTo>
                  <a:pt x="265899" y="56877"/>
                  <a:pt x="270859" y="61069"/>
                  <a:pt x="274721" y="66161"/>
                </a:cubicBezTo>
                <a:lnTo>
                  <a:pt x="275247" y="66161"/>
                </a:lnTo>
                <a:lnTo>
                  <a:pt x="276566" y="51801"/>
                </a:lnTo>
                <a:lnTo>
                  <a:pt x="304040" y="51801"/>
                </a:lnTo>
                <a:lnTo>
                  <a:pt x="304040" y="181657"/>
                </a:lnTo>
                <a:cubicBezTo>
                  <a:pt x="304040" y="189113"/>
                  <a:pt x="303424" y="195515"/>
                  <a:pt x="302191" y="200865"/>
                </a:cubicBezTo>
                <a:cubicBezTo>
                  <a:pt x="300959" y="206214"/>
                  <a:pt x="299154" y="210950"/>
                  <a:pt x="296776" y="215072"/>
                </a:cubicBezTo>
                <a:cubicBezTo>
                  <a:pt x="293961" y="219896"/>
                  <a:pt x="290374" y="224106"/>
                  <a:pt x="286016" y="227702"/>
                </a:cubicBezTo>
                <a:cubicBezTo>
                  <a:pt x="281661" y="231298"/>
                  <a:pt x="276695" y="234280"/>
                  <a:pt x="271118" y="236646"/>
                </a:cubicBezTo>
                <a:cubicBezTo>
                  <a:pt x="265544" y="239016"/>
                  <a:pt x="259426" y="240792"/>
                  <a:pt x="252765" y="241975"/>
                </a:cubicBezTo>
                <a:cubicBezTo>
                  <a:pt x="246104" y="243161"/>
                  <a:pt x="239048" y="243754"/>
                  <a:pt x="231598" y="243754"/>
                </a:cubicBezTo>
                <a:cubicBezTo>
                  <a:pt x="227390" y="243754"/>
                  <a:pt x="223271" y="243601"/>
                  <a:pt x="219239" y="243294"/>
                </a:cubicBezTo>
                <a:cubicBezTo>
                  <a:pt x="215207" y="242990"/>
                  <a:pt x="211416" y="242555"/>
                  <a:pt x="207866" y="241988"/>
                </a:cubicBezTo>
                <a:cubicBezTo>
                  <a:pt x="204317" y="241421"/>
                  <a:pt x="201074" y="240766"/>
                  <a:pt x="198137" y="240024"/>
                </a:cubicBezTo>
                <a:cubicBezTo>
                  <a:pt x="195201" y="239281"/>
                  <a:pt x="192725" y="238517"/>
                  <a:pt x="190709" y="237731"/>
                </a:cubicBezTo>
                <a:lnTo>
                  <a:pt x="190709" y="212463"/>
                </a:lnTo>
                <a:cubicBezTo>
                  <a:pt x="196494" y="214348"/>
                  <a:pt x="202564" y="215783"/>
                  <a:pt x="208918" y="216769"/>
                </a:cubicBezTo>
                <a:cubicBezTo>
                  <a:pt x="215273" y="217755"/>
                  <a:pt x="221956" y="218248"/>
                  <a:pt x="228968" y="218248"/>
                </a:cubicBezTo>
                <a:cubicBezTo>
                  <a:pt x="242904" y="218248"/>
                  <a:pt x="253685" y="215563"/>
                  <a:pt x="261311" y="210191"/>
                </a:cubicBezTo>
                <a:cubicBezTo>
                  <a:pt x="268936" y="204823"/>
                  <a:pt x="272749" y="196679"/>
                  <a:pt x="272749" y="185762"/>
                </a:cubicBezTo>
                <a:lnTo>
                  <a:pt x="272749" y="182750"/>
                </a:lnTo>
                <a:moveTo>
                  <a:pt x="244877" y="157770"/>
                </a:moveTo>
                <a:cubicBezTo>
                  <a:pt x="248032" y="157770"/>
                  <a:pt x="251012" y="157375"/>
                  <a:pt x="253817" y="156586"/>
                </a:cubicBezTo>
                <a:cubicBezTo>
                  <a:pt x="256622" y="155798"/>
                  <a:pt x="259207" y="154790"/>
                  <a:pt x="261574" y="153563"/>
                </a:cubicBezTo>
                <a:cubicBezTo>
                  <a:pt x="263940" y="152335"/>
                  <a:pt x="266066" y="150977"/>
                  <a:pt x="267950" y="149487"/>
                </a:cubicBezTo>
                <a:cubicBezTo>
                  <a:pt x="269835" y="147997"/>
                  <a:pt x="271434" y="146507"/>
                  <a:pt x="272749" y="145017"/>
                </a:cubicBezTo>
                <a:lnTo>
                  <a:pt x="272749" y="88088"/>
                </a:lnTo>
                <a:cubicBezTo>
                  <a:pt x="269419" y="84144"/>
                  <a:pt x="265299" y="80857"/>
                  <a:pt x="260391" y="78227"/>
                </a:cubicBezTo>
                <a:cubicBezTo>
                  <a:pt x="255482" y="75598"/>
                  <a:pt x="250267" y="74239"/>
                  <a:pt x="244745" y="74152"/>
                </a:cubicBezTo>
                <a:cubicBezTo>
                  <a:pt x="242817" y="74152"/>
                  <a:pt x="240779" y="74393"/>
                  <a:pt x="238632" y="74875"/>
                </a:cubicBezTo>
                <a:cubicBezTo>
                  <a:pt x="236484" y="75357"/>
                  <a:pt x="234315" y="76212"/>
                  <a:pt x="232124" y="77439"/>
                </a:cubicBezTo>
                <a:cubicBezTo>
                  <a:pt x="229932" y="78666"/>
                  <a:pt x="227851" y="80309"/>
                  <a:pt x="225878" y="82369"/>
                </a:cubicBezTo>
                <a:cubicBezTo>
                  <a:pt x="223906" y="84429"/>
                  <a:pt x="222175" y="87036"/>
                  <a:pt x="220685" y="90192"/>
                </a:cubicBezTo>
                <a:cubicBezTo>
                  <a:pt x="219195" y="93347"/>
                  <a:pt x="217990" y="97116"/>
                  <a:pt x="217070" y="101499"/>
                </a:cubicBezTo>
                <a:cubicBezTo>
                  <a:pt x="216149" y="105881"/>
                  <a:pt x="215689" y="110965"/>
                  <a:pt x="215689" y="116750"/>
                </a:cubicBezTo>
                <a:cubicBezTo>
                  <a:pt x="215689" y="123148"/>
                  <a:pt x="216303" y="128867"/>
                  <a:pt x="217530" y="133907"/>
                </a:cubicBezTo>
                <a:cubicBezTo>
                  <a:pt x="218757" y="138947"/>
                  <a:pt x="220598" y="143242"/>
                  <a:pt x="223052" y="146792"/>
                </a:cubicBezTo>
                <a:cubicBezTo>
                  <a:pt x="225506" y="150341"/>
                  <a:pt x="228552" y="153059"/>
                  <a:pt x="232189" y="154943"/>
                </a:cubicBezTo>
                <a:cubicBezTo>
                  <a:pt x="235827" y="156828"/>
                  <a:pt x="240056" y="157770"/>
                  <a:pt x="244877" y="157770"/>
                </a:cubicBezTo>
                <a:close/>
                <a:moveTo>
                  <a:pt x="403751" y="157507"/>
                </a:moveTo>
                <a:cubicBezTo>
                  <a:pt x="409798" y="157507"/>
                  <a:pt x="416109" y="156893"/>
                  <a:pt x="422683" y="155666"/>
                </a:cubicBezTo>
                <a:cubicBezTo>
                  <a:pt x="429257" y="154439"/>
                  <a:pt x="435918" y="152686"/>
                  <a:pt x="442667" y="150407"/>
                </a:cubicBezTo>
                <a:lnTo>
                  <a:pt x="442667" y="175359"/>
                </a:lnTo>
                <a:cubicBezTo>
                  <a:pt x="438635" y="177117"/>
                  <a:pt x="432456" y="178788"/>
                  <a:pt x="424129" y="180371"/>
                </a:cubicBezTo>
                <a:cubicBezTo>
                  <a:pt x="415802" y="181957"/>
                  <a:pt x="407169" y="182750"/>
                  <a:pt x="398229" y="182750"/>
                </a:cubicBezTo>
                <a:cubicBezTo>
                  <a:pt x="389201" y="182750"/>
                  <a:pt x="380630" y="181587"/>
                  <a:pt x="372517" y="179262"/>
                </a:cubicBezTo>
                <a:cubicBezTo>
                  <a:pt x="364407" y="176934"/>
                  <a:pt x="357315" y="173178"/>
                  <a:pt x="351243" y="167996"/>
                </a:cubicBezTo>
                <a:cubicBezTo>
                  <a:pt x="345170" y="162814"/>
                  <a:pt x="340351" y="156095"/>
                  <a:pt x="336785" y="147839"/>
                </a:cubicBezTo>
                <a:cubicBezTo>
                  <a:pt x="333221" y="139584"/>
                  <a:pt x="331439" y="129573"/>
                  <a:pt x="331439" y="117806"/>
                </a:cubicBezTo>
                <a:cubicBezTo>
                  <a:pt x="331439" y="106214"/>
                  <a:pt x="333106" y="96071"/>
                  <a:pt x="336440" y="87377"/>
                </a:cubicBezTo>
                <a:cubicBezTo>
                  <a:pt x="339776" y="78681"/>
                  <a:pt x="344251" y="71478"/>
                  <a:pt x="349866" y="65770"/>
                </a:cubicBezTo>
                <a:cubicBezTo>
                  <a:pt x="355482" y="60062"/>
                  <a:pt x="361909" y="55781"/>
                  <a:pt x="369148" y="52927"/>
                </a:cubicBezTo>
                <a:cubicBezTo>
                  <a:pt x="376387" y="50073"/>
                  <a:pt x="383869" y="48646"/>
                  <a:pt x="391593" y="48646"/>
                </a:cubicBezTo>
                <a:cubicBezTo>
                  <a:pt x="399665" y="48646"/>
                  <a:pt x="407102" y="49876"/>
                  <a:pt x="413903" y="52335"/>
                </a:cubicBezTo>
                <a:cubicBezTo>
                  <a:pt x="420704" y="54792"/>
                  <a:pt x="426583" y="58656"/>
                  <a:pt x="431541" y="63926"/>
                </a:cubicBezTo>
                <a:cubicBezTo>
                  <a:pt x="436499" y="69193"/>
                  <a:pt x="440359" y="75975"/>
                  <a:pt x="443123" y="84271"/>
                </a:cubicBezTo>
                <a:cubicBezTo>
                  <a:pt x="445887" y="92568"/>
                  <a:pt x="447269" y="102379"/>
                  <a:pt x="447269" y="113705"/>
                </a:cubicBezTo>
                <a:cubicBezTo>
                  <a:pt x="447181" y="118096"/>
                  <a:pt x="447050" y="121828"/>
                  <a:pt x="446874" y="124901"/>
                </a:cubicBezTo>
                <a:lnTo>
                  <a:pt x="363388" y="124901"/>
                </a:lnTo>
                <a:cubicBezTo>
                  <a:pt x="363826" y="130774"/>
                  <a:pt x="365141" y="135792"/>
                  <a:pt x="367332" y="139955"/>
                </a:cubicBezTo>
                <a:cubicBezTo>
                  <a:pt x="369523" y="144118"/>
                  <a:pt x="372394" y="147493"/>
                  <a:pt x="375944" y="150078"/>
                </a:cubicBezTo>
                <a:cubicBezTo>
                  <a:pt x="379493" y="152664"/>
                  <a:pt x="383635" y="154549"/>
                  <a:pt x="388368" y="155732"/>
                </a:cubicBezTo>
                <a:cubicBezTo>
                  <a:pt x="393101" y="156915"/>
                  <a:pt x="398229" y="157507"/>
                  <a:pt x="403751" y="157507"/>
                </a:cubicBezTo>
                <a:moveTo>
                  <a:pt x="391191" y="73100"/>
                </a:moveTo>
                <a:cubicBezTo>
                  <a:pt x="387257" y="73100"/>
                  <a:pt x="383761" y="73820"/>
                  <a:pt x="380701" y="75261"/>
                </a:cubicBezTo>
                <a:cubicBezTo>
                  <a:pt x="377642" y="76699"/>
                  <a:pt x="374997" y="78662"/>
                  <a:pt x="372768" y="81149"/>
                </a:cubicBezTo>
                <a:cubicBezTo>
                  <a:pt x="370538" y="83633"/>
                  <a:pt x="368767" y="86534"/>
                  <a:pt x="367455" y="89851"/>
                </a:cubicBezTo>
                <a:cubicBezTo>
                  <a:pt x="366146" y="93165"/>
                  <a:pt x="365272" y="96697"/>
                  <a:pt x="364834" y="100447"/>
                </a:cubicBezTo>
                <a:lnTo>
                  <a:pt x="414794" y="100447"/>
                </a:lnTo>
                <a:cubicBezTo>
                  <a:pt x="414794" y="96697"/>
                  <a:pt x="414292" y="93165"/>
                  <a:pt x="413287" y="89851"/>
                </a:cubicBezTo>
                <a:cubicBezTo>
                  <a:pt x="412281" y="86534"/>
                  <a:pt x="410795" y="83633"/>
                  <a:pt x="408829" y="81149"/>
                </a:cubicBezTo>
                <a:cubicBezTo>
                  <a:pt x="406862" y="78662"/>
                  <a:pt x="404413" y="76699"/>
                  <a:pt x="401483" y="75261"/>
                </a:cubicBezTo>
                <a:cubicBezTo>
                  <a:pt x="398555" y="73820"/>
                  <a:pt x="395124" y="73100"/>
                  <a:pt x="391191" y="73100"/>
                </a:cubicBezTo>
                <a:close/>
                <a:moveTo>
                  <a:pt x="504937" y="69571"/>
                </a:moveTo>
                <a:lnTo>
                  <a:pt x="505463" y="69571"/>
                </a:lnTo>
                <a:cubicBezTo>
                  <a:pt x="507306" y="66938"/>
                  <a:pt x="509632" y="64350"/>
                  <a:pt x="512439" y="61805"/>
                </a:cubicBezTo>
                <a:cubicBezTo>
                  <a:pt x="515249" y="59261"/>
                  <a:pt x="518454" y="57024"/>
                  <a:pt x="522053" y="55096"/>
                </a:cubicBezTo>
                <a:cubicBezTo>
                  <a:pt x="525652" y="53165"/>
                  <a:pt x="529624" y="51608"/>
                  <a:pt x="533968" y="50425"/>
                </a:cubicBezTo>
                <a:cubicBezTo>
                  <a:pt x="538315" y="49239"/>
                  <a:pt x="542947" y="48646"/>
                  <a:pt x="547863" y="48646"/>
                </a:cubicBezTo>
                <a:cubicBezTo>
                  <a:pt x="552514" y="48646"/>
                  <a:pt x="557012" y="49173"/>
                  <a:pt x="561356" y="50227"/>
                </a:cubicBezTo>
                <a:cubicBezTo>
                  <a:pt x="565703" y="51279"/>
                  <a:pt x="569676" y="52924"/>
                  <a:pt x="573275" y="55162"/>
                </a:cubicBezTo>
                <a:cubicBezTo>
                  <a:pt x="576874" y="57397"/>
                  <a:pt x="580056" y="60292"/>
                  <a:pt x="582819" y="63847"/>
                </a:cubicBezTo>
                <a:cubicBezTo>
                  <a:pt x="585586" y="67400"/>
                  <a:pt x="587759" y="71633"/>
                  <a:pt x="589340" y="76547"/>
                </a:cubicBezTo>
                <a:cubicBezTo>
                  <a:pt x="590219" y="79267"/>
                  <a:pt x="590812" y="82228"/>
                  <a:pt x="591119" y="85430"/>
                </a:cubicBezTo>
                <a:cubicBezTo>
                  <a:pt x="591425" y="88632"/>
                  <a:pt x="591579" y="92339"/>
                  <a:pt x="591579" y="96552"/>
                </a:cubicBezTo>
                <a:lnTo>
                  <a:pt x="591579" y="179332"/>
                </a:lnTo>
                <a:lnTo>
                  <a:pt x="560288" y="179332"/>
                </a:lnTo>
                <a:lnTo>
                  <a:pt x="560288" y="101499"/>
                </a:lnTo>
                <a:cubicBezTo>
                  <a:pt x="560288" y="98080"/>
                  <a:pt x="560156" y="95144"/>
                  <a:pt x="559893" y="92690"/>
                </a:cubicBezTo>
                <a:cubicBezTo>
                  <a:pt x="559630" y="90236"/>
                  <a:pt x="559148" y="88088"/>
                  <a:pt x="558447" y="86247"/>
                </a:cubicBezTo>
                <a:cubicBezTo>
                  <a:pt x="556869" y="82216"/>
                  <a:pt x="554481" y="79323"/>
                  <a:pt x="551282" y="77570"/>
                </a:cubicBezTo>
                <a:cubicBezTo>
                  <a:pt x="548083" y="75817"/>
                  <a:pt x="544204" y="74941"/>
                  <a:pt x="539646" y="74941"/>
                </a:cubicBezTo>
                <a:cubicBezTo>
                  <a:pt x="533598" y="74941"/>
                  <a:pt x="527792" y="76358"/>
                  <a:pt x="522226" y="79193"/>
                </a:cubicBezTo>
                <a:cubicBezTo>
                  <a:pt x="516660" y="82025"/>
                  <a:pt x="511730" y="86145"/>
                  <a:pt x="507435" y="91552"/>
                </a:cubicBezTo>
                <a:lnTo>
                  <a:pt x="507435" y="179332"/>
                </a:lnTo>
                <a:lnTo>
                  <a:pt x="476144" y="179332"/>
                </a:lnTo>
                <a:lnTo>
                  <a:pt x="476144" y="51801"/>
                </a:lnTo>
                <a:lnTo>
                  <a:pt x="502032" y="51801"/>
                </a:lnTo>
                <a:lnTo>
                  <a:pt x="504937" y="69571"/>
                </a:lnTo>
                <a:close/>
                <a:moveTo>
                  <a:pt x="703680" y="179315"/>
                </a:moveTo>
                <a:cubicBezTo>
                  <a:pt x="700174" y="180372"/>
                  <a:pt x="695988" y="181209"/>
                  <a:pt x="691124" y="181826"/>
                </a:cubicBezTo>
                <a:cubicBezTo>
                  <a:pt x="686259" y="182442"/>
                  <a:pt x="681723" y="182750"/>
                  <a:pt x="677516" y="182750"/>
                </a:cubicBezTo>
                <a:cubicBezTo>
                  <a:pt x="666812" y="182750"/>
                  <a:pt x="658048" y="181018"/>
                  <a:pt x="651225" y="177553"/>
                </a:cubicBezTo>
                <a:cubicBezTo>
                  <a:pt x="644405" y="174085"/>
                  <a:pt x="639587" y="169104"/>
                  <a:pt x="636771" y="162610"/>
                </a:cubicBezTo>
                <a:cubicBezTo>
                  <a:pt x="634747" y="157959"/>
                  <a:pt x="633735" y="151640"/>
                  <a:pt x="633735" y="143653"/>
                </a:cubicBezTo>
                <a:lnTo>
                  <a:pt x="633735" y="77570"/>
                </a:lnTo>
                <a:lnTo>
                  <a:pt x="609938" y="77570"/>
                </a:lnTo>
                <a:lnTo>
                  <a:pt x="609938" y="51801"/>
                </a:lnTo>
                <a:lnTo>
                  <a:pt x="633735" y="51801"/>
                </a:lnTo>
                <a:lnTo>
                  <a:pt x="633735" y="16040"/>
                </a:lnTo>
                <a:lnTo>
                  <a:pt x="665026" y="16040"/>
                </a:lnTo>
                <a:lnTo>
                  <a:pt x="665026" y="51801"/>
                </a:lnTo>
                <a:lnTo>
                  <a:pt x="701839" y="51801"/>
                </a:lnTo>
                <a:lnTo>
                  <a:pt x="701839" y="77570"/>
                </a:lnTo>
                <a:lnTo>
                  <a:pt x="665026" y="77570"/>
                </a:lnTo>
                <a:lnTo>
                  <a:pt x="665026" y="139495"/>
                </a:lnTo>
                <a:cubicBezTo>
                  <a:pt x="665026" y="144403"/>
                  <a:pt x="665771" y="148041"/>
                  <a:pt x="667261" y="150407"/>
                </a:cubicBezTo>
                <a:cubicBezTo>
                  <a:pt x="669891" y="154439"/>
                  <a:pt x="675106" y="156455"/>
                  <a:pt x="682907" y="156455"/>
                </a:cubicBezTo>
                <a:cubicBezTo>
                  <a:pt x="686500" y="156455"/>
                  <a:pt x="690072" y="156170"/>
                  <a:pt x="693622" y="155600"/>
                </a:cubicBezTo>
                <a:cubicBezTo>
                  <a:pt x="697172" y="155031"/>
                  <a:pt x="700524" y="154308"/>
                  <a:pt x="703680" y="153431"/>
                </a:cubicBezTo>
                <a:lnTo>
                  <a:pt x="703680" y="179315"/>
                </a:lnTo>
                <a:close/>
                <a:moveTo>
                  <a:pt x="870863" y="128899"/>
                </a:moveTo>
                <a:cubicBezTo>
                  <a:pt x="870863" y="124423"/>
                  <a:pt x="869767" y="120803"/>
                  <a:pt x="867576" y="118040"/>
                </a:cubicBezTo>
                <a:cubicBezTo>
                  <a:pt x="865385" y="115273"/>
                  <a:pt x="862405" y="113012"/>
                  <a:pt x="858636" y="111256"/>
                </a:cubicBezTo>
                <a:cubicBezTo>
                  <a:pt x="854867" y="109501"/>
                  <a:pt x="850638" y="108075"/>
                  <a:pt x="845948" y="106979"/>
                </a:cubicBezTo>
                <a:cubicBezTo>
                  <a:pt x="841259" y="105881"/>
                  <a:pt x="836329" y="104805"/>
                  <a:pt x="831157" y="103750"/>
                </a:cubicBezTo>
                <a:cubicBezTo>
                  <a:pt x="824321" y="102257"/>
                  <a:pt x="817791" y="100480"/>
                  <a:pt x="811568" y="98417"/>
                </a:cubicBezTo>
                <a:cubicBezTo>
                  <a:pt x="805345" y="96355"/>
                  <a:pt x="799866" y="93502"/>
                  <a:pt x="795133" y="89859"/>
                </a:cubicBezTo>
                <a:cubicBezTo>
                  <a:pt x="790400" y="86216"/>
                  <a:pt x="786631" y="81586"/>
                  <a:pt x="783827" y="75968"/>
                </a:cubicBezTo>
                <a:cubicBezTo>
                  <a:pt x="781022" y="70350"/>
                  <a:pt x="779619" y="63328"/>
                  <a:pt x="779619" y="54903"/>
                </a:cubicBezTo>
                <a:cubicBezTo>
                  <a:pt x="779619" y="45598"/>
                  <a:pt x="781248" y="37502"/>
                  <a:pt x="784504" y="30613"/>
                </a:cubicBezTo>
                <a:cubicBezTo>
                  <a:pt x="787761" y="23722"/>
                  <a:pt x="792183" y="18016"/>
                  <a:pt x="797771" y="13497"/>
                </a:cubicBezTo>
                <a:cubicBezTo>
                  <a:pt x="803359" y="8975"/>
                  <a:pt x="809904" y="5595"/>
                  <a:pt x="817406" y="3357"/>
                </a:cubicBezTo>
                <a:cubicBezTo>
                  <a:pt x="824908" y="1119"/>
                  <a:pt x="833349" y="0"/>
                  <a:pt x="842727" y="0"/>
                </a:cubicBezTo>
                <a:cubicBezTo>
                  <a:pt x="852106" y="0"/>
                  <a:pt x="861528" y="924"/>
                  <a:pt x="870994" y="2773"/>
                </a:cubicBezTo>
                <a:cubicBezTo>
                  <a:pt x="880461" y="4619"/>
                  <a:pt x="888612" y="6993"/>
                  <a:pt x="895449" y="9893"/>
                </a:cubicBezTo>
                <a:lnTo>
                  <a:pt x="895449" y="37602"/>
                </a:lnTo>
                <a:cubicBezTo>
                  <a:pt x="886333" y="34008"/>
                  <a:pt x="877590" y="31401"/>
                  <a:pt x="869219" y="29779"/>
                </a:cubicBezTo>
                <a:cubicBezTo>
                  <a:pt x="860849" y="28158"/>
                  <a:pt x="852982" y="27347"/>
                  <a:pt x="845620" y="27347"/>
                </a:cubicBezTo>
                <a:cubicBezTo>
                  <a:pt x="835014" y="27347"/>
                  <a:pt x="826841" y="29271"/>
                  <a:pt x="821100" y="33119"/>
                </a:cubicBezTo>
                <a:cubicBezTo>
                  <a:pt x="815359" y="36965"/>
                  <a:pt x="812488" y="42735"/>
                  <a:pt x="812488" y="50429"/>
                </a:cubicBezTo>
                <a:cubicBezTo>
                  <a:pt x="812488" y="54904"/>
                  <a:pt x="813429" y="58591"/>
                  <a:pt x="815311" y="61489"/>
                </a:cubicBezTo>
                <a:cubicBezTo>
                  <a:pt x="817192" y="64384"/>
                  <a:pt x="819752" y="66775"/>
                  <a:pt x="822990" y="68663"/>
                </a:cubicBezTo>
                <a:cubicBezTo>
                  <a:pt x="826230" y="70550"/>
                  <a:pt x="829950" y="72065"/>
                  <a:pt x="834149" y="73207"/>
                </a:cubicBezTo>
                <a:cubicBezTo>
                  <a:pt x="838350" y="74349"/>
                  <a:pt x="842815" y="75402"/>
                  <a:pt x="847543" y="76366"/>
                </a:cubicBezTo>
                <a:cubicBezTo>
                  <a:pt x="854982" y="77947"/>
                  <a:pt x="862092" y="79768"/>
                  <a:pt x="868874" y="81831"/>
                </a:cubicBezTo>
                <a:cubicBezTo>
                  <a:pt x="875659" y="83893"/>
                  <a:pt x="881677" y="86768"/>
                  <a:pt x="886927" y="90455"/>
                </a:cubicBezTo>
                <a:cubicBezTo>
                  <a:pt x="892178" y="94141"/>
                  <a:pt x="896335" y="98947"/>
                  <a:pt x="899397" y="104872"/>
                </a:cubicBezTo>
                <a:cubicBezTo>
                  <a:pt x="902462" y="110796"/>
                  <a:pt x="903995" y="118367"/>
                  <a:pt x="903995" y="127584"/>
                </a:cubicBezTo>
                <a:cubicBezTo>
                  <a:pt x="903995" y="137064"/>
                  <a:pt x="902242" y="145271"/>
                  <a:pt x="898736" y="152207"/>
                </a:cubicBezTo>
                <a:cubicBezTo>
                  <a:pt x="895230" y="159139"/>
                  <a:pt x="890255" y="164867"/>
                  <a:pt x="883813" y="169389"/>
                </a:cubicBezTo>
                <a:cubicBezTo>
                  <a:pt x="877371" y="173908"/>
                  <a:pt x="869548" y="177265"/>
                  <a:pt x="860345" y="179459"/>
                </a:cubicBezTo>
                <a:cubicBezTo>
                  <a:pt x="851142" y="181653"/>
                  <a:pt x="841062" y="182750"/>
                  <a:pt x="830106" y="182750"/>
                </a:cubicBezTo>
                <a:cubicBezTo>
                  <a:pt x="820552" y="182750"/>
                  <a:pt x="811151" y="181804"/>
                  <a:pt x="801904" y="179911"/>
                </a:cubicBezTo>
                <a:cubicBezTo>
                  <a:pt x="792657" y="178021"/>
                  <a:pt x="784966" y="175361"/>
                  <a:pt x="778831" y="171932"/>
                </a:cubicBezTo>
                <a:lnTo>
                  <a:pt x="778831" y="144622"/>
                </a:lnTo>
                <a:cubicBezTo>
                  <a:pt x="787508" y="148391"/>
                  <a:pt x="795966" y="151130"/>
                  <a:pt x="804205" y="152839"/>
                </a:cubicBezTo>
                <a:cubicBezTo>
                  <a:pt x="812444" y="154549"/>
                  <a:pt x="820946" y="155403"/>
                  <a:pt x="829711" y="155403"/>
                </a:cubicBezTo>
                <a:cubicBezTo>
                  <a:pt x="834795" y="155403"/>
                  <a:pt x="839791" y="154988"/>
                  <a:pt x="844699" y="154158"/>
                </a:cubicBezTo>
                <a:cubicBezTo>
                  <a:pt x="849608" y="153326"/>
                  <a:pt x="854012" y="151904"/>
                  <a:pt x="857913" y="149894"/>
                </a:cubicBezTo>
                <a:cubicBezTo>
                  <a:pt x="861813" y="147880"/>
                  <a:pt x="864946" y="145147"/>
                  <a:pt x="867313" y="141693"/>
                </a:cubicBezTo>
                <a:cubicBezTo>
                  <a:pt x="869680" y="138236"/>
                  <a:pt x="870863" y="133971"/>
                  <a:pt x="870863" y="128899"/>
                </a:cubicBezTo>
                <a:close/>
                <a:moveTo>
                  <a:pt x="920533" y="51801"/>
                </a:moveTo>
                <a:lnTo>
                  <a:pt x="953928" y="51801"/>
                </a:lnTo>
                <a:lnTo>
                  <a:pt x="972992" y="98014"/>
                </a:lnTo>
                <a:cubicBezTo>
                  <a:pt x="980179" y="115569"/>
                  <a:pt x="985263" y="128559"/>
                  <a:pt x="988243" y="136984"/>
                </a:cubicBezTo>
                <a:lnTo>
                  <a:pt x="988769" y="136984"/>
                </a:lnTo>
                <a:cubicBezTo>
                  <a:pt x="990960" y="130402"/>
                  <a:pt x="995605" y="118203"/>
                  <a:pt x="1002705" y="100385"/>
                </a:cubicBezTo>
                <a:lnTo>
                  <a:pt x="1022426" y="51801"/>
                </a:lnTo>
                <a:lnTo>
                  <a:pt x="1056215" y="51801"/>
                </a:lnTo>
                <a:lnTo>
                  <a:pt x="974175" y="240599"/>
                </a:lnTo>
                <a:lnTo>
                  <a:pt x="943410" y="240599"/>
                </a:lnTo>
                <a:lnTo>
                  <a:pt x="972597" y="172269"/>
                </a:lnTo>
                <a:lnTo>
                  <a:pt x="920533" y="51801"/>
                </a:lnTo>
                <a:close/>
                <a:moveTo>
                  <a:pt x="1131245" y="142441"/>
                </a:moveTo>
                <a:cubicBezTo>
                  <a:pt x="1131245" y="139718"/>
                  <a:pt x="1130476" y="137479"/>
                  <a:pt x="1128940" y="135723"/>
                </a:cubicBezTo>
                <a:cubicBezTo>
                  <a:pt x="1127403" y="133967"/>
                  <a:pt x="1125361" y="132496"/>
                  <a:pt x="1122814" y="131310"/>
                </a:cubicBezTo>
                <a:cubicBezTo>
                  <a:pt x="1120266" y="130124"/>
                  <a:pt x="1117345" y="129093"/>
                  <a:pt x="1114050" y="128217"/>
                </a:cubicBezTo>
                <a:cubicBezTo>
                  <a:pt x="1110758" y="127337"/>
                  <a:pt x="1107311" y="126458"/>
                  <a:pt x="1103709" y="125579"/>
                </a:cubicBezTo>
                <a:cubicBezTo>
                  <a:pt x="1099140" y="124349"/>
                  <a:pt x="1094748" y="122922"/>
                  <a:pt x="1090533" y="121298"/>
                </a:cubicBezTo>
                <a:cubicBezTo>
                  <a:pt x="1086317" y="119674"/>
                  <a:pt x="1082606" y="117544"/>
                  <a:pt x="1079398" y="114909"/>
                </a:cubicBezTo>
                <a:cubicBezTo>
                  <a:pt x="1076194" y="112274"/>
                  <a:pt x="1073646" y="108958"/>
                  <a:pt x="1071756" y="104962"/>
                </a:cubicBezTo>
                <a:cubicBezTo>
                  <a:pt x="1069869" y="100966"/>
                  <a:pt x="1068926" y="96070"/>
                  <a:pt x="1068926" y="90274"/>
                </a:cubicBezTo>
                <a:cubicBezTo>
                  <a:pt x="1068926" y="83161"/>
                  <a:pt x="1070202" y="76991"/>
                  <a:pt x="1072755" y="71765"/>
                </a:cubicBezTo>
                <a:cubicBezTo>
                  <a:pt x="1075308" y="66539"/>
                  <a:pt x="1078763" y="62214"/>
                  <a:pt x="1083121" y="58790"/>
                </a:cubicBezTo>
                <a:cubicBezTo>
                  <a:pt x="1087479" y="55363"/>
                  <a:pt x="1092535" y="52816"/>
                  <a:pt x="1098290" y="51148"/>
                </a:cubicBezTo>
                <a:cubicBezTo>
                  <a:pt x="1104044" y="49480"/>
                  <a:pt x="1110121" y="48646"/>
                  <a:pt x="1116519" y="48646"/>
                </a:cubicBezTo>
                <a:cubicBezTo>
                  <a:pt x="1124320" y="48646"/>
                  <a:pt x="1131639" y="49278"/>
                  <a:pt x="1138476" y="50544"/>
                </a:cubicBezTo>
                <a:cubicBezTo>
                  <a:pt x="1145312" y="51809"/>
                  <a:pt x="1151492" y="53446"/>
                  <a:pt x="1157014" y="55454"/>
                </a:cubicBezTo>
                <a:lnTo>
                  <a:pt x="1157014" y="80726"/>
                </a:lnTo>
                <a:cubicBezTo>
                  <a:pt x="1154121" y="79781"/>
                  <a:pt x="1151075" y="78900"/>
                  <a:pt x="1147876" y="78084"/>
                </a:cubicBezTo>
                <a:cubicBezTo>
                  <a:pt x="1144677" y="77265"/>
                  <a:pt x="1141434" y="76555"/>
                  <a:pt x="1138147" y="75955"/>
                </a:cubicBezTo>
                <a:cubicBezTo>
                  <a:pt x="1134860" y="75353"/>
                  <a:pt x="1131595" y="74858"/>
                  <a:pt x="1128352" y="74472"/>
                </a:cubicBezTo>
                <a:cubicBezTo>
                  <a:pt x="1125109" y="74083"/>
                  <a:pt x="1122041" y="73889"/>
                  <a:pt x="1119149" y="73889"/>
                </a:cubicBezTo>
                <a:cubicBezTo>
                  <a:pt x="1115468" y="73889"/>
                  <a:pt x="1112356" y="74242"/>
                  <a:pt x="1109814" y="74949"/>
                </a:cubicBezTo>
                <a:cubicBezTo>
                  <a:pt x="1107272" y="75653"/>
                  <a:pt x="1105213" y="76600"/>
                  <a:pt x="1103635" y="77792"/>
                </a:cubicBezTo>
                <a:cubicBezTo>
                  <a:pt x="1102057" y="78981"/>
                  <a:pt x="1100918" y="80346"/>
                  <a:pt x="1100217" y="81888"/>
                </a:cubicBezTo>
                <a:cubicBezTo>
                  <a:pt x="1099515" y="83430"/>
                  <a:pt x="1099165" y="85040"/>
                  <a:pt x="1099165" y="86716"/>
                </a:cubicBezTo>
                <a:cubicBezTo>
                  <a:pt x="1099165" y="89614"/>
                  <a:pt x="1099932" y="91986"/>
                  <a:pt x="1101466" y="93832"/>
                </a:cubicBezTo>
                <a:cubicBezTo>
                  <a:pt x="1102999" y="95675"/>
                  <a:pt x="1105125" y="97168"/>
                  <a:pt x="1107842" y="98310"/>
                </a:cubicBezTo>
                <a:cubicBezTo>
                  <a:pt x="1110559" y="99450"/>
                  <a:pt x="1113408" y="100393"/>
                  <a:pt x="1116388" y="101141"/>
                </a:cubicBezTo>
                <a:cubicBezTo>
                  <a:pt x="1119368" y="101889"/>
                  <a:pt x="1122260" y="102613"/>
                  <a:pt x="1125065" y="103315"/>
                </a:cubicBezTo>
                <a:cubicBezTo>
                  <a:pt x="1129448" y="104369"/>
                  <a:pt x="1133830" y="105643"/>
                  <a:pt x="1138213" y="107136"/>
                </a:cubicBezTo>
                <a:cubicBezTo>
                  <a:pt x="1142595" y="108628"/>
                  <a:pt x="1146539" y="110714"/>
                  <a:pt x="1150045" y="113393"/>
                </a:cubicBezTo>
                <a:cubicBezTo>
                  <a:pt x="1153551" y="116072"/>
                  <a:pt x="1156422" y="119541"/>
                  <a:pt x="1158657" y="123800"/>
                </a:cubicBezTo>
                <a:cubicBezTo>
                  <a:pt x="1160892" y="128059"/>
                  <a:pt x="1162010" y="133483"/>
                  <a:pt x="1162010" y="140070"/>
                </a:cubicBezTo>
                <a:cubicBezTo>
                  <a:pt x="1162010" y="147271"/>
                  <a:pt x="1160651" y="153550"/>
                  <a:pt x="1157934" y="158908"/>
                </a:cubicBezTo>
                <a:cubicBezTo>
                  <a:pt x="1155217" y="164265"/>
                  <a:pt x="1151426" y="168723"/>
                  <a:pt x="1146561" y="172281"/>
                </a:cubicBezTo>
                <a:cubicBezTo>
                  <a:pt x="1141697" y="175837"/>
                  <a:pt x="1135868" y="178470"/>
                  <a:pt x="1129075" y="180182"/>
                </a:cubicBezTo>
                <a:cubicBezTo>
                  <a:pt x="1122282" y="181894"/>
                  <a:pt x="1114810" y="182750"/>
                  <a:pt x="1106659" y="182750"/>
                </a:cubicBezTo>
                <a:cubicBezTo>
                  <a:pt x="1098595" y="182750"/>
                  <a:pt x="1091342" y="182115"/>
                  <a:pt x="1084900" y="180844"/>
                </a:cubicBezTo>
                <a:cubicBezTo>
                  <a:pt x="1078457" y="179573"/>
                  <a:pt x="1073133" y="177973"/>
                  <a:pt x="1068926" y="176045"/>
                </a:cubicBezTo>
                <a:lnTo>
                  <a:pt x="1068926" y="150933"/>
                </a:lnTo>
                <a:cubicBezTo>
                  <a:pt x="1075762" y="153475"/>
                  <a:pt x="1082073" y="155206"/>
                  <a:pt x="1087858" y="156126"/>
                </a:cubicBezTo>
                <a:cubicBezTo>
                  <a:pt x="1093643" y="157047"/>
                  <a:pt x="1099033" y="157507"/>
                  <a:pt x="1104029" y="157507"/>
                </a:cubicBezTo>
                <a:cubicBezTo>
                  <a:pt x="1107886" y="157507"/>
                  <a:pt x="1111480" y="157221"/>
                  <a:pt x="1114810" y="156648"/>
                </a:cubicBezTo>
                <a:cubicBezTo>
                  <a:pt x="1118141" y="156076"/>
                  <a:pt x="1121011" y="155173"/>
                  <a:pt x="1123422" y="153941"/>
                </a:cubicBezTo>
                <a:cubicBezTo>
                  <a:pt x="1125832" y="152705"/>
                  <a:pt x="1127739" y="151141"/>
                  <a:pt x="1129141" y="149249"/>
                </a:cubicBezTo>
                <a:cubicBezTo>
                  <a:pt x="1130543" y="147353"/>
                  <a:pt x="1131245" y="145084"/>
                  <a:pt x="1131245" y="142441"/>
                </a:cubicBezTo>
                <a:close/>
                <a:moveTo>
                  <a:pt x="1266972" y="179315"/>
                </a:moveTo>
                <a:cubicBezTo>
                  <a:pt x="1263466" y="180372"/>
                  <a:pt x="1259281" y="181209"/>
                  <a:pt x="1254417" y="181826"/>
                </a:cubicBezTo>
                <a:cubicBezTo>
                  <a:pt x="1249552" y="182442"/>
                  <a:pt x="1245016" y="182750"/>
                  <a:pt x="1240809" y="182750"/>
                </a:cubicBezTo>
                <a:cubicBezTo>
                  <a:pt x="1230105" y="182750"/>
                  <a:pt x="1221341" y="181018"/>
                  <a:pt x="1214518" y="177553"/>
                </a:cubicBezTo>
                <a:cubicBezTo>
                  <a:pt x="1207698" y="174085"/>
                  <a:pt x="1202880" y="169104"/>
                  <a:pt x="1200064" y="162610"/>
                </a:cubicBezTo>
                <a:cubicBezTo>
                  <a:pt x="1198040" y="157959"/>
                  <a:pt x="1197028" y="151640"/>
                  <a:pt x="1197028" y="143653"/>
                </a:cubicBezTo>
                <a:lnTo>
                  <a:pt x="1197028" y="77570"/>
                </a:lnTo>
                <a:lnTo>
                  <a:pt x="1173231" y="77570"/>
                </a:lnTo>
                <a:lnTo>
                  <a:pt x="1173231" y="51801"/>
                </a:lnTo>
                <a:lnTo>
                  <a:pt x="1197028" y="51801"/>
                </a:lnTo>
                <a:lnTo>
                  <a:pt x="1197028" y="16040"/>
                </a:lnTo>
                <a:lnTo>
                  <a:pt x="1228319" y="16040"/>
                </a:lnTo>
                <a:lnTo>
                  <a:pt x="1228319" y="51801"/>
                </a:lnTo>
                <a:lnTo>
                  <a:pt x="1265132" y="51801"/>
                </a:lnTo>
                <a:lnTo>
                  <a:pt x="1265132" y="77570"/>
                </a:lnTo>
                <a:lnTo>
                  <a:pt x="1228319" y="77570"/>
                </a:lnTo>
                <a:lnTo>
                  <a:pt x="1228319" y="139495"/>
                </a:lnTo>
                <a:cubicBezTo>
                  <a:pt x="1228319" y="144403"/>
                  <a:pt x="1229064" y="148041"/>
                  <a:pt x="1230554" y="150407"/>
                </a:cubicBezTo>
                <a:cubicBezTo>
                  <a:pt x="1233183" y="154439"/>
                  <a:pt x="1238399" y="156455"/>
                  <a:pt x="1246199" y="156455"/>
                </a:cubicBezTo>
                <a:cubicBezTo>
                  <a:pt x="1249793" y="156455"/>
                  <a:pt x="1253365" y="156170"/>
                  <a:pt x="1256915" y="155600"/>
                </a:cubicBezTo>
                <a:cubicBezTo>
                  <a:pt x="1260464" y="155031"/>
                  <a:pt x="1263817" y="154308"/>
                  <a:pt x="1266972" y="153431"/>
                </a:cubicBezTo>
                <a:lnTo>
                  <a:pt x="1266972" y="179315"/>
                </a:lnTo>
                <a:close/>
                <a:moveTo>
                  <a:pt x="1355586" y="157507"/>
                </a:moveTo>
                <a:cubicBezTo>
                  <a:pt x="1361634" y="157507"/>
                  <a:pt x="1367945" y="156893"/>
                  <a:pt x="1374519" y="155666"/>
                </a:cubicBezTo>
                <a:cubicBezTo>
                  <a:pt x="1381093" y="154439"/>
                  <a:pt x="1387754" y="152686"/>
                  <a:pt x="1394503" y="150407"/>
                </a:cubicBezTo>
                <a:lnTo>
                  <a:pt x="1394503" y="175359"/>
                </a:lnTo>
                <a:cubicBezTo>
                  <a:pt x="1390471" y="177117"/>
                  <a:pt x="1384292" y="178788"/>
                  <a:pt x="1375965" y="180371"/>
                </a:cubicBezTo>
                <a:cubicBezTo>
                  <a:pt x="1367638" y="181957"/>
                  <a:pt x="1359005" y="182750"/>
                  <a:pt x="1350064" y="182750"/>
                </a:cubicBezTo>
                <a:cubicBezTo>
                  <a:pt x="1341037" y="182750"/>
                  <a:pt x="1332466" y="181587"/>
                  <a:pt x="1324353" y="179262"/>
                </a:cubicBezTo>
                <a:cubicBezTo>
                  <a:pt x="1316243" y="176934"/>
                  <a:pt x="1309151" y="173178"/>
                  <a:pt x="1303079" y="167996"/>
                </a:cubicBezTo>
                <a:cubicBezTo>
                  <a:pt x="1297006" y="162814"/>
                  <a:pt x="1292187" y="156095"/>
                  <a:pt x="1288621" y="147839"/>
                </a:cubicBezTo>
                <a:cubicBezTo>
                  <a:pt x="1285057" y="139584"/>
                  <a:pt x="1283275" y="129573"/>
                  <a:pt x="1283275" y="117806"/>
                </a:cubicBezTo>
                <a:cubicBezTo>
                  <a:pt x="1283275" y="106214"/>
                  <a:pt x="1284942" y="96071"/>
                  <a:pt x="1288275" y="87377"/>
                </a:cubicBezTo>
                <a:cubicBezTo>
                  <a:pt x="1291612" y="78681"/>
                  <a:pt x="1296087" y="71478"/>
                  <a:pt x="1301702" y="65770"/>
                </a:cubicBezTo>
                <a:cubicBezTo>
                  <a:pt x="1307317" y="60062"/>
                  <a:pt x="1313745" y="55781"/>
                  <a:pt x="1320984" y="52927"/>
                </a:cubicBezTo>
                <a:cubicBezTo>
                  <a:pt x="1328223" y="50073"/>
                  <a:pt x="1335705" y="48646"/>
                  <a:pt x="1343429" y="48646"/>
                </a:cubicBezTo>
                <a:cubicBezTo>
                  <a:pt x="1351501" y="48646"/>
                  <a:pt x="1358938" y="49876"/>
                  <a:pt x="1365739" y="52335"/>
                </a:cubicBezTo>
                <a:cubicBezTo>
                  <a:pt x="1372540" y="54792"/>
                  <a:pt x="1378419" y="58656"/>
                  <a:pt x="1383377" y="63926"/>
                </a:cubicBezTo>
                <a:cubicBezTo>
                  <a:pt x="1388335" y="69193"/>
                  <a:pt x="1392195" y="75975"/>
                  <a:pt x="1394959" y="84271"/>
                </a:cubicBezTo>
                <a:cubicBezTo>
                  <a:pt x="1397723" y="92568"/>
                  <a:pt x="1399105" y="102379"/>
                  <a:pt x="1399105" y="113705"/>
                </a:cubicBezTo>
                <a:cubicBezTo>
                  <a:pt x="1399017" y="118096"/>
                  <a:pt x="1398885" y="121828"/>
                  <a:pt x="1398710" y="124901"/>
                </a:cubicBezTo>
                <a:lnTo>
                  <a:pt x="1315224" y="124901"/>
                </a:lnTo>
                <a:cubicBezTo>
                  <a:pt x="1315662" y="130774"/>
                  <a:pt x="1316977" y="135792"/>
                  <a:pt x="1319168" y="139955"/>
                </a:cubicBezTo>
                <a:cubicBezTo>
                  <a:pt x="1321359" y="144118"/>
                  <a:pt x="1324230" y="147493"/>
                  <a:pt x="1327779" y="150078"/>
                </a:cubicBezTo>
                <a:cubicBezTo>
                  <a:pt x="1331329" y="152664"/>
                  <a:pt x="1335471" y="154549"/>
                  <a:pt x="1340204" y="155732"/>
                </a:cubicBezTo>
                <a:cubicBezTo>
                  <a:pt x="1344937" y="156915"/>
                  <a:pt x="1350064" y="157507"/>
                  <a:pt x="1355586" y="157507"/>
                </a:cubicBezTo>
                <a:moveTo>
                  <a:pt x="1343026" y="73100"/>
                </a:moveTo>
                <a:cubicBezTo>
                  <a:pt x="1339093" y="73100"/>
                  <a:pt x="1335597" y="73820"/>
                  <a:pt x="1332537" y="75261"/>
                </a:cubicBezTo>
                <a:cubicBezTo>
                  <a:pt x="1329478" y="76699"/>
                  <a:pt x="1326833" y="78662"/>
                  <a:pt x="1324604" y="81149"/>
                </a:cubicBezTo>
                <a:cubicBezTo>
                  <a:pt x="1322374" y="83633"/>
                  <a:pt x="1320603" y="86534"/>
                  <a:pt x="1319291" y="89851"/>
                </a:cubicBezTo>
                <a:cubicBezTo>
                  <a:pt x="1317982" y="93165"/>
                  <a:pt x="1317108" y="96697"/>
                  <a:pt x="1316670" y="100447"/>
                </a:cubicBezTo>
                <a:lnTo>
                  <a:pt x="1366630" y="100447"/>
                </a:lnTo>
                <a:cubicBezTo>
                  <a:pt x="1366630" y="96697"/>
                  <a:pt x="1366128" y="93165"/>
                  <a:pt x="1365122" y="89851"/>
                </a:cubicBezTo>
                <a:cubicBezTo>
                  <a:pt x="1364117" y="86534"/>
                  <a:pt x="1362631" y="83633"/>
                  <a:pt x="1360665" y="81149"/>
                </a:cubicBezTo>
                <a:cubicBezTo>
                  <a:pt x="1358698" y="78662"/>
                  <a:pt x="1356249" y="76699"/>
                  <a:pt x="1353318" y="75261"/>
                </a:cubicBezTo>
                <a:cubicBezTo>
                  <a:pt x="1350390" y="73820"/>
                  <a:pt x="1346960" y="73100"/>
                  <a:pt x="1343026" y="73100"/>
                </a:cubicBezTo>
                <a:close/>
                <a:moveTo>
                  <a:pt x="1592060" y="101761"/>
                </a:moveTo>
                <a:cubicBezTo>
                  <a:pt x="1592060" y="99044"/>
                  <a:pt x="1591972" y="96502"/>
                  <a:pt x="1591797" y="94136"/>
                </a:cubicBezTo>
                <a:cubicBezTo>
                  <a:pt x="1591621" y="91769"/>
                  <a:pt x="1591316" y="89710"/>
                  <a:pt x="1590881" y="87957"/>
                </a:cubicBezTo>
                <a:cubicBezTo>
                  <a:pt x="1589919" y="84100"/>
                  <a:pt x="1588039" y="80988"/>
                  <a:pt x="1585239" y="78622"/>
                </a:cubicBezTo>
                <a:cubicBezTo>
                  <a:pt x="1582443" y="76255"/>
                  <a:pt x="1578510" y="75028"/>
                  <a:pt x="1573440" y="74941"/>
                </a:cubicBezTo>
                <a:cubicBezTo>
                  <a:pt x="1570728" y="74941"/>
                  <a:pt x="1567930" y="75334"/>
                  <a:pt x="1565046" y="76120"/>
                </a:cubicBezTo>
                <a:cubicBezTo>
                  <a:pt x="1562162" y="76903"/>
                  <a:pt x="1559298" y="78015"/>
                  <a:pt x="1556455" y="79456"/>
                </a:cubicBezTo>
                <a:cubicBezTo>
                  <a:pt x="1553614" y="80894"/>
                  <a:pt x="1550904" y="82637"/>
                  <a:pt x="1548324" y="84686"/>
                </a:cubicBezTo>
                <a:cubicBezTo>
                  <a:pt x="1545746" y="86735"/>
                  <a:pt x="1543409" y="89023"/>
                  <a:pt x="1541310" y="91552"/>
                </a:cubicBezTo>
                <a:lnTo>
                  <a:pt x="1541310" y="179332"/>
                </a:lnTo>
                <a:lnTo>
                  <a:pt x="1510019" y="179332"/>
                </a:lnTo>
                <a:lnTo>
                  <a:pt x="1510019" y="101761"/>
                </a:lnTo>
                <a:cubicBezTo>
                  <a:pt x="1510019" y="99044"/>
                  <a:pt x="1509932" y="96502"/>
                  <a:pt x="1509756" y="94136"/>
                </a:cubicBezTo>
                <a:cubicBezTo>
                  <a:pt x="1509581" y="91769"/>
                  <a:pt x="1509276" y="89710"/>
                  <a:pt x="1508840" y="87957"/>
                </a:cubicBezTo>
                <a:cubicBezTo>
                  <a:pt x="1507879" y="84100"/>
                  <a:pt x="1506020" y="80988"/>
                  <a:pt x="1503265" y="78622"/>
                </a:cubicBezTo>
                <a:cubicBezTo>
                  <a:pt x="1500512" y="76255"/>
                  <a:pt x="1496557" y="75028"/>
                  <a:pt x="1491399" y="74941"/>
                </a:cubicBezTo>
                <a:cubicBezTo>
                  <a:pt x="1488688" y="74941"/>
                  <a:pt x="1485890" y="75334"/>
                  <a:pt x="1483005" y="76120"/>
                </a:cubicBezTo>
                <a:cubicBezTo>
                  <a:pt x="1480121" y="76903"/>
                  <a:pt x="1477258" y="78015"/>
                  <a:pt x="1474414" y="79456"/>
                </a:cubicBezTo>
                <a:cubicBezTo>
                  <a:pt x="1471574" y="80894"/>
                  <a:pt x="1468864" y="82637"/>
                  <a:pt x="1466284" y="84686"/>
                </a:cubicBezTo>
                <a:cubicBezTo>
                  <a:pt x="1463706" y="86735"/>
                  <a:pt x="1461368" y="89023"/>
                  <a:pt x="1459270" y="91552"/>
                </a:cubicBezTo>
                <a:lnTo>
                  <a:pt x="1459270" y="179332"/>
                </a:lnTo>
                <a:lnTo>
                  <a:pt x="1427979" y="179332"/>
                </a:lnTo>
                <a:lnTo>
                  <a:pt x="1427979" y="51801"/>
                </a:lnTo>
                <a:lnTo>
                  <a:pt x="1453867" y="51801"/>
                </a:lnTo>
                <a:lnTo>
                  <a:pt x="1456772" y="69571"/>
                </a:lnTo>
                <a:lnTo>
                  <a:pt x="1457298" y="69571"/>
                </a:lnTo>
                <a:cubicBezTo>
                  <a:pt x="1459139" y="66938"/>
                  <a:pt x="1461461" y="64350"/>
                  <a:pt x="1464266" y="61805"/>
                </a:cubicBezTo>
                <a:cubicBezTo>
                  <a:pt x="1467071" y="59261"/>
                  <a:pt x="1470248" y="57024"/>
                  <a:pt x="1473798" y="55096"/>
                </a:cubicBezTo>
                <a:cubicBezTo>
                  <a:pt x="1477348" y="53165"/>
                  <a:pt x="1481248" y="51608"/>
                  <a:pt x="1485499" y="50425"/>
                </a:cubicBezTo>
                <a:cubicBezTo>
                  <a:pt x="1489750" y="49239"/>
                  <a:pt x="1494242" y="48646"/>
                  <a:pt x="1498976" y="48646"/>
                </a:cubicBezTo>
                <a:cubicBezTo>
                  <a:pt x="1507390" y="48646"/>
                  <a:pt x="1514950" y="50511"/>
                  <a:pt x="1521655" y="54242"/>
                </a:cubicBezTo>
                <a:cubicBezTo>
                  <a:pt x="1528360" y="57969"/>
                  <a:pt x="1533466" y="63782"/>
                  <a:pt x="1536972" y="71678"/>
                </a:cubicBezTo>
                <a:lnTo>
                  <a:pt x="1537498" y="71678"/>
                </a:lnTo>
                <a:cubicBezTo>
                  <a:pt x="1539952" y="68257"/>
                  <a:pt x="1542691" y="65143"/>
                  <a:pt x="1545715" y="62335"/>
                </a:cubicBezTo>
                <a:cubicBezTo>
                  <a:pt x="1548739" y="59525"/>
                  <a:pt x="1552091" y="57112"/>
                  <a:pt x="1555773" y="55096"/>
                </a:cubicBezTo>
                <a:cubicBezTo>
                  <a:pt x="1559454" y="53077"/>
                  <a:pt x="1563420" y="51498"/>
                  <a:pt x="1567671" y="50359"/>
                </a:cubicBezTo>
                <a:cubicBezTo>
                  <a:pt x="1571922" y="49217"/>
                  <a:pt x="1576458" y="48646"/>
                  <a:pt x="1581279" y="48646"/>
                </a:cubicBezTo>
                <a:cubicBezTo>
                  <a:pt x="1590394" y="48733"/>
                  <a:pt x="1598042" y="50642"/>
                  <a:pt x="1604221" y="54373"/>
                </a:cubicBezTo>
                <a:cubicBezTo>
                  <a:pt x="1610400" y="58101"/>
                  <a:pt x="1615155" y="63211"/>
                  <a:pt x="1618486" y="69702"/>
                </a:cubicBezTo>
                <a:cubicBezTo>
                  <a:pt x="1619363" y="71370"/>
                  <a:pt x="1620108" y="73192"/>
                  <a:pt x="1620721" y="75167"/>
                </a:cubicBezTo>
                <a:cubicBezTo>
                  <a:pt x="1621335" y="77139"/>
                  <a:pt x="1621839" y="79353"/>
                  <a:pt x="1622233" y="81810"/>
                </a:cubicBezTo>
                <a:cubicBezTo>
                  <a:pt x="1622628" y="84267"/>
                  <a:pt x="1622912" y="86987"/>
                  <a:pt x="1623088" y="89970"/>
                </a:cubicBezTo>
                <a:cubicBezTo>
                  <a:pt x="1623263" y="92953"/>
                  <a:pt x="1623351" y="96375"/>
                  <a:pt x="1623351" y="100237"/>
                </a:cubicBezTo>
                <a:lnTo>
                  <a:pt x="1623351" y="179332"/>
                </a:lnTo>
                <a:lnTo>
                  <a:pt x="1592060" y="179332"/>
                </a:lnTo>
                <a:lnTo>
                  <a:pt x="1592060" y="101761"/>
                </a:lnTo>
                <a:close/>
              </a:path>
            </a:pathLst>
          </a:custGeom>
          <a:solidFill xmlns:a="http://schemas.openxmlformats.org/drawingml/2006/main">
            <a:srgbClr val="767171"/>
          </a:solidFill>
          <a:ln xmlns:a="http://schemas.openxmlformats.org/drawingml/2006/main" w="0" cap="flat">
            <a:noFill/>
            <a:miter/>
          </a:ln>
        </p:spPr>
      </p:sp>
      <p:pic>
        <p:nvPicPr>
          <p:cNvPr id="30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b2415eb485a4237"/>
          <a:stretch xmlns:a="http://schemas.openxmlformats.org/drawingml/2006/main"/>
        </p:blipFill>
        <p:spPr>
          <a:xfrm xmlns:a="http://schemas.openxmlformats.org/drawingml/2006/main">
            <a:off x="2526775" y="1769530"/>
            <a:ext cx="659991" cy="574437"/>
          </a:xfrm>
          <a:prstGeom xmlns:a="http://schemas.openxmlformats.org/drawingml/2006/main" prst="rect">
            <a:avLst/>
          </a:prstGeom>
        </p:spPr>
      </p:pic>
      <p:pic>
        <p:nvPicPr>
          <p:cNvPr id="30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4e0132b68e343b3"/>
          <a:stretch xmlns:a="http://schemas.openxmlformats.org/drawingml/2006/main"/>
        </p:blipFill>
        <p:spPr>
          <a:xfrm xmlns:a="http://schemas.openxmlformats.org/drawingml/2006/main">
            <a:off x="3285968" y="2442445"/>
            <a:ext cx="477785" cy="471660"/>
          </a:xfrm>
          <a:prstGeom xmlns:a="http://schemas.openxmlformats.org/drawingml/2006/main" prst="rect">
            <a:avLst/>
          </a:prstGeom>
        </p:spPr>
      </p:pic>
      <p:sp>
        <p:nvSpPr>
          <p:cNvPr id="73" name="Text Camel">
            <a:extLst xmlns:a="http://schemas.openxmlformats.org/drawingml/2006/main">
              <a:ext uri="{FF2B5EF4-FFF2-40B4-BE49-F238E27FC236}">
                <a16:creationId xmlns:a16="http://schemas.microsoft.com/office/drawing/2014/main" id="{B2001086-DB20-4199-9B66-0A1A670C2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0254" y="2960036"/>
            <a:ext cx="420798" cy="121230"/>
          </a:xfrm>
          <a:custGeom xmlns:a="http://schemas.openxmlformats.org/drawingml/2006/main">
            <a:pathLst>
              <a:path w="420798" h="121230">
                <a:moveTo>
                  <a:pt x="57292" y="18917"/>
                </a:moveTo>
                <a:cubicBezTo>
                  <a:pt x="51129" y="18917"/>
                  <a:pt x="45368" y="19890"/>
                  <a:pt x="40010" y="21836"/>
                </a:cubicBezTo>
                <a:cubicBezTo>
                  <a:pt x="34654" y="23783"/>
                  <a:pt x="30005" y="26689"/>
                  <a:pt x="26064" y="30554"/>
                </a:cubicBezTo>
                <a:cubicBezTo>
                  <a:pt x="22123" y="34420"/>
                  <a:pt x="19014" y="39218"/>
                  <a:pt x="16737" y="44947"/>
                </a:cubicBezTo>
                <a:cubicBezTo>
                  <a:pt x="14462" y="50677"/>
                  <a:pt x="13324" y="57353"/>
                  <a:pt x="13324" y="64974"/>
                </a:cubicBezTo>
                <a:cubicBezTo>
                  <a:pt x="13324" y="72541"/>
                  <a:pt x="14379" y="79107"/>
                  <a:pt x="16490" y="84672"/>
                </a:cubicBezTo>
                <a:cubicBezTo>
                  <a:pt x="18603" y="90237"/>
                  <a:pt x="21604" y="94843"/>
                  <a:pt x="25494" y="98489"/>
                </a:cubicBezTo>
                <a:cubicBezTo>
                  <a:pt x="29383" y="102136"/>
                  <a:pt x="34064" y="104836"/>
                  <a:pt x="39537" y="106591"/>
                </a:cubicBezTo>
                <a:cubicBezTo>
                  <a:pt x="45012" y="108345"/>
                  <a:pt x="51112" y="109223"/>
                  <a:pt x="57837" y="109223"/>
                </a:cubicBezTo>
                <a:cubicBezTo>
                  <a:pt x="59670" y="109223"/>
                  <a:pt x="61615" y="109129"/>
                  <a:pt x="63671" y="108942"/>
                </a:cubicBezTo>
                <a:cubicBezTo>
                  <a:pt x="65727" y="108754"/>
                  <a:pt x="67797" y="108486"/>
                  <a:pt x="69881" y="108138"/>
                </a:cubicBezTo>
                <a:cubicBezTo>
                  <a:pt x="71964" y="107788"/>
                  <a:pt x="73992" y="107386"/>
                  <a:pt x="75964" y="106930"/>
                </a:cubicBezTo>
                <a:cubicBezTo>
                  <a:pt x="77938" y="106472"/>
                  <a:pt x="79703" y="105976"/>
                  <a:pt x="81259" y="105439"/>
                </a:cubicBezTo>
                <a:lnTo>
                  <a:pt x="81259" y="117283"/>
                </a:lnTo>
                <a:cubicBezTo>
                  <a:pt x="78021" y="118544"/>
                  <a:pt x="74260" y="119517"/>
                  <a:pt x="69978" y="120202"/>
                </a:cubicBezTo>
                <a:cubicBezTo>
                  <a:pt x="65698" y="120888"/>
                  <a:pt x="61307" y="121230"/>
                  <a:pt x="56806" y="121230"/>
                </a:cubicBezTo>
                <a:cubicBezTo>
                  <a:pt x="47641" y="121230"/>
                  <a:pt x="39518" y="119954"/>
                  <a:pt x="32438" y="117401"/>
                </a:cubicBezTo>
                <a:cubicBezTo>
                  <a:pt x="25358" y="114848"/>
                  <a:pt x="19417" y="111183"/>
                  <a:pt x="14614" y="106406"/>
                </a:cubicBezTo>
                <a:cubicBezTo>
                  <a:pt x="9811" y="101629"/>
                  <a:pt x="6174" y="95794"/>
                  <a:pt x="3704" y="88903"/>
                </a:cubicBezTo>
                <a:cubicBezTo>
                  <a:pt x="1235" y="82011"/>
                  <a:pt x="0" y="74200"/>
                  <a:pt x="0" y="65470"/>
                </a:cubicBezTo>
                <a:cubicBezTo>
                  <a:pt x="0" y="56905"/>
                  <a:pt x="1302" y="49025"/>
                  <a:pt x="3907" y="41832"/>
                </a:cubicBezTo>
                <a:cubicBezTo>
                  <a:pt x="6511" y="34639"/>
                  <a:pt x="10267" y="28462"/>
                  <a:pt x="15174" y="23301"/>
                </a:cubicBezTo>
                <a:cubicBezTo>
                  <a:pt x="20082" y="18139"/>
                  <a:pt x="26031" y="14116"/>
                  <a:pt x="33022" y="11234"/>
                </a:cubicBezTo>
                <a:cubicBezTo>
                  <a:pt x="40013" y="8351"/>
                  <a:pt x="47867" y="6909"/>
                  <a:pt x="56585" y="6909"/>
                </a:cubicBezTo>
                <a:cubicBezTo>
                  <a:pt x="58888" y="6909"/>
                  <a:pt x="61164" y="7005"/>
                  <a:pt x="63412" y="7197"/>
                </a:cubicBezTo>
                <a:cubicBezTo>
                  <a:pt x="65660" y="7388"/>
                  <a:pt x="67812" y="7663"/>
                  <a:pt x="69868" y="8019"/>
                </a:cubicBezTo>
                <a:cubicBezTo>
                  <a:pt x="71924" y="8375"/>
                  <a:pt x="73829" y="8800"/>
                  <a:pt x="75584" y="9294"/>
                </a:cubicBezTo>
                <a:cubicBezTo>
                  <a:pt x="77339" y="9787"/>
                  <a:pt x="78846" y="10308"/>
                  <a:pt x="80108" y="10856"/>
                </a:cubicBezTo>
                <a:lnTo>
                  <a:pt x="80108" y="22700"/>
                </a:lnTo>
                <a:cubicBezTo>
                  <a:pt x="76777" y="21627"/>
                  <a:pt x="73140" y="20729"/>
                  <a:pt x="69197" y="20004"/>
                </a:cubicBezTo>
                <a:cubicBezTo>
                  <a:pt x="65256" y="19279"/>
                  <a:pt x="61288" y="18917"/>
                  <a:pt x="57292" y="18917"/>
                </a:cubicBezTo>
                <a:close/>
                <a:moveTo>
                  <a:pt x="147422" y="110456"/>
                </a:moveTo>
                <a:lnTo>
                  <a:pt x="147093" y="110456"/>
                </a:lnTo>
                <a:cubicBezTo>
                  <a:pt x="146053" y="111772"/>
                  <a:pt x="144739" y="113074"/>
                  <a:pt x="143150" y="114363"/>
                </a:cubicBezTo>
                <a:cubicBezTo>
                  <a:pt x="141564" y="115651"/>
                  <a:pt x="139729" y="116805"/>
                  <a:pt x="137648" y="117822"/>
                </a:cubicBezTo>
                <a:cubicBezTo>
                  <a:pt x="135567" y="118840"/>
                  <a:pt x="133295" y="119663"/>
                  <a:pt x="130831" y="120290"/>
                </a:cubicBezTo>
                <a:cubicBezTo>
                  <a:pt x="128368" y="120917"/>
                  <a:pt x="125739" y="121230"/>
                  <a:pt x="122946" y="121230"/>
                </a:cubicBezTo>
                <a:cubicBezTo>
                  <a:pt x="119168" y="121230"/>
                  <a:pt x="115704" y="120668"/>
                  <a:pt x="112555" y="119542"/>
                </a:cubicBezTo>
                <a:cubicBezTo>
                  <a:pt x="109407" y="118416"/>
                  <a:pt x="106697" y="116769"/>
                  <a:pt x="104423" y="114599"/>
                </a:cubicBezTo>
                <a:cubicBezTo>
                  <a:pt x="102151" y="112430"/>
                  <a:pt x="100385" y="109780"/>
                  <a:pt x="99126" y="106650"/>
                </a:cubicBezTo>
                <a:cubicBezTo>
                  <a:pt x="97866" y="103519"/>
                  <a:pt x="97237" y="99977"/>
                  <a:pt x="97237" y="96022"/>
                </a:cubicBezTo>
                <a:cubicBezTo>
                  <a:pt x="97237" y="92122"/>
                  <a:pt x="97934" y="88635"/>
                  <a:pt x="99329" y="85559"/>
                </a:cubicBezTo>
                <a:cubicBezTo>
                  <a:pt x="100725" y="82483"/>
                  <a:pt x="102682" y="79874"/>
                  <a:pt x="105199" y="77733"/>
                </a:cubicBezTo>
                <a:cubicBezTo>
                  <a:pt x="107718" y="75591"/>
                  <a:pt x="110743" y="73943"/>
                  <a:pt x="114274" y="72790"/>
                </a:cubicBezTo>
                <a:cubicBezTo>
                  <a:pt x="117806" y="71637"/>
                  <a:pt x="121706" y="71060"/>
                  <a:pt x="125974" y="71060"/>
                </a:cubicBezTo>
                <a:cubicBezTo>
                  <a:pt x="130024" y="71115"/>
                  <a:pt x="133774" y="71472"/>
                  <a:pt x="137224" y="72130"/>
                </a:cubicBezTo>
                <a:cubicBezTo>
                  <a:pt x="140673" y="72788"/>
                  <a:pt x="143738" y="73610"/>
                  <a:pt x="146420" y="74597"/>
                </a:cubicBezTo>
                <a:lnTo>
                  <a:pt x="146749" y="74597"/>
                </a:lnTo>
                <a:lnTo>
                  <a:pt x="146749" y="69169"/>
                </a:lnTo>
                <a:cubicBezTo>
                  <a:pt x="146749" y="67030"/>
                  <a:pt x="146612" y="65139"/>
                  <a:pt x="146337" y="63494"/>
                </a:cubicBezTo>
                <a:cubicBezTo>
                  <a:pt x="146063" y="61849"/>
                  <a:pt x="145597" y="60396"/>
                  <a:pt x="144939" y="59135"/>
                </a:cubicBezTo>
                <a:cubicBezTo>
                  <a:pt x="143514" y="56503"/>
                  <a:pt x="141238" y="54323"/>
                  <a:pt x="138113" y="52596"/>
                </a:cubicBezTo>
                <a:cubicBezTo>
                  <a:pt x="134987" y="50869"/>
                  <a:pt x="130765" y="50006"/>
                  <a:pt x="125447" y="50006"/>
                </a:cubicBezTo>
                <a:cubicBezTo>
                  <a:pt x="121499" y="50006"/>
                  <a:pt x="117784" y="50369"/>
                  <a:pt x="114303" y="51095"/>
                </a:cubicBezTo>
                <a:cubicBezTo>
                  <a:pt x="110821" y="51820"/>
                  <a:pt x="107353" y="52828"/>
                  <a:pt x="103899" y="54118"/>
                </a:cubicBezTo>
                <a:lnTo>
                  <a:pt x="103899" y="43426"/>
                </a:lnTo>
                <a:cubicBezTo>
                  <a:pt x="105214" y="42768"/>
                  <a:pt x="106763" y="42151"/>
                  <a:pt x="108545" y="41575"/>
                </a:cubicBezTo>
                <a:cubicBezTo>
                  <a:pt x="110327" y="41000"/>
                  <a:pt x="112205" y="40506"/>
                  <a:pt x="114179" y="40095"/>
                </a:cubicBezTo>
                <a:cubicBezTo>
                  <a:pt x="116153" y="39684"/>
                  <a:pt x="118237" y="39368"/>
                  <a:pt x="120430" y="39149"/>
                </a:cubicBezTo>
                <a:cubicBezTo>
                  <a:pt x="122623" y="38930"/>
                  <a:pt x="124816" y="38820"/>
                  <a:pt x="127010" y="38820"/>
                </a:cubicBezTo>
                <a:cubicBezTo>
                  <a:pt x="134905" y="38820"/>
                  <a:pt x="141362" y="40220"/>
                  <a:pt x="146379" y="43020"/>
                </a:cubicBezTo>
                <a:cubicBezTo>
                  <a:pt x="151396" y="45818"/>
                  <a:pt x="155001" y="49522"/>
                  <a:pt x="157194" y="54133"/>
                </a:cubicBezTo>
                <a:cubicBezTo>
                  <a:pt x="158016" y="55890"/>
                  <a:pt x="158606" y="57825"/>
                  <a:pt x="158962" y="59939"/>
                </a:cubicBezTo>
                <a:cubicBezTo>
                  <a:pt x="159319" y="62052"/>
                  <a:pt x="159497" y="64370"/>
                  <a:pt x="159497" y="66894"/>
                </a:cubicBezTo>
                <a:lnTo>
                  <a:pt x="159497" y="119092"/>
                </a:lnTo>
                <a:lnTo>
                  <a:pt x="148818" y="119092"/>
                </a:lnTo>
                <a:lnTo>
                  <a:pt x="147422" y="110456"/>
                </a:lnTo>
                <a:moveTo>
                  <a:pt x="146749" y="84803"/>
                </a:moveTo>
                <a:cubicBezTo>
                  <a:pt x="144406" y="84144"/>
                  <a:pt x="141629" y="83511"/>
                  <a:pt x="138416" y="82906"/>
                </a:cubicBezTo>
                <a:cubicBezTo>
                  <a:pt x="135203" y="82302"/>
                  <a:pt x="131663" y="81972"/>
                  <a:pt x="127796" y="81917"/>
                </a:cubicBezTo>
                <a:cubicBezTo>
                  <a:pt x="122406" y="81917"/>
                  <a:pt x="118185" y="83072"/>
                  <a:pt x="115135" y="85382"/>
                </a:cubicBezTo>
                <a:cubicBezTo>
                  <a:pt x="112085" y="87691"/>
                  <a:pt x="110560" y="91238"/>
                  <a:pt x="110560" y="96022"/>
                </a:cubicBezTo>
                <a:cubicBezTo>
                  <a:pt x="110560" y="98441"/>
                  <a:pt x="110942" y="100558"/>
                  <a:pt x="111704" y="102373"/>
                </a:cubicBezTo>
                <a:cubicBezTo>
                  <a:pt x="112467" y="104188"/>
                  <a:pt x="113514" y="105686"/>
                  <a:pt x="114847" y="106868"/>
                </a:cubicBezTo>
                <a:cubicBezTo>
                  <a:pt x="116182" y="108051"/>
                  <a:pt x="117762" y="108930"/>
                  <a:pt x="119587" y="109508"/>
                </a:cubicBezTo>
                <a:cubicBezTo>
                  <a:pt x="121412" y="110085"/>
                  <a:pt x="123359" y="110374"/>
                  <a:pt x="125429" y="110374"/>
                </a:cubicBezTo>
                <a:cubicBezTo>
                  <a:pt x="128152" y="110374"/>
                  <a:pt x="130683" y="109976"/>
                  <a:pt x="133024" y="109179"/>
                </a:cubicBezTo>
                <a:cubicBezTo>
                  <a:pt x="135366" y="108380"/>
                  <a:pt x="137450" y="107432"/>
                  <a:pt x="139275" y="106334"/>
                </a:cubicBezTo>
                <a:cubicBezTo>
                  <a:pt x="141099" y="105234"/>
                  <a:pt x="142651" y="104134"/>
                  <a:pt x="143929" y="103034"/>
                </a:cubicBezTo>
                <a:cubicBezTo>
                  <a:pt x="145209" y="101934"/>
                  <a:pt x="146149" y="101081"/>
                  <a:pt x="146749" y="100476"/>
                </a:cubicBezTo>
                <a:lnTo>
                  <a:pt x="146749" y="84803"/>
                </a:lnTo>
                <a:close/>
                <a:moveTo>
                  <a:pt x="248119" y="119092"/>
                </a:moveTo>
                <a:lnTo>
                  <a:pt x="235370" y="119092"/>
                </a:lnTo>
                <a:lnTo>
                  <a:pt x="235370" y="68840"/>
                </a:lnTo>
                <a:cubicBezTo>
                  <a:pt x="235370" y="65440"/>
                  <a:pt x="235000" y="62548"/>
                  <a:pt x="234258" y="60163"/>
                </a:cubicBezTo>
                <a:cubicBezTo>
                  <a:pt x="233516" y="57778"/>
                  <a:pt x="232444" y="55818"/>
                  <a:pt x="231042" y="54282"/>
                </a:cubicBezTo>
                <a:cubicBezTo>
                  <a:pt x="229642" y="52747"/>
                  <a:pt x="227967" y="51623"/>
                  <a:pt x="226015" y="50910"/>
                </a:cubicBezTo>
                <a:cubicBezTo>
                  <a:pt x="224065" y="50197"/>
                  <a:pt x="221881" y="49841"/>
                  <a:pt x="219464" y="49841"/>
                </a:cubicBezTo>
                <a:cubicBezTo>
                  <a:pt x="214902" y="49841"/>
                  <a:pt x="210753" y="51061"/>
                  <a:pt x="207016" y="53501"/>
                </a:cubicBezTo>
                <a:cubicBezTo>
                  <a:pt x="203281" y="55941"/>
                  <a:pt x="199929" y="59299"/>
                  <a:pt x="196962" y="63576"/>
                </a:cubicBezTo>
                <a:lnTo>
                  <a:pt x="196962" y="119092"/>
                </a:lnTo>
                <a:lnTo>
                  <a:pt x="184214" y="119092"/>
                </a:lnTo>
                <a:lnTo>
                  <a:pt x="184214" y="40958"/>
                </a:lnTo>
                <a:lnTo>
                  <a:pt x="194096" y="40958"/>
                </a:lnTo>
                <a:lnTo>
                  <a:pt x="196566" y="51815"/>
                </a:lnTo>
                <a:lnTo>
                  <a:pt x="196815" y="51815"/>
                </a:lnTo>
                <a:cubicBezTo>
                  <a:pt x="198242" y="49994"/>
                  <a:pt x="199793" y="48297"/>
                  <a:pt x="201467" y="46726"/>
                </a:cubicBezTo>
                <a:cubicBezTo>
                  <a:pt x="203141" y="45153"/>
                  <a:pt x="205008" y="43774"/>
                  <a:pt x="207068" y="42588"/>
                </a:cubicBezTo>
                <a:cubicBezTo>
                  <a:pt x="209127" y="41401"/>
                  <a:pt x="211392" y="40476"/>
                  <a:pt x="213861" y="39815"/>
                </a:cubicBezTo>
                <a:cubicBezTo>
                  <a:pt x="216331" y="39152"/>
                  <a:pt x="219022" y="38820"/>
                  <a:pt x="221934" y="38820"/>
                </a:cubicBezTo>
                <a:cubicBezTo>
                  <a:pt x="227752" y="38820"/>
                  <a:pt x="232584" y="40226"/>
                  <a:pt x="236427" y="43038"/>
                </a:cubicBezTo>
                <a:cubicBezTo>
                  <a:pt x="240270" y="45848"/>
                  <a:pt x="243235" y="49678"/>
                  <a:pt x="245322" y="54529"/>
                </a:cubicBezTo>
                <a:lnTo>
                  <a:pt x="245651" y="54529"/>
                </a:lnTo>
                <a:cubicBezTo>
                  <a:pt x="249111" y="49623"/>
                  <a:pt x="253065" y="45779"/>
                  <a:pt x="257513" y="42997"/>
                </a:cubicBezTo>
                <a:cubicBezTo>
                  <a:pt x="261961" y="40212"/>
                  <a:pt x="267150" y="38820"/>
                  <a:pt x="273080" y="38820"/>
                </a:cubicBezTo>
                <a:cubicBezTo>
                  <a:pt x="275827" y="38820"/>
                  <a:pt x="278737" y="39205"/>
                  <a:pt x="281811" y="39974"/>
                </a:cubicBezTo>
                <a:cubicBezTo>
                  <a:pt x="284887" y="40742"/>
                  <a:pt x="287715" y="42154"/>
                  <a:pt x="290295" y="44212"/>
                </a:cubicBezTo>
                <a:cubicBezTo>
                  <a:pt x="292878" y="46270"/>
                  <a:pt x="295019" y="49111"/>
                  <a:pt x="296721" y="52735"/>
                </a:cubicBezTo>
                <a:cubicBezTo>
                  <a:pt x="298424" y="56357"/>
                  <a:pt x="299276" y="61022"/>
                  <a:pt x="299276" y="66730"/>
                </a:cubicBezTo>
                <a:lnTo>
                  <a:pt x="299276" y="119092"/>
                </a:lnTo>
                <a:lnTo>
                  <a:pt x="286527" y="119092"/>
                </a:lnTo>
                <a:lnTo>
                  <a:pt x="286527" y="68840"/>
                </a:lnTo>
                <a:cubicBezTo>
                  <a:pt x="286527" y="65440"/>
                  <a:pt x="286157" y="62548"/>
                  <a:pt x="285417" y="60163"/>
                </a:cubicBezTo>
                <a:cubicBezTo>
                  <a:pt x="284677" y="57778"/>
                  <a:pt x="283608" y="55818"/>
                  <a:pt x="282210" y="54282"/>
                </a:cubicBezTo>
                <a:cubicBezTo>
                  <a:pt x="280811" y="52747"/>
                  <a:pt x="279139" y="51623"/>
                  <a:pt x="277193" y="50910"/>
                </a:cubicBezTo>
                <a:cubicBezTo>
                  <a:pt x="275246" y="50197"/>
                  <a:pt x="273067" y="49841"/>
                  <a:pt x="270654" y="49841"/>
                </a:cubicBezTo>
                <a:cubicBezTo>
                  <a:pt x="266103" y="49841"/>
                  <a:pt x="261950" y="51061"/>
                  <a:pt x="258194" y="53501"/>
                </a:cubicBezTo>
                <a:cubicBezTo>
                  <a:pt x="254438" y="55941"/>
                  <a:pt x="251079" y="59299"/>
                  <a:pt x="248119" y="63576"/>
                </a:cubicBezTo>
                <a:lnTo>
                  <a:pt x="248119" y="119092"/>
                </a:lnTo>
                <a:close/>
                <a:moveTo>
                  <a:pt x="354638" y="49841"/>
                </a:moveTo>
                <a:cubicBezTo>
                  <a:pt x="351695" y="49841"/>
                  <a:pt x="348960" y="50417"/>
                  <a:pt x="346434" y="51568"/>
                </a:cubicBezTo>
                <a:cubicBezTo>
                  <a:pt x="343909" y="52720"/>
                  <a:pt x="341702" y="54282"/>
                  <a:pt x="339814" y="56256"/>
                </a:cubicBezTo>
                <a:cubicBezTo>
                  <a:pt x="337927" y="58230"/>
                  <a:pt x="336400" y="60547"/>
                  <a:pt x="335233" y="63206"/>
                </a:cubicBezTo>
                <a:cubicBezTo>
                  <a:pt x="334068" y="65865"/>
                  <a:pt x="333347" y="68703"/>
                  <a:pt x="333069" y="71718"/>
                </a:cubicBezTo>
                <a:lnTo>
                  <a:pt x="373041" y="71718"/>
                </a:lnTo>
                <a:cubicBezTo>
                  <a:pt x="373041" y="68648"/>
                  <a:pt x="372638" y="65783"/>
                  <a:pt x="371833" y="63124"/>
                </a:cubicBezTo>
                <a:cubicBezTo>
                  <a:pt x="371028" y="60464"/>
                  <a:pt x="369848" y="58148"/>
                  <a:pt x="368294" y="56174"/>
                </a:cubicBezTo>
                <a:cubicBezTo>
                  <a:pt x="366740" y="54200"/>
                  <a:pt x="364824" y="52651"/>
                  <a:pt x="362547" y="51527"/>
                </a:cubicBezTo>
                <a:cubicBezTo>
                  <a:pt x="360271" y="50403"/>
                  <a:pt x="357635" y="49841"/>
                  <a:pt x="354638" y="49841"/>
                </a:cubicBezTo>
                <a:moveTo>
                  <a:pt x="361362" y="110045"/>
                </a:moveTo>
                <a:cubicBezTo>
                  <a:pt x="365584" y="110045"/>
                  <a:pt x="369436" y="109702"/>
                  <a:pt x="372918" y="109017"/>
                </a:cubicBezTo>
                <a:cubicBezTo>
                  <a:pt x="376399" y="108332"/>
                  <a:pt x="379867" y="107358"/>
                  <a:pt x="383322" y="106097"/>
                </a:cubicBezTo>
                <a:lnTo>
                  <a:pt x="383322" y="116766"/>
                </a:lnTo>
                <a:cubicBezTo>
                  <a:pt x="380525" y="118144"/>
                  <a:pt x="377071" y="119232"/>
                  <a:pt x="372959" y="120030"/>
                </a:cubicBezTo>
                <a:cubicBezTo>
                  <a:pt x="368846" y="120830"/>
                  <a:pt x="364432" y="121230"/>
                  <a:pt x="359717" y="121230"/>
                </a:cubicBezTo>
                <a:cubicBezTo>
                  <a:pt x="354124" y="121230"/>
                  <a:pt x="348874" y="120517"/>
                  <a:pt x="343967" y="119089"/>
                </a:cubicBezTo>
                <a:cubicBezTo>
                  <a:pt x="339060" y="117660"/>
                  <a:pt x="334812" y="115352"/>
                  <a:pt x="331224" y="112165"/>
                </a:cubicBezTo>
                <a:cubicBezTo>
                  <a:pt x="327636" y="108978"/>
                  <a:pt x="324826" y="104816"/>
                  <a:pt x="322794" y="99679"/>
                </a:cubicBezTo>
                <a:cubicBezTo>
                  <a:pt x="320762" y="94543"/>
                  <a:pt x="319746" y="88348"/>
                  <a:pt x="319746" y="81097"/>
                </a:cubicBezTo>
                <a:cubicBezTo>
                  <a:pt x="319746" y="73955"/>
                  <a:pt x="320730" y="67761"/>
                  <a:pt x="322699" y="62515"/>
                </a:cubicBezTo>
                <a:cubicBezTo>
                  <a:pt x="324667" y="57266"/>
                  <a:pt x="327292" y="52884"/>
                  <a:pt x="330574" y="49368"/>
                </a:cubicBezTo>
                <a:cubicBezTo>
                  <a:pt x="333857" y="45852"/>
                  <a:pt x="337631" y="43215"/>
                  <a:pt x="341898" y="41457"/>
                </a:cubicBezTo>
                <a:cubicBezTo>
                  <a:pt x="346164" y="39699"/>
                  <a:pt x="350622" y="38820"/>
                  <a:pt x="355271" y="38820"/>
                </a:cubicBezTo>
                <a:cubicBezTo>
                  <a:pt x="359647" y="38820"/>
                  <a:pt x="363735" y="39549"/>
                  <a:pt x="367536" y="41007"/>
                </a:cubicBezTo>
                <a:cubicBezTo>
                  <a:pt x="371338" y="42465"/>
                  <a:pt x="374634" y="44763"/>
                  <a:pt x="377423" y="47901"/>
                </a:cubicBezTo>
                <a:cubicBezTo>
                  <a:pt x="380213" y="51038"/>
                  <a:pt x="382413" y="55083"/>
                  <a:pt x="384026" y="60037"/>
                </a:cubicBezTo>
                <a:cubicBezTo>
                  <a:pt x="385640" y="64991"/>
                  <a:pt x="386447" y="70935"/>
                  <a:pt x="386447" y="77869"/>
                </a:cubicBezTo>
                <a:cubicBezTo>
                  <a:pt x="386447" y="78529"/>
                  <a:pt x="386447" y="79092"/>
                  <a:pt x="386447" y="79560"/>
                </a:cubicBezTo>
                <a:cubicBezTo>
                  <a:pt x="386447" y="80028"/>
                  <a:pt x="386420" y="81088"/>
                  <a:pt x="386365" y="82739"/>
                </a:cubicBezTo>
                <a:lnTo>
                  <a:pt x="332411" y="82739"/>
                </a:lnTo>
                <a:cubicBezTo>
                  <a:pt x="332411" y="87714"/>
                  <a:pt x="333165" y="91936"/>
                  <a:pt x="334673" y="95408"/>
                </a:cubicBezTo>
                <a:cubicBezTo>
                  <a:pt x="336181" y="98879"/>
                  <a:pt x="338237" y="101694"/>
                  <a:pt x="340842" y="103853"/>
                </a:cubicBezTo>
                <a:cubicBezTo>
                  <a:pt x="343446" y="106012"/>
                  <a:pt x="346503" y="107584"/>
                  <a:pt x="350012" y="108570"/>
                </a:cubicBezTo>
                <a:cubicBezTo>
                  <a:pt x="353521" y="109553"/>
                  <a:pt x="357304" y="110045"/>
                  <a:pt x="361362" y="110045"/>
                </a:cubicBezTo>
                <a:close/>
                <a:moveTo>
                  <a:pt x="408050" y="119092"/>
                </a:moveTo>
                <a:lnTo>
                  <a:pt x="408050" y="0"/>
                </a:lnTo>
                <a:lnTo>
                  <a:pt x="420798" y="0"/>
                </a:lnTo>
                <a:lnTo>
                  <a:pt x="420798" y="119092"/>
                </a:lnTo>
                <a:lnTo>
                  <a:pt x="408050" y="119092"/>
                </a:lnTo>
                <a:close/>
              </a:path>
            </a:pathLst>
          </a:custGeom>
          <a:solidFill xmlns:a="http://schemas.openxmlformats.org/drawingml/2006/main">
            <a:srgbClr val="767171"/>
          </a:solidFill>
          <a:ln xmlns:a="http://schemas.openxmlformats.org/drawingml/2006/main" w="0" cap="flat">
            <a:noFill/>
            <a:miter/>
          </a:ln>
        </p:spPr>
      </p:sp>
      <p:pic>
        <p:nvPicPr>
          <p:cNvPr id="30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3a0f9497c8d432a"/>
          <a:stretch xmlns:a="http://schemas.openxmlformats.org/drawingml/2006/main"/>
        </p:blipFill>
        <p:spPr>
          <a:xfrm xmlns:a="http://schemas.openxmlformats.org/drawingml/2006/main">
            <a:off x="2599658" y="2458615"/>
            <a:ext cx="461589" cy="461589"/>
          </a:xfrm>
          <a:prstGeom xmlns:a="http://schemas.openxmlformats.org/drawingml/2006/main" prst="rect">
            <a:avLst/>
          </a:prstGeom>
        </p:spPr>
      </p:pic>
      <p:sp>
        <p:nvSpPr>
          <p:cNvPr id="75" name="Text AutoGPT">
            <a:extLst xmlns:a="http://schemas.openxmlformats.org/drawingml/2006/main">
              <a:ext uri="{FF2B5EF4-FFF2-40B4-BE49-F238E27FC236}">
                <a16:creationId xmlns:a16="http://schemas.microsoft.com/office/drawing/2014/main" id="{E22E359E-9F75-41C6-9BA0-857FA8CA6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0229" y="2964009"/>
            <a:ext cx="635683" cy="114047"/>
          </a:xfrm>
          <a:custGeom xmlns:a="http://schemas.openxmlformats.org/drawingml/2006/main">
            <a:pathLst>
              <a:path w="635683" h="114047">
                <a:moveTo>
                  <a:pt x="0" y="111914"/>
                </a:moveTo>
                <a:lnTo>
                  <a:pt x="44716" y="2133"/>
                </a:lnTo>
                <a:lnTo>
                  <a:pt x="56367" y="2133"/>
                </a:lnTo>
                <a:lnTo>
                  <a:pt x="101083" y="111914"/>
                </a:lnTo>
                <a:lnTo>
                  <a:pt x="86561" y="111914"/>
                </a:lnTo>
                <a:lnTo>
                  <a:pt x="73482" y="78930"/>
                </a:lnTo>
                <a:lnTo>
                  <a:pt x="27376" y="78930"/>
                </a:lnTo>
                <a:lnTo>
                  <a:pt x="14358" y="111914"/>
                </a:lnTo>
                <a:lnTo>
                  <a:pt x="0" y="111914"/>
                </a:lnTo>
                <a:moveTo>
                  <a:pt x="50460" y="19199"/>
                </a:moveTo>
                <a:cubicBezTo>
                  <a:pt x="45595" y="32896"/>
                  <a:pt x="40879" y="45309"/>
                  <a:pt x="36311" y="56436"/>
                </a:cubicBezTo>
                <a:lnTo>
                  <a:pt x="32281" y="66787"/>
                </a:lnTo>
                <a:lnTo>
                  <a:pt x="68797" y="66787"/>
                </a:lnTo>
                <a:lnTo>
                  <a:pt x="64616" y="56400"/>
                </a:lnTo>
                <a:cubicBezTo>
                  <a:pt x="60111" y="45030"/>
                  <a:pt x="55502" y="32630"/>
                  <a:pt x="50788" y="19199"/>
                </a:cubicBezTo>
                <a:lnTo>
                  <a:pt x="50460" y="19199"/>
                </a:lnTo>
                <a:close/>
                <a:moveTo>
                  <a:pt x="147615" y="114047"/>
                </a:moveTo>
                <a:cubicBezTo>
                  <a:pt x="143562" y="114047"/>
                  <a:pt x="139920" y="113609"/>
                  <a:pt x="136687" y="112732"/>
                </a:cubicBezTo>
                <a:cubicBezTo>
                  <a:pt x="133457" y="111856"/>
                  <a:pt x="130622" y="110625"/>
                  <a:pt x="128185" y="109037"/>
                </a:cubicBezTo>
                <a:cubicBezTo>
                  <a:pt x="125747" y="107449"/>
                  <a:pt x="123680" y="105546"/>
                  <a:pt x="121983" y="103329"/>
                </a:cubicBezTo>
                <a:cubicBezTo>
                  <a:pt x="120285" y="101111"/>
                  <a:pt x="118943" y="98688"/>
                  <a:pt x="117957" y="96060"/>
                </a:cubicBezTo>
                <a:cubicBezTo>
                  <a:pt x="117190" y="94090"/>
                  <a:pt x="116642" y="91927"/>
                  <a:pt x="116314" y="89574"/>
                </a:cubicBezTo>
                <a:cubicBezTo>
                  <a:pt x="115985" y="87218"/>
                  <a:pt x="115821" y="84644"/>
                  <a:pt x="115821" y="81851"/>
                </a:cubicBezTo>
                <a:lnTo>
                  <a:pt x="115821" y="33968"/>
                </a:lnTo>
                <a:lnTo>
                  <a:pt x="128539" y="33968"/>
                </a:lnTo>
                <a:lnTo>
                  <a:pt x="128539" y="81776"/>
                </a:lnTo>
                <a:cubicBezTo>
                  <a:pt x="128539" y="86103"/>
                  <a:pt x="129114" y="89717"/>
                  <a:pt x="130264" y="92620"/>
                </a:cubicBezTo>
                <a:cubicBezTo>
                  <a:pt x="131581" y="95905"/>
                  <a:pt x="133704" y="98493"/>
                  <a:pt x="136636" y="100383"/>
                </a:cubicBezTo>
                <a:cubicBezTo>
                  <a:pt x="139569" y="102272"/>
                  <a:pt x="143311" y="103217"/>
                  <a:pt x="147861" y="103217"/>
                </a:cubicBezTo>
                <a:cubicBezTo>
                  <a:pt x="152685" y="103217"/>
                  <a:pt x="156563" y="102176"/>
                  <a:pt x="159494" y="100096"/>
                </a:cubicBezTo>
                <a:cubicBezTo>
                  <a:pt x="162427" y="98014"/>
                  <a:pt x="164525" y="95221"/>
                  <a:pt x="165786" y="91717"/>
                </a:cubicBezTo>
                <a:cubicBezTo>
                  <a:pt x="166718" y="89033"/>
                  <a:pt x="167183" y="85720"/>
                  <a:pt x="167183" y="81776"/>
                </a:cubicBezTo>
                <a:lnTo>
                  <a:pt x="167183" y="33968"/>
                </a:lnTo>
                <a:lnTo>
                  <a:pt x="179901" y="33968"/>
                </a:lnTo>
                <a:lnTo>
                  <a:pt x="179901" y="81933"/>
                </a:lnTo>
                <a:cubicBezTo>
                  <a:pt x="179901" y="84562"/>
                  <a:pt x="179751" y="87012"/>
                  <a:pt x="179450" y="89284"/>
                </a:cubicBezTo>
                <a:cubicBezTo>
                  <a:pt x="179149" y="91556"/>
                  <a:pt x="178669" y="93650"/>
                  <a:pt x="178011" y="95568"/>
                </a:cubicBezTo>
                <a:cubicBezTo>
                  <a:pt x="177025" y="98250"/>
                  <a:pt x="175669" y="100728"/>
                  <a:pt x="173945" y="103001"/>
                </a:cubicBezTo>
                <a:cubicBezTo>
                  <a:pt x="172220" y="105273"/>
                  <a:pt x="170098" y="107230"/>
                  <a:pt x="167578" y="108873"/>
                </a:cubicBezTo>
                <a:cubicBezTo>
                  <a:pt x="165059" y="110515"/>
                  <a:pt x="162142" y="111788"/>
                  <a:pt x="158827" y="112691"/>
                </a:cubicBezTo>
                <a:cubicBezTo>
                  <a:pt x="155515" y="113595"/>
                  <a:pt x="151777" y="114047"/>
                  <a:pt x="147615" y="114047"/>
                </a:cubicBezTo>
                <a:close/>
                <a:moveTo>
                  <a:pt x="244790" y="112147"/>
                </a:moveTo>
                <a:cubicBezTo>
                  <a:pt x="243696" y="112586"/>
                  <a:pt x="242028" y="112999"/>
                  <a:pt x="239785" y="113385"/>
                </a:cubicBezTo>
                <a:cubicBezTo>
                  <a:pt x="237542" y="113772"/>
                  <a:pt x="234862" y="113992"/>
                  <a:pt x="231744" y="114047"/>
                </a:cubicBezTo>
                <a:cubicBezTo>
                  <a:pt x="227642" y="114047"/>
                  <a:pt x="224086" y="113541"/>
                  <a:pt x="221078" y="112529"/>
                </a:cubicBezTo>
                <a:cubicBezTo>
                  <a:pt x="218070" y="111517"/>
                  <a:pt x="215567" y="110068"/>
                  <a:pt x="213571" y="108181"/>
                </a:cubicBezTo>
                <a:cubicBezTo>
                  <a:pt x="211574" y="106293"/>
                  <a:pt x="210084" y="104010"/>
                  <a:pt x="209099" y="101330"/>
                </a:cubicBezTo>
                <a:cubicBezTo>
                  <a:pt x="208114" y="98649"/>
                  <a:pt x="207622" y="95668"/>
                  <a:pt x="207622" y="92386"/>
                </a:cubicBezTo>
                <a:lnTo>
                  <a:pt x="207622" y="44962"/>
                </a:lnTo>
                <a:lnTo>
                  <a:pt x="192607" y="44962"/>
                </a:lnTo>
                <a:lnTo>
                  <a:pt x="192607" y="33968"/>
                </a:lnTo>
                <a:lnTo>
                  <a:pt x="207622" y="33968"/>
                </a:lnTo>
                <a:lnTo>
                  <a:pt x="207622" y="12635"/>
                </a:lnTo>
                <a:lnTo>
                  <a:pt x="220340" y="12635"/>
                </a:lnTo>
                <a:lnTo>
                  <a:pt x="220340" y="33968"/>
                </a:lnTo>
                <a:lnTo>
                  <a:pt x="243641" y="33968"/>
                </a:lnTo>
                <a:lnTo>
                  <a:pt x="243641" y="44962"/>
                </a:lnTo>
                <a:lnTo>
                  <a:pt x="220340" y="44962"/>
                </a:lnTo>
                <a:lnTo>
                  <a:pt x="220340" y="90353"/>
                </a:lnTo>
                <a:cubicBezTo>
                  <a:pt x="220340" y="92155"/>
                  <a:pt x="220599" y="93820"/>
                  <a:pt x="221119" y="95350"/>
                </a:cubicBezTo>
                <a:cubicBezTo>
                  <a:pt x="221639" y="96880"/>
                  <a:pt x="222459" y="98205"/>
                  <a:pt x="223581" y="99324"/>
                </a:cubicBezTo>
                <a:cubicBezTo>
                  <a:pt x="224702" y="100444"/>
                  <a:pt x="226138" y="101318"/>
                  <a:pt x="227888" y="101947"/>
                </a:cubicBezTo>
                <a:cubicBezTo>
                  <a:pt x="229638" y="102575"/>
                  <a:pt x="231744" y="102888"/>
                  <a:pt x="234206" y="102888"/>
                </a:cubicBezTo>
                <a:cubicBezTo>
                  <a:pt x="235901" y="102888"/>
                  <a:pt x="237693" y="102752"/>
                  <a:pt x="239580" y="102478"/>
                </a:cubicBezTo>
                <a:cubicBezTo>
                  <a:pt x="241467" y="102205"/>
                  <a:pt x="243204" y="101849"/>
                  <a:pt x="244790" y="101412"/>
                </a:cubicBezTo>
                <a:lnTo>
                  <a:pt x="244790" y="112147"/>
                </a:lnTo>
                <a:close/>
                <a:moveTo>
                  <a:pt x="318277" y="73023"/>
                </a:moveTo>
                <a:cubicBezTo>
                  <a:pt x="318277" y="68196"/>
                  <a:pt x="317689" y="63904"/>
                  <a:pt x="316513" y="60149"/>
                </a:cubicBezTo>
                <a:cubicBezTo>
                  <a:pt x="315337" y="56392"/>
                  <a:pt x="313696" y="53211"/>
                  <a:pt x="311590" y="50606"/>
                </a:cubicBezTo>
                <a:cubicBezTo>
                  <a:pt x="309484" y="47999"/>
                  <a:pt x="306981" y="46024"/>
                  <a:pt x="304082" y="44680"/>
                </a:cubicBezTo>
                <a:cubicBezTo>
                  <a:pt x="301183" y="43337"/>
                  <a:pt x="298011" y="42665"/>
                  <a:pt x="294565" y="42665"/>
                </a:cubicBezTo>
                <a:cubicBezTo>
                  <a:pt x="291119" y="42665"/>
                  <a:pt x="287946" y="43337"/>
                  <a:pt x="285047" y="44680"/>
                </a:cubicBezTo>
                <a:cubicBezTo>
                  <a:pt x="282148" y="46024"/>
                  <a:pt x="279646" y="47999"/>
                  <a:pt x="277540" y="50606"/>
                </a:cubicBezTo>
                <a:cubicBezTo>
                  <a:pt x="275434" y="53211"/>
                  <a:pt x="273793" y="56392"/>
                  <a:pt x="272617" y="60149"/>
                </a:cubicBezTo>
                <a:cubicBezTo>
                  <a:pt x="271441" y="63904"/>
                  <a:pt x="270853" y="68196"/>
                  <a:pt x="270853" y="73023"/>
                </a:cubicBezTo>
                <a:cubicBezTo>
                  <a:pt x="270853" y="77795"/>
                  <a:pt x="271441" y="82060"/>
                  <a:pt x="272617" y="85817"/>
                </a:cubicBezTo>
                <a:cubicBezTo>
                  <a:pt x="273793" y="89574"/>
                  <a:pt x="275448" y="92742"/>
                  <a:pt x="277581" y="95319"/>
                </a:cubicBezTo>
                <a:cubicBezTo>
                  <a:pt x="279714" y="97897"/>
                  <a:pt x="282230" y="99858"/>
                  <a:pt x="285129" y="101201"/>
                </a:cubicBezTo>
                <a:cubicBezTo>
                  <a:pt x="288028" y="102545"/>
                  <a:pt x="291201" y="103217"/>
                  <a:pt x="294647" y="103217"/>
                </a:cubicBezTo>
                <a:cubicBezTo>
                  <a:pt x="298093" y="103217"/>
                  <a:pt x="301252" y="102545"/>
                  <a:pt x="304123" y="101201"/>
                </a:cubicBezTo>
                <a:cubicBezTo>
                  <a:pt x="306995" y="99858"/>
                  <a:pt x="309484" y="97897"/>
                  <a:pt x="311590" y="95319"/>
                </a:cubicBezTo>
                <a:cubicBezTo>
                  <a:pt x="313696" y="92742"/>
                  <a:pt x="315337" y="89574"/>
                  <a:pt x="316513" y="85817"/>
                </a:cubicBezTo>
                <a:cubicBezTo>
                  <a:pt x="317689" y="82060"/>
                  <a:pt x="318277" y="77795"/>
                  <a:pt x="318277" y="73023"/>
                </a:cubicBezTo>
                <a:moveTo>
                  <a:pt x="331569" y="73023"/>
                </a:moveTo>
                <a:cubicBezTo>
                  <a:pt x="331569" y="79161"/>
                  <a:pt x="330693" y="84751"/>
                  <a:pt x="328943" y="89794"/>
                </a:cubicBezTo>
                <a:cubicBezTo>
                  <a:pt x="327193" y="94837"/>
                  <a:pt x="324718" y="99153"/>
                  <a:pt x="321518" y="102742"/>
                </a:cubicBezTo>
                <a:cubicBezTo>
                  <a:pt x="318318" y="106332"/>
                  <a:pt x="314448" y="109114"/>
                  <a:pt x="309908" y="111088"/>
                </a:cubicBezTo>
                <a:cubicBezTo>
                  <a:pt x="305368" y="113061"/>
                  <a:pt x="300281" y="114047"/>
                  <a:pt x="294647" y="114047"/>
                </a:cubicBezTo>
                <a:cubicBezTo>
                  <a:pt x="288849" y="114047"/>
                  <a:pt x="283666" y="113061"/>
                  <a:pt x="279099" y="111088"/>
                </a:cubicBezTo>
                <a:cubicBezTo>
                  <a:pt x="274531" y="109114"/>
                  <a:pt x="270648" y="106332"/>
                  <a:pt x="267448" y="102742"/>
                </a:cubicBezTo>
                <a:cubicBezTo>
                  <a:pt x="264248" y="99153"/>
                  <a:pt x="261800" y="94837"/>
                  <a:pt x="260105" y="89794"/>
                </a:cubicBezTo>
                <a:cubicBezTo>
                  <a:pt x="258409" y="84751"/>
                  <a:pt x="257561" y="79161"/>
                  <a:pt x="257561" y="73023"/>
                </a:cubicBezTo>
                <a:cubicBezTo>
                  <a:pt x="257561" y="66830"/>
                  <a:pt x="258436" y="61212"/>
                  <a:pt x="260187" y="56170"/>
                </a:cubicBezTo>
                <a:cubicBezTo>
                  <a:pt x="261937" y="51127"/>
                  <a:pt x="264412" y="46797"/>
                  <a:pt x="267612" y="43180"/>
                </a:cubicBezTo>
                <a:cubicBezTo>
                  <a:pt x="270812" y="39563"/>
                  <a:pt x="274695" y="36769"/>
                  <a:pt x="279263" y="34796"/>
                </a:cubicBezTo>
                <a:cubicBezTo>
                  <a:pt x="283830" y="32822"/>
                  <a:pt x="288931" y="31835"/>
                  <a:pt x="294565" y="31835"/>
                </a:cubicBezTo>
                <a:cubicBezTo>
                  <a:pt x="300308" y="31835"/>
                  <a:pt x="305477" y="32822"/>
                  <a:pt x="310072" y="34796"/>
                </a:cubicBezTo>
                <a:cubicBezTo>
                  <a:pt x="314667" y="36769"/>
                  <a:pt x="318550" y="39563"/>
                  <a:pt x="321723" y="43180"/>
                </a:cubicBezTo>
                <a:cubicBezTo>
                  <a:pt x="324895" y="46797"/>
                  <a:pt x="327329" y="51127"/>
                  <a:pt x="329025" y="56170"/>
                </a:cubicBezTo>
                <a:cubicBezTo>
                  <a:pt x="330721" y="61212"/>
                  <a:pt x="331569" y="66830"/>
                  <a:pt x="331569" y="73023"/>
                </a:cubicBezTo>
                <a:close/>
                <a:moveTo>
                  <a:pt x="425069" y="67608"/>
                </a:moveTo>
                <a:lnTo>
                  <a:pt x="400045" y="67608"/>
                </a:lnTo>
                <a:lnTo>
                  <a:pt x="400045" y="55465"/>
                </a:lnTo>
                <a:lnTo>
                  <a:pt x="438443" y="55465"/>
                </a:lnTo>
                <a:lnTo>
                  <a:pt x="438443" y="108624"/>
                </a:lnTo>
                <a:cubicBezTo>
                  <a:pt x="437293" y="109227"/>
                  <a:pt x="435609" y="109845"/>
                  <a:pt x="433392" y="110475"/>
                </a:cubicBezTo>
                <a:cubicBezTo>
                  <a:pt x="431175" y="111104"/>
                  <a:pt x="428643" y="111692"/>
                  <a:pt x="425795" y="112239"/>
                </a:cubicBezTo>
                <a:cubicBezTo>
                  <a:pt x="422949" y="112786"/>
                  <a:pt x="419897" y="113224"/>
                  <a:pt x="416639" y="113552"/>
                </a:cubicBezTo>
                <a:cubicBezTo>
                  <a:pt x="413381" y="113882"/>
                  <a:pt x="410165" y="114047"/>
                  <a:pt x="406991" y="114047"/>
                </a:cubicBezTo>
                <a:cubicBezTo>
                  <a:pt x="397574" y="114047"/>
                  <a:pt x="389266" y="112760"/>
                  <a:pt x="382066" y="110186"/>
                </a:cubicBezTo>
                <a:cubicBezTo>
                  <a:pt x="374866" y="107611"/>
                  <a:pt x="368830" y="103969"/>
                  <a:pt x="363956" y="99258"/>
                </a:cubicBezTo>
                <a:cubicBezTo>
                  <a:pt x="359085" y="94547"/>
                  <a:pt x="355389" y="88822"/>
                  <a:pt x="352870" y="82084"/>
                </a:cubicBezTo>
                <a:cubicBezTo>
                  <a:pt x="350352" y="75346"/>
                  <a:pt x="349093" y="67841"/>
                  <a:pt x="349093" y="59570"/>
                </a:cubicBezTo>
                <a:cubicBezTo>
                  <a:pt x="349093" y="50587"/>
                  <a:pt x="350471" y="42426"/>
                  <a:pt x="353226" y="35086"/>
                </a:cubicBezTo>
                <a:cubicBezTo>
                  <a:pt x="355983" y="27746"/>
                  <a:pt x="359976" y="21474"/>
                  <a:pt x="365205" y="16271"/>
                </a:cubicBezTo>
                <a:cubicBezTo>
                  <a:pt x="370436" y="11066"/>
                  <a:pt x="376757" y="7054"/>
                  <a:pt x="384168" y="4233"/>
                </a:cubicBezTo>
                <a:cubicBezTo>
                  <a:pt x="391580" y="1411"/>
                  <a:pt x="399744" y="0"/>
                  <a:pt x="408660" y="0"/>
                </a:cubicBezTo>
                <a:cubicBezTo>
                  <a:pt x="411067" y="0"/>
                  <a:pt x="413473" y="96"/>
                  <a:pt x="415880" y="287"/>
                </a:cubicBezTo>
                <a:cubicBezTo>
                  <a:pt x="418287" y="479"/>
                  <a:pt x="420584" y="752"/>
                  <a:pt x="422772" y="1108"/>
                </a:cubicBezTo>
                <a:cubicBezTo>
                  <a:pt x="424960" y="1463"/>
                  <a:pt x="426984" y="1887"/>
                  <a:pt x="428844" y="2379"/>
                </a:cubicBezTo>
                <a:cubicBezTo>
                  <a:pt x="430703" y="2872"/>
                  <a:pt x="432262" y="3391"/>
                  <a:pt x="433520" y="3938"/>
                </a:cubicBezTo>
                <a:lnTo>
                  <a:pt x="433520" y="15753"/>
                </a:lnTo>
                <a:cubicBezTo>
                  <a:pt x="430238" y="14683"/>
                  <a:pt x="426464" y="13787"/>
                  <a:pt x="422198" y="13064"/>
                </a:cubicBezTo>
                <a:cubicBezTo>
                  <a:pt x="417931" y="12341"/>
                  <a:pt x="413665" y="11979"/>
                  <a:pt x="409398" y="11979"/>
                </a:cubicBezTo>
                <a:cubicBezTo>
                  <a:pt x="403163" y="11979"/>
                  <a:pt x="397214" y="12923"/>
                  <a:pt x="391553" y="14810"/>
                </a:cubicBezTo>
                <a:cubicBezTo>
                  <a:pt x="385891" y="16697"/>
                  <a:pt x="380900" y="19555"/>
                  <a:pt x="376579" y="23384"/>
                </a:cubicBezTo>
                <a:cubicBezTo>
                  <a:pt x="372258" y="27213"/>
                  <a:pt x="368812" y="32012"/>
                  <a:pt x="366241" y="37783"/>
                </a:cubicBezTo>
                <a:cubicBezTo>
                  <a:pt x="363670" y="43554"/>
                  <a:pt x="362385" y="50323"/>
                  <a:pt x="362385" y="58090"/>
                </a:cubicBezTo>
                <a:cubicBezTo>
                  <a:pt x="362385" y="65693"/>
                  <a:pt x="363453" y="72257"/>
                  <a:pt x="365590" y="77782"/>
                </a:cubicBezTo>
                <a:cubicBezTo>
                  <a:pt x="367726" y="83306"/>
                  <a:pt x="370751" y="87874"/>
                  <a:pt x="374664" y="91484"/>
                </a:cubicBezTo>
                <a:cubicBezTo>
                  <a:pt x="378576" y="95094"/>
                  <a:pt x="383321" y="97760"/>
                  <a:pt x="388899" y="99483"/>
                </a:cubicBezTo>
                <a:cubicBezTo>
                  <a:pt x="394477" y="101206"/>
                  <a:pt x="400678" y="102068"/>
                  <a:pt x="407503" y="102068"/>
                </a:cubicBezTo>
                <a:cubicBezTo>
                  <a:pt x="410667" y="102068"/>
                  <a:pt x="413790" y="101905"/>
                  <a:pt x="416870" y="101578"/>
                </a:cubicBezTo>
                <a:cubicBezTo>
                  <a:pt x="419950" y="101250"/>
                  <a:pt x="422683" y="100786"/>
                  <a:pt x="425069" y="100186"/>
                </a:cubicBezTo>
                <a:lnTo>
                  <a:pt x="425069" y="67608"/>
                </a:lnTo>
                <a:close/>
                <a:moveTo>
                  <a:pt x="477808" y="111914"/>
                </a:moveTo>
                <a:lnTo>
                  <a:pt x="464434" y="111914"/>
                </a:lnTo>
                <a:lnTo>
                  <a:pt x="464434" y="2133"/>
                </a:lnTo>
                <a:lnTo>
                  <a:pt x="494941" y="2133"/>
                </a:lnTo>
                <a:cubicBezTo>
                  <a:pt x="499491" y="2133"/>
                  <a:pt x="503699" y="2407"/>
                  <a:pt x="507563" y="2954"/>
                </a:cubicBezTo>
                <a:cubicBezTo>
                  <a:pt x="511428" y="3501"/>
                  <a:pt x="514979" y="4349"/>
                  <a:pt x="518214" y="5497"/>
                </a:cubicBezTo>
                <a:cubicBezTo>
                  <a:pt x="524792" y="7849"/>
                  <a:pt x="529780" y="11364"/>
                  <a:pt x="533178" y="16040"/>
                </a:cubicBezTo>
                <a:cubicBezTo>
                  <a:pt x="536578" y="20717"/>
                  <a:pt x="538278" y="26474"/>
                  <a:pt x="538278" y="33312"/>
                </a:cubicBezTo>
                <a:cubicBezTo>
                  <a:pt x="538278" y="38891"/>
                  <a:pt x="537167" y="43800"/>
                  <a:pt x="534944" y="48039"/>
                </a:cubicBezTo>
                <a:cubicBezTo>
                  <a:pt x="532724" y="52278"/>
                  <a:pt x="529502" y="55820"/>
                  <a:pt x="525278" y="58664"/>
                </a:cubicBezTo>
                <a:cubicBezTo>
                  <a:pt x="521056" y="61509"/>
                  <a:pt x="515914" y="63656"/>
                  <a:pt x="509853" y="65105"/>
                </a:cubicBezTo>
                <a:cubicBezTo>
                  <a:pt x="503792" y="66555"/>
                  <a:pt x="496922" y="67280"/>
                  <a:pt x="489244" y="67280"/>
                </a:cubicBezTo>
                <a:cubicBezTo>
                  <a:pt x="485569" y="67280"/>
                  <a:pt x="481757" y="67115"/>
                  <a:pt x="477808" y="66787"/>
                </a:cubicBezTo>
                <a:lnTo>
                  <a:pt x="477808" y="111914"/>
                </a:lnTo>
                <a:moveTo>
                  <a:pt x="477808" y="54483"/>
                </a:moveTo>
                <a:cubicBezTo>
                  <a:pt x="479617" y="54701"/>
                  <a:pt x="481507" y="54865"/>
                  <a:pt x="483480" y="54975"/>
                </a:cubicBezTo>
                <a:cubicBezTo>
                  <a:pt x="485452" y="55083"/>
                  <a:pt x="487315" y="55136"/>
                  <a:pt x="489069" y="55136"/>
                </a:cubicBezTo>
                <a:cubicBezTo>
                  <a:pt x="495370" y="55136"/>
                  <a:pt x="500740" y="54647"/>
                  <a:pt x="505179" y="53667"/>
                </a:cubicBezTo>
                <a:cubicBezTo>
                  <a:pt x="509618" y="52686"/>
                  <a:pt x="513234" y="51255"/>
                  <a:pt x="516027" y="49375"/>
                </a:cubicBezTo>
                <a:cubicBezTo>
                  <a:pt x="518822" y="47495"/>
                  <a:pt x="520849" y="45207"/>
                  <a:pt x="522109" y="42511"/>
                </a:cubicBezTo>
                <a:cubicBezTo>
                  <a:pt x="523371" y="39814"/>
                  <a:pt x="524001" y="36749"/>
                  <a:pt x="524001" y="33317"/>
                </a:cubicBezTo>
                <a:cubicBezTo>
                  <a:pt x="524001" y="29067"/>
                  <a:pt x="522974" y="25581"/>
                  <a:pt x="520919" y="22858"/>
                </a:cubicBezTo>
                <a:cubicBezTo>
                  <a:pt x="518865" y="20133"/>
                  <a:pt x="515947" y="18063"/>
                  <a:pt x="512166" y="16646"/>
                </a:cubicBezTo>
                <a:cubicBezTo>
                  <a:pt x="509809" y="15774"/>
                  <a:pt x="507096" y="15161"/>
                  <a:pt x="504028" y="14807"/>
                </a:cubicBezTo>
                <a:cubicBezTo>
                  <a:pt x="500959" y="14453"/>
                  <a:pt x="497398" y="14276"/>
                  <a:pt x="493343" y="14276"/>
                </a:cubicBezTo>
                <a:lnTo>
                  <a:pt x="477808" y="14276"/>
                </a:lnTo>
                <a:lnTo>
                  <a:pt x="477808" y="54483"/>
                </a:lnTo>
                <a:close/>
                <a:moveTo>
                  <a:pt x="599007" y="111914"/>
                </a:moveTo>
                <a:lnTo>
                  <a:pt x="585633" y="111914"/>
                </a:lnTo>
                <a:lnTo>
                  <a:pt x="585633" y="14276"/>
                </a:lnTo>
                <a:lnTo>
                  <a:pt x="548958" y="14276"/>
                </a:lnTo>
                <a:lnTo>
                  <a:pt x="548958" y="2133"/>
                </a:lnTo>
                <a:lnTo>
                  <a:pt x="635683" y="2133"/>
                </a:lnTo>
                <a:lnTo>
                  <a:pt x="635683" y="14276"/>
                </a:lnTo>
                <a:lnTo>
                  <a:pt x="599007" y="14276"/>
                </a:lnTo>
                <a:lnTo>
                  <a:pt x="599007" y="111914"/>
                </a:lnTo>
                <a:close/>
              </a:path>
            </a:pathLst>
          </a:custGeom>
          <a:solidFill xmlns:a="http://schemas.openxmlformats.org/drawingml/2006/main">
            <a:srgbClr val="767171"/>
          </a:solidFill>
          <a:ln xmlns:a="http://schemas.openxmlformats.org/drawingml/2006/main" w="0" cap="flat">
            <a:noFill/>
            <a:miter/>
          </a:ln>
        </p:spPr>
      </p:sp>
      <p:pic>
        <p:nvPicPr>
          <p:cNvPr id="3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21b59831dcf4c22"/>
          <a:stretch xmlns:a="http://schemas.openxmlformats.org/drawingml/2006/main"/>
        </p:blipFill>
        <p:spPr>
          <a:xfrm xmlns:a="http://schemas.openxmlformats.org/drawingml/2006/main">
            <a:off x="3992524" y="2425808"/>
            <a:ext cx="471712" cy="521129"/>
          </a:xfrm>
          <a:prstGeom xmlns:a="http://schemas.openxmlformats.org/drawingml/2006/main" prst="rect">
            <a:avLst/>
          </a:prstGeom>
        </p:spPr>
      </p:pic>
      <p:sp>
        <p:nvSpPr>
          <p:cNvPr id="77" name="Text AutoGen">
            <a:extLst xmlns:a="http://schemas.openxmlformats.org/drawingml/2006/main">
              <a:ext uri="{FF2B5EF4-FFF2-40B4-BE49-F238E27FC236}">
                <a16:creationId xmlns:a16="http://schemas.microsoft.com/office/drawing/2014/main" id="{16E71A06-064A-4C34-A989-75EBB59FB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18133" y="2961715"/>
            <a:ext cx="610091" cy="114322"/>
          </a:xfrm>
          <a:custGeom xmlns:a="http://schemas.openxmlformats.org/drawingml/2006/main">
            <a:pathLst>
              <a:path w="610091" h="114322">
                <a:moveTo>
                  <a:pt x="0" y="112183"/>
                </a:moveTo>
                <a:lnTo>
                  <a:pt x="44824" y="2138"/>
                </a:lnTo>
                <a:lnTo>
                  <a:pt x="56503" y="2138"/>
                </a:lnTo>
                <a:lnTo>
                  <a:pt x="101327" y="112183"/>
                </a:lnTo>
                <a:lnTo>
                  <a:pt x="86769" y="112183"/>
                </a:lnTo>
                <a:lnTo>
                  <a:pt x="73659" y="79121"/>
                </a:lnTo>
                <a:lnTo>
                  <a:pt x="27442" y="79121"/>
                </a:lnTo>
                <a:lnTo>
                  <a:pt x="14393" y="112183"/>
                </a:lnTo>
                <a:lnTo>
                  <a:pt x="0" y="112183"/>
                </a:lnTo>
                <a:moveTo>
                  <a:pt x="50581" y="19246"/>
                </a:moveTo>
                <a:cubicBezTo>
                  <a:pt x="45705" y="32975"/>
                  <a:pt x="40977" y="45418"/>
                  <a:pt x="36399" y="56572"/>
                </a:cubicBezTo>
                <a:lnTo>
                  <a:pt x="32359" y="66948"/>
                </a:lnTo>
                <a:lnTo>
                  <a:pt x="68963" y="66948"/>
                </a:lnTo>
                <a:lnTo>
                  <a:pt x="64771" y="56536"/>
                </a:lnTo>
                <a:cubicBezTo>
                  <a:pt x="60256" y="45138"/>
                  <a:pt x="55636" y="32708"/>
                  <a:pt x="50910" y="19246"/>
                </a:cubicBezTo>
                <a:lnTo>
                  <a:pt x="50581" y="19246"/>
                </a:lnTo>
                <a:close/>
                <a:moveTo>
                  <a:pt x="147466" y="114322"/>
                </a:moveTo>
                <a:cubicBezTo>
                  <a:pt x="143403" y="114322"/>
                  <a:pt x="139752" y="113882"/>
                  <a:pt x="136512" y="113003"/>
                </a:cubicBezTo>
                <a:cubicBezTo>
                  <a:pt x="133273" y="112126"/>
                  <a:pt x="130432" y="110891"/>
                  <a:pt x="127989" y="109300"/>
                </a:cubicBezTo>
                <a:cubicBezTo>
                  <a:pt x="125546" y="107708"/>
                  <a:pt x="123473" y="105801"/>
                  <a:pt x="121772" y="103578"/>
                </a:cubicBezTo>
                <a:cubicBezTo>
                  <a:pt x="120070" y="101354"/>
                  <a:pt x="118725" y="98926"/>
                  <a:pt x="117736" y="96292"/>
                </a:cubicBezTo>
                <a:cubicBezTo>
                  <a:pt x="116967" y="94316"/>
                  <a:pt x="116418" y="92149"/>
                  <a:pt x="116089" y="89789"/>
                </a:cubicBezTo>
                <a:cubicBezTo>
                  <a:pt x="115760" y="87428"/>
                  <a:pt x="115595" y="84848"/>
                  <a:pt x="115595" y="82048"/>
                </a:cubicBezTo>
                <a:lnTo>
                  <a:pt x="115595" y="34050"/>
                </a:lnTo>
                <a:lnTo>
                  <a:pt x="128344" y="34050"/>
                </a:lnTo>
                <a:lnTo>
                  <a:pt x="128344" y="81973"/>
                </a:lnTo>
                <a:cubicBezTo>
                  <a:pt x="128344" y="86310"/>
                  <a:pt x="128920" y="89933"/>
                  <a:pt x="130073" y="92843"/>
                </a:cubicBezTo>
                <a:cubicBezTo>
                  <a:pt x="131393" y="96136"/>
                  <a:pt x="133522" y="98730"/>
                  <a:pt x="136460" y="100625"/>
                </a:cubicBezTo>
                <a:cubicBezTo>
                  <a:pt x="139401" y="102519"/>
                  <a:pt x="143151" y="103465"/>
                  <a:pt x="147712" y="103465"/>
                </a:cubicBezTo>
                <a:cubicBezTo>
                  <a:pt x="152548" y="103465"/>
                  <a:pt x="156435" y="102423"/>
                  <a:pt x="159373" y="100337"/>
                </a:cubicBezTo>
                <a:cubicBezTo>
                  <a:pt x="162314" y="98250"/>
                  <a:pt x="164416" y="95451"/>
                  <a:pt x="165681" y="91938"/>
                </a:cubicBezTo>
                <a:cubicBezTo>
                  <a:pt x="166614" y="89248"/>
                  <a:pt x="167081" y="85926"/>
                  <a:pt x="167081" y="81973"/>
                </a:cubicBezTo>
                <a:lnTo>
                  <a:pt x="167081" y="34050"/>
                </a:lnTo>
                <a:lnTo>
                  <a:pt x="179830" y="34050"/>
                </a:lnTo>
                <a:lnTo>
                  <a:pt x="179830" y="82130"/>
                </a:lnTo>
                <a:cubicBezTo>
                  <a:pt x="179830" y="84766"/>
                  <a:pt x="179679" y="87222"/>
                  <a:pt x="179377" y="89499"/>
                </a:cubicBezTo>
                <a:cubicBezTo>
                  <a:pt x="179076" y="91776"/>
                  <a:pt x="178595" y="93876"/>
                  <a:pt x="177935" y="95798"/>
                </a:cubicBezTo>
                <a:cubicBezTo>
                  <a:pt x="176947" y="98487"/>
                  <a:pt x="175588" y="100971"/>
                  <a:pt x="173859" y="103249"/>
                </a:cubicBezTo>
                <a:cubicBezTo>
                  <a:pt x="172130" y="105527"/>
                  <a:pt x="170003" y="107489"/>
                  <a:pt x="167477" y="109135"/>
                </a:cubicBezTo>
                <a:cubicBezTo>
                  <a:pt x="164952" y="110782"/>
                  <a:pt x="162028" y="112057"/>
                  <a:pt x="158705" y="112962"/>
                </a:cubicBezTo>
                <a:cubicBezTo>
                  <a:pt x="155384" y="113869"/>
                  <a:pt x="151638" y="114322"/>
                  <a:pt x="147466" y="114322"/>
                </a:cubicBezTo>
                <a:close/>
                <a:moveTo>
                  <a:pt x="244875" y="112417"/>
                </a:moveTo>
                <a:cubicBezTo>
                  <a:pt x="243778" y="112858"/>
                  <a:pt x="242106" y="113271"/>
                  <a:pt x="239858" y="113659"/>
                </a:cubicBezTo>
                <a:cubicBezTo>
                  <a:pt x="237610" y="114046"/>
                  <a:pt x="234923" y="114267"/>
                  <a:pt x="231798" y="114322"/>
                </a:cubicBezTo>
                <a:cubicBezTo>
                  <a:pt x="227685" y="114322"/>
                  <a:pt x="224121" y="113815"/>
                  <a:pt x="221106" y="112800"/>
                </a:cubicBezTo>
                <a:cubicBezTo>
                  <a:pt x="218090" y="111786"/>
                  <a:pt x="215581" y="110333"/>
                  <a:pt x="213580" y="108441"/>
                </a:cubicBezTo>
                <a:cubicBezTo>
                  <a:pt x="211579" y="106550"/>
                  <a:pt x="210085" y="104260"/>
                  <a:pt x="209098" y="101574"/>
                </a:cubicBezTo>
                <a:cubicBezTo>
                  <a:pt x="208111" y="98887"/>
                  <a:pt x="207617" y="95899"/>
                  <a:pt x="207617" y="92609"/>
                </a:cubicBezTo>
                <a:lnTo>
                  <a:pt x="207617" y="45071"/>
                </a:lnTo>
                <a:lnTo>
                  <a:pt x="192566" y="45071"/>
                </a:lnTo>
                <a:lnTo>
                  <a:pt x="192566" y="34050"/>
                </a:lnTo>
                <a:lnTo>
                  <a:pt x="207617" y="34050"/>
                </a:lnTo>
                <a:lnTo>
                  <a:pt x="207617" y="12666"/>
                </a:lnTo>
                <a:lnTo>
                  <a:pt x="220365" y="12666"/>
                </a:lnTo>
                <a:lnTo>
                  <a:pt x="220365" y="34050"/>
                </a:lnTo>
                <a:lnTo>
                  <a:pt x="243723" y="34050"/>
                </a:lnTo>
                <a:lnTo>
                  <a:pt x="243723" y="45071"/>
                </a:lnTo>
                <a:lnTo>
                  <a:pt x="220365" y="45071"/>
                </a:lnTo>
                <a:lnTo>
                  <a:pt x="220365" y="90571"/>
                </a:lnTo>
                <a:cubicBezTo>
                  <a:pt x="220365" y="92377"/>
                  <a:pt x="220626" y="94046"/>
                  <a:pt x="221147" y="95580"/>
                </a:cubicBezTo>
                <a:cubicBezTo>
                  <a:pt x="221668" y="97114"/>
                  <a:pt x="222490" y="98441"/>
                  <a:pt x="223614" y="99564"/>
                </a:cubicBezTo>
                <a:cubicBezTo>
                  <a:pt x="224738" y="100686"/>
                  <a:pt x="226177" y="101563"/>
                  <a:pt x="227932" y="102193"/>
                </a:cubicBezTo>
                <a:cubicBezTo>
                  <a:pt x="229687" y="102822"/>
                  <a:pt x="231798" y="103136"/>
                  <a:pt x="234265" y="103136"/>
                </a:cubicBezTo>
                <a:cubicBezTo>
                  <a:pt x="235965" y="103136"/>
                  <a:pt x="237760" y="102999"/>
                  <a:pt x="239652" y="102725"/>
                </a:cubicBezTo>
                <a:cubicBezTo>
                  <a:pt x="241544" y="102451"/>
                  <a:pt x="243285" y="102095"/>
                  <a:pt x="244875" y="101656"/>
                </a:cubicBezTo>
                <a:lnTo>
                  <a:pt x="244875" y="112417"/>
                </a:lnTo>
                <a:close/>
                <a:moveTo>
                  <a:pt x="318539" y="73199"/>
                </a:moveTo>
                <a:cubicBezTo>
                  <a:pt x="318539" y="68360"/>
                  <a:pt x="317949" y="64058"/>
                  <a:pt x="316770" y="60294"/>
                </a:cubicBezTo>
                <a:cubicBezTo>
                  <a:pt x="315591" y="56528"/>
                  <a:pt x="313946" y="53339"/>
                  <a:pt x="311835" y="50728"/>
                </a:cubicBezTo>
                <a:cubicBezTo>
                  <a:pt x="309725" y="48115"/>
                  <a:pt x="307216" y="46135"/>
                  <a:pt x="304310" y="44788"/>
                </a:cubicBezTo>
                <a:cubicBezTo>
                  <a:pt x="301404" y="43441"/>
                  <a:pt x="298224" y="42768"/>
                  <a:pt x="294769" y="42768"/>
                </a:cubicBezTo>
                <a:cubicBezTo>
                  <a:pt x="291315" y="42768"/>
                  <a:pt x="288135" y="43441"/>
                  <a:pt x="285229" y="44788"/>
                </a:cubicBezTo>
                <a:cubicBezTo>
                  <a:pt x="282323" y="46135"/>
                  <a:pt x="279814" y="48115"/>
                  <a:pt x="277703" y="50728"/>
                </a:cubicBezTo>
                <a:cubicBezTo>
                  <a:pt x="275592" y="53339"/>
                  <a:pt x="273948" y="56528"/>
                  <a:pt x="272769" y="60294"/>
                </a:cubicBezTo>
                <a:cubicBezTo>
                  <a:pt x="271590" y="64058"/>
                  <a:pt x="271000" y="68360"/>
                  <a:pt x="271000" y="73199"/>
                </a:cubicBezTo>
                <a:cubicBezTo>
                  <a:pt x="271000" y="77983"/>
                  <a:pt x="271590" y="82258"/>
                  <a:pt x="272769" y="86024"/>
                </a:cubicBezTo>
                <a:cubicBezTo>
                  <a:pt x="273948" y="89790"/>
                  <a:pt x="275606" y="92965"/>
                  <a:pt x="277745" y="95549"/>
                </a:cubicBezTo>
                <a:cubicBezTo>
                  <a:pt x="279883" y="98133"/>
                  <a:pt x="282405" y="100098"/>
                  <a:pt x="285311" y="101445"/>
                </a:cubicBezTo>
                <a:cubicBezTo>
                  <a:pt x="288217" y="102792"/>
                  <a:pt x="291397" y="103465"/>
                  <a:pt x="294852" y="103465"/>
                </a:cubicBezTo>
                <a:cubicBezTo>
                  <a:pt x="298306" y="103465"/>
                  <a:pt x="301473" y="102792"/>
                  <a:pt x="304351" y="101445"/>
                </a:cubicBezTo>
                <a:cubicBezTo>
                  <a:pt x="307230" y="100098"/>
                  <a:pt x="309725" y="98133"/>
                  <a:pt x="311835" y="95549"/>
                </a:cubicBezTo>
                <a:cubicBezTo>
                  <a:pt x="313946" y="92965"/>
                  <a:pt x="315591" y="89790"/>
                  <a:pt x="316770" y="86024"/>
                </a:cubicBezTo>
                <a:cubicBezTo>
                  <a:pt x="317949" y="82258"/>
                  <a:pt x="318539" y="77983"/>
                  <a:pt x="318539" y="73199"/>
                </a:cubicBezTo>
                <a:moveTo>
                  <a:pt x="331862" y="73199"/>
                </a:moveTo>
                <a:cubicBezTo>
                  <a:pt x="331862" y="79352"/>
                  <a:pt x="330985" y="84956"/>
                  <a:pt x="329231" y="90010"/>
                </a:cubicBezTo>
                <a:cubicBezTo>
                  <a:pt x="327476" y="95065"/>
                  <a:pt x="324995" y="99392"/>
                  <a:pt x="321787" y="102990"/>
                </a:cubicBezTo>
                <a:cubicBezTo>
                  <a:pt x="318580" y="106588"/>
                  <a:pt x="314700" y="109377"/>
                  <a:pt x="310149" y="111356"/>
                </a:cubicBezTo>
                <a:cubicBezTo>
                  <a:pt x="305599" y="113333"/>
                  <a:pt x="300499" y="114322"/>
                  <a:pt x="294852" y="114322"/>
                </a:cubicBezTo>
                <a:cubicBezTo>
                  <a:pt x="289040" y="114322"/>
                  <a:pt x="283844" y="113333"/>
                  <a:pt x="279266" y="111356"/>
                </a:cubicBezTo>
                <a:cubicBezTo>
                  <a:pt x="274688" y="109377"/>
                  <a:pt x="270795" y="106588"/>
                  <a:pt x="267587" y="102990"/>
                </a:cubicBezTo>
                <a:cubicBezTo>
                  <a:pt x="264380" y="99392"/>
                  <a:pt x="261926" y="95065"/>
                  <a:pt x="260226" y="90010"/>
                </a:cubicBezTo>
                <a:cubicBezTo>
                  <a:pt x="258526" y="84956"/>
                  <a:pt x="257677" y="79352"/>
                  <a:pt x="257677" y="73199"/>
                </a:cubicBezTo>
                <a:cubicBezTo>
                  <a:pt x="257677" y="66991"/>
                  <a:pt x="258554" y="61360"/>
                  <a:pt x="260308" y="56305"/>
                </a:cubicBezTo>
                <a:cubicBezTo>
                  <a:pt x="262063" y="51250"/>
                  <a:pt x="264544" y="46910"/>
                  <a:pt x="267752" y="43284"/>
                </a:cubicBezTo>
                <a:cubicBezTo>
                  <a:pt x="270959" y="39659"/>
                  <a:pt x="274852" y="36857"/>
                  <a:pt x="279431" y="34880"/>
                </a:cubicBezTo>
                <a:cubicBezTo>
                  <a:pt x="284009" y="32901"/>
                  <a:pt x="289122" y="31911"/>
                  <a:pt x="294769" y="31911"/>
                </a:cubicBezTo>
                <a:cubicBezTo>
                  <a:pt x="300527" y="31911"/>
                  <a:pt x="305708" y="32901"/>
                  <a:pt x="310314" y="34880"/>
                </a:cubicBezTo>
                <a:cubicBezTo>
                  <a:pt x="314920" y="36857"/>
                  <a:pt x="318813" y="39659"/>
                  <a:pt x="321993" y="43284"/>
                </a:cubicBezTo>
                <a:cubicBezTo>
                  <a:pt x="325173" y="46910"/>
                  <a:pt x="327613" y="51250"/>
                  <a:pt x="329313" y="56305"/>
                </a:cubicBezTo>
                <a:cubicBezTo>
                  <a:pt x="331013" y="61360"/>
                  <a:pt x="331862" y="66991"/>
                  <a:pt x="331862" y="73199"/>
                </a:cubicBezTo>
                <a:close/>
                <a:moveTo>
                  <a:pt x="425589" y="67771"/>
                </a:moveTo>
                <a:lnTo>
                  <a:pt x="400504" y="67771"/>
                </a:lnTo>
                <a:lnTo>
                  <a:pt x="400504" y="55598"/>
                </a:lnTo>
                <a:lnTo>
                  <a:pt x="438995" y="55598"/>
                </a:lnTo>
                <a:lnTo>
                  <a:pt x="438995" y="108886"/>
                </a:lnTo>
                <a:cubicBezTo>
                  <a:pt x="437841" y="109491"/>
                  <a:pt x="436154" y="110109"/>
                  <a:pt x="433931" y="110742"/>
                </a:cubicBezTo>
                <a:cubicBezTo>
                  <a:pt x="431709" y="111372"/>
                  <a:pt x="429171" y="111961"/>
                  <a:pt x="426316" y="112510"/>
                </a:cubicBezTo>
                <a:cubicBezTo>
                  <a:pt x="423463" y="113058"/>
                  <a:pt x="420404" y="113497"/>
                  <a:pt x="417138" y="113826"/>
                </a:cubicBezTo>
                <a:cubicBezTo>
                  <a:pt x="413872" y="114156"/>
                  <a:pt x="410648" y="114322"/>
                  <a:pt x="407466" y="114322"/>
                </a:cubicBezTo>
                <a:cubicBezTo>
                  <a:pt x="398027" y="114322"/>
                  <a:pt x="389698" y="113032"/>
                  <a:pt x="382481" y="110451"/>
                </a:cubicBezTo>
                <a:cubicBezTo>
                  <a:pt x="375264" y="107871"/>
                  <a:pt x="369213" y="104219"/>
                  <a:pt x="364328" y="99497"/>
                </a:cubicBezTo>
                <a:cubicBezTo>
                  <a:pt x="359445" y="94775"/>
                  <a:pt x="355740" y="89036"/>
                  <a:pt x="353215" y="82282"/>
                </a:cubicBezTo>
                <a:cubicBezTo>
                  <a:pt x="350691" y="75527"/>
                  <a:pt x="349429" y="68004"/>
                  <a:pt x="349429" y="59713"/>
                </a:cubicBezTo>
                <a:cubicBezTo>
                  <a:pt x="349429" y="50709"/>
                  <a:pt x="350810" y="42528"/>
                  <a:pt x="353572" y="35170"/>
                </a:cubicBezTo>
                <a:cubicBezTo>
                  <a:pt x="356336" y="27813"/>
                  <a:pt x="360338" y="21526"/>
                  <a:pt x="365580" y="16310"/>
                </a:cubicBezTo>
                <a:cubicBezTo>
                  <a:pt x="370823" y="11093"/>
                  <a:pt x="377159" y="7071"/>
                  <a:pt x="384589" y="4243"/>
                </a:cubicBezTo>
                <a:cubicBezTo>
                  <a:pt x="392019" y="1414"/>
                  <a:pt x="400202" y="0"/>
                  <a:pt x="409139" y="0"/>
                </a:cubicBezTo>
                <a:cubicBezTo>
                  <a:pt x="411552" y="0"/>
                  <a:pt x="413964" y="96"/>
                  <a:pt x="416377" y="288"/>
                </a:cubicBezTo>
                <a:cubicBezTo>
                  <a:pt x="418790" y="480"/>
                  <a:pt x="421092" y="754"/>
                  <a:pt x="423286" y="1110"/>
                </a:cubicBezTo>
                <a:cubicBezTo>
                  <a:pt x="425479" y="1467"/>
                  <a:pt x="427508" y="1892"/>
                  <a:pt x="429372" y="2385"/>
                </a:cubicBezTo>
                <a:cubicBezTo>
                  <a:pt x="431236" y="2879"/>
                  <a:pt x="432799" y="3399"/>
                  <a:pt x="434060" y="3948"/>
                </a:cubicBezTo>
                <a:lnTo>
                  <a:pt x="434060" y="15791"/>
                </a:lnTo>
                <a:cubicBezTo>
                  <a:pt x="430770" y="14719"/>
                  <a:pt x="426987" y="13820"/>
                  <a:pt x="422710" y="13095"/>
                </a:cubicBezTo>
                <a:cubicBezTo>
                  <a:pt x="418433" y="12370"/>
                  <a:pt x="414156" y="12008"/>
                  <a:pt x="409880" y="12008"/>
                </a:cubicBezTo>
                <a:cubicBezTo>
                  <a:pt x="403629" y="12008"/>
                  <a:pt x="397666" y="12954"/>
                  <a:pt x="391991" y="14845"/>
                </a:cubicBezTo>
                <a:cubicBezTo>
                  <a:pt x="386316" y="16737"/>
                  <a:pt x="381313" y="19602"/>
                  <a:pt x="376981" y="23440"/>
                </a:cubicBezTo>
                <a:cubicBezTo>
                  <a:pt x="372650" y="27278"/>
                  <a:pt x="369195" y="32090"/>
                  <a:pt x="366618" y="37874"/>
                </a:cubicBezTo>
                <a:cubicBezTo>
                  <a:pt x="364041" y="43659"/>
                  <a:pt x="362753" y="50444"/>
                  <a:pt x="362753" y="58230"/>
                </a:cubicBezTo>
                <a:cubicBezTo>
                  <a:pt x="362753" y="65852"/>
                  <a:pt x="363824" y="72431"/>
                  <a:pt x="365965" y="77969"/>
                </a:cubicBezTo>
                <a:cubicBezTo>
                  <a:pt x="368107" y="83507"/>
                  <a:pt x="371139" y="88085"/>
                  <a:pt x="375061" y="91704"/>
                </a:cubicBezTo>
                <a:cubicBezTo>
                  <a:pt x="378983" y="95323"/>
                  <a:pt x="383740" y="97996"/>
                  <a:pt x="389331" y="99723"/>
                </a:cubicBezTo>
                <a:cubicBezTo>
                  <a:pt x="394922" y="101450"/>
                  <a:pt x="401138" y="102314"/>
                  <a:pt x="407980" y="102314"/>
                </a:cubicBezTo>
                <a:cubicBezTo>
                  <a:pt x="411152" y="102314"/>
                  <a:pt x="414281" y="102150"/>
                  <a:pt x="417369" y="101823"/>
                </a:cubicBezTo>
                <a:cubicBezTo>
                  <a:pt x="420457" y="101494"/>
                  <a:pt x="423197" y="101029"/>
                  <a:pt x="425589" y="100427"/>
                </a:cubicBezTo>
                <a:lnTo>
                  <a:pt x="425589" y="67771"/>
                </a:lnTo>
                <a:close/>
                <a:moveTo>
                  <a:pt x="493350" y="42932"/>
                </a:moveTo>
                <a:cubicBezTo>
                  <a:pt x="490406" y="42932"/>
                  <a:pt x="487672" y="43508"/>
                  <a:pt x="485146" y="44660"/>
                </a:cubicBezTo>
                <a:cubicBezTo>
                  <a:pt x="482621" y="45811"/>
                  <a:pt x="480414" y="47374"/>
                  <a:pt x="478525" y="49348"/>
                </a:cubicBezTo>
                <a:cubicBezTo>
                  <a:pt x="476639" y="51321"/>
                  <a:pt x="475112" y="53638"/>
                  <a:pt x="473945" y="56297"/>
                </a:cubicBezTo>
                <a:cubicBezTo>
                  <a:pt x="472780" y="58957"/>
                  <a:pt x="472059" y="61794"/>
                  <a:pt x="471781" y="64810"/>
                </a:cubicBezTo>
                <a:lnTo>
                  <a:pt x="511753" y="64810"/>
                </a:lnTo>
                <a:cubicBezTo>
                  <a:pt x="511753" y="61739"/>
                  <a:pt x="511350" y="58874"/>
                  <a:pt x="510545" y="56215"/>
                </a:cubicBezTo>
                <a:cubicBezTo>
                  <a:pt x="509739" y="53556"/>
                  <a:pt x="508560" y="51239"/>
                  <a:pt x="507006" y="49265"/>
                </a:cubicBezTo>
                <a:cubicBezTo>
                  <a:pt x="505451" y="47291"/>
                  <a:pt x="503536" y="45742"/>
                  <a:pt x="501259" y="44618"/>
                </a:cubicBezTo>
                <a:cubicBezTo>
                  <a:pt x="498983" y="43494"/>
                  <a:pt x="496347" y="42932"/>
                  <a:pt x="493350" y="42932"/>
                </a:cubicBezTo>
                <a:moveTo>
                  <a:pt x="500074" y="103136"/>
                </a:moveTo>
                <a:cubicBezTo>
                  <a:pt x="504296" y="103136"/>
                  <a:pt x="508148" y="102794"/>
                  <a:pt x="511629" y="102108"/>
                </a:cubicBezTo>
                <a:cubicBezTo>
                  <a:pt x="515111" y="101423"/>
                  <a:pt x="518579" y="100450"/>
                  <a:pt x="522033" y="99189"/>
                </a:cubicBezTo>
                <a:lnTo>
                  <a:pt x="522033" y="109857"/>
                </a:lnTo>
                <a:cubicBezTo>
                  <a:pt x="519237" y="111235"/>
                  <a:pt x="515783" y="112323"/>
                  <a:pt x="511670" y="113122"/>
                </a:cubicBezTo>
                <a:cubicBezTo>
                  <a:pt x="507558" y="113922"/>
                  <a:pt x="503144" y="114322"/>
                  <a:pt x="498429" y="114322"/>
                </a:cubicBezTo>
                <a:cubicBezTo>
                  <a:pt x="492836" y="114322"/>
                  <a:pt x="487586" y="113608"/>
                  <a:pt x="482679" y="112181"/>
                </a:cubicBezTo>
                <a:cubicBezTo>
                  <a:pt x="477771" y="110752"/>
                  <a:pt x="473524" y="108444"/>
                  <a:pt x="469936" y="105257"/>
                </a:cubicBezTo>
                <a:cubicBezTo>
                  <a:pt x="466348" y="102070"/>
                  <a:pt x="463538" y="97908"/>
                  <a:pt x="461506" y="92771"/>
                </a:cubicBezTo>
                <a:cubicBezTo>
                  <a:pt x="459473" y="87634"/>
                  <a:pt x="458457" y="81440"/>
                  <a:pt x="458457" y="74188"/>
                </a:cubicBezTo>
                <a:cubicBezTo>
                  <a:pt x="458457" y="67047"/>
                  <a:pt x="459442" y="60853"/>
                  <a:pt x="461411" y="55606"/>
                </a:cubicBezTo>
                <a:cubicBezTo>
                  <a:pt x="463379" y="50358"/>
                  <a:pt x="466004" y="45975"/>
                  <a:pt x="469286" y="42459"/>
                </a:cubicBezTo>
                <a:cubicBezTo>
                  <a:pt x="472569" y="38943"/>
                  <a:pt x="476343" y="36306"/>
                  <a:pt x="480610" y="34548"/>
                </a:cubicBezTo>
                <a:cubicBezTo>
                  <a:pt x="484876" y="32790"/>
                  <a:pt x="489334" y="31911"/>
                  <a:pt x="493982" y="31911"/>
                </a:cubicBezTo>
                <a:cubicBezTo>
                  <a:pt x="498359" y="31911"/>
                  <a:pt x="502447" y="32640"/>
                  <a:pt x="506247" y="34099"/>
                </a:cubicBezTo>
                <a:cubicBezTo>
                  <a:pt x="510050" y="35557"/>
                  <a:pt x="513345" y="37855"/>
                  <a:pt x="516135" y="40992"/>
                </a:cubicBezTo>
                <a:cubicBezTo>
                  <a:pt x="518924" y="44129"/>
                  <a:pt x="521125" y="48175"/>
                  <a:pt x="522738" y="53128"/>
                </a:cubicBezTo>
                <a:cubicBezTo>
                  <a:pt x="524352" y="58082"/>
                  <a:pt x="525159" y="64026"/>
                  <a:pt x="525159" y="70960"/>
                </a:cubicBezTo>
                <a:cubicBezTo>
                  <a:pt x="525159" y="71620"/>
                  <a:pt x="525159" y="72184"/>
                  <a:pt x="525159" y="72651"/>
                </a:cubicBezTo>
                <a:cubicBezTo>
                  <a:pt x="525159" y="73119"/>
                  <a:pt x="525131" y="74179"/>
                  <a:pt x="525077" y="75831"/>
                </a:cubicBezTo>
                <a:lnTo>
                  <a:pt x="471123" y="75831"/>
                </a:lnTo>
                <a:cubicBezTo>
                  <a:pt x="471123" y="80805"/>
                  <a:pt x="471877" y="85028"/>
                  <a:pt x="473385" y="88499"/>
                </a:cubicBezTo>
                <a:cubicBezTo>
                  <a:pt x="474893" y="91971"/>
                  <a:pt x="476949" y="94786"/>
                  <a:pt x="479553" y="96945"/>
                </a:cubicBezTo>
                <a:cubicBezTo>
                  <a:pt x="482158" y="99104"/>
                  <a:pt x="485215" y="100676"/>
                  <a:pt x="488724" y="101661"/>
                </a:cubicBezTo>
                <a:cubicBezTo>
                  <a:pt x="492233" y="102645"/>
                  <a:pt x="496016" y="103136"/>
                  <a:pt x="500074" y="103136"/>
                </a:cubicBezTo>
                <a:close/>
                <a:moveTo>
                  <a:pt x="558276" y="44906"/>
                </a:moveTo>
                <a:lnTo>
                  <a:pt x="558523" y="44906"/>
                </a:lnTo>
                <a:cubicBezTo>
                  <a:pt x="559948" y="43085"/>
                  <a:pt x="561525" y="41389"/>
                  <a:pt x="563252" y="39817"/>
                </a:cubicBezTo>
                <a:cubicBezTo>
                  <a:pt x="564979" y="38244"/>
                  <a:pt x="566912" y="36865"/>
                  <a:pt x="569050" y="35679"/>
                </a:cubicBezTo>
                <a:cubicBezTo>
                  <a:pt x="571189" y="34492"/>
                  <a:pt x="573533" y="33567"/>
                  <a:pt x="576082" y="32906"/>
                </a:cubicBezTo>
                <a:cubicBezTo>
                  <a:pt x="578632" y="32243"/>
                  <a:pt x="581414" y="31911"/>
                  <a:pt x="584430" y="31911"/>
                </a:cubicBezTo>
                <a:cubicBezTo>
                  <a:pt x="587994" y="31911"/>
                  <a:pt x="591339" y="32406"/>
                  <a:pt x="594464" y="33394"/>
                </a:cubicBezTo>
                <a:cubicBezTo>
                  <a:pt x="597589" y="34381"/>
                  <a:pt x="600304" y="35973"/>
                  <a:pt x="602606" y="38170"/>
                </a:cubicBezTo>
                <a:cubicBezTo>
                  <a:pt x="604909" y="40365"/>
                  <a:pt x="606732" y="43232"/>
                  <a:pt x="608076" y="46772"/>
                </a:cubicBezTo>
                <a:cubicBezTo>
                  <a:pt x="609419" y="50312"/>
                  <a:pt x="610091" y="54662"/>
                  <a:pt x="610091" y="59821"/>
                </a:cubicBezTo>
                <a:lnTo>
                  <a:pt x="610091" y="112183"/>
                </a:lnTo>
                <a:lnTo>
                  <a:pt x="597343" y="112183"/>
                </a:lnTo>
                <a:lnTo>
                  <a:pt x="597343" y="61931"/>
                </a:lnTo>
                <a:cubicBezTo>
                  <a:pt x="597343" y="55187"/>
                  <a:pt x="596041" y="50334"/>
                  <a:pt x="593436" y="47374"/>
                </a:cubicBezTo>
                <a:cubicBezTo>
                  <a:pt x="590832" y="44413"/>
                  <a:pt x="587035" y="42932"/>
                  <a:pt x="582045" y="42932"/>
                </a:cubicBezTo>
                <a:cubicBezTo>
                  <a:pt x="577659" y="42932"/>
                  <a:pt x="573409" y="44152"/>
                  <a:pt x="569297" y="46592"/>
                </a:cubicBezTo>
                <a:cubicBezTo>
                  <a:pt x="565185" y="49032"/>
                  <a:pt x="561648" y="52391"/>
                  <a:pt x="558687" y="56667"/>
                </a:cubicBezTo>
                <a:lnTo>
                  <a:pt x="558687" y="112183"/>
                </a:lnTo>
                <a:lnTo>
                  <a:pt x="545939" y="112183"/>
                </a:lnTo>
                <a:lnTo>
                  <a:pt x="545939" y="34050"/>
                </a:lnTo>
                <a:lnTo>
                  <a:pt x="555809" y="34050"/>
                </a:lnTo>
                <a:lnTo>
                  <a:pt x="558276" y="44906"/>
                </a:lnTo>
                <a:close/>
              </a:path>
            </a:pathLst>
          </a:custGeom>
          <a:solidFill xmlns:a="http://schemas.openxmlformats.org/drawingml/2006/main">
            <a:srgbClr val="767171"/>
          </a:solidFill>
          <a:ln xmlns:a="http://schemas.openxmlformats.org/drawingml/2006/main" w="0" cap="flat">
            <a:noFill/>
            <a:miter/>
          </a:ln>
        </p:spPr>
      </p:sp>
      <p:pic>
        <p:nvPicPr>
          <p:cNvPr id="3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55387469de94a3f"/>
          <a:stretch xmlns:a="http://schemas.openxmlformats.org/drawingml/2006/main"/>
        </p:blipFill>
        <p:spPr>
          <a:xfrm xmlns:a="http://schemas.openxmlformats.org/drawingml/2006/main">
            <a:off x="4699079" y="2416100"/>
            <a:ext cx="534472" cy="522324"/>
          </a:xfrm>
          <a:prstGeom xmlns:a="http://schemas.openxmlformats.org/drawingml/2006/main" prst="rect">
            <a:avLst/>
          </a:prstGeom>
        </p:spPr>
      </p:pic>
      <p:sp>
        <p:nvSpPr>
          <p:cNvPr id="79" name="Text MetaGPT">
            <a:extLst xmlns:a="http://schemas.openxmlformats.org/drawingml/2006/main">
              <a:ext uri="{FF2B5EF4-FFF2-40B4-BE49-F238E27FC236}">
                <a16:creationId xmlns:a16="http://schemas.microsoft.com/office/drawing/2014/main" id="{4D3BA7BB-EA86-4937-AC17-850A1AE6D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8151" y="2964009"/>
            <a:ext cx="644770" cy="114047"/>
          </a:xfrm>
          <a:custGeom xmlns:a="http://schemas.openxmlformats.org/drawingml/2006/main">
            <a:pathLst>
              <a:path w="644770" h="114047">
                <a:moveTo>
                  <a:pt x="58172" y="111914"/>
                </a:moveTo>
                <a:lnTo>
                  <a:pt x="52019" y="111914"/>
                </a:lnTo>
                <a:lnTo>
                  <a:pt x="24368" y="46357"/>
                </a:lnTo>
                <a:cubicBezTo>
                  <a:pt x="20539" y="37332"/>
                  <a:pt x="16710" y="27513"/>
                  <a:pt x="12882" y="16902"/>
                </a:cubicBezTo>
                <a:lnTo>
                  <a:pt x="12225" y="16902"/>
                </a:lnTo>
                <a:cubicBezTo>
                  <a:pt x="12991" y="32163"/>
                  <a:pt x="13374" y="46138"/>
                  <a:pt x="13374" y="58829"/>
                </a:cubicBezTo>
                <a:lnTo>
                  <a:pt x="13374" y="111914"/>
                </a:lnTo>
                <a:lnTo>
                  <a:pt x="0" y="111914"/>
                </a:lnTo>
                <a:lnTo>
                  <a:pt x="0" y="2133"/>
                </a:lnTo>
                <a:lnTo>
                  <a:pt x="19281" y="2133"/>
                </a:lnTo>
                <a:lnTo>
                  <a:pt x="45127" y="64244"/>
                </a:lnTo>
                <a:cubicBezTo>
                  <a:pt x="48080" y="71355"/>
                  <a:pt x="51335" y="79915"/>
                  <a:pt x="54890" y="89925"/>
                </a:cubicBezTo>
                <a:lnTo>
                  <a:pt x="55300" y="89925"/>
                </a:lnTo>
                <a:cubicBezTo>
                  <a:pt x="59239" y="78821"/>
                  <a:pt x="62493" y="70261"/>
                  <a:pt x="65064" y="64244"/>
                </a:cubicBezTo>
                <a:lnTo>
                  <a:pt x="90909" y="2133"/>
                </a:lnTo>
                <a:lnTo>
                  <a:pt x="110191" y="2133"/>
                </a:lnTo>
                <a:lnTo>
                  <a:pt x="110191" y="111914"/>
                </a:lnTo>
                <a:lnTo>
                  <a:pt x="96817" y="111914"/>
                </a:lnTo>
                <a:lnTo>
                  <a:pt x="96817" y="58829"/>
                </a:lnTo>
                <a:cubicBezTo>
                  <a:pt x="96817" y="46412"/>
                  <a:pt x="97200" y="32436"/>
                  <a:pt x="97966" y="16902"/>
                </a:cubicBezTo>
                <a:lnTo>
                  <a:pt x="97309" y="16902"/>
                </a:lnTo>
                <a:cubicBezTo>
                  <a:pt x="93261" y="28115"/>
                  <a:pt x="89433" y="37934"/>
                  <a:pt x="85822" y="46357"/>
                </a:cubicBezTo>
                <a:lnTo>
                  <a:pt x="58172" y="111914"/>
                </a:lnTo>
                <a:close/>
                <a:moveTo>
                  <a:pt x="166862" y="42829"/>
                </a:moveTo>
                <a:cubicBezTo>
                  <a:pt x="163925" y="42829"/>
                  <a:pt x="161197" y="43403"/>
                  <a:pt x="158677" y="44552"/>
                </a:cubicBezTo>
                <a:cubicBezTo>
                  <a:pt x="156158" y="45701"/>
                  <a:pt x="153956" y="47260"/>
                  <a:pt x="152073" y="49229"/>
                </a:cubicBezTo>
                <a:cubicBezTo>
                  <a:pt x="150191" y="51198"/>
                  <a:pt x="148668" y="53509"/>
                  <a:pt x="147504" y="56162"/>
                </a:cubicBezTo>
                <a:cubicBezTo>
                  <a:pt x="146341" y="58815"/>
                  <a:pt x="145622" y="61646"/>
                  <a:pt x="145345" y="64654"/>
                </a:cubicBezTo>
                <a:lnTo>
                  <a:pt x="185220" y="64654"/>
                </a:lnTo>
                <a:cubicBezTo>
                  <a:pt x="185220" y="61591"/>
                  <a:pt x="184818" y="58733"/>
                  <a:pt x="184015" y="56080"/>
                </a:cubicBezTo>
                <a:cubicBezTo>
                  <a:pt x="183212" y="53427"/>
                  <a:pt x="182035" y="51116"/>
                  <a:pt x="180484" y="49147"/>
                </a:cubicBezTo>
                <a:cubicBezTo>
                  <a:pt x="178934" y="47178"/>
                  <a:pt x="177023" y="45632"/>
                  <a:pt x="174751" y="44511"/>
                </a:cubicBezTo>
                <a:cubicBezTo>
                  <a:pt x="172481" y="43390"/>
                  <a:pt x="169851" y="42829"/>
                  <a:pt x="166862" y="42829"/>
                </a:cubicBezTo>
                <a:moveTo>
                  <a:pt x="173569" y="102888"/>
                </a:moveTo>
                <a:cubicBezTo>
                  <a:pt x="177781" y="102888"/>
                  <a:pt x="181624" y="102547"/>
                  <a:pt x="185097" y="101863"/>
                </a:cubicBezTo>
                <a:cubicBezTo>
                  <a:pt x="188570" y="101179"/>
                  <a:pt x="192030" y="100208"/>
                  <a:pt x="195476" y="98950"/>
                </a:cubicBezTo>
                <a:lnTo>
                  <a:pt x="195476" y="109593"/>
                </a:lnTo>
                <a:cubicBezTo>
                  <a:pt x="192686" y="110968"/>
                  <a:pt x="189240" y="112053"/>
                  <a:pt x="185138" y="112850"/>
                </a:cubicBezTo>
                <a:cubicBezTo>
                  <a:pt x="181036" y="113648"/>
                  <a:pt x="176632" y="114047"/>
                  <a:pt x="171928" y="114047"/>
                </a:cubicBezTo>
                <a:cubicBezTo>
                  <a:pt x="166349" y="114047"/>
                  <a:pt x="161112" y="113335"/>
                  <a:pt x="156216" y="111911"/>
                </a:cubicBezTo>
                <a:cubicBezTo>
                  <a:pt x="151320" y="110486"/>
                  <a:pt x="147083" y="108183"/>
                  <a:pt x="143504" y="105004"/>
                </a:cubicBezTo>
                <a:cubicBezTo>
                  <a:pt x="139924" y="101824"/>
                  <a:pt x="137121" y="97672"/>
                  <a:pt x="135094" y="92548"/>
                </a:cubicBezTo>
                <a:cubicBezTo>
                  <a:pt x="133066" y="87423"/>
                  <a:pt x="132053" y="81244"/>
                  <a:pt x="132053" y="74010"/>
                </a:cubicBezTo>
                <a:cubicBezTo>
                  <a:pt x="132053" y="66886"/>
                  <a:pt x="133035" y="60706"/>
                  <a:pt x="134999" y="55472"/>
                </a:cubicBezTo>
                <a:cubicBezTo>
                  <a:pt x="136963" y="50237"/>
                  <a:pt x="139582" y="45865"/>
                  <a:pt x="142855" y="42357"/>
                </a:cubicBezTo>
                <a:cubicBezTo>
                  <a:pt x="146130" y="38850"/>
                  <a:pt x="149896" y="36219"/>
                  <a:pt x="154152" y="34465"/>
                </a:cubicBezTo>
                <a:cubicBezTo>
                  <a:pt x="158408" y="32712"/>
                  <a:pt x="162855" y="31835"/>
                  <a:pt x="167493" y="31835"/>
                </a:cubicBezTo>
                <a:cubicBezTo>
                  <a:pt x="171858" y="31835"/>
                  <a:pt x="175937" y="32562"/>
                  <a:pt x="179728" y="34017"/>
                </a:cubicBezTo>
                <a:cubicBezTo>
                  <a:pt x="183521" y="35471"/>
                  <a:pt x="186809" y="37764"/>
                  <a:pt x="189592" y="40893"/>
                </a:cubicBezTo>
                <a:cubicBezTo>
                  <a:pt x="192375" y="44023"/>
                  <a:pt x="194570" y="48059"/>
                  <a:pt x="196179" y="53001"/>
                </a:cubicBezTo>
                <a:cubicBezTo>
                  <a:pt x="197789" y="57942"/>
                  <a:pt x="198594" y="63872"/>
                  <a:pt x="198594" y="70790"/>
                </a:cubicBezTo>
                <a:cubicBezTo>
                  <a:pt x="198594" y="71448"/>
                  <a:pt x="198594" y="72010"/>
                  <a:pt x="198594" y="72477"/>
                </a:cubicBezTo>
                <a:cubicBezTo>
                  <a:pt x="198594" y="72943"/>
                  <a:pt x="198567" y="74001"/>
                  <a:pt x="198512" y="75648"/>
                </a:cubicBezTo>
                <a:lnTo>
                  <a:pt x="144688" y="75648"/>
                </a:lnTo>
                <a:cubicBezTo>
                  <a:pt x="144688" y="80611"/>
                  <a:pt x="145440" y="84823"/>
                  <a:pt x="146945" y="88286"/>
                </a:cubicBezTo>
                <a:cubicBezTo>
                  <a:pt x="148449" y="91750"/>
                  <a:pt x="150500" y="94558"/>
                  <a:pt x="153098" y="96712"/>
                </a:cubicBezTo>
                <a:cubicBezTo>
                  <a:pt x="155696" y="98865"/>
                  <a:pt x="158746" y="100434"/>
                  <a:pt x="162247" y="101417"/>
                </a:cubicBezTo>
                <a:cubicBezTo>
                  <a:pt x="165747" y="102398"/>
                  <a:pt x="169522" y="102888"/>
                  <a:pt x="173569" y="102888"/>
                </a:cubicBezTo>
                <a:close/>
                <a:moveTo>
                  <a:pt x="260095" y="112147"/>
                </a:moveTo>
                <a:cubicBezTo>
                  <a:pt x="259001" y="112586"/>
                  <a:pt x="257332" y="112999"/>
                  <a:pt x="255090" y="113385"/>
                </a:cubicBezTo>
                <a:cubicBezTo>
                  <a:pt x="252847" y="113772"/>
                  <a:pt x="250167" y="113992"/>
                  <a:pt x="247049" y="114047"/>
                </a:cubicBezTo>
                <a:cubicBezTo>
                  <a:pt x="242947" y="114047"/>
                  <a:pt x="239391" y="113541"/>
                  <a:pt x="236383" y="112529"/>
                </a:cubicBezTo>
                <a:cubicBezTo>
                  <a:pt x="233374" y="111517"/>
                  <a:pt x="230872" y="110068"/>
                  <a:pt x="228875" y="108181"/>
                </a:cubicBezTo>
                <a:cubicBezTo>
                  <a:pt x="226879" y="106293"/>
                  <a:pt x="225388" y="104010"/>
                  <a:pt x="224404" y="101330"/>
                </a:cubicBezTo>
                <a:cubicBezTo>
                  <a:pt x="223419" y="98649"/>
                  <a:pt x="222927" y="95668"/>
                  <a:pt x="222927" y="92386"/>
                </a:cubicBezTo>
                <a:lnTo>
                  <a:pt x="222927" y="44962"/>
                </a:lnTo>
                <a:lnTo>
                  <a:pt x="207912" y="44962"/>
                </a:lnTo>
                <a:lnTo>
                  <a:pt x="207912" y="33968"/>
                </a:lnTo>
                <a:lnTo>
                  <a:pt x="222927" y="33968"/>
                </a:lnTo>
                <a:lnTo>
                  <a:pt x="222927" y="12635"/>
                </a:lnTo>
                <a:lnTo>
                  <a:pt x="235644" y="12635"/>
                </a:lnTo>
                <a:lnTo>
                  <a:pt x="235644" y="33968"/>
                </a:lnTo>
                <a:lnTo>
                  <a:pt x="258946" y="33968"/>
                </a:lnTo>
                <a:lnTo>
                  <a:pt x="258946" y="44962"/>
                </a:lnTo>
                <a:lnTo>
                  <a:pt x="235644" y="44962"/>
                </a:lnTo>
                <a:lnTo>
                  <a:pt x="235644" y="90353"/>
                </a:lnTo>
                <a:cubicBezTo>
                  <a:pt x="235644" y="92155"/>
                  <a:pt x="235904" y="93820"/>
                  <a:pt x="236424" y="95350"/>
                </a:cubicBezTo>
                <a:cubicBezTo>
                  <a:pt x="236943" y="96880"/>
                  <a:pt x="237764" y="98205"/>
                  <a:pt x="238885" y="99324"/>
                </a:cubicBezTo>
                <a:cubicBezTo>
                  <a:pt x="240007" y="100444"/>
                  <a:pt x="241442" y="101318"/>
                  <a:pt x="243193" y="101947"/>
                </a:cubicBezTo>
                <a:cubicBezTo>
                  <a:pt x="244943" y="102575"/>
                  <a:pt x="247049" y="102888"/>
                  <a:pt x="249511" y="102888"/>
                </a:cubicBezTo>
                <a:cubicBezTo>
                  <a:pt x="251206" y="102888"/>
                  <a:pt x="252998" y="102752"/>
                  <a:pt x="254885" y="102478"/>
                </a:cubicBezTo>
                <a:cubicBezTo>
                  <a:pt x="256772" y="102205"/>
                  <a:pt x="258508" y="101849"/>
                  <a:pt x="260095" y="101412"/>
                </a:cubicBezTo>
                <a:lnTo>
                  <a:pt x="260095" y="112147"/>
                </a:lnTo>
                <a:close/>
                <a:moveTo>
                  <a:pt x="322931" y="103299"/>
                </a:moveTo>
                <a:lnTo>
                  <a:pt x="322602" y="103299"/>
                </a:lnTo>
                <a:cubicBezTo>
                  <a:pt x="321565" y="104611"/>
                  <a:pt x="320254" y="105911"/>
                  <a:pt x="318669" y="107196"/>
                </a:cubicBezTo>
                <a:cubicBezTo>
                  <a:pt x="317086" y="108481"/>
                  <a:pt x="315257" y="109632"/>
                  <a:pt x="313180" y="110647"/>
                </a:cubicBezTo>
                <a:cubicBezTo>
                  <a:pt x="311105" y="111662"/>
                  <a:pt x="308838" y="112483"/>
                  <a:pt x="306380" y="113109"/>
                </a:cubicBezTo>
                <a:cubicBezTo>
                  <a:pt x="303922" y="113734"/>
                  <a:pt x="301300" y="114047"/>
                  <a:pt x="298514" y="114047"/>
                </a:cubicBezTo>
                <a:cubicBezTo>
                  <a:pt x="294745" y="114047"/>
                  <a:pt x="291289" y="113485"/>
                  <a:pt x="288147" y="112362"/>
                </a:cubicBezTo>
                <a:cubicBezTo>
                  <a:pt x="285007" y="111239"/>
                  <a:pt x="282303" y="109596"/>
                  <a:pt x="280035" y="107432"/>
                </a:cubicBezTo>
                <a:cubicBezTo>
                  <a:pt x="277768" y="105268"/>
                  <a:pt x="276007" y="102624"/>
                  <a:pt x="274750" y="99501"/>
                </a:cubicBezTo>
                <a:cubicBezTo>
                  <a:pt x="273494" y="96378"/>
                  <a:pt x="272866" y="92844"/>
                  <a:pt x="272866" y="88899"/>
                </a:cubicBezTo>
                <a:cubicBezTo>
                  <a:pt x="272866" y="85009"/>
                  <a:pt x="273562" y="81529"/>
                  <a:pt x="274953" y="78461"/>
                </a:cubicBezTo>
                <a:cubicBezTo>
                  <a:pt x="276346" y="75393"/>
                  <a:pt x="278298" y="72790"/>
                  <a:pt x="280809" y="70654"/>
                </a:cubicBezTo>
                <a:cubicBezTo>
                  <a:pt x="283322" y="68517"/>
                  <a:pt x="286340" y="66874"/>
                  <a:pt x="289863" y="65723"/>
                </a:cubicBezTo>
                <a:cubicBezTo>
                  <a:pt x="293386" y="64573"/>
                  <a:pt x="297276" y="63998"/>
                  <a:pt x="301534" y="63998"/>
                </a:cubicBezTo>
                <a:cubicBezTo>
                  <a:pt x="305575" y="64052"/>
                  <a:pt x="309316" y="64408"/>
                  <a:pt x="312757" y="65064"/>
                </a:cubicBezTo>
                <a:cubicBezTo>
                  <a:pt x="316198" y="65721"/>
                  <a:pt x="319256" y="66541"/>
                  <a:pt x="321931" y="67526"/>
                </a:cubicBezTo>
                <a:lnTo>
                  <a:pt x="322259" y="67526"/>
                </a:lnTo>
                <a:lnTo>
                  <a:pt x="322259" y="62110"/>
                </a:lnTo>
                <a:cubicBezTo>
                  <a:pt x="322259" y="59977"/>
                  <a:pt x="322122" y="58090"/>
                  <a:pt x="321849" y="56449"/>
                </a:cubicBezTo>
                <a:cubicBezTo>
                  <a:pt x="321575" y="54808"/>
                  <a:pt x="321110" y="53359"/>
                  <a:pt x="320454" y="52101"/>
                </a:cubicBezTo>
                <a:cubicBezTo>
                  <a:pt x="319032" y="49475"/>
                  <a:pt x="316762" y="47301"/>
                  <a:pt x="313644" y="45578"/>
                </a:cubicBezTo>
                <a:cubicBezTo>
                  <a:pt x="310526" y="43855"/>
                  <a:pt x="306314" y="42993"/>
                  <a:pt x="301008" y="42993"/>
                </a:cubicBezTo>
                <a:cubicBezTo>
                  <a:pt x="297070" y="42993"/>
                  <a:pt x="293364" y="43356"/>
                  <a:pt x="289891" y="44080"/>
                </a:cubicBezTo>
                <a:cubicBezTo>
                  <a:pt x="286417" y="44803"/>
                  <a:pt x="282958" y="45809"/>
                  <a:pt x="279512" y="47096"/>
                </a:cubicBezTo>
                <a:lnTo>
                  <a:pt x="279512" y="36429"/>
                </a:lnTo>
                <a:cubicBezTo>
                  <a:pt x="280825" y="35773"/>
                  <a:pt x="282370" y="35158"/>
                  <a:pt x="284147" y="34583"/>
                </a:cubicBezTo>
                <a:cubicBezTo>
                  <a:pt x="285925" y="34009"/>
                  <a:pt x="287799" y="33517"/>
                  <a:pt x="289768" y="33106"/>
                </a:cubicBezTo>
                <a:cubicBezTo>
                  <a:pt x="291737" y="32696"/>
                  <a:pt x="293816" y="32382"/>
                  <a:pt x="296003" y="32163"/>
                </a:cubicBezTo>
                <a:cubicBezTo>
                  <a:pt x="298191" y="31944"/>
                  <a:pt x="300379" y="31835"/>
                  <a:pt x="302567" y="31835"/>
                </a:cubicBezTo>
                <a:cubicBezTo>
                  <a:pt x="310444" y="31835"/>
                  <a:pt x="316885" y="33231"/>
                  <a:pt x="321890" y="36024"/>
                </a:cubicBezTo>
                <a:cubicBezTo>
                  <a:pt x="326895" y="38816"/>
                  <a:pt x="330491" y="42511"/>
                  <a:pt x="332679" y="47111"/>
                </a:cubicBezTo>
                <a:cubicBezTo>
                  <a:pt x="333499" y="48863"/>
                  <a:pt x="334087" y="50794"/>
                  <a:pt x="334443" y="52903"/>
                </a:cubicBezTo>
                <a:cubicBezTo>
                  <a:pt x="334799" y="55011"/>
                  <a:pt x="334976" y="57323"/>
                  <a:pt x="334976" y="59841"/>
                </a:cubicBezTo>
                <a:lnTo>
                  <a:pt x="334976" y="111914"/>
                </a:lnTo>
                <a:lnTo>
                  <a:pt x="324323" y="111914"/>
                </a:lnTo>
                <a:lnTo>
                  <a:pt x="322931" y="103299"/>
                </a:lnTo>
                <a:moveTo>
                  <a:pt x="322259" y="77707"/>
                </a:moveTo>
                <a:cubicBezTo>
                  <a:pt x="319922" y="77049"/>
                  <a:pt x="317151" y="76418"/>
                  <a:pt x="313946" y="75815"/>
                </a:cubicBezTo>
                <a:cubicBezTo>
                  <a:pt x="310741" y="75212"/>
                  <a:pt x="307210" y="74883"/>
                  <a:pt x="303352" y="74828"/>
                </a:cubicBezTo>
                <a:cubicBezTo>
                  <a:pt x="297974" y="74828"/>
                  <a:pt x="293764" y="75980"/>
                  <a:pt x="290722" y="78284"/>
                </a:cubicBezTo>
                <a:cubicBezTo>
                  <a:pt x="287679" y="80588"/>
                  <a:pt x="286158" y="84127"/>
                  <a:pt x="286158" y="88899"/>
                </a:cubicBezTo>
                <a:cubicBezTo>
                  <a:pt x="286158" y="91313"/>
                  <a:pt x="286538" y="93425"/>
                  <a:pt x="287299" y="95235"/>
                </a:cubicBezTo>
                <a:cubicBezTo>
                  <a:pt x="288059" y="97045"/>
                  <a:pt x="289105" y="98540"/>
                  <a:pt x="290434" y="99719"/>
                </a:cubicBezTo>
                <a:cubicBezTo>
                  <a:pt x="291766" y="100899"/>
                  <a:pt x="293342" y="101776"/>
                  <a:pt x="295162" y="102353"/>
                </a:cubicBezTo>
                <a:cubicBezTo>
                  <a:pt x="296983" y="102929"/>
                  <a:pt x="298926" y="103217"/>
                  <a:pt x="300990" y="103217"/>
                </a:cubicBezTo>
                <a:cubicBezTo>
                  <a:pt x="303707" y="103217"/>
                  <a:pt x="306232" y="102819"/>
                  <a:pt x="308567" y="102024"/>
                </a:cubicBezTo>
                <a:cubicBezTo>
                  <a:pt x="310904" y="101228"/>
                  <a:pt x="312982" y="100282"/>
                  <a:pt x="314803" y="99186"/>
                </a:cubicBezTo>
                <a:cubicBezTo>
                  <a:pt x="316623" y="98089"/>
                  <a:pt x="318171" y="96991"/>
                  <a:pt x="319446" y="95894"/>
                </a:cubicBezTo>
                <a:cubicBezTo>
                  <a:pt x="320723" y="94796"/>
                  <a:pt x="321661" y="93946"/>
                  <a:pt x="322259" y="93343"/>
                </a:cubicBezTo>
                <a:lnTo>
                  <a:pt x="322259" y="77707"/>
                </a:lnTo>
                <a:close/>
                <a:moveTo>
                  <a:pt x="433989" y="67608"/>
                </a:moveTo>
                <a:lnTo>
                  <a:pt x="408964" y="67608"/>
                </a:lnTo>
                <a:lnTo>
                  <a:pt x="408964" y="55465"/>
                </a:lnTo>
                <a:lnTo>
                  <a:pt x="447363" y="55465"/>
                </a:lnTo>
                <a:lnTo>
                  <a:pt x="447363" y="108624"/>
                </a:lnTo>
                <a:cubicBezTo>
                  <a:pt x="446213" y="109227"/>
                  <a:pt x="444529" y="109845"/>
                  <a:pt x="442312" y="110475"/>
                </a:cubicBezTo>
                <a:cubicBezTo>
                  <a:pt x="440095" y="111104"/>
                  <a:pt x="437563" y="111692"/>
                  <a:pt x="434715" y="112239"/>
                </a:cubicBezTo>
                <a:cubicBezTo>
                  <a:pt x="431869" y="112786"/>
                  <a:pt x="428817" y="113224"/>
                  <a:pt x="425559" y="113552"/>
                </a:cubicBezTo>
                <a:cubicBezTo>
                  <a:pt x="422301" y="113882"/>
                  <a:pt x="419085" y="114047"/>
                  <a:pt x="415910" y="114047"/>
                </a:cubicBezTo>
                <a:cubicBezTo>
                  <a:pt x="406494" y="114047"/>
                  <a:pt x="398185" y="112760"/>
                  <a:pt x="390986" y="110186"/>
                </a:cubicBezTo>
                <a:cubicBezTo>
                  <a:pt x="383786" y="107611"/>
                  <a:pt x="377749" y="103969"/>
                  <a:pt x="372876" y="99258"/>
                </a:cubicBezTo>
                <a:cubicBezTo>
                  <a:pt x="368004" y="94547"/>
                  <a:pt x="364309" y="88822"/>
                  <a:pt x="361789" y="82084"/>
                </a:cubicBezTo>
                <a:cubicBezTo>
                  <a:pt x="359271" y="75346"/>
                  <a:pt x="358013" y="67841"/>
                  <a:pt x="358013" y="59570"/>
                </a:cubicBezTo>
                <a:cubicBezTo>
                  <a:pt x="358013" y="50587"/>
                  <a:pt x="359390" y="42426"/>
                  <a:pt x="362146" y="35086"/>
                </a:cubicBezTo>
                <a:cubicBezTo>
                  <a:pt x="364903" y="27746"/>
                  <a:pt x="368896" y="21474"/>
                  <a:pt x="374125" y="16271"/>
                </a:cubicBezTo>
                <a:cubicBezTo>
                  <a:pt x="379355" y="11066"/>
                  <a:pt x="385676" y="7054"/>
                  <a:pt x="393088" y="4233"/>
                </a:cubicBezTo>
                <a:cubicBezTo>
                  <a:pt x="400500" y="1411"/>
                  <a:pt x="408664" y="0"/>
                  <a:pt x="417580" y="0"/>
                </a:cubicBezTo>
                <a:cubicBezTo>
                  <a:pt x="419986" y="0"/>
                  <a:pt x="422393" y="96"/>
                  <a:pt x="424800" y="287"/>
                </a:cubicBezTo>
                <a:cubicBezTo>
                  <a:pt x="427207" y="479"/>
                  <a:pt x="429504" y="752"/>
                  <a:pt x="431692" y="1108"/>
                </a:cubicBezTo>
                <a:cubicBezTo>
                  <a:pt x="433880" y="1463"/>
                  <a:pt x="435904" y="1887"/>
                  <a:pt x="437763" y="2379"/>
                </a:cubicBezTo>
                <a:cubicBezTo>
                  <a:pt x="439623" y="2872"/>
                  <a:pt x="441182" y="3391"/>
                  <a:pt x="442440" y="3938"/>
                </a:cubicBezTo>
                <a:lnTo>
                  <a:pt x="442440" y="15753"/>
                </a:lnTo>
                <a:cubicBezTo>
                  <a:pt x="439158" y="14683"/>
                  <a:pt x="435384" y="13787"/>
                  <a:pt x="431117" y="13064"/>
                </a:cubicBezTo>
                <a:cubicBezTo>
                  <a:pt x="426851" y="12341"/>
                  <a:pt x="422584" y="11979"/>
                  <a:pt x="418318" y="11979"/>
                </a:cubicBezTo>
                <a:cubicBezTo>
                  <a:pt x="412082" y="11979"/>
                  <a:pt x="406134" y="12923"/>
                  <a:pt x="400473" y="14810"/>
                </a:cubicBezTo>
                <a:cubicBezTo>
                  <a:pt x="394811" y="16697"/>
                  <a:pt x="389820" y="19555"/>
                  <a:pt x="385499" y="23384"/>
                </a:cubicBezTo>
                <a:cubicBezTo>
                  <a:pt x="381178" y="27213"/>
                  <a:pt x="377731" y="32012"/>
                  <a:pt x="375161" y="37783"/>
                </a:cubicBezTo>
                <a:cubicBezTo>
                  <a:pt x="372590" y="43554"/>
                  <a:pt x="371304" y="50323"/>
                  <a:pt x="371304" y="58090"/>
                </a:cubicBezTo>
                <a:cubicBezTo>
                  <a:pt x="371304" y="65693"/>
                  <a:pt x="372373" y="72257"/>
                  <a:pt x="374509" y="77782"/>
                </a:cubicBezTo>
                <a:cubicBezTo>
                  <a:pt x="376646" y="83306"/>
                  <a:pt x="379671" y="87874"/>
                  <a:pt x="383583" y="91484"/>
                </a:cubicBezTo>
                <a:cubicBezTo>
                  <a:pt x="387496" y="95094"/>
                  <a:pt x="392241" y="97760"/>
                  <a:pt x="397819" y="99483"/>
                </a:cubicBezTo>
                <a:cubicBezTo>
                  <a:pt x="403396" y="101206"/>
                  <a:pt x="409598" y="102068"/>
                  <a:pt x="416423" y="102068"/>
                </a:cubicBezTo>
                <a:cubicBezTo>
                  <a:pt x="419587" y="102068"/>
                  <a:pt x="422709" y="101905"/>
                  <a:pt x="425789" y="101578"/>
                </a:cubicBezTo>
                <a:cubicBezTo>
                  <a:pt x="428870" y="101250"/>
                  <a:pt x="431603" y="100786"/>
                  <a:pt x="433989" y="100186"/>
                </a:cubicBezTo>
                <a:lnTo>
                  <a:pt x="433989" y="67608"/>
                </a:lnTo>
                <a:close/>
                <a:moveTo>
                  <a:pt x="486896" y="111914"/>
                </a:moveTo>
                <a:lnTo>
                  <a:pt x="473522" y="111914"/>
                </a:lnTo>
                <a:lnTo>
                  <a:pt x="473522" y="2133"/>
                </a:lnTo>
                <a:lnTo>
                  <a:pt x="504028" y="2133"/>
                </a:lnTo>
                <a:cubicBezTo>
                  <a:pt x="508579" y="2133"/>
                  <a:pt x="512786" y="2407"/>
                  <a:pt x="516651" y="2954"/>
                </a:cubicBezTo>
                <a:cubicBezTo>
                  <a:pt x="520516" y="3501"/>
                  <a:pt x="524066" y="4349"/>
                  <a:pt x="527302" y="5497"/>
                </a:cubicBezTo>
                <a:cubicBezTo>
                  <a:pt x="533879" y="7849"/>
                  <a:pt x="538867" y="11364"/>
                  <a:pt x="542265" y="16040"/>
                </a:cubicBezTo>
                <a:cubicBezTo>
                  <a:pt x="545665" y="20717"/>
                  <a:pt x="547365" y="26474"/>
                  <a:pt x="547365" y="33312"/>
                </a:cubicBezTo>
                <a:cubicBezTo>
                  <a:pt x="547365" y="38891"/>
                  <a:pt x="546254" y="43800"/>
                  <a:pt x="544032" y="48039"/>
                </a:cubicBezTo>
                <a:cubicBezTo>
                  <a:pt x="541811" y="52278"/>
                  <a:pt x="538589" y="55820"/>
                  <a:pt x="534366" y="58664"/>
                </a:cubicBezTo>
                <a:cubicBezTo>
                  <a:pt x="530144" y="61509"/>
                  <a:pt x="525002" y="63656"/>
                  <a:pt x="518941" y="65105"/>
                </a:cubicBezTo>
                <a:cubicBezTo>
                  <a:pt x="512879" y="66555"/>
                  <a:pt x="506009" y="67280"/>
                  <a:pt x="498331" y="67280"/>
                </a:cubicBezTo>
                <a:cubicBezTo>
                  <a:pt x="494656" y="67280"/>
                  <a:pt x="490844" y="67115"/>
                  <a:pt x="486896" y="66787"/>
                </a:cubicBezTo>
                <a:lnTo>
                  <a:pt x="486896" y="111914"/>
                </a:lnTo>
                <a:moveTo>
                  <a:pt x="486896" y="54483"/>
                </a:moveTo>
                <a:cubicBezTo>
                  <a:pt x="488704" y="54701"/>
                  <a:pt x="490595" y="54865"/>
                  <a:pt x="492567" y="54975"/>
                </a:cubicBezTo>
                <a:cubicBezTo>
                  <a:pt x="494540" y="55083"/>
                  <a:pt x="496403" y="55136"/>
                  <a:pt x="498157" y="55136"/>
                </a:cubicBezTo>
                <a:cubicBezTo>
                  <a:pt x="504457" y="55136"/>
                  <a:pt x="509827" y="54647"/>
                  <a:pt x="514266" y="53667"/>
                </a:cubicBezTo>
                <a:cubicBezTo>
                  <a:pt x="518706" y="52686"/>
                  <a:pt x="522322" y="51255"/>
                  <a:pt x="525115" y="49375"/>
                </a:cubicBezTo>
                <a:cubicBezTo>
                  <a:pt x="527909" y="47495"/>
                  <a:pt x="529937" y="45207"/>
                  <a:pt x="531196" y="42511"/>
                </a:cubicBezTo>
                <a:cubicBezTo>
                  <a:pt x="532458" y="39814"/>
                  <a:pt x="533089" y="36749"/>
                  <a:pt x="533089" y="33317"/>
                </a:cubicBezTo>
                <a:cubicBezTo>
                  <a:pt x="533089" y="29067"/>
                  <a:pt x="532061" y="25581"/>
                  <a:pt x="530007" y="22858"/>
                </a:cubicBezTo>
                <a:cubicBezTo>
                  <a:pt x="527952" y="20133"/>
                  <a:pt x="525034" y="18063"/>
                  <a:pt x="521253" y="16646"/>
                </a:cubicBezTo>
                <a:cubicBezTo>
                  <a:pt x="518896" y="15774"/>
                  <a:pt x="516183" y="15161"/>
                  <a:pt x="513115" y="14807"/>
                </a:cubicBezTo>
                <a:cubicBezTo>
                  <a:pt x="510047" y="14453"/>
                  <a:pt x="506485" y="14276"/>
                  <a:pt x="502431" y="14276"/>
                </a:cubicBezTo>
                <a:lnTo>
                  <a:pt x="486896" y="14276"/>
                </a:lnTo>
                <a:lnTo>
                  <a:pt x="486896" y="54483"/>
                </a:lnTo>
                <a:close/>
                <a:moveTo>
                  <a:pt x="608095" y="111914"/>
                </a:moveTo>
                <a:lnTo>
                  <a:pt x="594721" y="111914"/>
                </a:lnTo>
                <a:lnTo>
                  <a:pt x="594721" y="14276"/>
                </a:lnTo>
                <a:lnTo>
                  <a:pt x="558045" y="14276"/>
                </a:lnTo>
                <a:lnTo>
                  <a:pt x="558045" y="2133"/>
                </a:lnTo>
                <a:lnTo>
                  <a:pt x="644770" y="2133"/>
                </a:lnTo>
                <a:lnTo>
                  <a:pt x="644770" y="14276"/>
                </a:lnTo>
                <a:lnTo>
                  <a:pt x="608095" y="14276"/>
                </a:lnTo>
                <a:lnTo>
                  <a:pt x="608095" y="111914"/>
                </a:lnTo>
                <a:close/>
              </a:path>
            </a:pathLst>
          </a:custGeom>
          <a:solidFill xmlns:a="http://schemas.openxmlformats.org/drawingml/2006/main">
            <a:srgbClr val="767171"/>
          </a:solidFill>
          <a:ln xmlns:a="http://schemas.openxmlformats.org/drawingml/2006/main" w="0" cap="flat">
            <a:noFill/>
            <a:miter/>
          </a:ln>
        </p:spPr>
      </p:sp>
      <p:pic>
        <p:nvPicPr>
          <p:cNvPr id="3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a32281160fd4219"/>
          <a:stretch xmlns:a="http://schemas.openxmlformats.org/drawingml/2006/main"/>
        </p:blipFill>
        <p:spPr>
          <a:xfrm xmlns:a="http://schemas.openxmlformats.org/drawingml/2006/main">
            <a:off x="8661054" y="2371639"/>
            <a:ext cx="396804" cy="366280"/>
          </a:xfrm>
          <a:prstGeom xmlns:a="http://schemas.openxmlformats.org/drawingml/2006/main" prst="rect">
            <a:avLst/>
          </a:prstGeom>
        </p:spPr>
      </p:pic>
      <p:pic>
        <p:nvPicPr>
          <p:cNvPr id="3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7bb27a9e0d14efd"/>
          <a:stretch xmlns:a="http://schemas.openxmlformats.org/drawingml/2006/main"/>
        </p:blipFill>
        <p:spPr>
          <a:xfrm xmlns:a="http://schemas.openxmlformats.org/drawingml/2006/main">
            <a:off x="9381781" y="2371639"/>
            <a:ext cx="396805" cy="366281"/>
          </a:xfrm>
          <a:prstGeom xmlns:a="http://schemas.openxmlformats.org/drawingml/2006/main" prst="rect">
            <a:avLst/>
          </a:prstGeom>
        </p:spPr>
      </p:pic>
      <p:pic>
        <p:nvPicPr>
          <p:cNvPr id="3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5a0fadcd45c4242"/>
          <a:stretch xmlns:a="http://schemas.openxmlformats.org/drawingml/2006/main"/>
        </p:blipFill>
        <p:spPr>
          <a:xfrm xmlns:a="http://schemas.openxmlformats.org/drawingml/2006/main">
            <a:off x="9021418" y="1837167"/>
            <a:ext cx="396805" cy="366281"/>
          </a:xfrm>
          <a:prstGeom xmlns:a="http://schemas.openxmlformats.org/drawingml/2006/main" prst="rect">
            <a:avLst/>
          </a:prstGeom>
        </p:spPr>
      </p:pic>
      <p:sp>
        <p:nvSpPr>
          <p:cNvPr id="8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E196E77-92D6-4C6D-81C8-914E390C2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6881" y="2360426"/>
            <a:ext cx="1145875" cy="417050"/>
          </a:xfrm>
          <a:custGeom xmlns:a="http://schemas.openxmlformats.org/drawingml/2006/main">
            <a:pathLst>
              <a:path w="1145875" h="417050" fill="none">
                <a:moveTo>
                  <a:pt x="0" y="69508"/>
                </a:moveTo>
                <a:cubicBezTo>
                  <a:pt x="0" y="31043"/>
                  <a:pt x="31043" y="0"/>
                  <a:pt x="69508" y="0"/>
                </a:cubicBezTo>
                <a:lnTo>
                  <a:pt x="1076367" y="0"/>
                </a:lnTo>
                <a:cubicBezTo>
                  <a:pt x="1114832" y="0"/>
                  <a:pt x="1145875" y="31043"/>
                  <a:pt x="1145875" y="69508"/>
                </a:cubicBezTo>
                <a:lnTo>
                  <a:pt x="1145875" y="347542"/>
                </a:lnTo>
                <a:cubicBezTo>
                  <a:pt x="1145875" y="386007"/>
                  <a:pt x="1114832" y="417050"/>
                  <a:pt x="1076367" y="417050"/>
                </a:cubicBezTo>
                <a:lnTo>
                  <a:pt x="69508" y="417050"/>
                </a:lnTo>
                <a:cubicBezTo>
                  <a:pt x="31043" y="417050"/>
                  <a:pt x="0" y="386007"/>
                  <a:pt x="0" y="347542"/>
                </a:cubicBezTo>
                <a:lnTo>
                  <a:pt x="0" y="6950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6871" cap="flat">
            <a:solidFill>
              <a:srgbClr val="000000"/>
            </a:solidFill>
            <a:miter/>
          </a:ln>
        </p:spPr>
      </p:sp>
      <p:sp>
        <p:nvSpPr>
          <p:cNvPr id="8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414BB6E-46EC-4786-A30E-F20797EB2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6921" y="2176195"/>
            <a:ext cx="67484" cy="185580"/>
          </a:xfrm>
          <a:custGeom xmlns:a="http://schemas.openxmlformats.org/drawingml/2006/main">
            <a:pathLst>
              <a:path w="67484" h="185580">
                <a:moveTo>
                  <a:pt x="41334" y="0"/>
                </a:moveTo>
                <a:lnTo>
                  <a:pt x="24463" y="0"/>
                </a:lnTo>
                <a:lnTo>
                  <a:pt x="25350" y="118244"/>
                </a:lnTo>
                <a:lnTo>
                  <a:pt x="0" y="118434"/>
                </a:lnTo>
                <a:lnTo>
                  <a:pt x="34417" y="185580"/>
                </a:lnTo>
                <a:lnTo>
                  <a:pt x="67484" y="117928"/>
                </a:lnTo>
                <a:lnTo>
                  <a:pt x="42220" y="118117"/>
                </a:lnTo>
                <a:lnTo>
                  <a:pt x="41334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4D45702-36F3-4FD2-8746-7F0EEE46A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8348" y="2523062"/>
            <a:ext cx="261668" cy="67484"/>
          </a:xfrm>
          <a:custGeom xmlns:a="http://schemas.openxmlformats.org/drawingml/2006/main">
            <a:pathLst>
              <a:path w="261668" h="67484">
                <a:moveTo>
                  <a:pt x="0" y="25306"/>
                </a:moveTo>
                <a:lnTo>
                  <a:pt x="0" y="42177"/>
                </a:lnTo>
                <a:lnTo>
                  <a:pt x="194185" y="42177"/>
                </a:lnTo>
                <a:lnTo>
                  <a:pt x="194185" y="67484"/>
                </a:lnTo>
                <a:lnTo>
                  <a:pt x="261668" y="33742"/>
                </a:lnTo>
                <a:lnTo>
                  <a:pt x="194185" y="0"/>
                </a:lnTo>
                <a:lnTo>
                  <a:pt x="194185" y="25306"/>
                </a:lnTo>
                <a:lnTo>
                  <a:pt x="0" y="25306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E668661-0567-42FA-8245-DB373FA87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201" y="2604042"/>
            <a:ext cx="257282" cy="67484"/>
          </a:xfrm>
          <a:custGeom xmlns:a="http://schemas.openxmlformats.org/drawingml/2006/main">
            <a:pathLst>
              <a:path w="257282" h="67484">
                <a:moveTo>
                  <a:pt x="67484" y="0"/>
                </a:moveTo>
                <a:lnTo>
                  <a:pt x="0" y="33742"/>
                </a:lnTo>
                <a:lnTo>
                  <a:pt x="67484" y="67484"/>
                </a:lnTo>
                <a:lnTo>
                  <a:pt x="67484" y="42177"/>
                </a:lnTo>
                <a:lnTo>
                  <a:pt x="257282" y="42177"/>
                </a:lnTo>
                <a:lnTo>
                  <a:pt x="257282" y="25306"/>
                </a:lnTo>
                <a:lnTo>
                  <a:pt x="67484" y="25306"/>
                </a:lnTo>
                <a:lnTo>
                  <a:pt x="67484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7" name="Text Joint+Hierarchical">
            <a:extLst xmlns:a="http://schemas.openxmlformats.org/drawingml/2006/main">
              <a:ext uri="{FF2B5EF4-FFF2-40B4-BE49-F238E27FC236}">
                <a16:creationId xmlns:a16="http://schemas.microsoft.com/office/drawing/2014/main" id="{2C861DFA-5E41-49AD-A46F-91BE0353D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1627" y="2870906"/>
            <a:ext cx="1301430" cy="120939"/>
          </a:xfrm>
          <a:custGeom xmlns:a="http://schemas.openxmlformats.org/drawingml/2006/main">
            <a:pathLst>
              <a:path w="1301430" h="120939">
                <a:moveTo>
                  <a:pt x="31096" y="9025"/>
                </a:moveTo>
                <a:lnTo>
                  <a:pt x="44470" y="9025"/>
                </a:lnTo>
                <a:lnTo>
                  <a:pt x="44470" y="93679"/>
                </a:lnTo>
                <a:cubicBezTo>
                  <a:pt x="44470" y="98222"/>
                  <a:pt x="43786" y="102191"/>
                  <a:pt x="42419" y="105586"/>
                </a:cubicBezTo>
                <a:cubicBezTo>
                  <a:pt x="41051" y="108979"/>
                  <a:pt x="39096" y="111811"/>
                  <a:pt x="36552" y="114083"/>
                </a:cubicBezTo>
                <a:cubicBezTo>
                  <a:pt x="34009" y="116355"/>
                  <a:pt x="30960" y="118065"/>
                  <a:pt x="27404" y="119213"/>
                </a:cubicBezTo>
                <a:cubicBezTo>
                  <a:pt x="23849" y="120364"/>
                  <a:pt x="19856" y="120939"/>
                  <a:pt x="15425" y="120939"/>
                </a:cubicBezTo>
                <a:cubicBezTo>
                  <a:pt x="11651" y="120884"/>
                  <a:pt x="8465" y="120568"/>
                  <a:pt x="5866" y="119990"/>
                </a:cubicBezTo>
                <a:cubicBezTo>
                  <a:pt x="3268" y="119413"/>
                  <a:pt x="1313" y="118821"/>
                  <a:pt x="0" y="118216"/>
                </a:cubicBezTo>
                <a:lnTo>
                  <a:pt x="0" y="106334"/>
                </a:lnTo>
                <a:cubicBezTo>
                  <a:pt x="2024" y="107155"/>
                  <a:pt x="4225" y="107798"/>
                  <a:pt x="6605" y="108263"/>
                </a:cubicBezTo>
                <a:cubicBezTo>
                  <a:pt x="8984" y="108728"/>
                  <a:pt x="11541" y="108960"/>
                  <a:pt x="14276" y="108960"/>
                </a:cubicBezTo>
                <a:cubicBezTo>
                  <a:pt x="16738" y="108960"/>
                  <a:pt x="19008" y="108687"/>
                  <a:pt x="21086" y="108140"/>
                </a:cubicBezTo>
                <a:cubicBezTo>
                  <a:pt x="23165" y="107593"/>
                  <a:pt x="24943" y="106663"/>
                  <a:pt x="26420" y="105350"/>
                </a:cubicBezTo>
                <a:cubicBezTo>
                  <a:pt x="27896" y="104037"/>
                  <a:pt x="29045" y="102287"/>
                  <a:pt x="29866" y="100099"/>
                </a:cubicBezTo>
                <a:cubicBezTo>
                  <a:pt x="30686" y="97911"/>
                  <a:pt x="31096" y="95203"/>
                  <a:pt x="31096" y="91976"/>
                </a:cubicBezTo>
                <a:lnTo>
                  <a:pt x="31096" y="9025"/>
                </a:lnTo>
                <a:close/>
                <a:moveTo>
                  <a:pt x="126600" y="79915"/>
                </a:moveTo>
                <a:cubicBezTo>
                  <a:pt x="126600" y="75088"/>
                  <a:pt x="126011" y="70796"/>
                  <a:pt x="124835" y="67041"/>
                </a:cubicBezTo>
                <a:cubicBezTo>
                  <a:pt x="123659" y="63284"/>
                  <a:pt x="122018" y="60103"/>
                  <a:pt x="119913" y="57498"/>
                </a:cubicBezTo>
                <a:cubicBezTo>
                  <a:pt x="117807" y="54891"/>
                  <a:pt x="115304" y="52916"/>
                  <a:pt x="112405" y="51572"/>
                </a:cubicBezTo>
                <a:cubicBezTo>
                  <a:pt x="109506" y="50229"/>
                  <a:pt x="106334" y="49557"/>
                  <a:pt x="102888" y="49557"/>
                </a:cubicBezTo>
                <a:cubicBezTo>
                  <a:pt x="99442" y="49557"/>
                  <a:pt x="96269" y="50229"/>
                  <a:pt x="93370" y="51572"/>
                </a:cubicBezTo>
                <a:cubicBezTo>
                  <a:pt x="90471" y="52916"/>
                  <a:pt x="87968" y="54891"/>
                  <a:pt x="85863" y="57498"/>
                </a:cubicBezTo>
                <a:cubicBezTo>
                  <a:pt x="83757" y="60103"/>
                  <a:pt x="82116" y="63284"/>
                  <a:pt x="80940" y="67041"/>
                </a:cubicBezTo>
                <a:cubicBezTo>
                  <a:pt x="79764" y="70796"/>
                  <a:pt x="79176" y="75088"/>
                  <a:pt x="79176" y="79915"/>
                </a:cubicBezTo>
                <a:cubicBezTo>
                  <a:pt x="79176" y="84687"/>
                  <a:pt x="79764" y="88952"/>
                  <a:pt x="80940" y="92709"/>
                </a:cubicBezTo>
                <a:cubicBezTo>
                  <a:pt x="82116" y="96466"/>
                  <a:pt x="83770" y="99634"/>
                  <a:pt x="85904" y="102212"/>
                </a:cubicBezTo>
                <a:cubicBezTo>
                  <a:pt x="88037" y="104789"/>
                  <a:pt x="90553" y="106750"/>
                  <a:pt x="93452" y="108093"/>
                </a:cubicBezTo>
                <a:cubicBezTo>
                  <a:pt x="96351" y="109437"/>
                  <a:pt x="99524" y="110109"/>
                  <a:pt x="102970" y="110109"/>
                </a:cubicBezTo>
                <a:cubicBezTo>
                  <a:pt x="106416" y="110109"/>
                  <a:pt x="109575" y="109437"/>
                  <a:pt x="112446" y="108093"/>
                </a:cubicBezTo>
                <a:cubicBezTo>
                  <a:pt x="115318" y="106750"/>
                  <a:pt x="117807" y="104789"/>
                  <a:pt x="119913" y="102212"/>
                </a:cubicBezTo>
                <a:cubicBezTo>
                  <a:pt x="122018" y="99634"/>
                  <a:pt x="123659" y="96466"/>
                  <a:pt x="124835" y="92709"/>
                </a:cubicBezTo>
                <a:cubicBezTo>
                  <a:pt x="126011" y="88952"/>
                  <a:pt x="126600" y="84687"/>
                  <a:pt x="126600" y="79915"/>
                </a:cubicBezTo>
                <a:moveTo>
                  <a:pt x="139891" y="79915"/>
                </a:moveTo>
                <a:cubicBezTo>
                  <a:pt x="139891" y="86053"/>
                  <a:pt x="139016" y="91644"/>
                  <a:pt x="137266" y="96686"/>
                </a:cubicBezTo>
                <a:cubicBezTo>
                  <a:pt x="135515" y="101729"/>
                  <a:pt x="133040" y="106045"/>
                  <a:pt x="129840" y="109634"/>
                </a:cubicBezTo>
                <a:cubicBezTo>
                  <a:pt x="126641" y="113224"/>
                  <a:pt x="122771" y="116006"/>
                  <a:pt x="118231" y="117980"/>
                </a:cubicBezTo>
                <a:cubicBezTo>
                  <a:pt x="113691" y="119953"/>
                  <a:pt x="108604" y="120939"/>
                  <a:pt x="102970" y="120939"/>
                </a:cubicBezTo>
                <a:cubicBezTo>
                  <a:pt x="97172" y="120939"/>
                  <a:pt x="91989" y="119953"/>
                  <a:pt x="87421" y="117980"/>
                </a:cubicBezTo>
                <a:cubicBezTo>
                  <a:pt x="82854" y="116006"/>
                  <a:pt x="78971" y="113224"/>
                  <a:pt x="75771" y="109634"/>
                </a:cubicBezTo>
                <a:cubicBezTo>
                  <a:pt x="72571" y="106045"/>
                  <a:pt x="70123" y="101729"/>
                  <a:pt x="68427" y="96686"/>
                </a:cubicBezTo>
                <a:cubicBezTo>
                  <a:pt x="66732" y="91644"/>
                  <a:pt x="65884" y="86053"/>
                  <a:pt x="65884" y="79915"/>
                </a:cubicBezTo>
                <a:cubicBezTo>
                  <a:pt x="65884" y="73722"/>
                  <a:pt x="66759" y="68104"/>
                  <a:pt x="68509" y="63062"/>
                </a:cubicBezTo>
                <a:cubicBezTo>
                  <a:pt x="70260" y="58019"/>
                  <a:pt x="72735" y="53689"/>
                  <a:pt x="75935" y="50072"/>
                </a:cubicBezTo>
                <a:cubicBezTo>
                  <a:pt x="79135" y="46456"/>
                  <a:pt x="83018" y="43661"/>
                  <a:pt x="87586" y="41688"/>
                </a:cubicBezTo>
                <a:cubicBezTo>
                  <a:pt x="92153" y="39714"/>
                  <a:pt x="97254" y="38727"/>
                  <a:pt x="102888" y="38727"/>
                </a:cubicBezTo>
                <a:cubicBezTo>
                  <a:pt x="108631" y="38727"/>
                  <a:pt x="113800" y="39714"/>
                  <a:pt x="118395" y="41688"/>
                </a:cubicBezTo>
                <a:cubicBezTo>
                  <a:pt x="122989" y="43661"/>
                  <a:pt x="126873" y="46456"/>
                  <a:pt x="130046" y="50072"/>
                </a:cubicBezTo>
                <a:cubicBezTo>
                  <a:pt x="133218" y="53689"/>
                  <a:pt x="135652" y="58019"/>
                  <a:pt x="137348" y="63062"/>
                </a:cubicBezTo>
                <a:cubicBezTo>
                  <a:pt x="139043" y="68104"/>
                  <a:pt x="139891" y="73722"/>
                  <a:pt x="139891" y="79915"/>
                </a:cubicBezTo>
                <a:close/>
                <a:moveTo>
                  <a:pt x="160026" y="118806"/>
                </a:moveTo>
                <a:lnTo>
                  <a:pt x="160026" y="40860"/>
                </a:lnTo>
                <a:lnTo>
                  <a:pt x="172743" y="40860"/>
                </a:lnTo>
                <a:lnTo>
                  <a:pt x="172743" y="118806"/>
                </a:lnTo>
                <a:lnTo>
                  <a:pt x="160026" y="118806"/>
                </a:lnTo>
                <a:moveTo>
                  <a:pt x="159698" y="22645"/>
                </a:moveTo>
                <a:lnTo>
                  <a:pt x="159698" y="8369"/>
                </a:lnTo>
                <a:lnTo>
                  <a:pt x="172415" y="8369"/>
                </a:lnTo>
                <a:lnTo>
                  <a:pt x="172415" y="22645"/>
                </a:lnTo>
                <a:lnTo>
                  <a:pt x="159698" y="22645"/>
                </a:lnTo>
                <a:close/>
                <a:moveTo>
                  <a:pt x="209992" y="51690"/>
                </a:moveTo>
                <a:lnTo>
                  <a:pt x="210238" y="51690"/>
                </a:lnTo>
                <a:cubicBezTo>
                  <a:pt x="211660" y="49873"/>
                  <a:pt x="213233" y="48181"/>
                  <a:pt x="214956" y="46614"/>
                </a:cubicBezTo>
                <a:cubicBezTo>
                  <a:pt x="216679" y="45044"/>
                  <a:pt x="218607" y="43668"/>
                  <a:pt x="220740" y="42486"/>
                </a:cubicBezTo>
                <a:cubicBezTo>
                  <a:pt x="222873" y="41301"/>
                  <a:pt x="225212" y="40379"/>
                  <a:pt x="227755" y="39719"/>
                </a:cubicBezTo>
                <a:cubicBezTo>
                  <a:pt x="230299" y="39058"/>
                  <a:pt x="233075" y="38727"/>
                  <a:pt x="236083" y="38727"/>
                </a:cubicBezTo>
                <a:cubicBezTo>
                  <a:pt x="239639" y="38727"/>
                  <a:pt x="242975" y="39220"/>
                  <a:pt x="246093" y="40206"/>
                </a:cubicBezTo>
                <a:cubicBezTo>
                  <a:pt x="249211" y="41191"/>
                  <a:pt x="251919" y="42779"/>
                  <a:pt x="254216" y="44970"/>
                </a:cubicBezTo>
                <a:cubicBezTo>
                  <a:pt x="256513" y="47160"/>
                  <a:pt x="258332" y="50020"/>
                  <a:pt x="259672" y="53552"/>
                </a:cubicBezTo>
                <a:cubicBezTo>
                  <a:pt x="261012" y="57083"/>
                  <a:pt x="261682" y="61422"/>
                  <a:pt x="261682" y="66569"/>
                </a:cubicBezTo>
                <a:lnTo>
                  <a:pt x="261682" y="118806"/>
                </a:lnTo>
                <a:lnTo>
                  <a:pt x="248965" y="118806"/>
                </a:lnTo>
                <a:lnTo>
                  <a:pt x="248965" y="68674"/>
                </a:lnTo>
                <a:cubicBezTo>
                  <a:pt x="248965" y="61946"/>
                  <a:pt x="247666" y="57106"/>
                  <a:pt x="245067" y="54152"/>
                </a:cubicBezTo>
                <a:cubicBezTo>
                  <a:pt x="242469" y="51198"/>
                  <a:pt x="238681" y="49721"/>
                  <a:pt x="233704" y="49721"/>
                </a:cubicBezTo>
                <a:cubicBezTo>
                  <a:pt x="229328" y="49721"/>
                  <a:pt x="225089" y="50938"/>
                  <a:pt x="220986" y="53372"/>
                </a:cubicBezTo>
                <a:cubicBezTo>
                  <a:pt x="216884" y="55806"/>
                  <a:pt x="213356" y="59157"/>
                  <a:pt x="210402" y="63423"/>
                </a:cubicBezTo>
                <a:lnTo>
                  <a:pt x="210402" y="118806"/>
                </a:lnTo>
                <a:lnTo>
                  <a:pt x="197685" y="118806"/>
                </a:lnTo>
                <a:lnTo>
                  <a:pt x="197685" y="40860"/>
                </a:lnTo>
                <a:lnTo>
                  <a:pt x="207530" y="40860"/>
                </a:lnTo>
                <a:lnTo>
                  <a:pt x="209992" y="51690"/>
                </a:lnTo>
                <a:close/>
                <a:moveTo>
                  <a:pt x="327681" y="119039"/>
                </a:moveTo>
                <a:cubicBezTo>
                  <a:pt x="326587" y="119478"/>
                  <a:pt x="324918" y="119891"/>
                  <a:pt x="322676" y="120278"/>
                </a:cubicBezTo>
                <a:cubicBezTo>
                  <a:pt x="320433" y="120664"/>
                  <a:pt x="317753" y="120884"/>
                  <a:pt x="314635" y="120939"/>
                </a:cubicBezTo>
                <a:cubicBezTo>
                  <a:pt x="310533" y="120939"/>
                  <a:pt x="306977" y="120433"/>
                  <a:pt x="303969" y="119421"/>
                </a:cubicBezTo>
                <a:cubicBezTo>
                  <a:pt x="300960" y="118409"/>
                  <a:pt x="298458" y="116960"/>
                  <a:pt x="296461" y="115073"/>
                </a:cubicBezTo>
                <a:cubicBezTo>
                  <a:pt x="294465" y="113185"/>
                  <a:pt x="292974" y="110902"/>
                  <a:pt x="291990" y="108222"/>
                </a:cubicBezTo>
                <a:cubicBezTo>
                  <a:pt x="291005" y="105541"/>
                  <a:pt x="290513" y="102560"/>
                  <a:pt x="290513" y="99278"/>
                </a:cubicBezTo>
                <a:lnTo>
                  <a:pt x="290513" y="51854"/>
                </a:lnTo>
                <a:lnTo>
                  <a:pt x="275498" y="51854"/>
                </a:lnTo>
                <a:lnTo>
                  <a:pt x="275498" y="40860"/>
                </a:lnTo>
                <a:lnTo>
                  <a:pt x="290513" y="40860"/>
                </a:lnTo>
                <a:lnTo>
                  <a:pt x="290513" y="19527"/>
                </a:lnTo>
                <a:lnTo>
                  <a:pt x="303230" y="19527"/>
                </a:lnTo>
                <a:lnTo>
                  <a:pt x="303230" y="40860"/>
                </a:lnTo>
                <a:lnTo>
                  <a:pt x="326532" y="40860"/>
                </a:lnTo>
                <a:lnTo>
                  <a:pt x="326532" y="51854"/>
                </a:lnTo>
                <a:lnTo>
                  <a:pt x="303230" y="51854"/>
                </a:lnTo>
                <a:lnTo>
                  <a:pt x="303230" y="97245"/>
                </a:lnTo>
                <a:cubicBezTo>
                  <a:pt x="303230" y="99047"/>
                  <a:pt x="303490" y="100712"/>
                  <a:pt x="304010" y="102242"/>
                </a:cubicBezTo>
                <a:cubicBezTo>
                  <a:pt x="304529" y="103772"/>
                  <a:pt x="305350" y="105097"/>
                  <a:pt x="306471" y="106217"/>
                </a:cubicBezTo>
                <a:cubicBezTo>
                  <a:pt x="307593" y="107336"/>
                  <a:pt x="309028" y="108210"/>
                  <a:pt x="310779" y="108839"/>
                </a:cubicBezTo>
                <a:cubicBezTo>
                  <a:pt x="312529" y="109467"/>
                  <a:pt x="314635" y="109780"/>
                  <a:pt x="317097" y="109780"/>
                </a:cubicBezTo>
                <a:cubicBezTo>
                  <a:pt x="318792" y="109780"/>
                  <a:pt x="320584" y="109644"/>
                  <a:pt x="322471" y="109370"/>
                </a:cubicBezTo>
                <a:cubicBezTo>
                  <a:pt x="324358" y="109097"/>
                  <a:pt x="326095" y="108741"/>
                  <a:pt x="327681" y="108304"/>
                </a:cubicBezTo>
                <a:lnTo>
                  <a:pt x="327681" y="119039"/>
                </a:lnTo>
                <a:close/>
                <a:moveTo>
                  <a:pt x="378724" y="70561"/>
                </a:moveTo>
                <a:lnTo>
                  <a:pt x="406620" y="70561"/>
                </a:lnTo>
                <a:lnTo>
                  <a:pt x="406620" y="40860"/>
                </a:lnTo>
                <a:lnTo>
                  <a:pt x="418107" y="40860"/>
                </a:lnTo>
                <a:lnTo>
                  <a:pt x="418107" y="70561"/>
                </a:lnTo>
                <a:lnTo>
                  <a:pt x="446003" y="70561"/>
                </a:lnTo>
                <a:lnTo>
                  <a:pt x="446003" y="81392"/>
                </a:lnTo>
                <a:lnTo>
                  <a:pt x="418107" y="81392"/>
                </a:lnTo>
                <a:lnTo>
                  <a:pt x="418107" y="111257"/>
                </a:lnTo>
                <a:lnTo>
                  <a:pt x="406620" y="111257"/>
                </a:lnTo>
                <a:lnTo>
                  <a:pt x="406620" y="81392"/>
                </a:lnTo>
                <a:lnTo>
                  <a:pt x="378724" y="81392"/>
                </a:lnTo>
                <a:lnTo>
                  <a:pt x="378724" y="70561"/>
                </a:lnTo>
                <a:close/>
                <a:moveTo>
                  <a:pt x="517683" y="56449"/>
                </a:moveTo>
                <a:lnTo>
                  <a:pt x="575281" y="56449"/>
                </a:lnTo>
                <a:lnTo>
                  <a:pt x="575281" y="9025"/>
                </a:lnTo>
                <a:lnTo>
                  <a:pt x="588654" y="9025"/>
                </a:lnTo>
                <a:lnTo>
                  <a:pt x="588654" y="118806"/>
                </a:lnTo>
                <a:lnTo>
                  <a:pt x="575281" y="118806"/>
                </a:lnTo>
                <a:lnTo>
                  <a:pt x="575281" y="68592"/>
                </a:lnTo>
                <a:lnTo>
                  <a:pt x="517683" y="68592"/>
                </a:lnTo>
                <a:lnTo>
                  <a:pt x="517683" y="118806"/>
                </a:lnTo>
                <a:lnTo>
                  <a:pt x="504309" y="118806"/>
                </a:lnTo>
                <a:lnTo>
                  <a:pt x="504309" y="9025"/>
                </a:lnTo>
                <a:lnTo>
                  <a:pt x="517683" y="9025"/>
                </a:lnTo>
                <a:lnTo>
                  <a:pt x="517683" y="56449"/>
                </a:lnTo>
                <a:close/>
                <a:moveTo>
                  <a:pt x="614894" y="118806"/>
                </a:moveTo>
                <a:lnTo>
                  <a:pt x="614894" y="40860"/>
                </a:lnTo>
                <a:lnTo>
                  <a:pt x="627612" y="40860"/>
                </a:lnTo>
                <a:lnTo>
                  <a:pt x="627612" y="118806"/>
                </a:lnTo>
                <a:lnTo>
                  <a:pt x="614894" y="118806"/>
                </a:lnTo>
                <a:moveTo>
                  <a:pt x="614566" y="22645"/>
                </a:moveTo>
                <a:lnTo>
                  <a:pt x="614566" y="8369"/>
                </a:lnTo>
                <a:lnTo>
                  <a:pt x="627284" y="8369"/>
                </a:lnTo>
                <a:lnTo>
                  <a:pt x="627284" y="22645"/>
                </a:lnTo>
                <a:lnTo>
                  <a:pt x="614566" y="22645"/>
                </a:lnTo>
                <a:close/>
                <a:moveTo>
                  <a:pt x="682932" y="49721"/>
                </a:moveTo>
                <a:cubicBezTo>
                  <a:pt x="679996" y="49721"/>
                  <a:pt x="677268" y="50296"/>
                  <a:pt x="674748" y="51444"/>
                </a:cubicBezTo>
                <a:cubicBezTo>
                  <a:pt x="672229" y="52593"/>
                  <a:pt x="670027" y="54152"/>
                  <a:pt x="668143" y="56121"/>
                </a:cubicBezTo>
                <a:cubicBezTo>
                  <a:pt x="666261" y="58090"/>
                  <a:pt x="664738" y="60401"/>
                  <a:pt x="663574" y="63054"/>
                </a:cubicBezTo>
                <a:cubicBezTo>
                  <a:pt x="662412" y="65707"/>
                  <a:pt x="661692" y="68538"/>
                  <a:pt x="661415" y="71546"/>
                </a:cubicBezTo>
                <a:lnTo>
                  <a:pt x="701291" y="71546"/>
                </a:lnTo>
                <a:cubicBezTo>
                  <a:pt x="701291" y="68483"/>
                  <a:pt x="700889" y="65625"/>
                  <a:pt x="700086" y="62972"/>
                </a:cubicBezTo>
                <a:cubicBezTo>
                  <a:pt x="699282" y="60319"/>
                  <a:pt x="698105" y="58008"/>
                  <a:pt x="696555" y="56039"/>
                </a:cubicBezTo>
                <a:cubicBezTo>
                  <a:pt x="695005" y="54070"/>
                  <a:pt x="693094" y="52525"/>
                  <a:pt x="690822" y="51403"/>
                </a:cubicBezTo>
                <a:cubicBezTo>
                  <a:pt x="688552" y="50282"/>
                  <a:pt x="685922" y="49721"/>
                  <a:pt x="682932" y="49721"/>
                </a:cubicBezTo>
                <a:moveTo>
                  <a:pt x="689640" y="109780"/>
                </a:moveTo>
                <a:cubicBezTo>
                  <a:pt x="693852" y="109780"/>
                  <a:pt x="697694" y="109439"/>
                  <a:pt x="701168" y="108755"/>
                </a:cubicBezTo>
                <a:cubicBezTo>
                  <a:pt x="704641" y="108071"/>
                  <a:pt x="708101" y="107100"/>
                  <a:pt x="711547" y="105842"/>
                </a:cubicBezTo>
                <a:lnTo>
                  <a:pt x="711547" y="116485"/>
                </a:lnTo>
                <a:cubicBezTo>
                  <a:pt x="708757" y="117860"/>
                  <a:pt x="705311" y="118945"/>
                  <a:pt x="701209" y="119742"/>
                </a:cubicBezTo>
                <a:cubicBezTo>
                  <a:pt x="697106" y="120540"/>
                  <a:pt x="692703" y="120939"/>
                  <a:pt x="687999" y="120939"/>
                </a:cubicBezTo>
                <a:cubicBezTo>
                  <a:pt x="682420" y="120939"/>
                  <a:pt x="677182" y="120227"/>
                  <a:pt x="672287" y="118803"/>
                </a:cubicBezTo>
                <a:cubicBezTo>
                  <a:pt x="667391" y="117378"/>
                  <a:pt x="663154" y="115075"/>
                  <a:pt x="659574" y="111896"/>
                </a:cubicBezTo>
                <a:cubicBezTo>
                  <a:pt x="655995" y="108716"/>
                  <a:pt x="653192" y="104564"/>
                  <a:pt x="651164" y="99440"/>
                </a:cubicBezTo>
                <a:cubicBezTo>
                  <a:pt x="649137" y="94315"/>
                  <a:pt x="648123" y="88136"/>
                  <a:pt x="648123" y="80902"/>
                </a:cubicBezTo>
                <a:cubicBezTo>
                  <a:pt x="648123" y="73778"/>
                  <a:pt x="649105" y="67598"/>
                  <a:pt x="651070" y="62364"/>
                </a:cubicBezTo>
                <a:cubicBezTo>
                  <a:pt x="653034" y="57129"/>
                  <a:pt x="655652" y="52757"/>
                  <a:pt x="658926" y="49249"/>
                </a:cubicBezTo>
                <a:cubicBezTo>
                  <a:pt x="662201" y="45742"/>
                  <a:pt x="665966" y="43111"/>
                  <a:pt x="670223" y="41357"/>
                </a:cubicBezTo>
                <a:cubicBezTo>
                  <a:pt x="674479" y="39604"/>
                  <a:pt x="678926" y="38727"/>
                  <a:pt x="683563" y="38727"/>
                </a:cubicBezTo>
                <a:cubicBezTo>
                  <a:pt x="687929" y="38727"/>
                  <a:pt x="692007" y="39454"/>
                  <a:pt x="695799" y="40909"/>
                </a:cubicBezTo>
                <a:cubicBezTo>
                  <a:pt x="699592" y="42363"/>
                  <a:pt x="702880" y="44656"/>
                  <a:pt x="705662" y="47785"/>
                </a:cubicBezTo>
                <a:cubicBezTo>
                  <a:pt x="708445" y="50915"/>
                  <a:pt x="710641" y="54951"/>
                  <a:pt x="712249" y="59893"/>
                </a:cubicBezTo>
                <a:cubicBezTo>
                  <a:pt x="713859" y="64834"/>
                  <a:pt x="714665" y="70764"/>
                  <a:pt x="714665" y="77682"/>
                </a:cubicBezTo>
                <a:cubicBezTo>
                  <a:pt x="714665" y="78340"/>
                  <a:pt x="714665" y="78902"/>
                  <a:pt x="714665" y="79369"/>
                </a:cubicBezTo>
                <a:cubicBezTo>
                  <a:pt x="714665" y="79835"/>
                  <a:pt x="714637" y="80893"/>
                  <a:pt x="714583" y="82540"/>
                </a:cubicBezTo>
                <a:lnTo>
                  <a:pt x="660759" y="82540"/>
                </a:lnTo>
                <a:cubicBezTo>
                  <a:pt x="660759" y="87503"/>
                  <a:pt x="661511" y="91715"/>
                  <a:pt x="663015" y="95178"/>
                </a:cubicBezTo>
                <a:cubicBezTo>
                  <a:pt x="664519" y="98642"/>
                  <a:pt x="666571" y="101450"/>
                  <a:pt x="669169" y="103604"/>
                </a:cubicBezTo>
                <a:cubicBezTo>
                  <a:pt x="671767" y="105758"/>
                  <a:pt x="674816" y="107326"/>
                  <a:pt x="678317" y="108309"/>
                </a:cubicBezTo>
                <a:cubicBezTo>
                  <a:pt x="681818" y="109290"/>
                  <a:pt x="685592" y="109780"/>
                  <a:pt x="689640" y="109780"/>
                </a:cubicBezTo>
                <a:close/>
                <a:moveTo>
                  <a:pt x="778310" y="51198"/>
                </a:moveTo>
                <a:lnTo>
                  <a:pt x="777325" y="51198"/>
                </a:lnTo>
                <a:cubicBezTo>
                  <a:pt x="774317" y="51198"/>
                  <a:pt x="771363" y="51472"/>
                  <a:pt x="768464" y="52019"/>
                </a:cubicBezTo>
                <a:cubicBezTo>
                  <a:pt x="765565" y="52566"/>
                  <a:pt x="762844" y="53400"/>
                  <a:pt x="760300" y="54521"/>
                </a:cubicBezTo>
                <a:cubicBezTo>
                  <a:pt x="757757" y="55642"/>
                  <a:pt x="755459" y="57023"/>
                  <a:pt x="753408" y="58664"/>
                </a:cubicBezTo>
                <a:cubicBezTo>
                  <a:pt x="751357" y="60305"/>
                  <a:pt x="749648" y="62247"/>
                  <a:pt x="748280" y="64490"/>
                </a:cubicBezTo>
                <a:lnTo>
                  <a:pt x="748280" y="118806"/>
                </a:lnTo>
                <a:lnTo>
                  <a:pt x="735563" y="118806"/>
                </a:lnTo>
                <a:lnTo>
                  <a:pt x="735563" y="40860"/>
                </a:lnTo>
                <a:lnTo>
                  <a:pt x="745409" y="40860"/>
                </a:lnTo>
                <a:lnTo>
                  <a:pt x="747870" y="53249"/>
                </a:lnTo>
                <a:lnTo>
                  <a:pt x="748116" y="53249"/>
                </a:lnTo>
                <a:cubicBezTo>
                  <a:pt x="749374" y="51213"/>
                  <a:pt x="750919" y="49316"/>
                  <a:pt x="752752" y="47557"/>
                </a:cubicBezTo>
                <a:cubicBezTo>
                  <a:pt x="754584" y="45797"/>
                  <a:pt x="756649" y="44256"/>
                  <a:pt x="758946" y="42937"/>
                </a:cubicBezTo>
                <a:cubicBezTo>
                  <a:pt x="761244" y="41616"/>
                  <a:pt x="763760" y="40584"/>
                  <a:pt x="766495" y="39842"/>
                </a:cubicBezTo>
                <a:cubicBezTo>
                  <a:pt x="769230" y="39099"/>
                  <a:pt x="772102" y="38727"/>
                  <a:pt x="775110" y="38727"/>
                </a:cubicBezTo>
                <a:cubicBezTo>
                  <a:pt x="775657" y="38727"/>
                  <a:pt x="776218" y="38740"/>
                  <a:pt x="776792" y="38768"/>
                </a:cubicBezTo>
                <a:cubicBezTo>
                  <a:pt x="777366" y="38795"/>
                  <a:pt x="777872" y="38836"/>
                  <a:pt x="778310" y="38891"/>
                </a:cubicBezTo>
                <a:lnTo>
                  <a:pt x="778310" y="51198"/>
                </a:lnTo>
                <a:close/>
                <a:moveTo>
                  <a:pt x="837489" y="110191"/>
                </a:moveTo>
                <a:lnTo>
                  <a:pt x="837161" y="110191"/>
                </a:lnTo>
                <a:cubicBezTo>
                  <a:pt x="836123" y="111503"/>
                  <a:pt x="834812" y="112803"/>
                  <a:pt x="833227" y="114088"/>
                </a:cubicBezTo>
                <a:cubicBezTo>
                  <a:pt x="831645" y="115373"/>
                  <a:pt x="829815" y="116524"/>
                  <a:pt x="827738" y="117539"/>
                </a:cubicBezTo>
                <a:cubicBezTo>
                  <a:pt x="825663" y="118555"/>
                  <a:pt x="823396" y="119375"/>
                  <a:pt x="820938" y="120001"/>
                </a:cubicBezTo>
                <a:cubicBezTo>
                  <a:pt x="818480" y="120626"/>
                  <a:pt x="815858" y="120939"/>
                  <a:pt x="813072" y="120939"/>
                </a:cubicBezTo>
                <a:cubicBezTo>
                  <a:pt x="809303" y="120939"/>
                  <a:pt x="805847" y="120378"/>
                  <a:pt x="802706" y="119254"/>
                </a:cubicBezTo>
                <a:cubicBezTo>
                  <a:pt x="799565" y="118131"/>
                  <a:pt x="796861" y="116488"/>
                  <a:pt x="794593" y="114324"/>
                </a:cubicBezTo>
                <a:cubicBezTo>
                  <a:pt x="792326" y="112160"/>
                  <a:pt x="790565" y="109516"/>
                  <a:pt x="789309" y="106393"/>
                </a:cubicBezTo>
                <a:cubicBezTo>
                  <a:pt x="788052" y="103270"/>
                  <a:pt x="787424" y="99736"/>
                  <a:pt x="787424" y="95791"/>
                </a:cubicBezTo>
                <a:cubicBezTo>
                  <a:pt x="787424" y="91901"/>
                  <a:pt x="788120" y="88421"/>
                  <a:pt x="789511" y="85353"/>
                </a:cubicBezTo>
                <a:cubicBezTo>
                  <a:pt x="790904" y="82285"/>
                  <a:pt x="792856" y="79682"/>
                  <a:pt x="795367" y="77546"/>
                </a:cubicBezTo>
                <a:cubicBezTo>
                  <a:pt x="797880" y="75409"/>
                  <a:pt x="800898" y="73766"/>
                  <a:pt x="804421" y="72615"/>
                </a:cubicBezTo>
                <a:cubicBezTo>
                  <a:pt x="807944" y="71465"/>
                  <a:pt x="811834" y="70890"/>
                  <a:pt x="816092" y="70890"/>
                </a:cubicBezTo>
                <a:cubicBezTo>
                  <a:pt x="820133" y="70944"/>
                  <a:pt x="823874" y="71300"/>
                  <a:pt x="827315" y="71956"/>
                </a:cubicBezTo>
                <a:cubicBezTo>
                  <a:pt x="830756" y="72613"/>
                  <a:pt x="833814" y="73433"/>
                  <a:pt x="836489" y="74418"/>
                </a:cubicBezTo>
                <a:lnTo>
                  <a:pt x="836817" y="74418"/>
                </a:lnTo>
                <a:lnTo>
                  <a:pt x="836817" y="69003"/>
                </a:lnTo>
                <a:cubicBezTo>
                  <a:pt x="836817" y="66869"/>
                  <a:pt x="836680" y="64982"/>
                  <a:pt x="836407" y="63341"/>
                </a:cubicBezTo>
                <a:cubicBezTo>
                  <a:pt x="836133" y="61700"/>
                  <a:pt x="835668" y="60251"/>
                  <a:pt x="835012" y="58993"/>
                </a:cubicBezTo>
                <a:cubicBezTo>
                  <a:pt x="833590" y="56367"/>
                  <a:pt x="831320" y="54193"/>
                  <a:pt x="828202" y="52470"/>
                </a:cubicBezTo>
                <a:cubicBezTo>
                  <a:pt x="825084" y="50747"/>
                  <a:pt x="820872" y="49885"/>
                  <a:pt x="815567" y="49885"/>
                </a:cubicBezTo>
                <a:cubicBezTo>
                  <a:pt x="811628" y="49885"/>
                  <a:pt x="807922" y="50248"/>
                  <a:pt x="804449" y="50972"/>
                </a:cubicBezTo>
                <a:cubicBezTo>
                  <a:pt x="800976" y="51695"/>
                  <a:pt x="797516" y="52701"/>
                  <a:pt x="794070" y="53988"/>
                </a:cubicBezTo>
                <a:lnTo>
                  <a:pt x="794070" y="43321"/>
                </a:lnTo>
                <a:cubicBezTo>
                  <a:pt x="795383" y="42665"/>
                  <a:pt x="796928" y="42050"/>
                  <a:pt x="798706" y="41475"/>
                </a:cubicBezTo>
                <a:cubicBezTo>
                  <a:pt x="800483" y="40901"/>
                  <a:pt x="802357" y="40409"/>
                  <a:pt x="804326" y="39998"/>
                </a:cubicBezTo>
                <a:cubicBezTo>
                  <a:pt x="806295" y="39588"/>
                  <a:pt x="808374" y="39274"/>
                  <a:pt x="810562" y="39055"/>
                </a:cubicBezTo>
                <a:cubicBezTo>
                  <a:pt x="812750" y="38836"/>
                  <a:pt x="814938" y="38727"/>
                  <a:pt x="817125" y="38727"/>
                </a:cubicBezTo>
                <a:cubicBezTo>
                  <a:pt x="825002" y="38727"/>
                  <a:pt x="831443" y="40123"/>
                  <a:pt x="836448" y="42916"/>
                </a:cubicBezTo>
                <a:cubicBezTo>
                  <a:pt x="841453" y="45708"/>
                  <a:pt x="845049" y="49403"/>
                  <a:pt x="847237" y="54003"/>
                </a:cubicBezTo>
                <a:cubicBezTo>
                  <a:pt x="848058" y="55755"/>
                  <a:pt x="848646" y="57686"/>
                  <a:pt x="849001" y="59795"/>
                </a:cubicBezTo>
                <a:cubicBezTo>
                  <a:pt x="849357" y="61903"/>
                  <a:pt x="849535" y="64216"/>
                  <a:pt x="849535" y="66733"/>
                </a:cubicBezTo>
                <a:lnTo>
                  <a:pt x="849535" y="118806"/>
                </a:lnTo>
                <a:lnTo>
                  <a:pt x="838881" y="118806"/>
                </a:lnTo>
                <a:lnTo>
                  <a:pt x="837489" y="110191"/>
                </a:lnTo>
                <a:moveTo>
                  <a:pt x="836817" y="84599"/>
                </a:moveTo>
                <a:cubicBezTo>
                  <a:pt x="834480" y="83941"/>
                  <a:pt x="831710" y="83311"/>
                  <a:pt x="828505" y="82707"/>
                </a:cubicBezTo>
                <a:cubicBezTo>
                  <a:pt x="825300" y="82104"/>
                  <a:pt x="821768" y="81775"/>
                  <a:pt x="817910" y="81720"/>
                </a:cubicBezTo>
                <a:cubicBezTo>
                  <a:pt x="812532" y="81720"/>
                  <a:pt x="808322" y="82872"/>
                  <a:pt x="805280" y="85176"/>
                </a:cubicBezTo>
                <a:cubicBezTo>
                  <a:pt x="802237" y="87480"/>
                  <a:pt x="800716" y="91019"/>
                  <a:pt x="800716" y="95791"/>
                </a:cubicBezTo>
                <a:cubicBezTo>
                  <a:pt x="800716" y="98205"/>
                  <a:pt x="801096" y="100317"/>
                  <a:pt x="801857" y="102127"/>
                </a:cubicBezTo>
                <a:cubicBezTo>
                  <a:pt x="802617" y="103937"/>
                  <a:pt x="803663" y="105432"/>
                  <a:pt x="804993" y="106611"/>
                </a:cubicBezTo>
                <a:cubicBezTo>
                  <a:pt x="806324" y="107791"/>
                  <a:pt x="807900" y="108669"/>
                  <a:pt x="809721" y="109245"/>
                </a:cubicBezTo>
                <a:cubicBezTo>
                  <a:pt x="811541" y="109821"/>
                  <a:pt x="813484" y="110109"/>
                  <a:pt x="815549" y="110109"/>
                </a:cubicBezTo>
                <a:cubicBezTo>
                  <a:pt x="818265" y="110109"/>
                  <a:pt x="820790" y="109711"/>
                  <a:pt x="823125" y="108916"/>
                </a:cubicBezTo>
                <a:cubicBezTo>
                  <a:pt x="825462" y="108120"/>
                  <a:pt x="827540" y="107174"/>
                  <a:pt x="829361" y="106078"/>
                </a:cubicBezTo>
                <a:cubicBezTo>
                  <a:pt x="831181" y="104981"/>
                  <a:pt x="832729" y="103883"/>
                  <a:pt x="834004" y="102786"/>
                </a:cubicBezTo>
                <a:cubicBezTo>
                  <a:pt x="835281" y="101688"/>
                  <a:pt x="836219" y="100838"/>
                  <a:pt x="836817" y="100235"/>
                </a:cubicBezTo>
                <a:lnTo>
                  <a:pt x="836817" y="84599"/>
                </a:lnTo>
                <a:close/>
                <a:moveTo>
                  <a:pt x="917779" y="51198"/>
                </a:moveTo>
                <a:lnTo>
                  <a:pt x="916794" y="51198"/>
                </a:lnTo>
                <a:cubicBezTo>
                  <a:pt x="913786" y="51198"/>
                  <a:pt x="910832" y="51472"/>
                  <a:pt x="907933" y="52019"/>
                </a:cubicBezTo>
                <a:cubicBezTo>
                  <a:pt x="905034" y="52566"/>
                  <a:pt x="902313" y="53400"/>
                  <a:pt x="899769" y="54521"/>
                </a:cubicBezTo>
                <a:cubicBezTo>
                  <a:pt x="897226" y="55642"/>
                  <a:pt x="894928" y="57023"/>
                  <a:pt x="892877" y="58664"/>
                </a:cubicBezTo>
                <a:cubicBezTo>
                  <a:pt x="890826" y="60305"/>
                  <a:pt x="889117" y="62247"/>
                  <a:pt x="887749" y="64490"/>
                </a:cubicBezTo>
                <a:lnTo>
                  <a:pt x="887749" y="118806"/>
                </a:lnTo>
                <a:lnTo>
                  <a:pt x="875032" y="118806"/>
                </a:lnTo>
                <a:lnTo>
                  <a:pt x="875032" y="40860"/>
                </a:lnTo>
                <a:lnTo>
                  <a:pt x="884877" y="40860"/>
                </a:lnTo>
                <a:lnTo>
                  <a:pt x="887339" y="53249"/>
                </a:lnTo>
                <a:lnTo>
                  <a:pt x="887585" y="53249"/>
                </a:lnTo>
                <a:cubicBezTo>
                  <a:pt x="888843" y="51213"/>
                  <a:pt x="890388" y="49316"/>
                  <a:pt x="892221" y="47557"/>
                </a:cubicBezTo>
                <a:cubicBezTo>
                  <a:pt x="894053" y="45797"/>
                  <a:pt x="896118" y="44256"/>
                  <a:pt x="898415" y="42937"/>
                </a:cubicBezTo>
                <a:cubicBezTo>
                  <a:pt x="900713" y="41616"/>
                  <a:pt x="903229" y="40584"/>
                  <a:pt x="905964" y="39842"/>
                </a:cubicBezTo>
                <a:cubicBezTo>
                  <a:pt x="908699" y="39099"/>
                  <a:pt x="911570" y="38727"/>
                  <a:pt x="914579" y="38727"/>
                </a:cubicBezTo>
                <a:cubicBezTo>
                  <a:pt x="915126" y="38727"/>
                  <a:pt x="915686" y="38740"/>
                  <a:pt x="916261" y="38768"/>
                </a:cubicBezTo>
                <a:cubicBezTo>
                  <a:pt x="916835" y="38795"/>
                  <a:pt x="917341" y="38836"/>
                  <a:pt x="917779" y="38891"/>
                </a:cubicBezTo>
                <a:lnTo>
                  <a:pt x="917779" y="51198"/>
                </a:lnTo>
                <a:close/>
                <a:moveTo>
                  <a:pt x="964881" y="38727"/>
                </a:moveTo>
                <a:cubicBezTo>
                  <a:pt x="968655" y="38727"/>
                  <a:pt x="972266" y="39123"/>
                  <a:pt x="975712" y="39916"/>
                </a:cubicBezTo>
                <a:cubicBezTo>
                  <a:pt x="979158" y="40710"/>
                  <a:pt x="982111" y="41817"/>
                  <a:pt x="984573" y="43239"/>
                </a:cubicBezTo>
                <a:lnTo>
                  <a:pt x="984573" y="53824"/>
                </a:lnTo>
                <a:cubicBezTo>
                  <a:pt x="981127" y="52511"/>
                  <a:pt x="977954" y="51526"/>
                  <a:pt x="975055" y="50870"/>
                </a:cubicBezTo>
                <a:cubicBezTo>
                  <a:pt x="972156" y="50213"/>
                  <a:pt x="969202" y="49885"/>
                  <a:pt x="966194" y="49885"/>
                </a:cubicBezTo>
                <a:cubicBezTo>
                  <a:pt x="963021" y="49885"/>
                  <a:pt x="959876" y="50406"/>
                  <a:pt x="956758" y="51447"/>
                </a:cubicBezTo>
                <a:cubicBezTo>
                  <a:pt x="953641" y="52488"/>
                  <a:pt x="950851" y="54200"/>
                  <a:pt x="948390" y="56582"/>
                </a:cubicBezTo>
                <a:cubicBezTo>
                  <a:pt x="945928" y="58964"/>
                  <a:pt x="943945" y="62113"/>
                  <a:pt x="942441" y="66031"/>
                </a:cubicBezTo>
                <a:cubicBezTo>
                  <a:pt x="940937" y="69947"/>
                  <a:pt x="940185" y="74807"/>
                  <a:pt x="940185" y="80612"/>
                </a:cubicBezTo>
                <a:cubicBezTo>
                  <a:pt x="940185" y="84831"/>
                  <a:pt x="940745" y="88721"/>
                  <a:pt x="941867" y="92281"/>
                </a:cubicBezTo>
                <a:cubicBezTo>
                  <a:pt x="942988" y="95842"/>
                  <a:pt x="944656" y="98923"/>
                  <a:pt x="946872" y="101524"/>
                </a:cubicBezTo>
                <a:cubicBezTo>
                  <a:pt x="949087" y="104126"/>
                  <a:pt x="951863" y="106152"/>
                  <a:pt x="955200" y="107604"/>
                </a:cubicBezTo>
                <a:cubicBezTo>
                  <a:pt x="958536" y="109055"/>
                  <a:pt x="962392" y="109780"/>
                  <a:pt x="966768" y="109780"/>
                </a:cubicBezTo>
                <a:cubicBezTo>
                  <a:pt x="969941" y="109780"/>
                  <a:pt x="973141" y="109439"/>
                  <a:pt x="976368" y="108755"/>
                </a:cubicBezTo>
                <a:cubicBezTo>
                  <a:pt x="979595" y="108071"/>
                  <a:pt x="982740" y="107100"/>
                  <a:pt x="985803" y="105842"/>
                </a:cubicBezTo>
                <a:lnTo>
                  <a:pt x="985803" y="116485"/>
                </a:lnTo>
                <a:cubicBezTo>
                  <a:pt x="984874" y="117034"/>
                  <a:pt x="983657" y="117584"/>
                  <a:pt x="982152" y="118134"/>
                </a:cubicBezTo>
                <a:cubicBezTo>
                  <a:pt x="980648" y="118684"/>
                  <a:pt x="978993" y="119166"/>
                  <a:pt x="977188" y="119578"/>
                </a:cubicBezTo>
                <a:cubicBezTo>
                  <a:pt x="975383" y="119989"/>
                  <a:pt x="973469" y="120319"/>
                  <a:pt x="971445" y="120567"/>
                </a:cubicBezTo>
                <a:cubicBezTo>
                  <a:pt x="969421" y="120815"/>
                  <a:pt x="967397" y="120939"/>
                  <a:pt x="965373" y="120939"/>
                </a:cubicBezTo>
                <a:cubicBezTo>
                  <a:pt x="960122" y="120939"/>
                  <a:pt x="955158" y="120144"/>
                  <a:pt x="950482" y="118555"/>
                </a:cubicBezTo>
                <a:cubicBezTo>
                  <a:pt x="945805" y="116965"/>
                  <a:pt x="941716" y="114526"/>
                  <a:pt x="938216" y="111239"/>
                </a:cubicBezTo>
                <a:cubicBezTo>
                  <a:pt x="934715" y="107951"/>
                  <a:pt x="931953" y="103785"/>
                  <a:pt x="929929" y="98742"/>
                </a:cubicBezTo>
                <a:cubicBezTo>
                  <a:pt x="927905" y="93700"/>
                  <a:pt x="926893" y="87726"/>
                  <a:pt x="926893" y="80820"/>
                </a:cubicBezTo>
                <a:cubicBezTo>
                  <a:pt x="926893" y="75668"/>
                  <a:pt x="927426" y="71037"/>
                  <a:pt x="928493" y="66926"/>
                </a:cubicBezTo>
                <a:cubicBezTo>
                  <a:pt x="929559" y="62815"/>
                  <a:pt x="931023" y="59198"/>
                  <a:pt x="932882" y="56075"/>
                </a:cubicBezTo>
                <a:cubicBezTo>
                  <a:pt x="934742" y="52950"/>
                  <a:pt x="936916" y="50292"/>
                  <a:pt x="939405" y="48101"/>
                </a:cubicBezTo>
                <a:cubicBezTo>
                  <a:pt x="941894" y="45908"/>
                  <a:pt x="944547" y="44112"/>
                  <a:pt x="947364" y="42714"/>
                </a:cubicBezTo>
                <a:cubicBezTo>
                  <a:pt x="950181" y="41316"/>
                  <a:pt x="953094" y="40302"/>
                  <a:pt x="956102" y="39673"/>
                </a:cubicBezTo>
                <a:cubicBezTo>
                  <a:pt x="959110" y="39042"/>
                  <a:pt x="962037" y="38727"/>
                  <a:pt x="964881" y="38727"/>
                </a:cubicBezTo>
                <a:close/>
                <a:moveTo>
                  <a:pt x="1018461" y="51444"/>
                </a:moveTo>
                <a:lnTo>
                  <a:pt x="1018707" y="51444"/>
                </a:lnTo>
                <a:cubicBezTo>
                  <a:pt x="1020131" y="49639"/>
                  <a:pt x="1021719" y="47957"/>
                  <a:pt x="1023473" y="46398"/>
                </a:cubicBezTo>
                <a:cubicBezTo>
                  <a:pt x="1025227" y="44839"/>
                  <a:pt x="1027172" y="43499"/>
                  <a:pt x="1029309" y="42378"/>
                </a:cubicBezTo>
                <a:cubicBezTo>
                  <a:pt x="1031446" y="41257"/>
                  <a:pt x="1033746" y="40368"/>
                  <a:pt x="1036211" y="39711"/>
                </a:cubicBezTo>
                <a:cubicBezTo>
                  <a:pt x="1038676" y="39055"/>
                  <a:pt x="1041333" y="38727"/>
                  <a:pt x="1044183" y="38727"/>
                </a:cubicBezTo>
                <a:cubicBezTo>
                  <a:pt x="1047142" y="38727"/>
                  <a:pt x="1050100" y="39124"/>
                  <a:pt x="1053057" y="39919"/>
                </a:cubicBezTo>
                <a:cubicBezTo>
                  <a:pt x="1056016" y="40712"/>
                  <a:pt x="1058755" y="42121"/>
                  <a:pt x="1061274" y="44147"/>
                </a:cubicBezTo>
                <a:cubicBezTo>
                  <a:pt x="1063796" y="46173"/>
                  <a:pt x="1065850" y="48993"/>
                  <a:pt x="1067438" y="52608"/>
                </a:cubicBezTo>
                <a:cubicBezTo>
                  <a:pt x="1069028" y="56222"/>
                  <a:pt x="1069823" y="60875"/>
                  <a:pt x="1069823" y="66569"/>
                </a:cubicBezTo>
                <a:lnTo>
                  <a:pt x="1069823" y="118806"/>
                </a:lnTo>
                <a:lnTo>
                  <a:pt x="1057105" y="118806"/>
                </a:lnTo>
                <a:lnTo>
                  <a:pt x="1057105" y="68674"/>
                </a:lnTo>
                <a:cubicBezTo>
                  <a:pt x="1057105" y="62384"/>
                  <a:pt x="1055913" y="57653"/>
                  <a:pt x="1053529" y="54480"/>
                </a:cubicBezTo>
                <a:cubicBezTo>
                  <a:pt x="1051144" y="51307"/>
                  <a:pt x="1047238" y="49721"/>
                  <a:pt x="1041811" y="49721"/>
                </a:cubicBezTo>
                <a:cubicBezTo>
                  <a:pt x="1037317" y="49721"/>
                  <a:pt x="1033042" y="50938"/>
                  <a:pt x="1028986" y="53372"/>
                </a:cubicBezTo>
                <a:cubicBezTo>
                  <a:pt x="1024930" y="55806"/>
                  <a:pt x="1021421" y="59157"/>
                  <a:pt x="1018461" y="63423"/>
                </a:cubicBezTo>
                <a:lnTo>
                  <a:pt x="1018461" y="118806"/>
                </a:lnTo>
                <a:lnTo>
                  <a:pt x="1005743" y="118806"/>
                </a:lnTo>
                <a:lnTo>
                  <a:pt x="1005743" y="0"/>
                </a:lnTo>
                <a:lnTo>
                  <a:pt x="1018461" y="0"/>
                </a:lnTo>
                <a:lnTo>
                  <a:pt x="1018461" y="51444"/>
                </a:lnTo>
                <a:close/>
                <a:moveTo>
                  <a:pt x="1094465" y="118806"/>
                </a:moveTo>
                <a:lnTo>
                  <a:pt x="1094465" y="40860"/>
                </a:lnTo>
                <a:lnTo>
                  <a:pt x="1107183" y="40860"/>
                </a:lnTo>
                <a:lnTo>
                  <a:pt x="1107183" y="118806"/>
                </a:lnTo>
                <a:lnTo>
                  <a:pt x="1094465" y="118806"/>
                </a:lnTo>
                <a:moveTo>
                  <a:pt x="1094137" y="22645"/>
                </a:moveTo>
                <a:lnTo>
                  <a:pt x="1094137" y="8369"/>
                </a:lnTo>
                <a:lnTo>
                  <a:pt x="1106855" y="8369"/>
                </a:lnTo>
                <a:lnTo>
                  <a:pt x="1106855" y="22645"/>
                </a:lnTo>
                <a:lnTo>
                  <a:pt x="1094137" y="22645"/>
                </a:lnTo>
                <a:close/>
                <a:moveTo>
                  <a:pt x="1165682" y="38727"/>
                </a:moveTo>
                <a:cubicBezTo>
                  <a:pt x="1169456" y="38727"/>
                  <a:pt x="1173066" y="39123"/>
                  <a:pt x="1176512" y="39916"/>
                </a:cubicBezTo>
                <a:cubicBezTo>
                  <a:pt x="1179958" y="40710"/>
                  <a:pt x="1182912" y="41817"/>
                  <a:pt x="1185374" y="43239"/>
                </a:cubicBezTo>
                <a:lnTo>
                  <a:pt x="1185374" y="53824"/>
                </a:lnTo>
                <a:cubicBezTo>
                  <a:pt x="1181928" y="52511"/>
                  <a:pt x="1178755" y="51526"/>
                  <a:pt x="1175856" y="50870"/>
                </a:cubicBezTo>
                <a:cubicBezTo>
                  <a:pt x="1172957" y="50213"/>
                  <a:pt x="1170003" y="49885"/>
                  <a:pt x="1166995" y="49885"/>
                </a:cubicBezTo>
                <a:cubicBezTo>
                  <a:pt x="1163822" y="49885"/>
                  <a:pt x="1160677" y="50406"/>
                  <a:pt x="1157559" y="51447"/>
                </a:cubicBezTo>
                <a:cubicBezTo>
                  <a:pt x="1154441" y="52488"/>
                  <a:pt x="1151652" y="54200"/>
                  <a:pt x="1149190" y="56582"/>
                </a:cubicBezTo>
                <a:cubicBezTo>
                  <a:pt x="1146729" y="58964"/>
                  <a:pt x="1144746" y="62113"/>
                  <a:pt x="1143242" y="66031"/>
                </a:cubicBezTo>
                <a:cubicBezTo>
                  <a:pt x="1141738" y="69947"/>
                  <a:pt x="1140986" y="74807"/>
                  <a:pt x="1140986" y="80612"/>
                </a:cubicBezTo>
                <a:cubicBezTo>
                  <a:pt x="1140986" y="84831"/>
                  <a:pt x="1141546" y="88721"/>
                  <a:pt x="1142667" y="92281"/>
                </a:cubicBezTo>
                <a:cubicBezTo>
                  <a:pt x="1143789" y="95842"/>
                  <a:pt x="1145457" y="98923"/>
                  <a:pt x="1147672" y="101524"/>
                </a:cubicBezTo>
                <a:cubicBezTo>
                  <a:pt x="1149888" y="104126"/>
                  <a:pt x="1152664" y="106152"/>
                  <a:pt x="1156000" y="107604"/>
                </a:cubicBezTo>
                <a:cubicBezTo>
                  <a:pt x="1159337" y="109055"/>
                  <a:pt x="1163193" y="109780"/>
                  <a:pt x="1167569" y="109780"/>
                </a:cubicBezTo>
                <a:cubicBezTo>
                  <a:pt x="1170742" y="109780"/>
                  <a:pt x="1173942" y="109439"/>
                  <a:pt x="1177169" y="108755"/>
                </a:cubicBezTo>
                <a:cubicBezTo>
                  <a:pt x="1180396" y="108071"/>
                  <a:pt x="1183541" y="107100"/>
                  <a:pt x="1186604" y="105842"/>
                </a:cubicBezTo>
                <a:lnTo>
                  <a:pt x="1186604" y="116485"/>
                </a:lnTo>
                <a:cubicBezTo>
                  <a:pt x="1185674" y="117034"/>
                  <a:pt x="1184457" y="117584"/>
                  <a:pt x="1182953" y="118134"/>
                </a:cubicBezTo>
                <a:cubicBezTo>
                  <a:pt x="1181449" y="118684"/>
                  <a:pt x="1179794" y="119166"/>
                  <a:pt x="1177989" y="119578"/>
                </a:cubicBezTo>
                <a:cubicBezTo>
                  <a:pt x="1176184" y="119989"/>
                  <a:pt x="1174270" y="120319"/>
                  <a:pt x="1172246" y="120567"/>
                </a:cubicBezTo>
                <a:cubicBezTo>
                  <a:pt x="1170222" y="120815"/>
                  <a:pt x="1168198" y="120939"/>
                  <a:pt x="1166174" y="120939"/>
                </a:cubicBezTo>
                <a:cubicBezTo>
                  <a:pt x="1160923" y="120939"/>
                  <a:pt x="1155959" y="120144"/>
                  <a:pt x="1151283" y="118555"/>
                </a:cubicBezTo>
                <a:cubicBezTo>
                  <a:pt x="1146606" y="116965"/>
                  <a:pt x="1142517" y="114526"/>
                  <a:pt x="1139016" y="111239"/>
                </a:cubicBezTo>
                <a:cubicBezTo>
                  <a:pt x="1135516" y="107951"/>
                  <a:pt x="1132753" y="103785"/>
                  <a:pt x="1130729" y="98742"/>
                </a:cubicBezTo>
                <a:cubicBezTo>
                  <a:pt x="1128706" y="93700"/>
                  <a:pt x="1127694" y="87726"/>
                  <a:pt x="1127694" y="80820"/>
                </a:cubicBezTo>
                <a:cubicBezTo>
                  <a:pt x="1127694" y="75668"/>
                  <a:pt x="1128227" y="71037"/>
                  <a:pt x="1129294" y="66926"/>
                </a:cubicBezTo>
                <a:cubicBezTo>
                  <a:pt x="1130360" y="62815"/>
                  <a:pt x="1131823" y="59198"/>
                  <a:pt x="1133683" y="56075"/>
                </a:cubicBezTo>
                <a:cubicBezTo>
                  <a:pt x="1135543" y="52950"/>
                  <a:pt x="1137717" y="50292"/>
                  <a:pt x="1140206" y="48101"/>
                </a:cubicBezTo>
                <a:cubicBezTo>
                  <a:pt x="1142695" y="45908"/>
                  <a:pt x="1145348" y="44112"/>
                  <a:pt x="1148165" y="42714"/>
                </a:cubicBezTo>
                <a:cubicBezTo>
                  <a:pt x="1150982" y="41316"/>
                  <a:pt x="1153894" y="40302"/>
                  <a:pt x="1156903" y="39673"/>
                </a:cubicBezTo>
                <a:cubicBezTo>
                  <a:pt x="1159911" y="39042"/>
                  <a:pt x="1162838" y="38727"/>
                  <a:pt x="1165682" y="38727"/>
                </a:cubicBezTo>
                <a:close/>
                <a:moveTo>
                  <a:pt x="1250686" y="110191"/>
                </a:moveTo>
                <a:lnTo>
                  <a:pt x="1250357" y="110191"/>
                </a:lnTo>
                <a:cubicBezTo>
                  <a:pt x="1249320" y="111503"/>
                  <a:pt x="1248009" y="112803"/>
                  <a:pt x="1246424" y="114088"/>
                </a:cubicBezTo>
                <a:cubicBezTo>
                  <a:pt x="1244841" y="115373"/>
                  <a:pt x="1243012" y="116524"/>
                  <a:pt x="1240935" y="117539"/>
                </a:cubicBezTo>
                <a:cubicBezTo>
                  <a:pt x="1238860" y="118555"/>
                  <a:pt x="1236593" y="119375"/>
                  <a:pt x="1234135" y="120001"/>
                </a:cubicBezTo>
                <a:cubicBezTo>
                  <a:pt x="1231677" y="120626"/>
                  <a:pt x="1229055" y="120939"/>
                  <a:pt x="1226269" y="120939"/>
                </a:cubicBezTo>
                <a:cubicBezTo>
                  <a:pt x="1222499" y="120939"/>
                  <a:pt x="1219044" y="120378"/>
                  <a:pt x="1215902" y="119254"/>
                </a:cubicBezTo>
                <a:cubicBezTo>
                  <a:pt x="1212762" y="118131"/>
                  <a:pt x="1210058" y="116488"/>
                  <a:pt x="1207790" y="114324"/>
                </a:cubicBezTo>
                <a:cubicBezTo>
                  <a:pt x="1205523" y="112160"/>
                  <a:pt x="1203762" y="109516"/>
                  <a:pt x="1202505" y="106393"/>
                </a:cubicBezTo>
                <a:cubicBezTo>
                  <a:pt x="1201249" y="103270"/>
                  <a:pt x="1200621" y="99736"/>
                  <a:pt x="1200621" y="95791"/>
                </a:cubicBezTo>
                <a:cubicBezTo>
                  <a:pt x="1200621" y="91901"/>
                  <a:pt x="1201317" y="88421"/>
                  <a:pt x="1202708" y="85353"/>
                </a:cubicBezTo>
                <a:cubicBezTo>
                  <a:pt x="1204101" y="82285"/>
                  <a:pt x="1206053" y="79682"/>
                  <a:pt x="1208564" y="77546"/>
                </a:cubicBezTo>
                <a:cubicBezTo>
                  <a:pt x="1211077" y="75409"/>
                  <a:pt x="1214095" y="73766"/>
                  <a:pt x="1217618" y="72615"/>
                </a:cubicBezTo>
                <a:cubicBezTo>
                  <a:pt x="1221141" y="71465"/>
                  <a:pt x="1225031" y="70890"/>
                  <a:pt x="1229289" y="70890"/>
                </a:cubicBezTo>
                <a:cubicBezTo>
                  <a:pt x="1233330" y="70944"/>
                  <a:pt x="1237071" y="71300"/>
                  <a:pt x="1240512" y="71956"/>
                </a:cubicBezTo>
                <a:cubicBezTo>
                  <a:pt x="1243953" y="72613"/>
                  <a:pt x="1247011" y="73433"/>
                  <a:pt x="1249686" y="74418"/>
                </a:cubicBezTo>
                <a:lnTo>
                  <a:pt x="1250014" y="74418"/>
                </a:lnTo>
                <a:lnTo>
                  <a:pt x="1250014" y="69003"/>
                </a:lnTo>
                <a:cubicBezTo>
                  <a:pt x="1250014" y="66869"/>
                  <a:pt x="1249877" y="64982"/>
                  <a:pt x="1249604" y="63341"/>
                </a:cubicBezTo>
                <a:cubicBezTo>
                  <a:pt x="1249330" y="61700"/>
                  <a:pt x="1248865" y="60251"/>
                  <a:pt x="1248209" y="58993"/>
                </a:cubicBezTo>
                <a:cubicBezTo>
                  <a:pt x="1246787" y="56367"/>
                  <a:pt x="1244517" y="54193"/>
                  <a:pt x="1241399" y="52470"/>
                </a:cubicBezTo>
                <a:cubicBezTo>
                  <a:pt x="1238281" y="50747"/>
                  <a:pt x="1234069" y="49885"/>
                  <a:pt x="1228763" y="49885"/>
                </a:cubicBezTo>
                <a:cubicBezTo>
                  <a:pt x="1224825" y="49885"/>
                  <a:pt x="1221119" y="50248"/>
                  <a:pt x="1217646" y="50972"/>
                </a:cubicBezTo>
                <a:cubicBezTo>
                  <a:pt x="1214172" y="51695"/>
                  <a:pt x="1210713" y="52701"/>
                  <a:pt x="1207267" y="53988"/>
                </a:cubicBezTo>
                <a:lnTo>
                  <a:pt x="1207267" y="43321"/>
                </a:lnTo>
                <a:cubicBezTo>
                  <a:pt x="1208579" y="42665"/>
                  <a:pt x="1210125" y="42050"/>
                  <a:pt x="1211902" y="41475"/>
                </a:cubicBezTo>
                <a:cubicBezTo>
                  <a:pt x="1213680" y="40901"/>
                  <a:pt x="1215554" y="40409"/>
                  <a:pt x="1217523" y="39998"/>
                </a:cubicBezTo>
                <a:cubicBezTo>
                  <a:pt x="1219492" y="39588"/>
                  <a:pt x="1221570" y="39274"/>
                  <a:pt x="1223758" y="39055"/>
                </a:cubicBezTo>
                <a:cubicBezTo>
                  <a:pt x="1225946" y="38836"/>
                  <a:pt x="1228134" y="38727"/>
                  <a:pt x="1230322" y="38727"/>
                </a:cubicBezTo>
                <a:cubicBezTo>
                  <a:pt x="1238199" y="38727"/>
                  <a:pt x="1244640" y="40123"/>
                  <a:pt x="1249645" y="42916"/>
                </a:cubicBezTo>
                <a:cubicBezTo>
                  <a:pt x="1254650" y="45708"/>
                  <a:pt x="1258246" y="49403"/>
                  <a:pt x="1260434" y="54003"/>
                </a:cubicBezTo>
                <a:cubicBezTo>
                  <a:pt x="1261254" y="55755"/>
                  <a:pt x="1261842" y="57686"/>
                  <a:pt x="1262198" y="59795"/>
                </a:cubicBezTo>
                <a:cubicBezTo>
                  <a:pt x="1262554" y="61903"/>
                  <a:pt x="1262731" y="64216"/>
                  <a:pt x="1262731" y="66733"/>
                </a:cubicBezTo>
                <a:lnTo>
                  <a:pt x="1262731" y="118806"/>
                </a:lnTo>
                <a:lnTo>
                  <a:pt x="1252078" y="118806"/>
                </a:lnTo>
                <a:lnTo>
                  <a:pt x="1250686" y="110191"/>
                </a:lnTo>
                <a:moveTo>
                  <a:pt x="1250014" y="84599"/>
                </a:moveTo>
                <a:cubicBezTo>
                  <a:pt x="1247677" y="83941"/>
                  <a:pt x="1244906" y="83311"/>
                  <a:pt x="1241701" y="82707"/>
                </a:cubicBezTo>
                <a:cubicBezTo>
                  <a:pt x="1238496" y="82104"/>
                  <a:pt x="1234965" y="81775"/>
                  <a:pt x="1231107" y="81720"/>
                </a:cubicBezTo>
                <a:cubicBezTo>
                  <a:pt x="1225729" y="81720"/>
                  <a:pt x="1221519" y="82872"/>
                  <a:pt x="1218477" y="85176"/>
                </a:cubicBezTo>
                <a:cubicBezTo>
                  <a:pt x="1215434" y="87480"/>
                  <a:pt x="1213913" y="91019"/>
                  <a:pt x="1213913" y="95791"/>
                </a:cubicBezTo>
                <a:cubicBezTo>
                  <a:pt x="1213913" y="98205"/>
                  <a:pt x="1214293" y="100317"/>
                  <a:pt x="1215054" y="102127"/>
                </a:cubicBezTo>
                <a:cubicBezTo>
                  <a:pt x="1215814" y="103937"/>
                  <a:pt x="1216860" y="105432"/>
                  <a:pt x="1218189" y="106611"/>
                </a:cubicBezTo>
                <a:cubicBezTo>
                  <a:pt x="1219521" y="107791"/>
                  <a:pt x="1221097" y="108669"/>
                  <a:pt x="1222917" y="109245"/>
                </a:cubicBezTo>
                <a:cubicBezTo>
                  <a:pt x="1224738" y="109821"/>
                  <a:pt x="1226681" y="110109"/>
                  <a:pt x="1228745" y="110109"/>
                </a:cubicBezTo>
                <a:cubicBezTo>
                  <a:pt x="1231462" y="110109"/>
                  <a:pt x="1233987" y="109711"/>
                  <a:pt x="1236322" y="108916"/>
                </a:cubicBezTo>
                <a:cubicBezTo>
                  <a:pt x="1238659" y="108120"/>
                  <a:pt x="1240737" y="107174"/>
                  <a:pt x="1242558" y="106078"/>
                </a:cubicBezTo>
                <a:cubicBezTo>
                  <a:pt x="1244378" y="104981"/>
                  <a:pt x="1245926" y="103883"/>
                  <a:pt x="1247201" y="102786"/>
                </a:cubicBezTo>
                <a:cubicBezTo>
                  <a:pt x="1248478" y="101688"/>
                  <a:pt x="1249416" y="100838"/>
                  <a:pt x="1250014" y="100235"/>
                </a:cubicBezTo>
                <a:lnTo>
                  <a:pt x="1250014" y="84599"/>
                </a:lnTo>
                <a:close/>
                <a:moveTo>
                  <a:pt x="1288712" y="118806"/>
                </a:moveTo>
                <a:lnTo>
                  <a:pt x="1288712" y="0"/>
                </a:lnTo>
                <a:lnTo>
                  <a:pt x="1301430" y="0"/>
                </a:lnTo>
                <a:lnTo>
                  <a:pt x="1301430" y="118806"/>
                </a:lnTo>
                <a:lnTo>
                  <a:pt x="1288712" y="118806"/>
                </a:lnTo>
                <a:close/>
              </a:path>
            </a:pathLst>
          </a:custGeom>
          <a:solidFill xmlns:a="http://schemas.openxmlformats.org/drawingml/2006/main">
            <a:srgbClr val="76717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8" name="Text Interaction">
            <a:extLst xmlns:a="http://schemas.openxmlformats.org/drawingml/2006/main">
              <a:ext uri="{FF2B5EF4-FFF2-40B4-BE49-F238E27FC236}">
                <a16:creationId xmlns:a16="http://schemas.microsoft.com/office/drawing/2014/main" id="{F8F3F6EA-739A-410D-89B7-D24DDE65F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49986" y="3081461"/>
            <a:ext cx="732226" cy="112841"/>
          </a:xfrm>
          <a:custGeom xmlns:a="http://schemas.openxmlformats.org/drawingml/2006/main">
            <a:pathLst>
              <a:path w="732226" h="112841">
                <a:moveTo>
                  <a:pt x="0" y="110703"/>
                </a:moveTo>
                <a:lnTo>
                  <a:pt x="0" y="658"/>
                </a:lnTo>
                <a:lnTo>
                  <a:pt x="13406" y="658"/>
                </a:lnTo>
                <a:lnTo>
                  <a:pt x="13406" y="110703"/>
                </a:lnTo>
                <a:lnTo>
                  <a:pt x="0" y="110703"/>
                </a:lnTo>
                <a:close/>
                <a:moveTo>
                  <a:pt x="51118" y="43426"/>
                </a:moveTo>
                <a:lnTo>
                  <a:pt x="51365" y="43426"/>
                </a:lnTo>
                <a:cubicBezTo>
                  <a:pt x="52790" y="41604"/>
                  <a:pt x="54367" y="39908"/>
                  <a:pt x="56094" y="38337"/>
                </a:cubicBezTo>
                <a:cubicBezTo>
                  <a:pt x="57821" y="36764"/>
                  <a:pt x="59754" y="35385"/>
                  <a:pt x="61892" y="34199"/>
                </a:cubicBezTo>
                <a:cubicBezTo>
                  <a:pt x="64031" y="33011"/>
                  <a:pt x="66375" y="32087"/>
                  <a:pt x="68924" y="31426"/>
                </a:cubicBezTo>
                <a:cubicBezTo>
                  <a:pt x="71474" y="30763"/>
                  <a:pt x="74257" y="30431"/>
                  <a:pt x="77272" y="30431"/>
                </a:cubicBezTo>
                <a:cubicBezTo>
                  <a:pt x="80836" y="30431"/>
                  <a:pt x="84181" y="30925"/>
                  <a:pt x="87306" y="31914"/>
                </a:cubicBezTo>
                <a:cubicBezTo>
                  <a:pt x="90432" y="32901"/>
                  <a:pt x="93146" y="34493"/>
                  <a:pt x="95449" y="36689"/>
                </a:cubicBezTo>
                <a:cubicBezTo>
                  <a:pt x="97752" y="38884"/>
                  <a:pt x="99575" y="41752"/>
                  <a:pt x="100918" y="45292"/>
                </a:cubicBezTo>
                <a:cubicBezTo>
                  <a:pt x="102261" y="48832"/>
                  <a:pt x="102933" y="53181"/>
                  <a:pt x="102933" y="58341"/>
                </a:cubicBezTo>
                <a:lnTo>
                  <a:pt x="102933" y="110703"/>
                </a:lnTo>
                <a:lnTo>
                  <a:pt x="90185" y="110703"/>
                </a:lnTo>
                <a:lnTo>
                  <a:pt x="90185" y="60451"/>
                </a:lnTo>
                <a:cubicBezTo>
                  <a:pt x="90185" y="53707"/>
                  <a:pt x="88883" y="48854"/>
                  <a:pt x="86278" y="45893"/>
                </a:cubicBezTo>
                <a:cubicBezTo>
                  <a:pt x="83674" y="42932"/>
                  <a:pt x="79877" y="41452"/>
                  <a:pt x="74887" y="41452"/>
                </a:cubicBezTo>
                <a:cubicBezTo>
                  <a:pt x="70501" y="41452"/>
                  <a:pt x="66251" y="42672"/>
                  <a:pt x="62139" y="45112"/>
                </a:cubicBezTo>
                <a:cubicBezTo>
                  <a:pt x="58027" y="47552"/>
                  <a:pt x="54490" y="50910"/>
                  <a:pt x="51529" y="55187"/>
                </a:cubicBezTo>
                <a:lnTo>
                  <a:pt x="51529" y="110703"/>
                </a:lnTo>
                <a:lnTo>
                  <a:pt x="38781" y="110703"/>
                </a:lnTo>
                <a:lnTo>
                  <a:pt x="38781" y="32569"/>
                </a:lnTo>
                <a:lnTo>
                  <a:pt x="48651" y="32569"/>
                </a:lnTo>
                <a:lnTo>
                  <a:pt x="51118" y="43426"/>
                </a:lnTo>
                <a:close/>
                <a:moveTo>
                  <a:pt x="168755" y="110937"/>
                </a:moveTo>
                <a:cubicBezTo>
                  <a:pt x="167658" y="111377"/>
                  <a:pt x="165986" y="111791"/>
                  <a:pt x="163738" y="112178"/>
                </a:cubicBezTo>
                <a:cubicBezTo>
                  <a:pt x="161490" y="112566"/>
                  <a:pt x="158803" y="112787"/>
                  <a:pt x="155678" y="112841"/>
                </a:cubicBezTo>
                <a:cubicBezTo>
                  <a:pt x="151566" y="112841"/>
                  <a:pt x="148002" y="112334"/>
                  <a:pt x="144986" y="111320"/>
                </a:cubicBezTo>
                <a:cubicBezTo>
                  <a:pt x="141970" y="110305"/>
                  <a:pt x="139462" y="108852"/>
                  <a:pt x="137460" y="106961"/>
                </a:cubicBezTo>
                <a:cubicBezTo>
                  <a:pt x="135459" y="105069"/>
                  <a:pt x="133965" y="102780"/>
                  <a:pt x="132978" y="100093"/>
                </a:cubicBezTo>
                <a:cubicBezTo>
                  <a:pt x="131991" y="97407"/>
                  <a:pt x="131498" y="94418"/>
                  <a:pt x="131498" y="91128"/>
                </a:cubicBezTo>
                <a:lnTo>
                  <a:pt x="131498" y="43590"/>
                </a:lnTo>
                <a:lnTo>
                  <a:pt x="116447" y="43590"/>
                </a:lnTo>
                <a:lnTo>
                  <a:pt x="116447" y="32569"/>
                </a:lnTo>
                <a:lnTo>
                  <a:pt x="131498" y="32569"/>
                </a:lnTo>
                <a:lnTo>
                  <a:pt x="131498" y="11185"/>
                </a:lnTo>
                <a:lnTo>
                  <a:pt x="144246" y="11185"/>
                </a:lnTo>
                <a:lnTo>
                  <a:pt x="144246" y="32569"/>
                </a:lnTo>
                <a:lnTo>
                  <a:pt x="167604" y="32569"/>
                </a:lnTo>
                <a:lnTo>
                  <a:pt x="167604" y="43590"/>
                </a:lnTo>
                <a:lnTo>
                  <a:pt x="144246" y="43590"/>
                </a:lnTo>
                <a:lnTo>
                  <a:pt x="144246" y="89090"/>
                </a:lnTo>
                <a:cubicBezTo>
                  <a:pt x="144246" y="90896"/>
                  <a:pt x="144506" y="92566"/>
                  <a:pt x="145027" y="94100"/>
                </a:cubicBezTo>
                <a:cubicBezTo>
                  <a:pt x="145548" y="95633"/>
                  <a:pt x="146370" y="96961"/>
                  <a:pt x="147494" y="98083"/>
                </a:cubicBezTo>
                <a:cubicBezTo>
                  <a:pt x="148618" y="99206"/>
                  <a:pt x="150058" y="100082"/>
                  <a:pt x="151812" y="100713"/>
                </a:cubicBezTo>
                <a:cubicBezTo>
                  <a:pt x="153567" y="101342"/>
                  <a:pt x="155678" y="101656"/>
                  <a:pt x="158145" y="101656"/>
                </a:cubicBezTo>
                <a:cubicBezTo>
                  <a:pt x="159845" y="101656"/>
                  <a:pt x="161641" y="101519"/>
                  <a:pt x="163532" y="101245"/>
                </a:cubicBezTo>
                <a:cubicBezTo>
                  <a:pt x="165424" y="100971"/>
                  <a:pt x="167165" y="100614"/>
                  <a:pt x="168755" y="100176"/>
                </a:cubicBezTo>
                <a:lnTo>
                  <a:pt x="168755" y="110937"/>
                </a:lnTo>
                <a:close/>
                <a:moveTo>
                  <a:pt x="216787" y="41452"/>
                </a:moveTo>
                <a:cubicBezTo>
                  <a:pt x="213844" y="41452"/>
                  <a:pt x="211109" y="42028"/>
                  <a:pt x="208583" y="43179"/>
                </a:cubicBezTo>
                <a:cubicBezTo>
                  <a:pt x="206058" y="44331"/>
                  <a:pt x="203851" y="45893"/>
                  <a:pt x="201962" y="47867"/>
                </a:cubicBezTo>
                <a:cubicBezTo>
                  <a:pt x="200076" y="49841"/>
                  <a:pt x="198549" y="52158"/>
                  <a:pt x="197382" y="54817"/>
                </a:cubicBezTo>
                <a:cubicBezTo>
                  <a:pt x="196217" y="57476"/>
                  <a:pt x="195496" y="60314"/>
                  <a:pt x="195218" y="63329"/>
                </a:cubicBezTo>
                <a:lnTo>
                  <a:pt x="235190" y="63329"/>
                </a:lnTo>
                <a:cubicBezTo>
                  <a:pt x="235190" y="60259"/>
                  <a:pt x="234787" y="57394"/>
                  <a:pt x="233982" y="54735"/>
                </a:cubicBezTo>
                <a:cubicBezTo>
                  <a:pt x="233176" y="52075"/>
                  <a:pt x="231997" y="49759"/>
                  <a:pt x="230443" y="47785"/>
                </a:cubicBezTo>
                <a:cubicBezTo>
                  <a:pt x="228889" y="45811"/>
                  <a:pt x="226973" y="44262"/>
                  <a:pt x="224696" y="43138"/>
                </a:cubicBezTo>
                <a:cubicBezTo>
                  <a:pt x="222420" y="42014"/>
                  <a:pt x="219784" y="41452"/>
                  <a:pt x="216787" y="41452"/>
                </a:cubicBezTo>
                <a:moveTo>
                  <a:pt x="223511" y="101656"/>
                </a:moveTo>
                <a:cubicBezTo>
                  <a:pt x="227733" y="101656"/>
                  <a:pt x="231585" y="101313"/>
                  <a:pt x="235066" y="100628"/>
                </a:cubicBezTo>
                <a:cubicBezTo>
                  <a:pt x="238548" y="99942"/>
                  <a:pt x="242016" y="98969"/>
                  <a:pt x="245471" y="97708"/>
                </a:cubicBezTo>
                <a:lnTo>
                  <a:pt x="245471" y="108377"/>
                </a:lnTo>
                <a:cubicBezTo>
                  <a:pt x="242674" y="109755"/>
                  <a:pt x="239220" y="110843"/>
                  <a:pt x="235108" y="111641"/>
                </a:cubicBezTo>
                <a:cubicBezTo>
                  <a:pt x="230995" y="112441"/>
                  <a:pt x="226581" y="112841"/>
                  <a:pt x="221866" y="112841"/>
                </a:cubicBezTo>
                <a:cubicBezTo>
                  <a:pt x="216273" y="112841"/>
                  <a:pt x="211023" y="112128"/>
                  <a:pt x="206116" y="110700"/>
                </a:cubicBezTo>
                <a:cubicBezTo>
                  <a:pt x="201209" y="109271"/>
                  <a:pt x="196961" y="106963"/>
                  <a:pt x="193373" y="103776"/>
                </a:cubicBezTo>
                <a:cubicBezTo>
                  <a:pt x="189785" y="100589"/>
                  <a:pt x="186975" y="96427"/>
                  <a:pt x="184943" y="91290"/>
                </a:cubicBezTo>
                <a:cubicBezTo>
                  <a:pt x="182911" y="86153"/>
                  <a:pt x="181894" y="79959"/>
                  <a:pt x="181894" y="72708"/>
                </a:cubicBezTo>
                <a:cubicBezTo>
                  <a:pt x="181894" y="65566"/>
                  <a:pt x="182879" y="59372"/>
                  <a:pt x="184848" y="54126"/>
                </a:cubicBezTo>
                <a:cubicBezTo>
                  <a:pt x="186816" y="48877"/>
                  <a:pt x="189441" y="44495"/>
                  <a:pt x="192723" y="40979"/>
                </a:cubicBezTo>
                <a:cubicBezTo>
                  <a:pt x="196006" y="37463"/>
                  <a:pt x="199780" y="34826"/>
                  <a:pt x="204047" y="33068"/>
                </a:cubicBezTo>
                <a:cubicBezTo>
                  <a:pt x="208313" y="31310"/>
                  <a:pt x="212771" y="30431"/>
                  <a:pt x="217420" y="30431"/>
                </a:cubicBezTo>
                <a:cubicBezTo>
                  <a:pt x="221796" y="30431"/>
                  <a:pt x="225884" y="31160"/>
                  <a:pt x="229684" y="32618"/>
                </a:cubicBezTo>
                <a:cubicBezTo>
                  <a:pt x="233487" y="34076"/>
                  <a:pt x="236782" y="36374"/>
                  <a:pt x="239572" y="39511"/>
                </a:cubicBezTo>
                <a:cubicBezTo>
                  <a:pt x="242361" y="42649"/>
                  <a:pt x="244562" y="46694"/>
                  <a:pt x="246175" y="51648"/>
                </a:cubicBezTo>
                <a:cubicBezTo>
                  <a:pt x="247789" y="56601"/>
                  <a:pt x="248596" y="62545"/>
                  <a:pt x="248596" y="69480"/>
                </a:cubicBezTo>
                <a:cubicBezTo>
                  <a:pt x="248596" y="70139"/>
                  <a:pt x="248596" y="70703"/>
                  <a:pt x="248596" y="71171"/>
                </a:cubicBezTo>
                <a:cubicBezTo>
                  <a:pt x="248596" y="71639"/>
                  <a:pt x="248568" y="72699"/>
                  <a:pt x="248514" y="74350"/>
                </a:cubicBezTo>
                <a:lnTo>
                  <a:pt x="194560" y="74350"/>
                </a:lnTo>
                <a:cubicBezTo>
                  <a:pt x="194560" y="79324"/>
                  <a:pt x="195314" y="83547"/>
                  <a:pt x="196822" y="87019"/>
                </a:cubicBezTo>
                <a:cubicBezTo>
                  <a:pt x="198330" y="90490"/>
                  <a:pt x="200386" y="93305"/>
                  <a:pt x="202991" y="95464"/>
                </a:cubicBezTo>
                <a:cubicBezTo>
                  <a:pt x="205595" y="97623"/>
                  <a:pt x="208652" y="99195"/>
                  <a:pt x="212161" y="100181"/>
                </a:cubicBezTo>
                <a:cubicBezTo>
                  <a:pt x="215670" y="101164"/>
                  <a:pt x="219453" y="101656"/>
                  <a:pt x="223511" y="101656"/>
                </a:cubicBezTo>
                <a:close/>
                <a:moveTo>
                  <a:pt x="312226" y="42932"/>
                </a:moveTo>
                <a:lnTo>
                  <a:pt x="311240" y="42932"/>
                </a:lnTo>
                <a:cubicBezTo>
                  <a:pt x="308224" y="42932"/>
                  <a:pt x="305263" y="43207"/>
                  <a:pt x="302357" y="43755"/>
                </a:cubicBezTo>
                <a:cubicBezTo>
                  <a:pt x="299451" y="44303"/>
                  <a:pt x="296723" y="45139"/>
                  <a:pt x="294174" y="46263"/>
                </a:cubicBezTo>
                <a:cubicBezTo>
                  <a:pt x="291624" y="47387"/>
                  <a:pt x="289321" y="48772"/>
                  <a:pt x="287265" y="50417"/>
                </a:cubicBezTo>
                <a:cubicBezTo>
                  <a:pt x="285209" y="52062"/>
                  <a:pt x="283495" y="54008"/>
                  <a:pt x="282124" y="56256"/>
                </a:cubicBezTo>
                <a:lnTo>
                  <a:pt x="282124" y="110703"/>
                </a:lnTo>
                <a:lnTo>
                  <a:pt x="269376" y="110703"/>
                </a:lnTo>
                <a:lnTo>
                  <a:pt x="269376" y="32569"/>
                </a:lnTo>
                <a:lnTo>
                  <a:pt x="279246" y="32569"/>
                </a:lnTo>
                <a:lnTo>
                  <a:pt x="281713" y="44989"/>
                </a:lnTo>
                <a:lnTo>
                  <a:pt x="281960" y="44989"/>
                </a:lnTo>
                <a:cubicBezTo>
                  <a:pt x="283221" y="42948"/>
                  <a:pt x="284770" y="41046"/>
                  <a:pt x="286607" y="39283"/>
                </a:cubicBezTo>
                <a:cubicBezTo>
                  <a:pt x="288444" y="37518"/>
                  <a:pt x="290514" y="35974"/>
                  <a:pt x="292816" y="34651"/>
                </a:cubicBezTo>
                <a:cubicBezTo>
                  <a:pt x="295119" y="33327"/>
                  <a:pt x="297642" y="32293"/>
                  <a:pt x="300383" y="31549"/>
                </a:cubicBezTo>
                <a:cubicBezTo>
                  <a:pt x="303125" y="30804"/>
                  <a:pt x="306003" y="30431"/>
                  <a:pt x="309019" y="30431"/>
                </a:cubicBezTo>
                <a:cubicBezTo>
                  <a:pt x="309567" y="30431"/>
                  <a:pt x="310129" y="30445"/>
                  <a:pt x="310705" y="30472"/>
                </a:cubicBezTo>
                <a:cubicBezTo>
                  <a:pt x="311281" y="30500"/>
                  <a:pt x="311788" y="30541"/>
                  <a:pt x="312226" y="30595"/>
                </a:cubicBezTo>
                <a:lnTo>
                  <a:pt x="312226" y="42932"/>
                </a:lnTo>
                <a:close/>
                <a:moveTo>
                  <a:pt x="371548" y="102067"/>
                </a:moveTo>
                <a:lnTo>
                  <a:pt x="371219" y="102067"/>
                </a:lnTo>
                <a:cubicBezTo>
                  <a:pt x="370179" y="103383"/>
                  <a:pt x="368865" y="104685"/>
                  <a:pt x="367276" y="105974"/>
                </a:cubicBezTo>
                <a:cubicBezTo>
                  <a:pt x="365690" y="107262"/>
                  <a:pt x="363855" y="108416"/>
                  <a:pt x="361773" y="109433"/>
                </a:cubicBezTo>
                <a:cubicBezTo>
                  <a:pt x="359693" y="110451"/>
                  <a:pt x="357421" y="111274"/>
                  <a:pt x="354957" y="111901"/>
                </a:cubicBezTo>
                <a:cubicBezTo>
                  <a:pt x="352493" y="112528"/>
                  <a:pt x="349865" y="112841"/>
                  <a:pt x="347072" y="112841"/>
                </a:cubicBezTo>
                <a:cubicBezTo>
                  <a:pt x="343294" y="112841"/>
                  <a:pt x="339830" y="112278"/>
                  <a:pt x="336681" y="111153"/>
                </a:cubicBezTo>
                <a:cubicBezTo>
                  <a:pt x="333533" y="110027"/>
                  <a:pt x="330822" y="108380"/>
                  <a:pt x="328549" y="106210"/>
                </a:cubicBezTo>
                <a:cubicBezTo>
                  <a:pt x="326277" y="104041"/>
                  <a:pt x="324511" y="101391"/>
                  <a:pt x="323252" y="98261"/>
                </a:cubicBezTo>
                <a:cubicBezTo>
                  <a:pt x="321992" y="95130"/>
                  <a:pt x="321362" y="91588"/>
                  <a:pt x="321362" y="87633"/>
                </a:cubicBezTo>
                <a:cubicBezTo>
                  <a:pt x="321362" y="83733"/>
                  <a:pt x="322060" y="80245"/>
                  <a:pt x="323455" y="77170"/>
                </a:cubicBezTo>
                <a:cubicBezTo>
                  <a:pt x="324851" y="74094"/>
                  <a:pt x="326808" y="71485"/>
                  <a:pt x="329325" y="69344"/>
                </a:cubicBezTo>
                <a:cubicBezTo>
                  <a:pt x="331844" y="67202"/>
                  <a:pt x="334869" y="65554"/>
                  <a:pt x="338400" y="64401"/>
                </a:cubicBezTo>
                <a:cubicBezTo>
                  <a:pt x="341932" y="63248"/>
                  <a:pt x="345831" y="62671"/>
                  <a:pt x="350100" y="62671"/>
                </a:cubicBezTo>
                <a:cubicBezTo>
                  <a:pt x="354150" y="62726"/>
                  <a:pt x="357900" y="63083"/>
                  <a:pt x="361349" y="63741"/>
                </a:cubicBezTo>
                <a:cubicBezTo>
                  <a:pt x="364799" y="64399"/>
                  <a:pt x="367864" y="65221"/>
                  <a:pt x="370545" y="66208"/>
                </a:cubicBezTo>
                <a:lnTo>
                  <a:pt x="370874" y="66208"/>
                </a:lnTo>
                <a:lnTo>
                  <a:pt x="370874" y="60780"/>
                </a:lnTo>
                <a:cubicBezTo>
                  <a:pt x="370874" y="58641"/>
                  <a:pt x="370737" y="56750"/>
                  <a:pt x="370463" y="55105"/>
                </a:cubicBezTo>
                <a:cubicBezTo>
                  <a:pt x="370189" y="53460"/>
                  <a:pt x="369723" y="52007"/>
                  <a:pt x="369065" y="50746"/>
                </a:cubicBezTo>
                <a:cubicBezTo>
                  <a:pt x="367639" y="48114"/>
                  <a:pt x="365364" y="45934"/>
                  <a:pt x="362239" y="44207"/>
                </a:cubicBezTo>
                <a:cubicBezTo>
                  <a:pt x="359113" y="42480"/>
                  <a:pt x="354891" y="41616"/>
                  <a:pt x="349573" y="41616"/>
                </a:cubicBezTo>
                <a:cubicBezTo>
                  <a:pt x="345625" y="41616"/>
                  <a:pt x="341910" y="41980"/>
                  <a:pt x="338428" y="42706"/>
                </a:cubicBezTo>
                <a:cubicBezTo>
                  <a:pt x="334947" y="43431"/>
                  <a:pt x="331479" y="44438"/>
                  <a:pt x="328024" y="45729"/>
                </a:cubicBezTo>
                <a:lnTo>
                  <a:pt x="328024" y="35037"/>
                </a:lnTo>
                <a:cubicBezTo>
                  <a:pt x="329340" y="34379"/>
                  <a:pt x="330889" y="33762"/>
                  <a:pt x="332671" y="33186"/>
                </a:cubicBezTo>
                <a:cubicBezTo>
                  <a:pt x="334453" y="32610"/>
                  <a:pt x="336331" y="32117"/>
                  <a:pt x="338305" y="31706"/>
                </a:cubicBezTo>
                <a:cubicBezTo>
                  <a:pt x="340279" y="31295"/>
                  <a:pt x="342363" y="30979"/>
                  <a:pt x="344556" y="30760"/>
                </a:cubicBezTo>
                <a:cubicBezTo>
                  <a:pt x="346749" y="30541"/>
                  <a:pt x="348942" y="30431"/>
                  <a:pt x="351135" y="30431"/>
                </a:cubicBezTo>
                <a:cubicBezTo>
                  <a:pt x="359031" y="30431"/>
                  <a:pt x="365487" y="31831"/>
                  <a:pt x="370504" y="34631"/>
                </a:cubicBezTo>
                <a:cubicBezTo>
                  <a:pt x="375521" y="37429"/>
                  <a:pt x="379126" y="41133"/>
                  <a:pt x="381320" y="45744"/>
                </a:cubicBezTo>
                <a:cubicBezTo>
                  <a:pt x="382142" y="47500"/>
                  <a:pt x="382732" y="49436"/>
                  <a:pt x="383088" y="51550"/>
                </a:cubicBezTo>
                <a:cubicBezTo>
                  <a:pt x="383444" y="53663"/>
                  <a:pt x="383623" y="55981"/>
                  <a:pt x="383623" y="58505"/>
                </a:cubicBezTo>
                <a:lnTo>
                  <a:pt x="383623" y="110703"/>
                </a:lnTo>
                <a:lnTo>
                  <a:pt x="372943" y="110703"/>
                </a:lnTo>
                <a:lnTo>
                  <a:pt x="371548" y="102067"/>
                </a:lnTo>
                <a:moveTo>
                  <a:pt x="370874" y="76414"/>
                </a:moveTo>
                <a:cubicBezTo>
                  <a:pt x="368532" y="75754"/>
                  <a:pt x="365755" y="75122"/>
                  <a:pt x="362542" y="74517"/>
                </a:cubicBezTo>
                <a:cubicBezTo>
                  <a:pt x="359329" y="73913"/>
                  <a:pt x="355789" y="73583"/>
                  <a:pt x="351922" y="73528"/>
                </a:cubicBezTo>
                <a:cubicBezTo>
                  <a:pt x="346531" y="73528"/>
                  <a:pt x="342311" y="74683"/>
                  <a:pt x="339261" y="76992"/>
                </a:cubicBezTo>
                <a:cubicBezTo>
                  <a:pt x="336211" y="79302"/>
                  <a:pt x="334686" y="82849"/>
                  <a:pt x="334686" y="87633"/>
                </a:cubicBezTo>
                <a:cubicBezTo>
                  <a:pt x="334686" y="90052"/>
                  <a:pt x="335068" y="92169"/>
                  <a:pt x="335830" y="93984"/>
                </a:cubicBezTo>
                <a:cubicBezTo>
                  <a:pt x="336592" y="95798"/>
                  <a:pt x="337640" y="97297"/>
                  <a:pt x="338973" y="98479"/>
                </a:cubicBezTo>
                <a:cubicBezTo>
                  <a:pt x="340308" y="99661"/>
                  <a:pt x="341888" y="100541"/>
                  <a:pt x="343713" y="101119"/>
                </a:cubicBezTo>
                <a:cubicBezTo>
                  <a:pt x="345538" y="101696"/>
                  <a:pt x="347485" y="101985"/>
                  <a:pt x="349555" y="101985"/>
                </a:cubicBezTo>
                <a:cubicBezTo>
                  <a:pt x="352277" y="101985"/>
                  <a:pt x="354809" y="101587"/>
                  <a:pt x="357150" y="100790"/>
                </a:cubicBezTo>
                <a:cubicBezTo>
                  <a:pt x="359492" y="99991"/>
                  <a:pt x="361576" y="99043"/>
                  <a:pt x="363400" y="97945"/>
                </a:cubicBezTo>
                <a:cubicBezTo>
                  <a:pt x="365225" y="96845"/>
                  <a:pt x="366777" y="95745"/>
                  <a:pt x="368055" y="94644"/>
                </a:cubicBezTo>
                <a:cubicBezTo>
                  <a:pt x="369335" y="93544"/>
                  <a:pt x="370275" y="92692"/>
                  <a:pt x="370874" y="92087"/>
                </a:cubicBezTo>
                <a:lnTo>
                  <a:pt x="370874" y="76414"/>
                </a:lnTo>
                <a:close/>
                <a:moveTo>
                  <a:pt x="442483" y="30431"/>
                </a:moveTo>
                <a:cubicBezTo>
                  <a:pt x="446266" y="30431"/>
                  <a:pt x="449885" y="30829"/>
                  <a:pt x="453339" y="31624"/>
                </a:cubicBezTo>
                <a:cubicBezTo>
                  <a:pt x="456794" y="32419"/>
                  <a:pt x="459755" y="33529"/>
                  <a:pt x="462222" y="34955"/>
                </a:cubicBezTo>
                <a:lnTo>
                  <a:pt x="462222" y="45564"/>
                </a:lnTo>
                <a:cubicBezTo>
                  <a:pt x="458768" y="44248"/>
                  <a:pt x="455587" y="43261"/>
                  <a:pt x="452681" y="42603"/>
                </a:cubicBezTo>
                <a:cubicBezTo>
                  <a:pt x="449775" y="41945"/>
                  <a:pt x="446815" y="41616"/>
                  <a:pt x="443799" y="41616"/>
                </a:cubicBezTo>
                <a:cubicBezTo>
                  <a:pt x="440619" y="41616"/>
                  <a:pt x="437466" y="42138"/>
                  <a:pt x="434341" y="43182"/>
                </a:cubicBezTo>
                <a:cubicBezTo>
                  <a:pt x="431215" y="44225"/>
                  <a:pt x="428419" y="45941"/>
                  <a:pt x="425952" y="48330"/>
                </a:cubicBezTo>
                <a:cubicBezTo>
                  <a:pt x="423484" y="50717"/>
                  <a:pt x="421497" y="53874"/>
                  <a:pt x="419989" y="57801"/>
                </a:cubicBezTo>
                <a:cubicBezTo>
                  <a:pt x="418481" y="61726"/>
                  <a:pt x="417727" y="66599"/>
                  <a:pt x="417727" y="72418"/>
                </a:cubicBezTo>
                <a:cubicBezTo>
                  <a:pt x="417727" y="76646"/>
                  <a:pt x="418289" y="80545"/>
                  <a:pt x="419413" y="84114"/>
                </a:cubicBezTo>
                <a:cubicBezTo>
                  <a:pt x="420537" y="87684"/>
                  <a:pt x="422209" y="90772"/>
                  <a:pt x="424430" y="93380"/>
                </a:cubicBezTo>
                <a:cubicBezTo>
                  <a:pt x="426651" y="95988"/>
                  <a:pt x="429433" y="98019"/>
                  <a:pt x="432778" y="99474"/>
                </a:cubicBezTo>
                <a:cubicBezTo>
                  <a:pt x="436123" y="100929"/>
                  <a:pt x="439988" y="101656"/>
                  <a:pt x="444375" y="101656"/>
                </a:cubicBezTo>
                <a:cubicBezTo>
                  <a:pt x="447555" y="101656"/>
                  <a:pt x="450762" y="101313"/>
                  <a:pt x="453997" y="100628"/>
                </a:cubicBezTo>
                <a:cubicBezTo>
                  <a:pt x="457232" y="99942"/>
                  <a:pt x="460385" y="98969"/>
                  <a:pt x="463456" y="97708"/>
                </a:cubicBezTo>
                <a:lnTo>
                  <a:pt x="463456" y="108377"/>
                </a:lnTo>
                <a:cubicBezTo>
                  <a:pt x="462524" y="108927"/>
                  <a:pt x="461304" y="109478"/>
                  <a:pt x="459796" y="110030"/>
                </a:cubicBezTo>
                <a:cubicBezTo>
                  <a:pt x="458288" y="110581"/>
                  <a:pt x="456629" y="111064"/>
                  <a:pt x="454820" y="111477"/>
                </a:cubicBezTo>
                <a:cubicBezTo>
                  <a:pt x="453010" y="111890"/>
                  <a:pt x="451091" y="112220"/>
                  <a:pt x="449063" y="112469"/>
                </a:cubicBezTo>
                <a:cubicBezTo>
                  <a:pt x="447034" y="112717"/>
                  <a:pt x="445005" y="112841"/>
                  <a:pt x="442976" y="112841"/>
                </a:cubicBezTo>
                <a:cubicBezTo>
                  <a:pt x="437713" y="112841"/>
                  <a:pt x="432737" y="112045"/>
                  <a:pt x="428049" y="110451"/>
                </a:cubicBezTo>
                <a:cubicBezTo>
                  <a:pt x="423361" y="108858"/>
                  <a:pt x="419262" y="106413"/>
                  <a:pt x="415753" y="103118"/>
                </a:cubicBezTo>
                <a:cubicBezTo>
                  <a:pt x="412244" y="99822"/>
                  <a:pt x="409475" y="95646"/>
                  <a:pt x="407446" y="90591"/>
                </a:cubicBezTo>
                <a:cubicBezTo>
                  <a:pt x="405417" y="85537"/>
                  <a:pt x="404403" y="79548"/>
                  <a:pt x="404403" y="72626"/>
                </a:cubicBezTo>
                <a:cubicBezTo>
                  <a:pt x="404403" y="67461"/>
                  <a:pt x="404938" y="62819"/>
                  <a:pt x="406007" y="58698"/>
                </a:cubicBezTo>
                <a:cubicBezTo>
                  <a:pt x="407076" y="54577"/>
                  <a:pt x="408543" y="50951"/>
                  <a:pt x="410407" y="47821"/>
                </a:cubicBezTo>
                <a:cubicBezTo>
                  <a:pt x="412271" y="44689"/>
                  <a:pt x="414451" y="42024"/>
                  <a:pt x="416946" y="39828"/>
                </a:cubicBezTo>
                <a:cubicBezTo>
                  <a:pt x="419440" y="37629"/>
                  <a:pt x="422100" y="35829"/>
                  <a:pt x="424923" y="34428"/>
                </a:cubicBezTo>
                <a:cubicBezTo>
                  <a:pt x="427747" y="33026"/>
                  <a:pt x="430667" y="32010"/>
                  <a:pt x="433683" y="31379"/>
                </a:cubicBezTo>
                <a:cubicBezTo>
                  <a:pt x="436698" y="30747"/>
                  <a:pt x="439632" y="30431"/>
                  <a:pt x="442483" y="30431"/>
                </a:cubicBezTo>
                <a:close/>
                <a:moveTo>
                  <a:pt x="522984" y="110937"/>
                </a:moveTo>
                <a:cubicBezTo>
                  <a:pt x="521888" y="111377"/>
                  <a:pt x="520215" y="111791"/>
                  <a:pt x="517967" y="112178"/>
                </a:cubicBezTo>
                <a:cubicBezTo>
                  <a:pt x="515719" y="112566"/>
                  <a:pt x="513033" y="112787"/>
                  <a:pt x="509907" y="112841"/>
                </a:cubicBezTo>
                <a:cubicBezTo>
                  <a:pt x="505795" y="112841"/>
                  <a:pt x="502231" y="112334"/>
                  <a:pt x="499215" y="111320"/>
                </a:cubicBezTo>
                <a:cubicBezTo>
                  <a:pt x="496200" y="110305"/>
                  <a:pt x="493691" y="108852"/>
                  <a:pt x="491690" y="106961"/>
                </a:cubicBezTo>
                <a:cubicBezTo>
                  <a:pt x="489689" y="105069"/>
                  <a:pt x="488194" y="102780"/>
                  <a:pt x="487207" y="100093"/>
                </a:cubicBezTo>
                <a:cubicBezTo>
                  <a:pt x="486220" y="97407"/>
                  <a:pt x="485727" y="94418"/>
                  <a:pt x="485727" y="91128"/>
                </a:cubicBezTo>
                <a:lnTo>
                  <a:pt x="485727" y="43590"/>
                </a:lnTo>
                <a:lnTo>
                  <a:pt x="470676" y="43590"/>
                </a:lnTo>
                <a:lnTo>
                  <a:pt x="470676" y="32569"/>
                </a:lnTo>
                <a:lnTo>
                  <a:pt x="485727" y="32569"/>
                </a:lnTo>
                <a:lnTo>
                  <a:pt x="485727" y="11185"/>
                </a:lnTo>
                <a:lnTo>
                  <a:pt x="498475" y="11185"/>
                </a:lnTo>
                <a:lnTo>
                  <a:pt x="498475" y="32569"/>
                </a:lnTo>
                <a:lnTo>
                  <a:pt x="521833" y="32569"/>
                </a:lnTo>
                <a:lnTo>
                  <a:pt x="521833" y="43590"/>
                </a:lnTo>
                <a:lnTo>
                  <a:pt x="498475" y="43590"/>
                </a:lnTo>
                <a:lnTo>
                  <a:pt x="498475" y="89090"/>
                </a:lnTo>
                <a:cubicBezTo>
                  <a:pt x="498475" y="90896"/>
                  <a:pt x="498736" y="92566"/>
                  <a:pt x="499256" y="94100"/>
                </a:cubicBezTo>
                <a:cubicBezTo>
                  <a:pt x="499777" y="95633"/>
                  <a:pt x="500600" y="96961"/>
                  <a:pt x="501724" y="98083"/>
                </a:cubicBezTo>
                <a:cubicBezTo>
                  <a:pt x="502848" y="99206"/>
                  <a:pt x="504287" y="100082"/>
                  <a:pt x="506042" y="100713"/>
                </a:cubicBezTo>
                <a:cubicBezTo>
                  <a:pt x="507796" y="101342"/>
                  <a:pt x="509907" y="101656"/>
                  <a:pt x="512375" y="101656"/>
                </a:cubicBezTo>
                <a:cubicBezTo>
                  <a:pt x="514074" y="101656"/>
                  <a:pt x="515870" y="101519"/>
                  <a:pt x="517762" y="101245"/>
                </a:cubicBezTo>
                <a:cubicBezTo>
                  <a:pt x="519653" y="100971"/>
                  <a:pt x="521394" y="100614"/>
                  <a:pt x="522984" y="100176"/>
                </a:cubicBezTo>
                <a:lnTo>
                  <a:pt x="522984" y="110937"/>
                </a:lnTo>
                <a:close/>
                <a:moveTo>
                  <a:pt x="541050" y="110703"/>
                </a:moveTo>
                <a:lnTo>
                  <a:pt x="541050" y="32569"/>
                </a:lnTo>
                <a:lnTo>
                  <a:pt x="553798" y="32569"/>
                </a:lnTo>
                <a:lnTo>
                  <a:pt x="553798" y="110703"/>
                </a:lnTo>
                <a:lnTo>
                  <a:pt x="541050" y="110703"/>
                </a:lnTo>
                <a:moveTo>
                  <a:pt x="540721" y="14311"/>
                </a:moveTo>
                <a:lnTo>
                  <a:pt x="540721" y="0"/>
                </a:lnTo>
                <a:lnTo>
                  <a:pt x="553469" y="0"/>
                </a:lnTo>
                <a:lnTo>
                  <a:pt x="553469" y="14311"/>
                </a:lnTo>
                <a:lnTo>
                  <a:pt x="540721" y="14311"/>
                </a:lnTo>
                <a:close/>
                <a:moveTo>
                  <a:pt x="635726" y="71718"/>
                </a:moveTo>
                <a:cubicBezTo>
                  <a:pt x="635726" y="66880"/>
                  <a:pt x="635137" y="62578"/>
                  <a:pt x="633958" y="58814"/>
                </a:cubicBezTo>
                <a:cubicBezTo>
                  <a:pt x="632779" y="55047"/>
                  <a:pt x="631134" y="51859"/>
                  <a:pt x="629023" y="49247"/>
                </a:cubicBezTo>
                <a:cubicBezTo>
                  <a:pt x="626912" y="46634"/>
                  <a:pt x="624404" y="44654"/>
                  <a:pt x="621498" y="43308"/>
                </a:cubicBezTo>
                <a:cubicBezTo>
                  <a:pt x="618592" y="41961"/>
                  <a:pt x="615412" y="41287"/>
                  <a:pt x="611957" y="41287"/>
                </a:cubicBezTo>
                <a:cubicBezTo>
                  <a:pt x="608503" y="41287"/>
                  <a:pt x="605323" y="41961"/>
                  <a:pt x="602417" y="43308"/>
                </a:cubicBezTo>
                <a:cubicBezTo>
                  <a:pt x="599511" y="44654"/>
                  <a:pt x="597002" y="46634"/>
                  <a:pt x="594891" y="49247"/>
                </a:cubicBezTo>
                <a:cubicBezTo>
                  <a:pt x="592780" y="51859"/>
                  <a:pt x="591135" y="55047"/>
                  <a:pt x="589957" y="58814"/>
                </a:cubicBezTo>
                <a:cubicBezTo>
                  <a:pt x="588778" y="62578"/>
                  <a:pt x="588188" y="66880"/>
                  <a:pt x="588188" y="71718"/>
                </a:cubicBezTo>
                <a:cubicBezTo>
                  <a:pt x="588188" y="76502"/>
                  <a:pt x="588778" y="80777"/>
                  <a:pt x="589957" y="84544"/>
                </a:cubicBezTo>
                <a:cubicBezTo>
                  <a:pt x="591135" y="88310"/>
                  <a:pt x="592794" y="91485"/>
                  <a:pt x="594932" y="94069"/>
                </a:cubicBezTo>
                <a:cubicBezTo>
                  <a:pt x="597071" y="96653"/>
                  <a:pt x="599593" y="98618"/>
                  <a:pt x="602499" y="99965"/>
                </a:cubicBezTo>
                <a:cubicBezTo>
                  <a:pt x="605405" y="101312"/>
                  <a:pt x="608585" y="101985"/>
                  <a:pt x="612040" y="101985"/>
                </a:cubicBezTo>
                <a:cubicBezTo>
                  <a:pt x="615494" y="101985"/>
                  <a:pt x="618660" y="101312"/>
                  <a:pt x="621539" y="99965"/>
                </a:cubicBezTo>
                <a:cubicBezTo>
                  <a:pt x="624418" y="98618"/>
                  <a:pt x="626912" y="96653"/>
                  <a:pt x="629023" y="94069"/>
                </a:cubicBezTo>
                <a:cubicBezTo>
                  <a:pt x="631134" y="91485"/>
                  <a:pt x="632779" y="88310"/>
                  <a:pt x="633958" y="84544"/>
                </a:cubicBezTo>
                <a:cubicBezTo>
                  <a:pt x="635137" y="80777"/>
                  <a:pt x="635726" y="76502"/>
                  <a:pt x="635726" y="71718"/>
                </a:cubicBezTo>
                <a:moveTo>
                  <a:pt x="649050" y="71718"/>
                </a:moveTo>
                <a:cubicBezTo>
                  <a:pt x="649050" y="77871"/>
                  <a:pt x="648173" y="83475"/>
                  <a:pt x="646418" y="88530"/>
                </a:cubicBezTo>
                <a:cubicBezTo>
                  <a:pt x="644664" y="93585"/>
                  <a:pt x="642183" y="97911"/>
                  <a:pt x="638975" y="101509"/>
                </a:cubicBezTo>
                <a:cubicBezTo>
                  <a:pt x="635767" y="105108"/>
                  <a:pt x="631888" y="107896"/>
                  <a:pt x="627337" y="109875"/>
                </a:cubicBezTo>
                <a:cubicBezTo>
                  <a:pt x="622786" y="111853"/>
                  <a:pt x="617687" y="112841"/>
                  <a:pt x="612040" y="112841"/>
                </a:cubicBezTo>
                <a:cubicBezTo>
                  <a:pt x="606228" y="112841"/>
                  <a:pt x="601032" y="111853"/>
                  <a:pt x="596454" y="109875"/>
                </a:cubicBezTo>
                <a:cubicBezTo>
                  <a:pt x="591876" y="107896"/>
                  <a:pt x="587983" y="105108"/>
                  <a:pt x="584775" y="101509"/>
                </a:cubicBezTo>
                <a:cubicBezTo>
                  <a:pt x="581567" y="97911"/>
                  <a:pt x="579114" y="93585"/>
                  <a:pt x="577414" y="88530"/>
                </a:cubicBezTo>
                <a:cubicBezTo>
                  <a:pt x="575714" y="83475"/>
                  <a:pt x="574864" y="77871"/>
                  <a:pt x="574864" y="71718"/>
                </a:cubicBezTo>
                <a:cubicBezTo>
                  <a:pt x="574864" y="65511"/>
                  <a:pt x="575742" y="59879"/>
                  <a:pt x="577496" y="54825"/>
                </a:cubicBezTo>
                <a:cubicBezTo>
                  <a:pt x="579251" y="49770"/>
                  <a:pt x="581732" y="45430"/>
                  <a:pt x="584940" y="41804"/>
                </a:cubicBezTo>
                <a:cubicBezTo>
                  <a:pt x="588147" y="38178"/>
                  <a:pt x="592040" y="35377"/>
                  <a:pt x="596618" y="33400"/>
                </a:cubicBezTo>
                <a:cubicBezTo>
                  <a:pt x="601197" y="31421"/>
                  <a:pt x="606310" y="30431"/>
                  <a:pt x="611957" y="30431"/>
                </a:cubicBezTo>
                <a:cubicBezTo>
                  <a:pt x="617715" y="30431"/>
                  <a:pt x="622896" y="31421"/>
                  <a:pt x="627502" y="33400"/>
                </a:cubicBezTo>
                <a:cubicBezTo>
                  <a:pt x="632108" y="35377"/>
                  <a:pt x="636001" y="38178"/>
                  <a:pt x="639181" y="41804"/>
                </a:cubicBezTo>
                <a:cubicBezTo>
                  <a:pt x="642361" y="45430"/>
                  <a:pt x="644801" y="49770"/>
                  <a:pt x="646501" y="54825"/>
                </a:cubicBezTo>
                <a:cubicBezTo>
                  <a:pt x="648200" y="59879"/>
                  <a:pt x="649050" y="65511"/>
                  <a:pt x="649050" y="71718"/>
                </a:cubicBezTo>
                <a:close/>
                <a:moveTo>
                  <a:pt x="680411" y="43426"/>
                </a:moveTo>
                <a:lnTo>
                  <a:pt x="680658" y="43426"/>
                </a:lnTo>
                <a:cubicBezTo>
                  <a:pt x="682083" y="41604"/>
                  <a:pt x="683660" y="39908"/>
                  <a:pt x="685387" y="38337"/>
                </a:cubicBezTo>
                <a:cubicBezTo>
                  <a:pt x="687114" y="36764"/>
                  <a:pt x="689047" y="35385"/>
                  <a:pt x="691185" y="34199"/>
                </a:cubicBezTo>
                <a:cubicBezTo>
                  <a:pt x="693323" y="33011"/>
                  <a:pt x="695667" y="32087"/>
                  <a:pt x="698217" y="31426"/>
                </a:cubicBezTo>
                <a:cubicBezTo>
                  <a:pt x="700767" y="30763"/>
                  <a:pt x="703549" y="30431"/>
                  <a:pt x="706565" y="30431"/>
                </a:cubicBezTo>
                <a:cubicBezTo>
                  <a:pt x="710129" y="30431"/>
                  <a:pt x="713474" y="30925"/>
                  <a:pt x="716599" y="31914"/>
                </a:cubicBezTo>
                <a:cubicBezTo>
                  <a:pt x="719724" y="32901"/>
                  <a:pt x="722438" y="34493"/>
                  <a:pt x="724741" y="36689"/>
                </a:cubicBezTo>
                <a:cubicBezTo>
                  <a:pt x="727044" y="38884"/>
                  <a:pt x="728867" y="41752"/>
                  <a:pt x="730211" y="45292"/>
                </a:cubicBezTo>
                <a:cubicBezTo>
                  <a:pt x="731554" y="48832"/>
                  <a:pt x="732226" y="53181"/>
                  <a:pt x="732226" y="58341"/>
                </a:cubicBezTo>
                <a:lnTo>
                  <a:pt x="732226" y="110703"/>
                </a:lnTo>
                <a:lnTo>
                  <a:pt x="719478" y="110703"/>
                </a:lnTo>
                <a:lnTo>
                  <a:pt x="719478" y="60451"/>
                </a:lnTo>
                <a:cubicBezTo>
                  <a:pt x="719478" y="53707"/>
                  <a:pt x="718175" y="48854"/>
                  <a:pt x="715571" y="45893"/>
                </a:cubicBezTo>
                <a:cubicBezTo>
                  <a:pt x="712966" y="42932"/>
                  <a:pt x="709169" y="41452"/>
                  <a:pt x="704180" y="41452"/>
                </a:cubicBezTo>
                <a:cubicBezTo>
                  <a:pt x="699793" y="41452"/>
                  <a:pt x="695544" y="42672"/>
                  <a:pt x="691432" y="45112"/>
                </a:cubicBezTo>
                <a:cubicBezTo>
                  <a:pt x="687319" y="47552"/>
                  <a:pt x="683783" y="50910"/>
                  <a:pt x="680822" y="55187"/>
                </a:cubicBezTo>
                <a:lnTo>
                  <a:pt x="680822" y="110703"/>
                </a:lnTo>
                <a:lnTo>
                  <a:pt x="668074" y="110703"/>
                </a:lnTo>
                <a:lnTo>
                  <a:pt x="668074" y="32569"/>
                </a:lnTo>
                <a:lnTo>
                  <a:pt x="677943" y="32569"/>
                </a:lnTo>
                <a:lnTo>
                  <a:pt x="680411" y="43426"/>
                </a:lnTo>
                <a:close/>
              </a:path>
            </a:pathLst>
          </a:custGeom>
          <a:solidFill xmlns:a="http://schemas.openxmlformats.org/drawingml/2006/main">
            <a:srgbClr val="767171"/>
          </a:solidFill>
          <a:ln xmlns:a="http://schemas.openxmlformats.org/drawingml/2006/main" w="0" cap="flat">
            <a:noFill/>
            <a:miter/>
          </a:ln>
        </p:spPr>
      </p:sp>
      <p:pic>
        <p:nvPicPr>
          <p:cNvPr id="3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8776b80f5ea4d65"/>
          <a:stretch xmlns:a="http://schemas.openxmlformats.org/drawingml/2006/main"/>
        </p:blipFill>
        <p:spPr>
          <a:xfrm xmlns:a="http://schemas.openxmlformats.org/drawingml/2006/main">
            <a:off x="7447357" y="1941351"/>
            <a:ext cx="394780" cy="364413"/>
          </a:xfrm>
          <a:prstGeom xmlns:a="http://schemas.openxmlformats.org/drawingml/2006/main" prst="rect">
            <a:avLst/>
          </a:prstGeom>
        </p:spPr>
      </p:pic>
      <p:pic>
        <p:nvPicPr>
          <p:cNvPr id="3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9aac175cbe64a99"/>
          <a:stretch xmlns:a="http://schemas.openxmlformats.org/drawingml/2006/main"/>
        </p:blipFill>
        <p:spPr>
          <a:xfrm xmlns:a="http://schemas.openxmlformats.org/drawingml/2006/main">
            <a:off x="7101081" y="2376622"/>
            <a:ext cx="396973" cy="366437"/>
          </a:xfrm>
          <a:prstGeom xmlns:a="http://schemas.openxmlformats.org/drawingml/2006/main" prst="rect">
            <a:avLst/>
          </a:prstGeom>
        </p:spPr>
      </p:pic>
      <p:pic>
        <p:nvPicPr>
          <p:cNvPr id="3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3f39486f8724ce7"/>
          <a:stretch xmlns:a="http://schemas.openxmlformats.org/drawingml/2006/main"/>
        </p:blipFill>
        <p:spPr>
          <a:xfrm xmlns:a="http://schemas.openxmlformats.org/drawingml/2006/main">
            <a:off x="7838088" y="2366499"/>
            <a:ext cx="394780" cy="364412"/>
          </a:xfrm>
          <a:prstGeom xmlns:a="http://schemas.openxmlformats.org/drawingml/2006/main" prst="rect">
            <a:avLst/>
          </a:prstGeom>
        </p:spPr>
      </p:pic>
      <p:sp>
        <p:nvSpPr>
          <p:cNvPr id="9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4430759-249C-4C97-9C1C-E0724555E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3211" y="2295304"/>
            <a:ext cx="159937" cy="135811"/>
          </a:xfrm>
          <a:custGeom xmlns:a="http://schemas.openxmlformats.org/drawingml/2006/main">
            <a:pathLst>
              <a:path w="159937" h="135811">
                <a:moveTo>
                  <a:pt x="10797" y="0"/>
                </a:moveTo>
                <a:lnTo>
                  <a:pt x="0" y="12822"/>
                </a:lnTo>
                <a:lnTo>
                  <a:pt x="102816" y="99001"/>
                </a:lnTo>
                <a:lnTo>
                  <a:pt x="86548" y="118434"/>
                </a:lnTo>
                <a:lnTo>
                  <a:pt x="159937" y="135811"/>
                </a:lnTo>
                <a:lnTo>
                  <a:pt x="129906" y="66640"/>
                </a:lnTo>
                <a:lnTo>
                  <a:pt x="113649" y="86060"/>
                </a:lnTo>
                <a:lnTo>
                  <a:pt x="10797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913DC81-9395-407B-B3F4-FFB5BB16E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5850" y="2317911"/>
            <a:ext cx="156394" cy="133281"/>
          </a:xfrm>
          <a:custGeom xmlns:a="http://schemas.openxmlformats.org/drawingml/2006/main">
            <a:pathLst>
              <a:path w="156394" h="133281">
                <a:moveTo>
                  <a:pt x="73389" y="17546"/>
                </a:moveTo>
                <a:lnTo>
                  <a:pt x="0" y="0"/>
                </a:lnTo>
                <a:lnTo>
                  <a:pt x="30030" y="69171"/>
                </a:lnTo>
                <a:lnTo>
                  <a:pt x="46286" y="49816"/>
                </a:lnTo>
                <a:lnTo>
                  <a:pt x="145428" y="133281"/>
                </a:lnTo>
                <a:lnTo>
                  <a:pt x="156394" y="120290"/>
                </a:lnTo>
                <a:lnTo>
                  <a:pt x="57084" y="36959"/>
                </a:lnTo>
                <a:lnTo>
                  <a:pt x="73389" y="17546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95941EA-5DE4-4706-BB9E-0501940B5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7693" y="2595944"/>
            <a:ext cx="217129" cy="67484"/>
          </a:xfrm>
          <a:custGeom xmlns:a="http://schemas.openxmlformats.org/drawingml/2006/main">
            <a:pathLst>
              <a:path w="217129" h="67484">
                <a:moveTo>
                  <a:pt x="67484" y="0"/>
                </a:moveTo>
                <a:lnTo>
                  <a:pt x="0" y="33742"/>
                </a:lnTo>
                <a:lnTo>
                  <a:pt x="67484" y="67484"/>
                </a:lnTo>
                <a:lnTo>
                  <a:pt x="67484" y="42177"/>
                </a:lnTo>
                <a:lnTo>
                  <a:pt x="217129" y="42177"/>
                </a:lnTo>
                <a:lnTo>
                  <a:pt x="217129" y="25306"/>
                </a:lnTo>
                <a:lnTo>
                  <a:pt x="67484" y="25306"/>
                </a:lnTo>
                <a:lnTo>
                  <a:pt x="67484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E011794-8EA7-4CE0-B4E1-1E4C565CD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7693" y="2551405"/>
            <a:ext cx="226914" cy="67484"/>
          </a:xfrm>
          <a:custGeom xmlns:a="http://schemas.openxmlformats.org/drawingml/2006/main">
            <a:pathLst>
              <a:path w="226914" h="67484">
                <a:moveTo>
                  <a:pt x="0" y="25306"/>
                </a:moveTo>
                <a:lnTo>
                  <a:pt x="0" y="42177"/>
                </a:lnTo>
                <a:lnTo>
                  <a:pt x="159430" y="42177"/>
                </a:lnTo>
                <a:lnTo>
                  <a:pt x="159430" y="67484"/>
                </a:lnTo>
                <a:lnTo>
                  <a:pt x="226914" y="33742"/>
                </a:lnTo>
                <a:lnTo>
                  <a:pt x="159430" y="0"/>
                </a:lnTo>
                <a:lnTo>
                  <a:pt x="159430" y="25306"/>
                </a:lnTo>
                <a:lnTo>
                  <a:pt x="0" y="25306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172AAAD-25AF-4C71-8BB5-EC164BBC7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9566" y="2309813"/>
            <a:ext cx="124845" cy="141210"/>
          </a:xfrm>
          <a:custGeom xmlns:a="http://schemas.openxmlformats.org/drawingml/2006/main">
            <a:pathLst>
              <a:path w="124845" h="141210">
                <a:moveTo>
                  <a:pt x="105950" y="73051"/>
                </a:moveTo>
                <a:lnTo>
                  <a:pt x="124845" y="0"/>
                </a:lnTo>
                <a:lnTo>
                  <a:pt x="55168" y="28681"/>
                </a:lnTo>
                <a:lnTo>
                  <a:pt x="74131" y="45250"/>
                </a:lnTo>
                <a:lnTo>
                  <a:pt x="0" y="130244"/>
                </a:lnTo>
                <a:lnTo>
                  <a:pt x="12822" y="141210"/>
                </a:lnTo>
                <a:lnTo>
                  <a:pt x="86908" y="56414"/>
                </a:lnTo>
                <a:lnTo>
                  <a:pt x="105950" y="73051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FC0A926-199E-4E01-87C0-741BBF3B5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3339" y="2281976"/>
            <a:ext cx="127207" cy="142391"/>
          </a:xfrm>
          <a:custGeom xmlns:a="http://schemas.openxmlformats.org/drawingml/2006/main">
            <a:pathLst>
              <a:path w="127207" h="142391">
                <a:moveTo>
                  <a:pt x="38331" y="86229"/>
                </a:moveTo>
                <a:lnTo>
                  <a:pt x="19402" y="69508"/>
                </a:lnTo>
                <a:lnTo>
                  <a:pt x="0" y="142391"/>
                </a:lnTo>
                <a:lnTo>
                  <a:pt x="70014" y="114216"/>
                </a:lnTo>
                <a:lnTo>
                  <a:pt x="50963" y="97388"/>
                </a:lnTo>
                <a:lnTo>
                  <a:pt x="127207" y="11135"/>
                </a:lnTo>
                <a:lnTo>
                  <a:pt x="114554" y="0"/>
                </a:lnTo>
                <a:lnTo>
                  <a:pt x="38331" y="86229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8" name="Text JointInteraction">
            <a:extLst xmlns:a="http://schemas.openxmlformats.org/drawingml/2006/main">
              <a:ext uri="{FF2B5EF4-FFF2-40B4-BE49-F238E27FC236}">
                <a16:creationId xmlns:a16="http://schemas.microsoft.com/office/drawing/2014/main" id="{79C21DEF-0628-4460-A97E-E9FF0DBC1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3470" y="2960931"/>
            <a:ext cx="1115301" cy="112570"/>
          </a:xfrm>
          <a:custGeom xmlns:a="http://schemas.openxmlformats.org/drawingml/2006/main">
            <a:pathLst>
              <a:path w="1115301" h="112570">
                <a:moveTo>
                  <a:pt x="31096" y="656"/>
                </a:moveTo>
                <a:lnTo>
                  <a:pt x="44470" y="656"/>
                </a:lnTo>
                <a:lnTo>
                  <a:pt x="44470" y="85310"/>
                </a:lnTo>
                <a:cubicBezTo>
                  <a:pt x="44470" y="89853"/>
                  <a:pt x="43786" y="93822"/>
                  <a:pt x="42419" y="97217"/>
                </a:cubicBezTo>
                <a:cubicBezTo>
                  <a:pt x="41051" y="100610"/>
                  <a:pt x="39096" y="103442"/>
                  <a:pt x="36552" y="105714"/>
                </a:cubicBezTo>
                <a:cubicBezTo>
                  <a:pt x="34009" y="107986"/>
                  <a:pt x="30960" y="109696"/>
                  <a:pt x="27404" y="110845"/>
                </a:cubicBezTo>
                <a:cubicBezTo>
                  <a:pt x="23849" y="111995"/>
                  <a:pt x="19856" y="112570"/>
                  <a:pt x="15425" y="112570"/>
                </a:cubicBezTo>
                <a:cubicBezTo>
                  <a:pt x="11651" y="112515"/>
                  <a:pt x="8465" y="112199"/>
                  <a:pt x="5866" y="111621"/>
                </a:cubicBezTo>
                <a:cubicBezTo>
                  <a:pt x="3268" y="111044"/>
                  <a:pt x="1313" y="110452"/>
                  <a:pt x="0" y="109847"/>
                </a:cubicBezTo>
                <a:lnTo>
                  <a:pt x="0" y="97966"/>
                </a:lnTo>
                <a:cubicBezTo>
                  <a:pt x="2024" y="98786"/>
                  <a:pt x="4225" y="99429"/>
                  <a:pt x="6605" y="99894"/>
                </a:cubicBezTo>
                <a:cubicBezTo>
                  <a:pt x="8984" y="100359"/>
                  <a:pt x="11541" y="100591"/>
                  <a:pt x="14276" y="100591"/>
                </a:cubicBezTo>
                <a:cubicBezTo>
                  <a:pt x="16738" y="100591"/>
                  <a:pt x="19008" y="100318"/>
                  <a:pt x="21086" y="99771"/>
                </a:cubicBezTo>
                <a:cubicBezTo>
                  <a:pt x="23165" y="99224"/>
                  <a:pt x="24943" y="98294"/>
                  <a:pt x="26420" y="96981"/>
                </a:cubicBezTo>
                <a:cubicBezTo>
                  <a:pt x="27896" y="95668"/>
                  <a:pt x="29045" y="93918"/>
                  <a:pt x="29866" y="91730"/>
                </a:cubicBezTo>
                <a:cubicBezTo>
                  <a:pt x="30686" y="89542"/>
                  <a:pt x="31096" y="86834"/>
                  <a:pt x="31096" y="83607"/>
                </a:cubicBezTo>
                <a:lnTo>
                  <a:pt x="31096" y="656"/>
                </a:lnTo>
                <a:close/>
                <a:moveTo>
                  <a:pt x="126600" y="71546"/>
                </a:moveTo>
                <a:cubicBezTo>
                  <a:pt x="126600" y="66719"/>
                  <a:pt x="126012" y="62428"/>
                  <a:pt x="124836" y="58672"/>
                </a:cubicBezTo>
                <a:cubicBezTo>
                  <a:pt x="123660" y="54915"/>
                  <a:pt x="122019" y="51734"/>
                  <a:pt x="119913" y="49129"/>
                </a:cubicBezTo>
                <a:cubicBezTo>
                  <a:pt x="117807" y="46522"/>
                  <a:pt x="115304" y="44547"/>
                  <a:pt x="112405" y="43204"/>
                </a:cubicBezTo>
                <a:cubicBezTo>
                  <a:pt x="109506" y="41860"/>
                  <a:pt x="106334" y="41188"/>
                  <a:pt x="102888" y="41188"/>
                </a:cubicBezTo>
                <a:cubicBezTo>
                  <a:pt x="99442" y="41188"/>
                  <a:pt x="96269" y="41860"/>
                  <a:pt x="93370" y="43204"/>
                </a:cubicBezTo>
                <a:cubicBezTo>
                  <a:pt x="90471" y="44547"/>
                  <a:pt x="87969" y="46522"/>
                  <a:pt x="85863" y="49129"/>
                </a:cubicBezTo>
                <a:cubicBezTo>
                  <a:pt x="83757" y="51734"/>
                  <a:pt x="82116" y="54915"/>
                  <a:pt x="80940" y="58672"/>
                </a:cubicBezTo>
                <a:cubicBezTo>
                  <a:pt x="79764" y="62428"/>
                  <a:pt x="79176" y="66719"/>
                  <a:pt x="79176" y="71546"/>
                </a:cubicBezTo>
                <a:cubicBezTo>
                  <a:pt x="79176" y="76318"/>
                  <a:pt x="79764" y="80583"/>
                  <a:pt x="80940" y="84340"/>
                </a:cubicBezTo>
                <a:cubicBezTo>
                  <a:pt x="82116" y="88098"/>
                  <a:pt x="83771" y="91265"/>
                  <a:pt x="85904" y="93843"/>
                </a:cubicBezTo>
                <a:cubicBezTo>
                  <a:pt x="88037" y="96420"/>
                  <a:pt x="90553" y="98381"/>
                  <a:pt x="93452" y="99724"/>
                </a:cubicBezTo>
                <a:cubicBezTo>
                  <a:pt x="96351" y="101068"/>
                  <a:pt x="99524" y="101740"/>
                  <a:pt x="102970" y="101740"/>
                </a:cubicBezTo>
                <a:cubicBezTo>
                  <a:pt x="106416" y="101740"/>
                  <a:pt x="109575" y="101068"/>
                  <a:pt x="112446" y="99724"/>
                </a:cubicBezTo>
                <a:cubicBezTo>
                  <a:pt x="115318" y="98381"/>
                  <a:pt x="117807" y="96420"/>
                  <a:pt x="119913" y="93843"/>
                </a:cubicBezTo>
                <a:cubicBezTo>
                  <a:pt x="122019" y="91265"/>
                  <a:pt x="123660" y="88098"/>
                  <a:pt x="124836" y="84340"/>
                </a:cubicBezTo>
                <a:cubicBezTo>
                  <a:pt x="126012" y="80583"/>
                  <a:pt x="126600" y="76318"/>
                  <a:pt x="126600" y="71546"/>
                </a:cubicBezTo>
                <a:moveTo>
                  <a:pt x="139892" y="71546"/>
                </a:moveTo>
                <a:cubicBezTo>
                  <a:pt x="139892" y="77684"/>
                  <a:pt x="139016" y="83275"/>
                  <a:pt x="137266" y="88317"/>
                </a:cubicBezTo>
                <a:cubicBezTo>
                  <a:pt x="135516" y="93360"/>
                  <a:pt x="133041" y="97676"/>
                  <a:pt x="129841" y="101265"/>
                </a:cubicBezTo>
                <a:cubicBezTo>
                  <a:pt x="126641" y="104855"/>
                  <a:pt x="122771" y="107637"/>
                  <a:pt x="118231" y="109611"/>
                </a:cubicBezTo>
                <a:cubicBezTo>
                  <a:pt x="113691" y="111584"/>
                  <a:pt x="108604" y="112570"/>
                  <a:pt x="102970" y="112570"/>
                </a:cubicBezTo>
                <a:cubicBezTo>
                  <a:pt x="97172" y="112570"/>
                  <a:pt x="91989" y="111584"/>
                  <a:pt x="87422" y="109611"/>
                </a:cubicBezTo>
                <a:cubicBezTo>
                  <a:pt x="82854" y="107637"/>
                  <a:pt x="78971" y="104855"/>
                  <a:pt x="75771" y="101265"/>
                </a:cubicBezTo>
                <a:cubicBezTo>
                  <a:pt x="72571" y="97676"/>
                  <a:pt x="70123" y="93360"/>
                  <a:pt x="68428" y="88317"/>
                </a:cubicBezTo>
                <a:cubicBezTo>
                  <a:pt x="66732" y="83275"/>
                  <a:pt x="65884" y="77684"/>
                  <a:pt x="65884" y="71546"/>
                </a:cubicBezTo>
                <a:cubicBezTo>
                  <a:pt x="65884" y="65353"/>
                  <a:pt x="66759" y="59735"/>
                  <a:pt x="68510" y="54693"/>
                </a:cubicBezTo>
                <a:cubicBezTo>
                  <a:pt x="70260" y="49650"/>
                  <a:pt x="72735" y="45321"/>
                  <a:pt x="75935" y="41704"/>
                </a:cubicBezTo>
                <a:cubicBezTo>
                  <a:pt x="79135" y="38087"/>
                  <a:pt x="83019" y="35292"/>
                  <a:pt x="87586" y="33319"/>
                </a:cubicBezTo>
                <a:cubicBezTo>
                  <a:pt x="92153" y="31345"/>
                  <a:pt x="97254" y="30358"/>
                  <a:pt x="102888" y="30358"/>
                </a:cubicBezTo>
                <a:cubicBezTo>
                  <a:pt x="108631" y="30358"/>
                  <a:pt x="113800" y="31345"/>
                  <a:pt x="118395" y="33319"/>
                </a:cubicBezTo>
                <a:cubicBezTo>
                  <a:pt x="122990" y="35292"/>
                  <a:pt x="126873" y="38087"/>
                  <a:pt x="130046" y="41704"/>
                </a:cubicBezTo>
                <a:cubicBezTo>
                  <a:pt x="133218" y="45321"/>
                  <a:pt x="135652" y="49650"/>
                  <a:pt x="137348" y="54693"/>
                </a:cubicBezTo>
                <a:cubicBezTo>
                  <a:pt x="139044" y="59735"/>
                  <a:pt x="139892" y="65353"/>
                  <a:pt x="139892" y="71546"/>
                </a:cubicBezTo>
                <a:close/>
                <a:moveTo>
                  <a:pt x="160026" y="110437"/>
                </a:moveTo>
                <a:lnTo>
                  <a:pt x="160026" y="32491"/>
                </a:lnTo>
                <a:lnTo>
                  <a:pt x="172744" y="32491"/>
                </a:lnTo>
                <a:lnTo>
                  <a:pt x="172744" y="110437"/>
                </a:lnTo>
                <a:lnTo>
                  <a:pt x="160026" y="110437"/>
                </a:lnTo>
                <a:moveTo>
                  <a:pt x="159698" y="14276"/>
                </a:moveTo>
                <a:lnTo>
                  <a:pt x="159698" y="0"/>
                </a:lnTo>
                <a:lnTo>
                  <a:pt x="172416" y="0"/>
                </a:lnTo>
                <a:lnTo>
                  <a:pt x="172416" y="14276"/>
                </a:lnTo>
                <a:lnTo>
                  <a:pt x="159698" y="14276"/>
                </a:lnTo>
                <a:close/>
                <a:moveTo>
                  <a:pt x="209993" y="43321"/>
                </a:moveTo>
                <a:lnTo>
                  <a:pt x="210239" y="43321"/>
                </a:lnTo>
                <a:cubicBezTo>
                  <a:pt x="211662" y="41504"/>
                  <a:pt x="213234" y="39812"/>
                  <a:pt x="214957" y="38245"/>
                </a:cubicBezTo>
                <a:cubicBezTo>
                  <a:pt x="216680" y="36676"/>
                  <a:pt x="218608" y="35300"/>
                  <a:pt x="220742" y="34117"/>
                </a:cubicBezTo>
                <a:cubicBezTo>
                  <a:pt x="222875" y="32932"/>
                  <a:pt x="225213" y="32010"/>
                  <a:pt x="227757" y="31350"/>
                </a:cubicBezTo>
                <a:cubicBezTo>
                  <a:pt x="230300" y="30689"/>
                  <a:pt x="233076" y="30358"/>
                  <a:pt x="236085" y="30358"/>
                </a:cubicBezTo>
                <a:cubicBezTo>
                  <a:pt x="239640" y="30358"/>
                  <a:pt x="242977" y="30851"/>
                  <a:pt x="246095" y="31837"/>
                </a:cubicBezTo>
                <a:cubicBezTo>
                  <a:pt x="249212" y="32822"/>
                  <a:pt x="251920" y="34410"/>
                  <a:pt x="254217" y="36601"/>
                </a:cubicBezTo>
                <a:cubicBezTo>
                  <a:pt x="256515" y="38791"/>
                  <a:pt x="258333" y="41651"/>
                  <a:pt x="259673" y="45183"/>
                </a:cubicBezTo>
                <a:cubicBezTo>
                  <a:pt x="261014" y="48714"/>
                  <a:pt x="261684" y="53054"/>
                  <a:pt x="261684" y="58200"/>
                </a:cubicBezTo>
                <a:lnTo>
                  <a:pt x="261684" y="110437"/>
                </a:lnTo>
                <a:lnTo>
                  <a:pt x="248966" y="110437"/>
                </a:lnTo>
                <a:lnTo>
                  <a:pt x="248966" y="60305"/>
                </a:lnTo>
                <a:cubicBezTo>
                  <a:pt x="248966" y="53577"/>
                  <a:pt x="247667" y="48737"/>
                  <a:pt x="245069" y="45783"/>
                </a:cubicBezTo>
                <a:cubicBezTo>
                  <a:pt x="242471" y="42829"/>
                  <a:pt x="238683" y="41352"/>
                  <a:pt x="233705" y="41352"/>
                </a:cubicBezTo>
                <a:cubicBezTo>
                  <a:pt x="229329" y="41352"/>
                  <a:pt x="225090" y="42569"/>
                  <a:pt x="220988" y="45003"/>
                </a:cubicBezTo>
                <a:cubicBezTo>
                  <a:pt x="216885" y="47438"/>
                  <a:pt x="213357" y="50788"/>
                  <a:pt x="210404" y="55054"/>
                </a:cubicBezTo>
                <a:lnTo>
                  <a:pt x="210404" y="110437"/>
                </a:lnTo>
                <a:lnTo>
                  <a:pt x="197686" y="110437"/>
                </a:lnTo>
                <a:lnTo>
                  <a:pt x="197686" y="32491"/>
                </a:lnTo>
                <a:lnTo>
                  <a:pt x="207532" y="32491"/>
                </a:lnTo>
                <a:lnTo>
                  <a:pt x="209993" y="43321"/>
                </a:lnTo>
                <a:close/>
                <a:moveTo>
                  <a:pt x="327683" y="110670"/>
                </a:moveTo>
                <a:cubicBezTo>
                  <a:pt x="326589" y="111109"/>
                  <a:pt x="324921" y="111522"/>
                  <a:pt x="322678" y="111909"/>
                </a:cubicBezTo>
                <a:cubicBezTo>
                  <a:pt x="320436" y="112295"/>
                  <a:pt x="317756" y="112515"/>
                  <a:pt x="314638" y="112570"/>
                </a:cubicBezTo>
                <a:cubicBezTo>
                  <a:pt x="310535" y="112570"/>
                  <a:pt x="306980" y="112064"/>
                  <a:pt x="303971" y="111052"/>
                </a:cubicBezTo>
                <a:cubicBezTo>
                  <a:pt x="300963" y="110040"/>
                  <a:pt x="298461" y="108591"/>
                  <a:pt x="296464" y="106704"/>
                </a:cubicBezTo>
                <a:cubicBezTo>
                  <a:pt x="294467" y="104817"/>
                  <a:pt x="292977" y="102533"/>
                  <a:pt x="291992" y="99853"/>
                </a:cubicBezTo>
                <a:cubicBezTo>
                  <a:pt x="291008" y="97172"/>
                  <a:pt x="290516" y="94191"/>
                  <a:pt x="290516" y="90909"/>
                </a:cubicBezTo>
                <a:lnTo>
                  <a:pt x="290516" y="43486"/>
                </a:lnTo>
                <a:lnTo>
                  <a:pt x="275501" y="43486"/>
                </a:lnTo>
                <a:lnTo>
                  <a:pt x="275501" y="32491"/>
                </a:lnTo>
                <a:lnTo>
                  <a:pt x="290516" y="32491"/>
                </a:lnTo>
                <a:lnTo>
                  <a:pt x="290516" y="11159"/>
                </a:lnTo>
                <a:lnTo>
                  <a:pt x="303233" y="11159"/>
                </a:lnTo>
                <a:lnTo>
                  <a:pt x="303233" y="32491"/>
                </a:lnTo>
                <a:lnTo>
                  <a:pt x="326535" y="32491"/>
                </a:lnTo>
                <a:lnTo>
                  <a:pt x="326535" y="43486"/>
                </a:lnTo>
                <a:lnTo>
                  <a:pt x="303233" y="43486"/>
                </a:lnTo>
                <a:lnTo>
                  <a:pt x="303233" y="88876"/>
                </a:lnTo>
                <a:cubicBezTo>
                  <a:pt x="303233" y="90678"/>
                  <a:pt x="303493" y="92344"/>
                  <a:pt x="304012" y="93873"/>
                </a:cubicBezTo>
                <a:cubicBezTo>
                  <a:pt x="304532" y="95403"/>
                  <a:pt x="305353" y="96728"/>
                  <a:pt x="306474" y="97848"/>
                </a:cubicBezTo>
                <a:cubicBezTo>
                  <a:pt x="307595" y="98967"/>
                  <a:pt x="309031" y="99842"/>
                  <a:pt x="310781" y="100471"/>
                </a:cubicBezTo>
                <a:cubicBezTo>
                  <a:pt x="312532" y="101098"/>
                  <a:pt x="314638" y="101412"/>
                  <a:pt x="317099" y="101412"/>
                </a:cubicBezTo>
                <a:cubicBezTo>
                  <a:pt x="318795" y="101412"/>
                  <a:pt x="320586" y="101275"/>
                  <a:pt x="322473" y="101001"/>
                </a:cubicBezTo>
                <a:cubicBezTo>
                  <a:pt x="324360" y="100728"/>
                  <a:pt x="326097" y="100372"/>
                  <a:pt x="327683" y="99935"/>
                </a:cubicBezTo>
                <a:lnTo>
                  <a:pt x="327683" y="110670"/>
                </a:lnTo>
                <a:close/>
                <a:moveTo>
                  <a:pt x="383157" y="110437"/>
                </a:moveTo>
                <a:lnTo>
                  <a:pt x="383157" y="656"/>
                </a:lnTo>
                <a:lnTo>
                  <a:pt x="396531" y="656"/>
                </a:lnTo>
                <a:lnTo>
                  <a:pt x="396531" y="110437"/>
                </a:lnTo>
                <a:lnTo>
                  <a:pt x="383157" y="110437"/>
                </a:lnTo>
                <a:close/>
                <a:moveTo>
                  <a:pt x="434320" y="43321"/>
                </a:moveTo>
                <a:lnTo>
                  <a:pt x="434566" y="43321"/>
                </a:lnTo>
                <a:cubicBezTo>
                  <a:pt x="435988" y="41504"/>
                  <a:pt x="437561" y="39812"/>
                  <a:pt x="439284" y="38245"/>
                </a:cubicBezTo>
                <a:cubicBezTo>
                  <a:pt x="441007" y="36676"/>
                  <a:pt x="442935" y="35300"/>
                  <a:pt x="445068" y="34117"/>
                </a:cubicBezTo>
                <a:cubicBezTo>
                  <a:pt x="447201" y="32932"/>
                  <a:pt x="449540" y="32010"/>
                  <a:pt x="452083" y="31350"/>
                </a:cubicBezTo>
                <a:cubicBezTo>
                  <a:pt x="454627" y="30689"/>
                  <a:pt x="457403" y="30358"/>
                  <a:pt x="460411" y="30358"/>
                </a:cubicBezTo>
                <a:cubicBezTo>
                  <a:pt x="463967" y="30358"/>
                  <a:pt x="467303" y="30851"/>
                  <a:pt x="470421" y="31837"/>
                </a:cubicBezTo>
                <a:cubicBezTo>
                  <a:pt x="473539" y="32822"/>
                  <a:pt x="476247" y="34410"/>
                  <a:pt x="478544" y="36601"/>
                </a:cubicBezTo>
                <a:cubicBezTo>
                  <a:pt x="480841" y="38791"/>
                  <a:pt x="482660" y="41651"/>
                  <a:pt x="484000" y="45183"/>
                </a:cubicBezTo>
                <a:cubicBezTo>
                  <a:pt x="485340" y="48714"/>
                  <a:pt x="486010" y="53054"/>
                  <a:pt x="486010" y="58200"/>
                </a:cubicBezTo>
                <a:lnTo>
                  <a:pt x="486010" y="110437"/>
                </a:lnTo>
                <a:lnTo>
                  <a:pt x="473293" y="110437"/>
                </a:lnTo>
                <a:lnTo>
                  <a:pt x="473293" y="60305"/>
                </a:lnTo>
                <a:cubicBezTo>
                  <a:pt x="473293" y="53577"/>
                  <a:pt x="471994" y="48737"/>
                  <a:pt x="469396" y="45783"/>
                </a:cubicBezTo>
                <a:cubicBezTo>
                  <a:pt x="466797" y="42829"/>
                  <a:pt x="463009" y="41352"/>
                  <a:pt x="458032" y="41352"/>
                </a:cubicBezTo>
                <a:cubicBezTo>
                  <a:pt x="453656" y="41352"/>
                  <a:pt x="449417" y="42569"/>
                  <a:pt x="445314" y="45003"/>
                </a:cubicBezTo>
                <a:cubicBezTo>
                  <a:pt x="441212" y="47438"/>
                  <a:pt x="437684" y="50788"/>
                  <a:pt x="434730" y="55054"/>
                </a:cubicBezTo>
                <a:lnTo>
                  <a:pt x="434730" y="110437"/>
                </a:lnTo>
                <a:lnTo>
                  <a:pt x="422013" y="110437"/>
                </a:lnTo>
                <a:lnTo>
                  <a:pt x="422013" y="32491"/>
                </a:lnTo>
                <a:lnTo>
                  <a:pt x="431858" y="32491"/>
                </a:lnTo>
                <a:lnTo>
                  <a:pt x="434320" y="43321"/>
                </a:lnTo>
                <a:close/>
                <a:moveTo>
                  <a:pt x="552009" y="110670"/>
                </a:moveTo>
                <a:cubicBezTo>
                  <a:pt x="550915" y="111109"/>
                  <a:pt x="549247" y="111522"/>
                  <a:pt x="547004" y="111909"/>
                </a:cubicBezTo>
                <a:cubicBezTo>
                  <a:pt x="544762" y="112295"/>
                  <a:pt x="542082" y="112515"/>
                  <a:pt x="538964" y="112570"/>
                </a:cubicBezTo>
                <a:cubicBezTo>
                  <a:pt x="534861" y="112570"/>
                  <a:pt x="531306" y="112064"/>
                  <a:pt x="528297" y="111052"/>
                </a:cubicBezTo>
                <a:cubicBezTo>
                  <a:pt x="525289" y="110040"/>
                  <a:pt x="522787" y="108591"/>
                  <a:pt x="520790" y="106704"/>
                </a:cubicBezTo>
                <a:cubicBezTo>
                  <a:pt x="518794" y="104817"/>
                  <a:pt x="517303" y="102533"/>
                  <a:pt x="516318" y="99853"/>
                </a:cubicBezTo>
                <a:cubicBezTo>
                  <a:pt x="515334" y="97172"/>
                  <a:pt x="514842" y="94191"/>
                  <a:pt x="514842" y="90909"/>
                </a:cubicBezTo>
                <a:lnTo>
                  <a:pt x="514842" y="43486"/>
                </a:lnTo>
                <a:lnTo>
                  <a:pt x="499827" y="43486"/>
                </a:lnTo>
                <a:lnTo>
                  <a:pt x="499827" y="32491"/>
                </a:lnTo>
                <a:lnTo>
                  <a:pt x="514842" y="32491"/>
                </a:lnTo>
                <a:lnTo>
                  <a:pt x="514842" y="11159"/>
                </a:lnTo>
                <a:lnTo>
                  <a:pt x="527559" y="11159"/>
                </a:lnTo>
                <a:lnTo>
                  <a:pt x="527559" y="32491"/>
                </a:lnTo>
                <a:lnTo>
                  <a:pt x="550861" y="32491"/>
                </a:lnTo>
                <a:lnTo>
                  <a:pt x="550861" y="43486"/>
                </a:lnTo>
                <a:lnTo>
                  <a:pt x="527559" y="43486"/>
                </a:lnTo>
                <a:lnTo>
                  <a:pt x="527559" y="88876"/>
                </a:lnTo>
                <a:cubicBezTo>
                  <a:pt x="527559" y="90678"/>
                  <a:pt x="527819" y="92344"/>
                  <a:pt x="528338" y="93873"/>
                </a:cubicBezTo>
                <a:cubicBezTo>
                  <a:pt x="528858" y="95403"/>
                  <a:pt x="529679" y="96728"/>
                  <a:pt x="530800" y="97848"/>
                </a:cubicBezTo>
                <a:cubicBezTo>
                  <a:pt x="531921" y="98967"/>
                  <a:pt x="533357" y="99842"/>
                  <a:pt x="535107" y="100471"/>
                </a:cubicBezTo>
                <a:cubicBezTo>
                  <a:pt x="536858" y="101098"/>
                  <a:pt x="538964" y="101412"/>
                  <a:pt x="541425" y="101412"/>
                </a:cubicBezTo>
                <a:cubicBezTo>
                  <a:pt x="543121" y="101412"/>
                  <a:pt x="544912" y="101275"/>
                  <a:pt x="546799" y="101001"/>
                </a:cubicBezTo>
                <a:cubicBezTo>
                  <a:pt x="548686" y="100728"/>
                  <a:pt x="550423" y="100372"/>
                  <a:pt x="552009" y="99935"/>
                </a:cubicBezTo>
                <a:lnTo>
                  <a:pt x="552009" y="110670"/>
                </a:lnTo>
                <a:close/>
                <a:moveTo>
                  <a:pt x="599590" y="41352"/>
                </a:moveTo>
                <a:cubicBezTo>
                  <a:pt x="596653" y="41352"/>
                  <a:pt x="593925" y="41927"/>
                  <a:pt x="591405" y="43075"/>
                </a:cubicBezTo>
                <a:cubicBezTo>
                  <a:pt x="588886" y="44224"/>
                  <a:pt x="586684" y="45783"/>
                  <a:pt x="584801" y="47752"/>
                </a:cubicBezTo>
                <a:cubicBezTo>
                  <a:pt x="582919" y="49721"/>
                  <a:pt x="581396" y="52032"/>
                  <a:pt x="580231" y="54685"/>
                </a:cubicBezTo>
                <a:cubicBezTo>
                  <a:pt x="579069" y="57338"/>
                  <a:pt x="578349" y="60169"/>
                  <a:pt x="578073" y="63177"/>
                </a:cubicBezTo>
                <a:lnTo>
                  <a:pt x="617948" y="63177"/>
                </a:lnTo>
                <a:cubicBezTo>
                  <a:pt x="617948" y="60114"/>
                  <a:pt x="617546" y="57256"/>
                  <a:pt x="616743" y="54603"/>
                </a:cubicBezTo>
                <a:cubicBezTo>
                  <a:pt x="615940" y="51950"/>
                  <a:pt x="614763" y="49639"/>
                  <a:pt x="613212" y="47670"/>
                </a:cubicBezTo>
                <a:cubicBezTo>
                  <a:pt x="611662" y="45701"/>
                  <a:pt x="609751" y="44156"/>
                  <a:pt x="607479" y="43034"/>
                </a:cubicBezTo>
                <a:cubicBezTo>
                  <a:pt x="605209" y="41913"/>
                  <a:pt x="602579" y="41352"/>
                  <a:pt x="599590" y="41352"/>
                </a:cubicBezTo>
                <a:moveTo>
                  <a:pt x="606297" y="101412"/>
                </a:moveTo>
                <a:cubicBezTo>
                  <a:pt x="610509" y="101412"/>
                  <a:pt x="614352" y="101070"/>
                  <a:pt x="617825" y="100386"/>
                </a:cubicBezTo>
                <a:cubicBezTo>
                  <a:pt x="621298" y="99702"/>
                  <a:pt x="624758" y="98731"/>
                  <a:pt x="628204" y="97473"/>
                </a:cubicBezTo>
                <a:lnTo>
                  <a:pt x="628204" y="108116"/>
                </a:lnTo>
                <a:cubicBezTo>
                  <a:pt x="625414" y="109491"/>
                  <a:pt x="621968" y="110576"/>
                  <a:pt x="617866" y="111373"/>
                </a:cubicBezTo>
                <a:cubicBezTo>
                  <a:pt x="613764" y="112171"/>
                  <a:pt x="609360" y="112570"/>
                  <a:pt x="604656" y="112570"/>
                </a:cubicBezTo>
                <a:cubicBezTo>
                  <a:pt x="599077" y="112570"/>
                  <a:pt x="593840" y="111858"/>
                  <a:pt x="588944" y="110434"/>
                </a:cubicBezTo>
                <a:cubicBezTo>
                  <a:pt x="584048" y="109009"/>
                  <a:pt x="579811" y="106706"/>
                  <a:pt x="576232" y="103527"/>
                </a:cubicBezTo>
                <a:cubicBezTo>
                  <a:pt x="572652" y="100348"/>
                  <a:pt x="569849" y="96196"/>
                  <a:pt x="567822" y="91071"/>
                </a:cubicBezTo>
                <a:cubicBezTo>
                  <a:pt x="565794" y="85946"/>
                  <a:pt x="564781" y="79767"/>
                  <a:pt x="564781" y="72533"/>
                </a:cubicBezTo>
                <a:cubicBezTo>
                  <a:pt x="564781" y="65409"/>
                  <a:pt x="565763" y="59229"/>
                  <a:pt x="567727" y="53995"/>
                </a:cubicBezTo>
                <a:cubicBezTo>
                  <a:pt x="569691" y="48760"/>
                  <a:pt x="572310" y="44388"/>
                  <a:pt x="575583" y="40881"/>
                </a:cubicBezTo>
                <a:cubicBezTo>
                  <a:pt x="578858" y="37373"/>
                  <a:pt x="582624" y="34742"/>
                  <a:pt x="586880" y="32989"/>
                </a:cubicBezTo>
                <a:cubicBezTo>
                  <a:pt x="591136" y="31235"/>
                  <a:pt x="595583" y="30358"/>
                  <a:pt x="600220" y="30358"/>
                </a:cubicBezTo>
                <a:cubicBezTo>
                  <a:pt x="604586" y="30358"/>
                  <a:pt x="608665" y="31085"/>
                  <a:pt x="612456" y="32540"/>
                </a:cubicBezTo>
                <a:cubicBezTo>
                  <a:pt x="616249" y="33994"/>
                  <a:pt x="619537" y="36287"/>
                  <a:pt x="622320" y="39416"/>
                </a:cubicBezTo>
                <a:cubicBezTo>
                  <a:pt x="625102" y="42546"/>
                  <a:pt x="627298" y="46582"/>
                  <a:pt x="628907" y="51524"/>
                </a:cubicBezTo>
                <a:cubicBezTo>
                  <a:pt x="630517" y="56465"/>
                  <a:pt x="631322" y="62395"/>
                  <a:pt x="631322" y="69313"/>
                </a:cubicBezTo>
                <a:cubicBezTo>
                  <a:pt x="631322" y="69971"/>
                  <a:pt x="631322" y="70533"/>
                  <a:pt x="631322" y="71000"/>
                </a:cubicBezTo>
                <a:cubicBezTo>
                  <a:pt x="631322" y="71467"/>
                  <a:pt x="631295" y="72524"/>
                  <a:pt x="631240" y="74172"/>
                </a:cubicBezTo>
                <a:lnTo>
                  <a:pt x="577416" y="74172"/>
                </a:lnTo>
                <a:cubicBezTo>
                  <a:pt x="577416" y="79134"/>
                  <a:pt x="578168" y="83346"/>
                  <a:pt x="579673" y="86810"/>
                </a:cubicBezTo>
                <a:cubicBezTo>
                  <a:pt x="581177" y="90273"/>
                  <a:pt x="583228" y="93081"/>
                  <a:pt x="585826" y="95235"/>
                </a:cubicBezTo>
                <a:cubicBezTo>
                  <a:pt x="588424" y="97389"/>
                  <a:pt x="591474" y="98957"/>
                  <a:pt x="594975" y="99940"/>
                </a:cubicBezTo>
                <a:cubicBezTo>
                  <a:pt x="598475" y="100921"/>
                  <a:pt x="602249" y="101412"/>
                  <a:pt x="606297" y="101412"/>
                </a:cubicBezTo>
                <a:close/>
                <a:moveTo>
                  <a:pt x="695640" y="42829"/>
                </a:moveTo>
                <a:lnTo>
                  <a:pt x="694656" y="42829"/>
                </a:lnTo>
                <a:cubicBezTo>
                  <a:pt x="691647" y="42829"/>
                  <a:pt x="688694" y="43103"/>
                  <a:pt x="685795" y="43650"/>
                </a:cubicBezTo>
                <a:cubicBezTo>
                  <a:pt x="682896" y="44197"/>
                  <a:pt x="680174" y="45031"/>
                  <a:pt x="677631" y="46152"/>
                </a:cubicBezTo>
                <a:cubicBezTo>
                  <a:pt x="675087" y="47273"/>
                  <a:pt x="672790" y="48655"/>
                  <a:pt x="670739" y="50296"/>
                </a:cubicBezTo>
                <a:cubicBezTo>
                  <a:pt x="668688" y="51937"/>
                  <a:pt x="666978" y="53878"/>
                  <a:pt x="665611" y="56121"/>
                </a:cubicBezTo>
                <a:lnTo>
                  <a:pt x="665611" y="110437"/>
                </a:lnTo>
                <a:lnTo>
                  <a:pt x="652893" y="110437"/>
                </a:lnTo>
                <a:lnTo>
                  <a:pt x="652893" y="32491"/>
                </a:lnTo>
                <a:lnTo>
                  <a:pt x="662739" y="32491"/>
                </a:lnTo>
                <a:lnTo>
                  <a:pt x="665200" y="44880"/>
                </a:lnTo>
                <a:lnTo>
                  <a:pt x="665447" y="44880"/>
                </a:lnTo>
                <a:cubicBezTo>
                  <a:pt x="666705" y="42845"/>
                  <a:pt x="668250" y="40947"/>
                  <a:pt x="670082" y="39188"/>
                </a:cubicBezTo>
                <a:cubicBezTo>
                  <a:pt x="671915" y="37428"/>
                  <a:pt x="673980" y="35888"/>
                  <a:pt x="676277" y="34568"/>
                </a:cubicBezTo>
                <a:cubicBezTo>
                  <a:pt x="678574" y="33247"/>
                  <a:pt x="681090" y="32215"/>
                  <a:pt x="683825" y="31473"/>
                </a:cubicBezTo>
                <a:cubicBezTo>
                  <a:pt x="686560" y="30730"/>
                  <a:pt x="689432" y="30358"/>
                  <a:pt x="692440" y="30358"/>
                </a:cubicBezTo>
                <a:cubicBezTo>
                  <a:pt x="692987" y="30358"/>
                  <a:pt x="693548" y="30372"/>
                  <a:pt x="694122" y="30399"/>
                </a:cubicBezTo>
                <a:cubicBezTo>
                  <a:pt x="694697" y="30426"/>
                  <a:pt x="695203" y="30467"/>
                  <a:pt x="695640" y="30522"/>
                </a:cubicBezTo>
                <a:lnTo>
                  <a:pt x="695640" y="42829"/>
                </a:lnTo>
                <a:close/>
                <a:moveTo>
                  <a:pt x="754819" y="101822"/>
                </a:moveTo>
                <a:lnTo>
                  <a:pt x="754491" y="101822"/>
                </a:lnTo>
                <a:cubicBezTo>
                  <a:pt x="753454" y="103135"/>
                  <a:pt x="752143" y="104434"/>
                  <a:pt x="750558" y="105719"/>
                </a:cubicBezTo>
                <a:cubicBezTo>
                  <a:pt x="748975" y="107005"/>
                  <a:pt x="747145" y="108155"/>
                  <a:pt x="745068" y="109170"/>
                </a:cubicBezTo>
                <a:cubicBezTo>
                  <a:pt x="742993" y="110186"/>
                  <a:pt x="740727" y="111006"/>
                  <a:pt x="738269" y="111632"/>
                </a:cubicBezTo>
                <a:cubicBezTo>
                  <a:pt x="735811" y="112257"/>
                  <a:pt x="733189" y="112570"/>
                  <a:pt x="730402" y="112570"/>
                </a:cubicBezTo>
                <a:cubicBezTo>
                  <a:pt x="726633" y="112570"/>
                  <a:pt x="723178" y="112009"/>
                  <a:pt x="720036" y="110886"/>
                </a:cubicBezTo>
                <a:cubicBezTo>
                  <a:pt x="716896" y="109763"/>
                  <a:pt x="714192" y="108119"/>
                  <a:pt x="711924" y="105955"/>
                </a:cubicBezTo>
                <a:cubicBezTo>
                  <a:pt x="709657" y="103791"/>
                  <a:pt x="707895" y="101147"/>
                  <a:pt x="706639" y="98025"/>
                </a:cubicBezTo>
                <a:cubicBezTo>
                  <a:pt x="705383" y="94902"/>
                  <a:pt x="704755" y="91367"/>
                  <a:pt x="704755" y="87422"/>
                </a:cubicBezTo>
                <a:cubicBezTo>
                  <a:pt x="704755" y="83532"/>
                  <a:pt x="705450" y="80053"/>
                  <a:pt x="706842" y="76984"/>
                </a:cubicBezTo>
                <a:cubicBezTo>
                  <a:pt x="708235" y="73916"/>
                  <a:pt x="710187" y="71314"/>
                  <a:pt x="712698" y="69177"/>
                </a:cubicBezTo>
                <a:cubicBezTo>
                  <a:pt x="715211" y="67040"/>
                  <a:pt x="718228" y="65397"/>
                  <a:pt x="721751" y="64246"/>
                </a:cubicBezTo>
                <a:cubicBezTo>
                  <a:pt x="725274" y="63096"/>
                  <a:pt x="729165" y="62521"/>
                  <a:pt x="733423" y="62521"/>
                </a:cubicBezTo>
                <a:cubicBezTo>
                  <a:pt x="737464" y="62575"/>
                  <a:pt x="741204" y="62931"/>
                  <a:pt x="744645" y="63587"/>
                </a:cubicBezTo>
                <a:cubicBezTo>
                  <a:pt x="748086" y="64244"/>
                  <a:pt x="751144" y="65064"/>
                  <a:pt x="753819" y="66049"/>
                </a:cubicBezTo>
                <a:lnTo>
                  <a:pt x="754148" y="66049"/>
                </a:lnTo>
                <a:lnTo>
                  <a:pt x="754148" y="60634"/>
                </a:lnTo>
                <a:cubicBezTo>
                  <a:pt x="754148" y="58500"/>
                  <a:pt x="754011" y="56613"/>
                  <a:pt x="753737" y="54972"/>
                </a:cubicBezTo>
                <a:cubicBezTo>
                  <a:pt x="753464" y="53331"/>
                  <a:pt x="752999" y="51882"/>
                  <a:pt x="752343" y="50624"/>
                </a:cubicBezTo>
                <a:cubicBezTo>
                  <a:pt x="750920" y="47998"/>
                  <a:pt x="748650" y="45824"/>
                  <a:pt x="745533" y="44101"/>
                </a:cubicBezTo>
                <a:cubicBezTo>
                  <a:pt x="742415" y="42378"/>
                  <a:pt x="738203" y="41516"/>
                  <a:pt x="732897" y="41516"/>
                </a:cubicBezTo>
                <a:cubicBezTo>
                  <a:pt x="728959" y="41516"/>
                  <a:pt x="725253" y="41879"/>
                  <a:pt x="721780" y="42604"/>
                </a:cubicBezTo>
                <a:cubicBezTo>
                  <a:pt x="718306" y="43327"/>
                  <a:pt x="714846" y="44332"/>
                  <a:pt x="711400" y="45619"/>
                </a:cubicBezTo>
                <a:lnTo>
                  <a:pt x="711400" y="34953"/>
                </a:lnTo>
                <a:cubicBezTo>
                  <a:pt x="712713" y="34296"/>
                  <a:pt x="714258" y="33681"/>
                  <a:pt x="716036" y="33106"/>
                </a:cubicBezTo>
                <a:cubicBezTo>
                  <a:pt x="717814" y="32532"/>
                  <a:pt x="719687" y="32040"/>
                  <a:pt x="721656" y="31630"/>
                </a:cubicBezTo>
                <a:cubicBezTo>
                  <a:pt x="723626" y="31219"/>
                  <a:pt x="725704" y="30905"/>
                  <a:pt x="727892" y="30686"/>
                </a:cubicBezTo>
                <a:cubicBezTo>
                  <a:pt x="730080" y="30467"/>
                  <a:pt x="732268" y="30358"/>
                  <a:pt x="734456" y="30358"/>
                </a:cubicBezTo>
                <a:cubicBezTo>
                  <a:pt x="742333" y="30358"/>
                  <a:pt x="748773" y="31754"/>
                  <a:pt x="753778" y="34547"/>
                </a:cubicBezTo>
                <a:cubicBezTo>
                  <a:pt x="758783" y="37339"/>
                  <a:pt x="762380" y="41034"/>
                  <a:pt x="764568" y="45634"/>
                </a:cubicBezTo>
                <a:cubicBezTo>
                  <a:pt x="765388" y="47386"/>
                  <a:pt x="765976" y="49317"/>
                  <a:pt x="766332" y="51426"/>
                </a:cubicBezTo>
                <a:cubicBezTo>
                  <a:pt x="766687" y="53534"/>
                  <a:pt x="766865" y="55847"/>
                  <a:pt x="766865" y="58364"/>
                </a:cubicBezTo>
                <a:lnTo>
                  <a:pt x="766865" y="110437"/>
                </a:lnTo>
                <a:lnTo>
                  <a:pt x="756212" y="110437"/>
                </a:lnTo>
                <a:lnTo>
                  <a:pt x="754819" y="101822"/>
                </a:lnTo>
                <a:moveTo>
                  <a:pt x="754148" y="76230"/>
                </a:moveTo>
                <a:cubicBezTo>
                  <a:pt x="751811" y="75572"/>
                  <a:pt x="749040" y="74942"/>
                  <a:pt x="745835" y="74338"/>
                </a:cubicBezTo>
                <a:cubicBezTo>
                  <a:pt x="742630" y="73735"/>
                  <a:pt x="739099" y="73406"/>
                  <a:pt x="735241" y="73351"/>
                </a:cubicBezTo>
                <a:cubicBezTo>
                  <a:pt x="729863" y="73351"/>
                  <a:pt x="725653" y="74503"/>
                  <a:pt x="722610" y="76807"/>
                </a:cubicBezTo>
                <a:cubicBezTo>
                  <a:pt x="719568" y="79112"/>
                  <a:pt x="718046" y="82650"/>
                  <a:pt x="718046" y="87422"/>
                </a:cubicBezTo>
                <a:cubicBezTo>
                  <a:pt x="718046" y="89836"/>
                  <a:pt x="718427" y="91948"/>
                  <a:pt x="719187" y="93758"/>
                </a:cubicBezTo>
                <a:cubicBezTo>
                  <a:pt x="719948" y="95568"/>
                  <a:pt x="720993" y="97063"/>
                  <a:pt x="722323" y="98242"/>
                </a:cubicBezTo>
                <a:cubicBezTo>
                  <a:pt x="723655" y="99422"/>
                  <a:pt x="725231" y="100300"/>
                  <a:pt x="727051" y="100876"/>
                </a:cubicBezTo>
                <a:cubicBezTo>
                  <a:pt x="728872" y="101452"/>
                  <a:pt x="730814" y="101740"/>
                  <a:pt x="732879" y="101740"/>
                </a:cubicBezTo>
                <a:cubicBezTo>
                  <a:pt x="735595" y="101740"/>
                  <a:pt x="738121" y="101342"/>
                  <a:pt x="740456" y="100547"/>
                </a:cubicBezTo>
                <a:cubicBezTo>
                  <a:pt x="742792" y="99751"/>
                  <a:pt x="744871" y="98805"/>
                  <a:pt x="746691" y="97709"/>
                </a:cubicBezTo>
                <a:cubicBezTo>
                  <a:pt x="748512" y="96612"/>
                  <a:pt x="750060" y="95514"/>
                  <a:pt x="751335" y="94417"/>
                </a:cubicBezTo>
                <a:cubicBezTo>
                  <a:pt x="752612" y="93320"/>
                  <a:pt x="753549" y="92469"/>
                  <a:pt x="754148" y="91866"/>
                </a:cubicBezTo>
                <a:lnTo>
                  <a:pt x="754148" y="76230"/>
                </a:lnTo>
                <a:close/>
                <a:moveTo>
                  <a:pt x="825751" y="30358"/>
                </a:moveTo>
                <a:cubicBezTo>
                  <a:pt x="829525" y="30358"/>
                  <a:pt x="833136" y="30754"/>
                  <a:pt x="836582" y="31548"/>
                </a:cubicBezTo>
                <a:cubicBezTo>
                  <a:pt x="840028" y="32341"/>
                  <a:pt x="842981" y="33448"/>
                  <a:pt x="845443" y="34870"/>
                </a:cubicBezTo>
                <a:lnTo>
                  <a:pt x="845443" y="45455"/>
                </a:lnTo>
                <a:cubicBezTo>
                  <a:pt x="841997" y="44142"/>
                  <a:pt x="838824" y="43157"/>
                  <a:pt x="835925" y="42501"/>
                </a:cubicBezTo>
                <a:cubicBezTo>
                  <a:pt x="833026" y="41845"/>
                  <a:pt x="830072" y="41516"/>
                  <a:pt x="827064" y="41516"/>
                </a:cubicBezTo>
                <a:cubicBezTo>
                  <a:pt x="823891" y="41516"/>
                  <a:pt x="820746" y="42037"/>
                  <a:pt x="817628" y="43078"/>
                </a:cubicBezTo>
                <a:cubicBezTo>
                  <a:pt x="814511" y="44119"/>
                  <a:pt x="811721" y="45831"/>
                  <a:pt x="809260" y="48214"/>
                </a:cubicBezTo>
                <a:cubicBezTo>
                  <a:pt x="806798" y="50595"/>
                  <a:pt x="804815" y="53744"/>
                  <a:pt x="803311" y="57662"/>
                </a:cubicBezTo>
                <a:cubicBezTo>
                  <a:pt x="801807" y="61578"/>
                  <a:pt x="801055" y="66439"/>
                  <a:pt x="801055" y="72243"/>
                </a:cubicBezTo>
                <a:cubicBezTo>
                  <a:pt x="801055" y="76462"/>
                  <a:pt x="801615" y="80352"/>
                  <a:pt x="802737" y="83912"/>
                </a:cubicBezTo>
                <a:cubicBezTo>
                  <a:pt x="803858" y="87473"/>
                  <a:pt x="805526" y="90554"/>
                  <a:pt x="807742" y="93155"/>
                </a:cubicBezTo>
                <a:cubicBezTo>
                  <a:pt x="809957" y="95757"/>
                  <a:pt x="812733" y="97783"/>
                  <a:pt x="816070" y="99235"/>
                </a:cubicBezTo>
                <a:cubicBezTo>
                  <a:pt x="819406" y="100686"/>
                  <a:pt x="823262" y="101412"/>
                  <a:pt x="827638" y="101412"/>
                </a:cubicBezTo>
                <a:cubicBezTo>
                  <a:pt x="830811" y="101412"/>
                  <a:pt x="834011" y="101070"/>
                  <a:pt x="837238" y="100386"/>
                </a:cubicBezTo>
                <a:cubicBezTo>
                  <a:pt x="840465" y="99702"/>
                  <a:pt x="843610" y="98731"/>
                  <a:pt x="846674" y="97473"/>
                </a:cubicBezTo>
                <a:lnTo>
                  <a:pt x="846674" y="108116"/>
                </a:lnTo>
                <a:cubicBezTo>
                  <a:pt x="845744" y="108665"/>
                  <a:pt x="844527" y="109215"/>
                  <a:pt x="843022" y="109765"/>
                </a:cubicBezTo>
                <a:cubicBezTo>
                  <a:pt x="841518" y="110316"/>
                  <a:pt x="839864" y="110797"/>
                  <a:pt x="838058" y="111209"/>
                </a:cubicBezTo>
                <a:cubicBezTo>
                  <a:pt x="836253" y="111621"/>
                  <a:pt x="834339" y="111950"/>
                  <a:pt x="832315" y="112198"/>
                </a:cubicBezTo>
                <a:cubicBezTo>
                  <a:pt x="830291" y="112446"/>
                  <a:pt x="828267" y="112570"/>
                  <a:pt x="826244" y="112570"/>
                </a:cubicBezTo>
                <a:cubicBezTo>
                  <a:pt x="820992" y="112570"/>
                  <a:pt x="816029" y="111775"/>
                  <a:pt x="811352" y="110186"/>
                </a:cubicBezTo>
                <a:cubicBezTo>
                  <a:pt x="806675" y="108596"/>
                  <a:pt x="802586" y="106158"/>
                  <a:pt x="799086" y="102870"/>
                </a:cubicBezTo>
                <a:cubicBezTo>
                  <a:pt x="795585" y="99582"/>
                  <a:pt x="792823" y="95416"/>
                  <a:pt x="790799" y="90374"/>
                </a:cubicBezTo>
                <a:cubicBezTo>
                  <a:pt x="788775" y="85331"/>
                  <a:pt x="787763" y="79357"/>
                  <a:pt x="787763" y="72451"/>
                </a:cubicBezTo>
                <a:cubicBezTo>
                  <a:pt x="787763" y="67299"/>
                  <a:pt x="788296" y="62668"/>
                  <a:pt x="789363" y="58557"/>
                </a:cubicBezTo>
                <a:cubicBezTo>
                  <a:pt x="790429" y="54446"/>
                  <a:pt x="791893" y="50829"/>
                  <a:pt x="793752" y="47706"/>
                </a:cubicBezTo>
                <a:cubicBezTo>
                  <a:pt x="795612" y="44581"/>
                  <a:pt x="797786" y="41923"/>
                  <a:pt x="800275" y="39732"/>
                </a:cubicBezTo>
                <a:cubicBezTo>
                  <a:pt x="802764" y="37539"/>
                  <a:pt x="805417" y="35743"/>
                  <a:pt x="808234" y="34345"/>
                </a:cubicBezTo>
                <a:cubicBezTo>
                  <a:pt x="811051" y="32947"/>
                  <a:pt x="813964" y="31933"/>
                  <a:pt x="816972" y="31304"/>
                </a:cubicBezTo>
                <a:cubicBezTo>
                  <a:pt x="819981" y="30673"/>
                  <a:pt x="822907" y="30358"/>
                  <a:pt x="825751" y="30358"/>
                </a:cubicBezTo>
                <a:close/>
                <a:moveTo>
                  <a:pt x="906228" y="110670"/>
                </a:moveTo>
                <a:cubicBezTo>
                  <a:pt x="905134" y="111109"/>
                  <a:pt x="903465" y="111522"/>
                  <a:pt x="901223" y="111909"/>
                </a:cubicBezTo>
                <a:cubicBezTo>
                  <a:pt x="898980" y="112295"/>
                  <a:pt x="896300" y="112515"/>
                  <a:pt x="893182" y="112570"/>
                </a:cubicBezTo>
                <a:cubicBezTo>
                  <a:pt x="889080" y="112570"/>
                  <a:pt x="885524" y="112064"/>
                  <a:pt x="882516" y="111052"/>
                </a:cubicBezTo>
                <a:cubicBezTo>
                  <a:pt x="879507" y="110040"/>
                  <a:pt x="877005" y="108591"/>
                  <a:pt x="875008" y="106704"/>
                </a:cubicBezTo>
                <a:cubicBezTo>
                  <a:pt x="873012" y="104817"/>
                  <a:pt x="871521" y="102533"/>
                  <a:pt x="870537" y="99853"/>
                </a:cubicBezTo>
                <a:cubicBezTo>
                  <a:pt x="869552" y="97172"/>
                  <a:pt x="869060" y="94191"/>
                  <a:pt x="869060" y="90909"/>
                </a:cubicBezTo>
                <a:lnTo>
                  <a:pt x="869060" y="43486"/>
                </a:lnTo>
                <a:lnTo>
                  <a:pt x="854045" y="43486"/>
                </a:lnTo>
                <a:lnTo>
                  <a:pt x="854045" y="32491"/>
                </a:lnTo>
                <a:lnTo>
                  <a:pt x="869060" y="32491"/>
                </a:lnTo>
                <a:lnTo>
                  <a:pt x="869060" y="11159"/>
                </a:lnTo>
                <a:lnTo>
                  <a:pt x="881777" y="11159"/>
                </a:lnTo>
                <a:lnTo>
                  <a:pt x="881777" y="32491"/>
                </a:lnTo>
                <a:lnTo>
                  <a:pt x="905079" y="32491"/>
                </a:lnTo>
                <a:lnTo>
                  <a:pt x="905079" y="43486"/>
                </a:lnTo>
                <a:lnTo>
                  <a:pt x="881777" y="43486"/>
                </a:lnTo>
                <a:lnTo>
                  <a:pt x="881777" y="88876"/>
                </a:lnTo>
                <a:cubicBezTo>
                  <a:pt x="881777" y="90678"/>
                  <a:pt x="882037" y="92344"/>
                  <a:pt x="882557" y="93873"/>
                </a:cubicBezTo>
                <a:cubicBezTo>
                  <a:pt x="883076" y="95403"/>
                  <a:pt x="883897" y="96728"/>
                  <a:pt x="885018" y="97848"/>
                </a:cubicBezTo>
                <a:cubicBezTo>
                  <a:pt x="886140" y="98967"/>
                  <a:pt x="887575" y="99842"/>
                  <a:pt x="889326" y="100471"/>
                </a:cubicBezTo>
                <a:cubicBezTo>
                  <a:pt x="891076" y="101098"/>
                  <a:pt x="893182" y="101412"/>
                  <a:pt x="895643" y="101412"/>
                </a:cubicBezTo>
                <a:cubicBezTo>
                  <a:pt x="897339" y="101412"/>
                  <a:pt x="899130" y="101275"/>
                  <a:pt x="901018" y="101001"/>
                </a:cubicBezTo>
                <a:cubicBezTo>
                  <a:pt x="902905" y="100728"/>
                  <a:pt x="904641" y="100372"/>
                  <a:pt x="906228" y="99935"/>
                </a:cubicBezTo>
                <a:lnTo>
                  <a:pt x="906228" y="110670"/>
                </a:lnTo>
                <a:close/>
                <a:moveTo>
                  <a:pt x="924249" y="110437"/>
                </a:moveTo>
                <a:lnTo>
                  <a:pt x="924249" y="32491"/>
                </a:lnTo>
                <a:lnTo>
                  <a:pt x="936967" y="32491"/>
                </a:lnTo>
                <a:lnTo>
                  <a:pt x="936967" y="110437"/>
                </a:lnTo>
                <a:lnTo>
                  <a:pt x="924249" y="110437"/>
                </a:lnTo>
                <a:moveTo>
                  <a:pt x="923921" y="14276"/>
                </a:moveTo>
                <a:lnTo>
                  <a:pt x="923921" y="0"/>
                </a:lnTo>
                <a:lnTo>
                  <a:pt x="936639" y="0"/>
                </a:lnTo>
                <a:lnTo>
                  <a:pt x="936639" y="14276"/>
                </a:lnTo>
                <a:lnTo>
                  <a:pt x="923921" y="14276"/>
                </a:lnTo>
                <a:close/>
                <a:moveTo>
                  <a:pt x="1018698" y="71546"/>
                </a:moveTo>
                <a:cubicBezTo>
                  <a:pt x="1018698" y="66719"/>
                  <a:pt x="1018110" y="62428"/>
                  <a:pt x="1016934" y="58672"/>
                </a:cubicBezTo>
                <a:cubicBezTo>
                  <a:pt x="1015758" y="54915"/>
                  <a:pt x="1014117" y="51734"/>
                  <a:pt x="1012012" y="49129"/>
                </a:cubicBezTo>
                <a:cubicBezTo>
                  <a:pt x="1009906" y="46522"/>
                  <a:pt x="1007403" y="44547"/>
                  <a:pt x="1004504" y="43204"/>
                </a:cubicBezTo>
                <a:cubicBezTo>
                  <a:pt x="1001605" y="41860"/>
                  <a:pt x="998433" y="41188"/>
                  <a:pt x="994987" y="41188"/>
                </a:cubicBezTo>
                <a:cubicBezTo>
                  <a:pt x="991540" y="41188"/>
                  <a:pt x="988368" y="41860"/>
                  <a:pt x="985469" y="43204"/>
                </a:cubicBezTo>
                <a:cubicBezTo>
                  <a:pt x="982570" y="44547"/>
                  <a:pt x="980067" y="46522"/>
                  <a:pt x="977962" y="49129"/>
                </a:cubicBezTo>
                <a:cubicBezTo>
                  <a:pt x="975856" y="51734"/>
                  <a:pt x="974215" y="54915"/>
                  <a:pt x="973039" y="58672"/>
                </a:cubicBezTo>
                <a:cubicBezTo>
                  <a:pt x="971863" y="62428"/>
                  <a:pt x="971275" y="66719"/>
                  <a:pt x="971275" y="71546"/>
                </a:cubicBezTo>
                <a:cubicBezTo>
                  <a:pt x="971275" y="76318"/>
                  <a:pt x="971863" y="80583"/>
                  <a:pt x="973039" y="84340"/>
                </a:cubicBezTo>
                <a:cubicBezTo>
                  <a:pt x="974215" y="88098"/>
                  <a:pt x="975869" y="91265"/>
                  <a:pt x="978003" y="93843"/>
                </a:cubicBezTo>
                <a:cubicBezTo>
                  <a:pt x="980136" y="96420"/>
                  <a:pt x="982652" y="98381"/>
                  <a:pt x="985551" y="99724"/>
                </a:cubicBezTo>
                <a:cubicBezTo>
                  <a:pt x="988450" y="101068"/>
                  <a:pt x="991623" y="101740"/>
                  <a:pt x="995069" y="101740"/>
                </a:cubicBezTo>
                <a:cubicBezTo>
                  <a:pt x="998515" y="101740"/>
                  <a:pt x="1001673" y="101068"/>
                  <a:pt x="1004545" y="99724"/>
                </a:cubicBezTo>
                <a:cubicBezTo>
                  <a:pt x="1007417" y="98381"/>
                  <a:pt x="1009906" y="96420"/>
                  <a:pt x="1012012" y="93843"/>
                </a:cubicBezTo>
                <a:cubicBezTo>
                  <a:pt x="1014117" y="91265"/>
                  <a:pt x="1015758" y="88098"/>
                  <a:pt x="1016934" y="84340"/>
                </a:cubicBezTo>
                <a:cubicBezTo>
                  <a:pt x="1018110" y="80583"/>
                  <a:pt x="1018698" y="76318"/>
                  <a:pt x="1018698" y="71546"/>
                </a:cubicBezTo>
                <a:moveTo>
                  <a:pt x="1031990" y="71546"/>
                </a:moveTo>
                <a:cubicBezTo>
                  <a:pt x="1031990" y="77684"/>
                  <a:pt x="1031115" y="83275"/>
                  <a:pt x="1029365" y="88317"/>
                </a:cubicBezTo>
                <a:cubicBezTo>
                  <a:pt x="1027614" y="93360"/>
                  <a:pt x="1025139" y="97676"/>
                  <a:pt x="1021939" y="101265"/>
                </a:cubicBezTo>
                <a:cubicBezTo>
                  <a:pt x="1018739" y="104855"/>
                  <a:pt x="1014870" y="107637"/>
                  <a:pt x="1010330" y="109611"/>
                </a:cubicBezTo>
                <a:cubicBezTo>
                  <a:pt x="1005790" y="111584"/>
                  <a:pt x="1000703" y="112570"/>
                  <a:pt x="995069" y="112570"/>
                </a:cubicBezTo>
                <a:cubicBezTo>
                  <a:pt x="989270" y="112570"/>
                  <a:pt x="984088" y="111584"/>
                  <a:pt x="979520" y="109611"/>
                </a:cubicBezTo>
                <a:cubicBezTo>
                  <a:pt x="974953" y="107637"/>
                  <a:pt x="971069" y="104855"/>
                  <a:pt x="967870" y="101265"/>
                </a:cubicBezTo>
                <a:cubicBezTo>
                  <a:pt x="964670" y="97676"/>
                  <a:pt x="962222" y="93360"/>
                  <a:pt x="960526" y="88317"/>
                </a:cubicBezTo>
                <a:cubicBezTo>
                  <a:pt x="958831" y="83275"/>
                  <a:pt x="957983" y="77684"/>
                  <a:pt x="957983" y="71546"/>
                </a:cubicBezTo>
                <a:cubicBezTo>
                  <a:pt x="957983" y="65353"/>
                  <a:pt x="958858" y="59735"/>
                  <a:pt x="960608" y="54693"/>
                </a:cubicBezTo>
                <a:cubicBezTo>
                  <a:pt x="962359" y="49650"/>
                  <a:pt x="964834" y="45321"/>
                  <a:pt x="968034" y="41704"/>
                </a:cubicBezTo>
                <a:cubicBezTo>
                  <a:pt x="971234" y="38087"/>
                  <a:pt x="975117" y="35292"/>
                  <a:pt x="979685" y="33319"/>
                </a:cubicBezTo>
                <a:cubicBezTo>
                  <a:pt x="984252" y="31345"/>
                  <a:pt x="989353" y="30358"/>
                  <a:pt x="994987" y="30358"/>
                </a:cubicBezTo>
                <a:cubicBezTo>
                  <a:pt x="1000730" y="30358"/>
                  <a:pt x="1005899" y="31345"/>
                  <a:pt x="1010494" y="33319"/>
                </a:cubicBezTo>
                <a:cubicBezTo>
                  <a:pt x="1015088" y="35292"/>
                  <a:pt x="1018972" y="38087"/>
                  <a:pt x="1022144" y="41704"/>
                </a:cubicBezTo>
                <a:cubicBezTo>
                  <a:pt x="1025317" y="45321"/>
                  <a:pt x="1027751" y="49650"/>
                  <a:pt x="1029447" y="54693"/>
                </a:cubicBezTo>
                <a:cubicBezTo>
                  <a:pt x="1031142" y="59735"/>
                  <a:pt x="1031990" y="65353"/>
                  <a:pt x="1031990" y="71546"/>
                </a:cubicBezTo>
                <a:close/>
                <a:moveTo>
                  <a:pt x="1063610" y="43321"/>
                </a:moveTo>
                <a:lnTo>
                  <a:pt x="1063856" y="43321"/>
                </a:lnTo>
                <a:cubicBezTo>
                  <a:pt x="1065279" y="41504"/>
                  <a:pt x="1066851" y="39812"/>
                  <a:pt x="1068574" y="38245"/>
                </a:cubicBezTo>
                <a:cubicBezTo>
                  <a:pt x="1070297" y="36676"/>
                  <a:pt x="1072225" y="35300"/>
                  <a:pt x="1074359" y="34117"/>
                </a:cubicBezTo>
                <a:cubicBezTo>
                  <a:pt x="1076492" y="32932"/>
                  <a:pt x="1078830" y="32010"/>
                  <a:pt x="1081374" y="31350"/>
                </a:cubicBezTo>
                <a:cubicBezTo>
                  <a:pt x="1083917" y="30689"/>
                  <a:pt x="1086693" y="30358"/>
                  <a:pt x="1089702" y="30358"/>
                </a:cubicBezTo>
                <a:cubicBezTo>
                  <a:pt x="1093257" y="30358"/>
                  <a:pt x="1096594" y="30851"/>
                  <a:pt x="1099711" y="31837"/>
                </a:cubicBezTo>
                <a:cubicBezTo>
                  <a:pt x="1102829" y="32822"/>
                  <a:pt x="1105537" y="34410"/>
                  <a:pt x="1107834" y="36601"/>
                </a:cubicBezTo>
                <a:cubicBezTo>
                  <a:pt x="1110132" y="38791"/>
                  <a:pt x="1111950" y="41651"/>
                  <a:pt x="1113290" y="45183"/>
                </a:cubicBezTo>
                <a:cubicBezTo>
                  <a:pt x="1114631" y="48714"/>
                  <a:pt x="1115301" y="53054"/>
                  <a:pt x="1115301" y="58200"/>
                </a:cubicBezTo>
                <a:lnTo>
                  <a:pt x="1115301" y="110437"/>
                </a:lnTo>
                <a:lnTo>
                  <a:pt x="1102583" y="110437"/>
                </a:lnTo>
                <a:lnTo>
                  <a:pt x="1102583" y="60305"/>
                </a:lnTo>
                <a:cubicBezTo>
                  <a:pt x="1102583" y="53577"/>
                  <a:pt x="1101284" y="48737"/>
                  <a:pt x="1098686" y="45783"/>
                </a:cubicBezTo>
                <a:cubicBezTo>
                  <a:pt x="1096088" y="42829"/>
                  <a:pt x="1092300" y="41352"/>
                  <a:pt x="1087322" y="41352"/>
                </a:cubicBezTo>
                <a:cubicBezTo>
                  <a:pt x="1082946" y="41352"/>
                  <a:pt x="1078707" y="42569"/>
                  <a:pt x="1074605" y="45003"/>
                </a:cubicBezTo>
                <a:cubicBezTo>
                  <a:pt x="1070502" y="47438"/>
                  <a:pt x="1066974" y="50788"/>
                  <a:pt x="1064021" y="55054"/>
                </a:cubicBezTo>
                <a:lnTo>
                  <a:pt x="1064021" y="110437"/>
                </a:lnTo>
                <a:lnTo>
                  <a:pt x="1051303" y="110437"/>
                </a:lnTo>
                <a:lnTo>
                  <a:pt x="1051303" y="32491"/>
                </a:lnTo>
                <a:lnTo>
                  <a:pt x="1061149" y="32491"/>
                </a:lnTo>
                <a:lnTo>
                  <a:pt x="1063610" y="43321"/>
                </a:lnTo>
                <a:close/>
              </a:path>
            </a:pathLst>
          </a:custGeom>
          <a:solidFill xmlns:a="http://schemas.openxmlformats.org/drawingml/2006/main">
            <a:srgbClr val="76717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9" name="Text Hierarchical">
            <a:extLst xmlns:a="http://schemas.openxmlformats.org/drawingml/2006/main">
              <a:ext uri="{FF2B5EF4-FFF2-40B4-BE49-F238E27FC236}">
                <a16:creationId xmlns:a16="http://schemas.microsoft.com/office/drawing/2014/main" id="{DC20D04A-3BEC-43F9-938B-16D0581F4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24441" y="2870906"/>
            <a:ext cx="797125" cy="120939"/>
          </a:xfrm>
          <a:custGeom xmlns:a="http://schemas.openxmlformats.org/drawingml/2006/main">
            <a:pathLst>
              <a:path w="797125" h="120939">
                <a:moveTo>
                  <a:pt x="13374" y="56449"/>
                </a:moveTo>
                <a:lnTo>
                  <a:pt x="70972" y="56449"/>
                </a:lnTo>
                <a:lnTo>
                  <a:pt x="70972" y="9025"/>
                </a:lnTo>
                <a:lnTo>
                  <a:pt x="84346" y="9025"/>
                </a:lnTo>
                <a:lnTo>
                  <a:pt x="84346" y="118806"/>
                </a:lnTo>
                <a:lnTo>
                  <a:pt x="70972" y="118806"/>
                </a:lnTo>
                <a:lnTo>
                  <a:pt x="70972" y="68592"/>
                </a:lnTo>
                <a:lnTo>
                  <a:pt x="13374" y="68592"/>
                </a:lnTo>
                <a:lnTo>
                  <a:pt x="13374" y="118806"/>
                </a:lnTo>
                <a:lnTo>
                  <a:pt x="0" y="118806"/>
                </a:lnTo>
                <a:lnTo>
                  <a:pt x="0" y="9025"/>
                </a:lnTo>
                <a:lnTo>
                  <a:pt x="13374" y="9025"/>
                </a:lnTo>
                <a:lnTo>
                  <a:pt x="13374" y="56449"/>
                </a:lnTo>
                <a:close/>
                <a:moveTo>
                  <a:pt x="110587" y="118806"/>
                </a:moveTo>
                <a:lnTo>
                  <a:pt x="110587" y="40860"/>
                </a:lnTo>
                <a:lnTo>
                  <a:pt x="123304" y="40860"/>
                </a:lnTo>
                <a:lnTo>
                  <a:pt x="123304" y="118806"/>
                </a:lnTo>
                <a:lnTo>
                  <a:pt x="110587" y="118806"/>
                </a:lnTo>
                <a:moveTo>
                  <a:pt x="110258" y="22645"/>
                </a:moveTo>
                <a:lnTo>
                  <a:pt x="110258" y="8369"/>
                </a:lnTo>
                <a:lnTo>
                  <a:pt x="122976" y="8369"/>
                </a:lnTo>
                <a:lnTo>
                  <a:pt x="122976" y="22645"/>
                </a:lnTo>
                <a:lnTo>
                  <a:pt x="110258" y="22645"/>
                </a:lnTo>
                <a:close/>
                <a:moveTo>
                  <a:pt x="178624" y="49721"/>
                </a:moveTo>
                <a:cubicBezTo>
                  <a:pt x="175688" y="49721"/>
                  <a:pt x="172960" y="50296"/>
                  <a:pt x="170440" y="51444"/>
                </a:cubicBezTo>
                <a:cubicBezTo>
                  <a:pt x="167921" y="52593"/>
                  <a:pt x="165719" y="54152"/>
                  <a:pt x="163835" y="56121"/>
                </a:cubicBezTo>
                <a:cubicBezTo>
                  <a:pt x="161953" y="58090"/>
                  <a:pt x="160430" y="60401"/>
                  <a:pt x="159266" y="63054"/>
                </a:cubicBezTo>
                <a:cubicBezTo>
                  <a:pt x="158104" y="65707"/>
                  <a:pt x="157384" y="68538"/>
                  <a:pt x="157107" y="71546"/>
                </a:cubicBezTo>
                <a:lnTo>
                  <a:pt x="196983" y="71546"/>
                </a:lnTo>
                <a:cubicBezTo>
                  <a:pt x="196983" y="68483"/>
                  <a:pt x="196581" y="65625"/>
                  <a:pt x="195778" y="62972"/>
                </a:cubicBezTo>
                <a:cubicBezTo>
                  <a:pt x="194974" y="60319"/>
                  <a:pt x="193797" y="58008"/>
                  <a:pt x="192247" y="56039"/>
                </a:cubicBezTo>
                <a:cubicBezTo>
                  <a:pt x="190697" y="54070"/>
                  <a:pt x="188786" y="52525"/>
                  <a:pt x="186514" y="51403"/>
                </a:cubicBezTo>
                <a:cubicBezTo>
                  <a:pt x="184244" y="50282"/>
                  <a:pt x="181614" y="49721"/>
                  <a:pt x="178624" y="49721"/>
                </a:cubicBezTo>
                <a:moveTo>
                  <a:pt x="185332" y="109780"/>
                </a:moveTo>
                <a:cubicBezTo>
                  <a:pt x="189544" y="109780"/>
                  <a:pt x="193386" y="109439"/>
                  <a:pt x="196860" y="108755"/>
                </a:cubicBezTo>
                <a:cubicBezTo>
                  <a:pt x="200333" y="108071"/>
                  <a:pt x="203793" y="107100"/>
                  <a:pt x="207239" y="105842"/>
                </a:cubicBezTo>
                <a:lnTo>
                  <a:pt x="207239" y="116485"/>
                </a:lnTo>
                <a:cubicBezTo>
                  <a:pt x="204449" y="117860"/>
                  <a:pt x="201003" y="118945"/>
                  <a:pt x="196901" y="119742"/>
                </a:cubicBezTo>
                <a:cubicBezTo>
                  <a:pt x="192798" y="120540"/>
                  <a:pt x="188395" y="120939"/>
                  <a:pt x="183691" y="120939"/>
                </a:cubicBezTo>
                <a:cubicBezTo>
                  <a:pt x="178112" y="120939"/>
                  <a:pt x="172874" y="120227"/>
                  <a:pt x="167979" y="118803"/>
                </a:cubicBezTo>
                <a:cubicBezTo>
                  <a:pt x="163083" y="117378"/>
                  <a:pt x="158846" y="115075"/>
                  <a:pt x="155266" y="111896"/>
                </a:cubicBezTo>
                <a:cubicBezTo>
                  <a:pt x="151687" y="108716"/>
                  <a:pt x="148884" y="104564"/>
                  <a:pt x="146856" y="99440"/>
                </a:cubicBezTo>
                <a:cubicBezTo>
                  <a:pt x="144829" y="94315"/>
                  <a:pt x="143815" y="88136"/>
                  <a:pt x="143815" y="80902"/>
                </a:cubicBezTo>
                <a:cubicBezTo>
                  <a:pt x="143815" y="73778"/>
                  <a:pt x="144797" y="67598"/>
                  <a:pt x="146761" y="62364"/>
                </a:cubicBezTo>
                <a:cubicBezTo>
                  <a:pt x="148726" y="57129"/>
                  <a:pt x="151344" y="52757"/>
                  <a:pt x="154618" y="49249"/>
                </a:cubicBezTo>
                <a:cubicBezTo>
                  <a:pt x="157893" y="45742"/>
                  <a:pt x="161658" y="43111"/>
                  <a:pt x="165915" y="41357"/>
                </a:cubicBezTo>
                <a:cubicBezTo>
                  <a:pt x="170171" y="39604"/>
                  <a:pt x="174618" y="38727"/>
                  <a:pt x="179255" y="38727"/>
                </a:cubicBezTo>
                <a:cubicBezTo>
                  <a:pt x="183621" y="38727"/>
                  <a:pt x="187699" y="39454"/>
                  <a:pt x="191491" y="40909"/>
                </a:cubicBezTo>
                <a:cubicBezTo>
                  <a:pt x="195284" y="42363"/>
                  <a:pt x="198572" y="44656"/>
                  <a:pt x="201354" y="47785"/>
                </a:cubicBezTo>
                <a:cubicBezTo>
                  <a:pt x="204137" y="50915"/>
                  <a:pt x="206333" y="54951"/>
                  <a:pt x="207941" y="59893"/>
                </a:cubicBezTo>
                <a:cubicBezTo>
                  <a:pt x="209551" y="64834"/>
                  <a:pt x="210357" y="70764"/>
                  <a:pt x="210357" y="77682"/>
                </a:cubicBezTo>
                <a:cubicBezTo>
                  <a:pt x="210357" y="78340"/>
                  <a:pt x="210357" y="78902"/>
                  <a:pt x="210357" y="79369"/>
                </a:cubicBezTo>
                <a:cubicBezTo>
                  <a:pt x="210357" y="79835"/>
                  <a:pt x="210329" y="80893"/>
                  <a:pt x="210274" y="82540"/>
                </a:cubicBezTo>
                <a:lnTo>
                  <a:pt x="156451" y="82540"/>
                </a:lnTo>
                <a:cubicBezTo>
                  <a:pt x="156451" y="87503"/>
                  <a:pt x="157203" y="91715"/>
                  <a:pt x="158707" y="95178"/>
                </a:cubicBezTo>
                <a:cubicBezTo>
                  <a:pt x="160211" y="98642"/>
                  <a:pt x="162263" y="101450"/>
                  <a:pt x="164861" y="103604"/>
                </a:cubicBezTo>
                <a:cubicBezTo>
                  <a:pt x="167459" y="105758"/>
                  <a:pt x="170508" y="107326"/>
                  <a:pt x="174009" y="108309"/>
                </a:cubicBezTo>
                <a:cubicBezTo>
                  <a:pt x="177510" y="109290"/>
                  <a:pt x="181284" y="109780"/>
                  <a:pt x="185332" y="109780"/>
                </a:cubicBezTo>
                <a:close/>
                <a:moveTo>
                  <a:pt x="274003" y="51198"/>
                </a:moveTo>
                <a:lnTo>
                  <a:pt x="273018" y="51198"/>
                </a:lnTo>
                <a:cubicBezTo>
                  <a:pt x="270010" y="51198"/>
                  <a:pt x="267056" y="51472"/>
                  <a:pt x="264157" y="52019"/>
                </a:cubicBezTo>
                <a:cubicBezTo>
                  <a:pt x="261258" y="52566"/>
                  <a:pt x="258537" y="53400"/>
                  <a:pt x="255993" y="54521"/>
                </a:cubicBezTo>
                <a:cubicBezTo>
                  <a:pt x="253450" y="55642"/>
                  <a:pt x="251152" y="57023"/>
                  <a:pt x="249101" y="58664"/>
                </a:cubicBezTo>
                <a:cubicBezTo>
                  <a:pt x="247050" y="60305"/>
                  <a:pt x="245341" y="62247"/>
                  <a:pt x="243973" y="64490"/>
                </a:cubicBezTo>
                <a:lnTo>
                  <a:pt x="243973" y="118806"/>
                </a:lnTo>
                <a:lnTo>
                  <a:pt x="231256" y="118806"/>
                </a:lnTo>
                <a:lnTo>
                  <a:pt x="231256" y="40860"/>
                </a:lnTo>
                <a:lnTo>
                  <a:pt x="241101" y="40860"/>
                </a:lnTo>
                <a:lnTo>
                  <a:pt x="243563" y="53249"/>
                </a:lnTo>
                <a:lnTo>
                  <a:pt x="243809" y="53249"/>
                </a:lnTo>
                <a:cubicBezTo>
                  <a:pt x="245067" y="51213"/>
                  <a:pt x="246612" y="49316"/>
                  <a:pt x="248445" y="47557"/>
                </a:cubicBezTo>
                <a:cubicBezTo>
                  <a:pt x="250277" y="45797"/>
                  <a:pt x="252342" y="44256"/>
                  <a:pt x="254639" y="42937"/>
                </a:cubicBezTo>
                <a:cubicBezTo>
                  <a:pt x="256937" y="41616"/>
                  <a:pt x="259453" y="40584"/>
                  <a:pt x="262188" y="39842"/>
                </a:cubicBezTo>
                <a:cubicBezTo>
                  <a:pt x="264923" y="39099"/>
                  <a:pt x="267794" y="38727"/>
                  <a:pt x="270803" y="38727"/>
                </a:cubicBezTo>
                <a:cubicBezTo>
                  <a:pt x="271350" y="38727"/>
                  <a:pt x="271910" y="38740"/>
                  <a:pt x="272485" y="38768"/>
                </a:cubicBezTo>
                <a:cubicBezTo>
                  <a:pt x="273059" y="38795"/>
                  <a:pt x="273565" y="38836"/>
                  <a:pt x="274003" y="38891"/>
                </a:cubicBezTo>
                <a:lnTo>
                  <a:pt x="274003" y="51198"/>
                </a:lnTo>
                <a:close/>
                <a:moveTo>
                  <a:pt x="333182" y="110191"/>
                </a:moveTo>
                <a:lnTo>
                  <a:pt x="332853" y="110191"/>
                </a:lnTo>
                <a:cubicBezTo>
                  <a:pt x="331816" y="111503"/>
                  <a:pt x="330505" y="112803"/>
                  <a:pt x="328920" y="114088"/>
                </a:cubicBezTo>
                <a:cubicBezTo>
                  <a:pt x="327337" y="115373"/>
                  <a:pt x="325508" y="116524"/>
                  <a:pt x="323431" y="117539"/>
                </a:cubicBezTo>
                <a:cubicBezTo>
                  <a:pt x="321356" y="118555"/>
                  <a:pt x="319089" y="119375"/>
                  <a:pt x="316631" y="120001"/>
                </a:cubicBezTo>
                <a:cubicBezTo>
                  <a:pt x="314173" y="120626"/>
                  <a:pt x="311551" y="120939"/>
                  <a:pt x="308765" y="120939"/>
                </a:cubicBezTo>
                <a:cubicBezTo>
                  <a:pt x="304996" y="120939"/>
                  <a:pt x="301540" y="120378"/>
                  <a:pt x="298398" y="119254"/>
                </a:cubicBezTo>
                <a:cubicBezTo>
                  <a:pt x="295258" y="118131"/>
                  <a:pt x="292554" y="116488"/>
                  <a:pt x="290286" y="114324"/>
                </a:cubicBezTo>
                <a:cubicBezTo>
                  <a:pt x="288019" y="112160"/>
                  <a:pt x="286258" y="109516"/>
                  <a:pt x="285001" y="106393"/>
                </a:cubicBezTo>
                <a:cubicBezTo>
                  <a:pt x="283745" y="103270"/>
                  <a:pt x="283117" y="99736"/>
                  <a:pt x="283117" y="95791"/>
                </a:cubicBezTo>
                <a:cubicBezTo>
                  <a:pt x="283117" y="91901"/>
                  <a:pt x="283813" y="88421"/>
                  <a:pt x="285204" y="85353"/>
                </a:cubicBezTo>
                <a:cubicBezTo>
                  <a:pt x="286597" y="82285"/>
                  <a:pt x="288549" y="79682"/>
                  <a:pt x="291060" y="77546"/>
                </a:cubicBezTo>
                <a:cubicBezTo>
                  <a:pt x="293573" y="75409"/>
                  <a:pt x="296591" y="73766"/>
                  <a:pt x="300114" y="72615"/>
                </a:cubicBezTo>
                <a:cubicBezTo>
                  <a:pt x="303637" y="71465"/>
                  <a:pt x="307527" y="70890"/>
                  <a:pt x="311785" y="70890"/>
                </a:cubicBezTo>
                <a:cubicBezTo>
                  <a:pt x="315826" y="70944"/>
                  <a:pt x="319567" y="71300"/>
                  <a:pt x="323008" y="71956"/>
                </a:cubicBezTo>
                <a:cubicBezTo>
                  <a:pt x="326449" y="72613"/>
                  <a:pt x="329507" y="73433"/>
                  <a:pt x="332182" y="74418"/>
                </a:cubicBezTo>
                <a:lnTo>
                  <a:pt x="332510" y="74418"/>
                </a:lnTo>
                <a:lnTo>
                  <a:pt x="332510" y="69003"/>
                </a:lnTo>
                <a:cubicBezTo>
                  <a:pt x="332510" y="66869"/>
                  <a:pt x="332373" y="64982"/>
                  <a:pt x="332100" y="63341"/>
                </a:cubicBezTo>
                <a:cubicBezTo>
                  <a:pt x="331826" y="61700"/>
                  <a:pt x="331361" y="60251"/>
                  <a:pt x="330705" y="58993"/>
                </a:cubicBezTo>
                <a:cubicBezTo>
                  <a:pt x="329283" y="56367"/>
                  <a:pt x="327013" y="54193"/>
                  <a:pt x="323895" y="52470"/>
                </a:cubicBezTo>
                <a:cubicBezTo>
                  <a:pt x="320777" y="50747"/>
                  <a:pt x="316565" y="49885"/>
                  <a:pt x="311259" y="49885"/>
                </a:cubicBezTo>
                <a:cubicBezTo>
                  <a:pt x="307321" y="49885"/>
                  <a:pt x="303615" y="50248"/>
                  <a:pt x="300142" y="50972"/>
                </a:cubicBezTo>
                <a:cubicBezTo>
                  <a:pt x="296668" y="51695"/>
                  <a:pt x="293209" y="52701"/>
                  <a:pt x="289763" y="53988"/>
                </a:cubicBezTo>
                <a:lnTo>
                  <a:pt x="289763" y="43321"/>
                </a:lnTo>
                <a:cubicBezTo>
                  <a:pt x="291076" y="42665"/>
                  <a:pt x="292621" y="42050"/>
                  <a:pt x="294398" y="41475"/>
                </a:cubicBezTo>
                <a:cubicBezTo>
                  <a:pt x="296176" y="40901"/>
                  <a:pt x="298050" y="40409"/>
                  <a:pt x="300019" y="39998"/>
                </a:cubicBezTo>
                <a:cubicBezTo>
                  <a:pt x="301988" y="39588"/>
                  <a:pt x="304067" y="39274"/>
                  <a:pt x="306254" y="39055"/>
                </a:cubicBezTo>
                <a:cubicBezTo>
                  <a:pt x="308442" y="38836"/>
                  <a:pt x="310630" y="38727"/>
                  <a:pt x="312818" y="38727"/>
                </a:cubicBezTo>
                <a:cubicBezTo>
                  <a:pt x="320695" y="38727"/>
                  <a:pt x="327136" y="40123"/>
                  <a:pt x="332141" y="42916"/>
                </a:cubicBezTo>
                <a:cubicBezTo>
                  <a:pt x="337146" y="45708"/>
                  <a:pt x="340742" y="49403"/>
                  <a:pt x="342930" y="54003"/>
                </a:cubicBezTo>
                <a:cubicBezTo>
                  <a:pt x="343750" y="55755"/>
                  <a:pt x="344338" y="57686"/>
                  <a:pt x="344694" y="59795"/>
                </a:cubicBezTo>
                <a:cubicBezTo>
                  <a:pt x="345050" y="61903"/>
                  <a:pt x="345227" y="64216"/>
                  <a:pt x="345227" y="66733"/>
                </a:cubicBezTo>
                <a:lnTo>
                  <a:pt x="345227" y="118806"/>
                </a:lnTo>
                <a:lnTo>
                  <a:pt x="334574" y="118806"/>
                </a:lnTo>
                <a:lnTo>
                  <a:pt x="333182" y="110191"/>
                </a:lnTo>
                <a:moveTo>
                  <a:pt x="332510" y="84599"/>
                </a:moveTo>
                <a:cubicBezTo>
                  <a:pt x="330173" y="83941"/>
                  <a:pt x="327402" y="83311"/>
                  <a:pt x="324197" y="82707"/>
                </a:cubicBezTo>
                <a:cubicBezTo>
                  <a:pt x="320992" y="82104"/>
                  <a:pt x="317461" y="81775"/>
                  <a:pt x="313603" y="81720"/>
                </a:cubicBezTo>
                <a:cubicBezTo>
                  <a:pt x="308225" y="81720"/>
                  <a:pt x="304015" y="82872"/>
                  <a:pt x="300973" y="85176"/>
                </a:cubicBezTo>
                <a:cubicBezTo>
                  <a:pt x="297930" y="87480"/>
                  <a:pt x="296409" y="91019"/>
                  <a:pt x="296409" y="95791"/>
                </a:cubicBezTo>
                <a:cubicBezTo>
                  <a:pt x="296409" y="98205"/>
                  <a:pt x="296789" y="100317"/>
                  <a:pt x="297550" y="102127"/>
                </a:cubicBezTo>
                <a:cubicBezTo>
                  <a:pt x="298310" y="103937"/>
                  <a:pt x="299356" y="105432"/>
                  <a:pt x="300685" y="106611"/>
                </a:cubicBezTo>
                <a:cubicBezTo>
                  <a:pt x="302017" y="107791"/>
                  <a:pt x="303593" y="108669"/>
                  <a:pt x="305413" y="109245"/>
                </a:cubicBezTo>
                <a:cubicBezTo>
                  <a:pt x="307234" y="109821"/>
                  <a:pt x="309177" y="110109"/>
                  <a:pt x="311241" y="110109"/>
                </a:cubicBezTo>
                <a:cubicBezTo>
                  <a:pt x="313958" y="110109"/>
                  <a:pt x="316483" y="109711"/>
                  <a:pt x="318818" y="108916"/>
                </a:cubicBezTo>
                <a:cubicBezTo>
                  <a:pt x="321155" y="108120"/>
                  <a:pt x="323233" y="107174"/>
                  <a:pt x="325054" y="106078"/>
                </a:cubicBezTo>
                <a:cubicBezTo>
                  <a:pt x="326874" y="104981"/>
                  <a:pt x="328422" y="103883"/>
                  <a:pt x="329697" y="102786"/>
                </a:cubicBezTo>
                <a:cubicBezTo>
                  <a:pt x="330974" y="101688"/>
                  <a:pt x="331912" y="100838"/>
                  <a:pt x="332510" y="100235"/>
                </a:cubicBezTo>
                <a:lnTo>
                  <a:pt x="332510" y="84599"/>
                </a:lnTo>
                <a:close/>
                <a:moveTo>
                  <a:pt x="413472" y="51198"/>
                </a:moveTo>
                <a:lnTo>
                  <a:pt x="412487" y="51198"/>
                </a:lnTo>
                <a:cubicBezTo>
                  <a:pt x="409479" y="51198"/>
                  <a:pt x="406525" y="51472"/>
                  <a:pt x="403626" y="52019"/>
                </a:cubicBezTo>
                <a:cubicBezTo>
                  <a:pt x="400727" y="52566"/>
                  <a:pt x="398006" y="53400"/>
                  <a:pt x="395462" y="54521"/>
                </a:cubicBezTo>
                <a:cubicBezTo>
                  <a:pt x="392919" y="55642"/>
                  <a:pt x="390621" y="57023"/>
                  <a:pt x="388570" y="58664"/>
                </a:cubicBezTo>
                <a:cubicBezTo>
                  <a:pt x="386519" y="60305"/>
                  <a:pt x="384810" y="62247"/>
                  <a:pt x="383442" y="64490"/>
                </a:cubicBezTo>
                <a:lnTo>
                  <a:pt x="383442" y="118806"/>
                </a:lnTo>
                <a:lnTo>
                  <a:pt x="370725" y="118806"/>
                </a:lnTo>
                <a:lnTo>
                  <a:pt x="370725" y="40860"/>
                </a:lnTo>
                <a:lnTo>
                  <a:pt x="380571" y="40860"/>
                </a:lnTo>
                <a:lnTo>
                  <a:pt x="383032" y="53249"/>
                </a:lnTo>
                <a:lnTo>
                  <a:pt x="383278" y="53249"/>
                </a:lnTo>
                <a:cubicBezTo>
                  <a:pt x="384536" y="51213"/>
                  <a:pt x="386081" y="49316"/>
                  <a:pt x="387914" y="47557"/>
                </a:cubicBezTo>
                <a:cubicBezTo>
                  <a:pt x="389746" y="45797"/>
                  <a:pt x="391811" y="44256"/>
                  <a:pt x="394108" y="42937"/>
                </a:cubicBezTo>
                <a:cubicBezTo>
                  <a:pt x="396406" y="41616"/>
                  <a:pt x="398922" y="40584"/>
                  <a:pt x="401657" y="39842"/>
                </a:cubicBezTo>
                <a:cubicBezTo>
                  <a:pt x="404392" y="39099"/>
                  <a:pt x="407264" y="38727"/>
                  <a:pt x="410272" y="38727"/>
                </a:cubicBezTo>
                <a:cubicBezTo>
                  <a:pt x="410819" y="38727"/>
                  <a:pt x="411380" y="38740"/>
                  <a:pt x="411954" y="38768"/>
                </a:cubicBezTo>
                <a:cubicBezTo>
                  <a:pt x="412528" y="38795"/>
                  <a:pt x="413034" y="38836"/>
                  <a:pt x="413472" y="38891"/>
                </a:cubicBezTo>
                <a:lnTo>
                  <a:pt x="413472" y="51198"/>
                </a:lnTo>
                <a:close/>
                <a:moveTo>
                  <a:pt x="460574" y="38727"/>
                </a:moveTo>
                <a:cubicBezTo>
                  <a:pt x="464349" y="38727"/>
                  <a:pt x="467959" y="39123"/>
                  <a:pt x="471405" y="39916"/>
                </a:cubicBezTo>
                <a:cubicBezTo>
                  <a:pt x="474851" y="40710"/>
                  <a:pt x="477804" y="41817"/>
                  <a:pt x="480266" y="43239"/>
                </a:cubicBezTo>
                <a:lnTo>
                  <a:pt x="480266" y="53824"/>
                </a:lnTo>
                <a:cubicBezTo>
                  <a:pt x="476820" y="52511"/>
                  <a:pt x="473647" y="51526"/>
                  <a:pt x="470748" y="50870"/>
                </a:cubicBezTo>
                <a:cubicBezTo>
                  <a:pt x="467849" y="50213"/>
                  <a:pt x="464896" y="49885"/>
                  <a:pt x="461887" y="49885"/>
                </a:cubicBezTo>
                <a:cubicBezTo>
                  <a:pt x="458715" y="49885"/>
                  <a:pt x="455569" y="50406"/>
                  <a:pt x="452452" y="51447"/>
                </a:cubicBezTo>
                <a:cubicBezTo>
                  <a:pt x="449334" y="52488"/>
                  <a:pt x="446544" y="54200"/>
                  <a:pt x="444083" y="56582"/>
                </a:cubicBezTo>
                <a:cubicBezTo>
                  <a:pt x="441621" y="58964"/>
                  <a:pt x="439638" y="62113"/>
                  <a:pt x="438134" y="66031"/>
                </a:cubicBezTo>
                <a:cubicBezTo>
                  <a:pt x="436630" y="69947"/>
                  <a:pt x="435878" y="74807"/>
                  <a:pt x="435878" y="80612"/>
                </a:cubicBezTo>
                <a:cubicBezTo>
                  <a:pt x="435878" y="84831"/>
                  <a:pt x="436438" y="88721"/>
                  <a:pt x="437560" y="92281"/>
                </a:cubicBezTo>
                <a:cubicBezTo>
                  <a:pt x="438681" y="95842"/>
                  <a:pt x="440349" y="98923"/>
                  <a:pt x="442565" y="101524"/>
                </a:cubicBezTo>
                <a:cubicBezTo>
                  <a:pt x="444780" y="104126"/>
                  <a:pt x="447556" y="106152"/>
                  <a:pt x="450893" y="107604"/>
                </a:cubicBezTo>
                <a:cubicBezTo>
                  <a:pt x="454229" y="109055"/>
                  <a:pt x="458086" y="109780"/>
                  <a:pt x="462461" y="109780"/>
                </a:cubicBezTo>
                <a:cubicBezTo>
                  <a:pt x="465634" y="109780"/>
                  <a:pt x="468834" y="109439"/>
                  <a:pt x="472061" y="108755"/>
                </a:cubicBezTo>
                <a:cubicBezTo>
                  <a:pt x="475288" y="108071"/>
                  <a:pt x="478433" y="107100"/>
                  <a:pt x="481497" y="105842"/>
                </a:cubicBezTo>
                <a:lnTo>
                  <a:pt x="481497" y="116485"/>
                </a:lnTo>
                <a:cubicBezTo>
                  <a:pt x="480567" y="117034"/>
                  <a:pt x="479350" y="117584"/>
                  <a:pt x="477845" y="118134"/>
                </a:cubicBezTo>
                <a:cubicBezTo>
                  <a:pt x="476341" y="118684"/>
                  <a:pt x="474687" y="119166"/>
                  <a:pt x="472882" y="119578"/>
                </a:cubicBezTo>
                <a:cubicBezTo>
                  <a:pt x="471076" y="119989"/>
                  <a:pt x="469162" y="120319"/>
                  <a:pt x="467138" y="120567"/>
                </a:cubicBezTo>
                <a:cubicBezTo>
                  <a:pt x="465114" y="120815"/>
                  <a:pt x="463090" y="120939"/>
                  <a:pt x="461067" y="120939"/>
                </a:cubicBezTo>
                <a:cubicBezTo>
                  <a:pt x="455816" y="120939"/>
                  <a:pt x="450852" y="120144"/>
                  <a:pt x="446175" y="118555"/>
                </a:cubicBezTo>
                <a:cubicBezTo>
                  <a:pt x="441498" y="116965"/>
                  <a:pt x="437409" y="114526"/>
                  <a:pt x="433909" y="111239"/>
                </a:cubicBezTo>
                <a:cubicBezTo>
                  <a:pt x="430408" y="107951"/>
                  <a:pt x="427646" y="103785"/>
                  <a:pt x="425622" y="98742"/>
                </a:cubicBezTo>
                <a:cubicBezTo>
                  <a:pt x="423598" y="93700"/>
                  <a:pt x="422586" y="87726"/>
                  <a:pt x="422586" y="80820"/>
                </a:cubicBezTo>
                <a:cubicBezTo>
                  <a:pt x="422586" y="75668"/>
                  <a:pt x="423119" y="71037"/>
                  <a:pt x="424186" y="66926"/>
                </a:cubicBezTo>
                <a:cubicBezTo>
                  <a:pt x="425253" y="62815"/>
                  <a:pt x="426716" y="59198"/>
                  <a:pt x="428576" y="56075"/>
                </a:cubicBezTo>
                <a:cubicBezTo>
                  <a:pt x="430435" y="52950"/>
                  <a:pt x="432610" y="50292"/>
                  <a:pt x="435098" y="48101"/>
                </a:cubicBezTo>
                <a:cubicBezTo>
                  <a:pt x="437587" y="45908"/>
                  <a:pt x="440240" y="44112"/>
                  <a:pt x="443057" y="42714"/>
                </a:cubicBezTo>
                <a:cubicBezTo>
                  <a:pt x="445874" y="41316"/>
                  <a:pt x="448787" y="40302"/>
                  <a:pt x="451795" y="39673"/>
                </a:cubicBezTo>
                <a:cubicBezTo>
                  <a:pt x="454804" y="39042"/>
                  <a:pt x="457730" y="38727"/>
                  <a:pt x="460574" y="38727"/>
                </a:cubicBezTo>
                <a:close/>
                <a:moveTo>
                  <a:pt x="514154" y="51444"/>
                </a:moveTo>
                <a:lnTo>
                  <a:pt x="514400" y="51444"/>
                </a:lnTo>
                <a:cubicBezTo>
                  <a:pt x="515824" y="49639"/>
                  <a:pt x="517413" y="47957"/>
                  <a:pt x="519166" y="46398"/>
                </a:cubicBezTo>
                <a:cubicBezTo>
                  <a:pt x="520920" y="44839"/>
                  <a:pt x="522865" y="43499"/>
                  <a:pt x="525002" y="42378"/>
                </a:cubicBezTo>
                <a:cubicBezTo>
                  <a:pt x="527139" y="41257"/>
                  <a:pt x="529440" y="40368"/>
                  <a:pt x="531904" y="39711"/>
                </a:cubicBezTo>
                <a:cubicBezTo>
                  <a:pt x="534369" y="39055"/>
                  <a:pt x="537026" y="38727"/>
                  <a:pt x="539876" y="38727"/>
                </a:cubicBezTo>
                <a:cubicBezTo>
                  <a:pt x="542835" y="38727"/>
                  <a:pt x="545793" y="39124"/>
                  <a:pt x="548750" y="39919"/>
                </a:cubicBezTo>
                <a:cubicBezTo>
                  <a:pt x="551709" y="40712"/>
                  <a:pt x="554448" y="42121"/>
                  <a:pt x="556968" y="44147"/>
                </a:cubicBezTo>
                <a:cubicBezTo>
                  <a:pt x="559489" y="46173"/>
                  <a:pt x="561543" y="48993"/>
                  <a:pt x="563131" y="52608"/>
                </a:cubicBezTo>
                <a:cubicBezTo>
                  <a:pt x="564721" y="56222"/>
                  <a:pt x="565516" y="60875"/>
                  <a:pt x="565516" y="66569"/>
                </a:cubicBezTo>
                <a:lnTo>
                  <a:pt x="565516" y="118806"/>
                </a:lnTo>
                <a:lnTo>
                  <a:pt x="552798" y="118806"/>
                </a:lnTo>
                <a:lnTo>
                  <a:pt x="552798" y="68674"/>
                </a:lnTo>
                <a:cubicBezTo>
                  <a:pt x="552798" y="62384"/>
                  <a:pt x="551606" y="57653"/>
                  <a:pt x="549222" y="54480"/>
                </a:cubicBezTo>
                <a:cubicBezTo>
                  <a:pt x="546837" y="51307"/>
                  <a:pt x="542931" y="49721"/>
                  <a:pt x="537504" y="49721"/>
                </a:cubicBezTo>
                <a:cubicBezTo>
                  <a:pt x="533010" y="49721"/>
                  <a:pt x="528735" y="50938"/>
                  <a:pt x="524679" y="53372"/>
                </a:cubicBezTo>
                <a:cubicBezTo>
                  <a:pt x="520623" y="55806"/>
                  <a:pt x="517114" y="59157"/>
                  <a:pt x="514154" y="63423"/>
                </a:cubicBezTo>
                <a:lnTo>
                  <a:pt x="514154" y="118806"/>
                </a:lnTo>
                <a:lnTo>
                  <a:pt x="501436" y="118806"/>
                </a:lnTo>
                <a:lnTo>
                  <a:pt x="501436" y="0"/>
                </a:lnTo>
                <a:lnTo>
                  <a:pt x="514154" y="0"/>
                </a:lnTo>
                <a:lnTo>
                  <a:pt x="514154" y="51444"/>
                </a:lnTo>
                <a:close/>
                <a:moveTo>
                  <a:pt x="590159" y="118806"/>
                </a:moveTo>
                <a:lnTo>
                  <a:pt x="590159" y="40860"/>
                </a:lnTo>
                <a:lnTo>
                  <a:pt x="602876" y="40860"/>
                </a:lnTo>
                <a:lnTo>
                  <a:pt x="602876" y="118806"/>
                </a:lnTo>
                <a:lnTo>
                  <a:pt x="590159" y="118806"/>
                </a:lnTo>
                <a:moveTo>
                  <a:pt x="589830" y="22645"/>
                </a:moveTo>
                <a:lnTo>
                  <a:pt x="589830" y="8369"/>
                </a:lnTo>
                <a:lnTo>
                  <a:pt x="602548" y="8369"/>
                </a:lnTo>
                <a:lnTo>
                  <a:pt x="602548" y="22645"/>
                </a:lnTo>
                <a:lnTo>
                  <a:pt x="589830" y="22645"/>
                </a:lnTo>
                <a:close/>
                <a:moveTo>
                  <a:pt x="661376" y="38727"/>
                </a:moveTo>
                <a:cubicBezTo>
                  <a:pt x="665150" y="38727"/>
                  <a:pt x="668760" y="39123"/>
                  <a:pt x="672206" y="39916"/>
                </a:cubicBezTo>
                <a:cubicBezTo>
                  <a:pt x="675652" y="40710"/>
                  <a:pt x="678606" y="41817"/>
                  <a:pt x="681068" y="43239"/>
                </a:cubicBezTo>
                <a:lnTo>
                  <a:pt x="681068" y="53824"/>
                </a:lnTo>
                <a:cubicBezTo>
                  <a:pt x="677622" y="52511"/>
                  <a:pt x="674449" y="51526"/>
                  <a:pt x="671550" y="50870"/>
                </a:cubicBezTo>
                <a:cubicBezTo>
                  <a:pt x="668651" y="50213"/>
                  <a:pt x="665697" y="49885"/>
                  <a:pt x="662689" y="49885"/>
                </a:cubicBezTo>
                <a:cubicBezTo>
                  <a:pt x="659516" y="49885"/>
                  <a:pt x="656371" y="50406"/>
                  <a:pt x="653253" y="51447"/>
                </a:cubicBezTo>
                <a:cubicBezTo>
                  <a:pt x="650135" y="52488"/>
                  <a:pt x="647346" y="54200"/>
                  <a:pt x="644884" y="56582"/>
                </a:cubicBezTo>
                <a:cubicBezTo>
                  <a:pt x="642423" y="58964"/>
                  <a:pt x="640440" y="62113"/>
                  <a:pt x="638936" y="66031"/>
                </a:cubicBezTo>
                <a:cubicBezTo>
                  <a:pt x="637432" y="69947"/>
                  <a:pt x="636679" y="74807"/>
                  <a:pt x="636679" y="80612"/>
                </a:cubicBezTo>
                <a:cubicBezTo>
                  <a:pt x="636679" y="84831"/>
                  <a:pt x="637240" y="88721"/>
                  <a:pt x="638361" y="92281"/>
                </a:cubicBezTo>
                <a:cubicBezTo>
                  <a:pt x="639483" y="95842"/>
                  <a:pt x="641151" y="98923"/>
                  <a:pt x="643366" y="101524"/>
                </a:cubicBezTo>
                <a:cubicBezTo>
                  <a:pt x="645582" y="104126"/>
                  <a:pt x="648358" y="106152"/>
                  <a:pt x="651694" y="107604"/>
                </a:cubicBezTo>
                <a:cubicBezTo>
                  <a:pt x="655031" y="109055"/>
                  <a:pt x="658887" y="109780"/>
                  <a:pt x="663263" y="109780"/>
                </a:cubicBezTo>
                <a:cubicBezTo>
                  <a:pt x="666436" y="109780"/>
                  <a:pt x="669636" y="109439"/>
                  <a:pt x="672863" y="108755"/>
                </a:cubicBezTo>
                <a:cubicBezTo>
                  <a:pt x="676090" y="108071"/>
                  <a:pt x="679235" y="107100"/>
                  <a:pt x="682298" y="105842"/>
                </a:cubicBezTo>
                <a:lnTo>
                  <a:pt x="682298" y="116485"/>
                </a:lnTo>
                <a:cubicBezTo>
                  <a:pt x="681368" y="117034"/>
                  <a:pt x="680151" y="117584"/>
                  <a:pt x="678647" y="118134"/>
                </a:cubicBezTo>
                <a:cubicBezTo>
                  <a:pt x="677143" y="118684"/>
                  <a:pt x="675488" y="119166"/>
                  <a:pt x="673683" y="119578"/>
                </a:cubicBezTo>
                <a:cubicBezTo>
                  <a:pt x="671878" y="119989"/>
                  <a:pt x="669964" y="120319"/>
                  <a:pt x="667940" y="120567"/>
                </a:cubicBezTo>
                <a:cubicBezTo>
                  <a:pt x="665916" y="120815"/>
                  <a:pt x="663892" y="120939"/>
                  <a:pt x="661868" y="120939"/>
                </a:cubicBezTo>
                <a:cubicBezTo>
                  <a:pt x="656617" y="120939"/>
                  <a:pt x="651653" y="120144"/>
                  <a:pt x="646977" y="118555"/>
                </a:cubicBezTo>
                <a:cubicBezTo>
                  <a:pt x="642300" y="116965"/>
                  <a:pt x="638211" y="114526"/>
                  <a:pt x="634710" y="111239"/>
                </a:cubicBezTo>
                <a:cubicBezTo>
                  <a:pt x="631210" y="107951"/>
                  <a:pt x="628447" y="103785"/>
                  <a:pt x="626423" y="98742"/>
                </a:cubicBezTo>
                <a:cubicBezTo>
                  <a:pt x="624400" y="93700"/>
                  <a:pt x="623388" y="87726"/>
                  <a:pt x="623388" y="80820"/>
                </a:cubicBezTo>
                <a:cubicBezTo>
                  <a:pt x="623388" y="75668"/>
                  <a:pt x="623921" y="71037"/>
                  <a:pt x="624988" y="66926"/>
                </a:cubicBezTo>
                <a:cubicBezTo>
                  <a:pt x="626054" y="62815"/>
                  <a:pt x="627517" y="59198"/>
                  <a:pt x="629377" y="56075"/>
                </a:cubicBezTo>
                <a:cubicBezTo>
                  <a:pt x="631237" y="52950"/>
                  <a:pt x="633411" y="50292"/>
                  <a:pt x="635900" y="48101"/>
                </a:cubicBezTo>
                <a:cubicBezTo>
                  <a:pt x="638389" y="45908"/>
                  <a:pt x="641042" y="44112"/>
                  <a:pt x="643859" y="42714"/>
                </a:cubicBezTo>
                <a:cubicBezTo>
                  <a:pt x="646676" y="41316"/>
                  <a:pt x="649588" y="40302"/>
                  <a:pt x="652597" y="39673"/>
                </a:cubicBezTo>
                <a:cubicBezTo>
                  <a:pt x="655605" y="39042"/>
                  <a:pt x="658532" y="38727"/>
                  <a:pt x="661376" y="38727"/>
                </a:cubicBezTo>
                <a:close/>
                <a:moveTo>
                  <a:pt x="746380" y="110191"/>
                </a:moveTo>
                <a:lnTo>
                  <a:pt x="746052" y="110191"/>
                </a:lnTo>
                <a:cubicBezTo>
                  <a:pt x="745014" y="111503"/>
                  <a:pt x="743703" y="112803"/>
                  <a:pt x="742118" y="114088"/>
                </a:cubicBezTo>
                <a:cubicBezTo>
                  <a:pt x="740536" y="115373"/>
                  <a:pt x="738706" y="116524"/>
                  <a:pt x="736629" y="117539"/>
                </a:cubicBezTo>
                <a:cubicBezTo>
                  <a:pt x="734554" y="118555"/>
                  <a:pt x="732287" y="119375"/>
                  <a:pt x="729829" y="120001"/>
                </a:cubicBezTo>
                <a:cubicBezTo>
                  <a:pt x="727371" y="120626"/>
                  <a:pt x="724749" y="120939"/>
                  <a:pt x="721963" y="120939"/>
                </a:cubicBezTo>
                <a:cubicBezTo>
                  <a:pt x="718194" y="120939"/>
                  <a:pt x="714738" y="120378"/>
                  <a:pt x="711597" y="119254"/>
                </a:cubicBezTo>
                <a:cubicBezTo>
                  <a:pt x="708457" y="118131"/>
                  <a:pt x="705752" y="116488"/>
                  <a:pt x="703484" y="114324"/>
                </a:cubicBezTo>
                <a:cubicBezTo>
                  <a:pt x="701217" y="112160"/>
                  <a:pt x="699456" y="109516"/>
                  <a:pt x="698200" y="106393"/>
                </a:cubicBezTo>
                <a:cubicBezTo>
                  <a:pt x="696943" y="103270"/>
                  <a:pt x="696315" y="99736"/>
                  <a:pt x="696315" y="95791"/>
                </a:cubicBezTo>
                <a:cubicBezTo>
                  <a:pt x="696315" y="91901"/>
                  <a:pt x="697011" y="88421"/>
                  <a:pt x="698402" y="85353"/>
                </a:cubicBezTo>
                <a:cubicBezTo>
                  <a:pt x="699795" y="82285"/>
                  <a:pt x="701747" y="79682"/>
                  <a:pt x="704258" y="77546"/>
                </a:cubicBezTo>
                <a:cubicBezTo>
                  <a:pt x="706771" y="75409"/>
                  <a:pt x="709789" y="73766"/>
                  <a:pt x="713312" y="72615"/>
                </a:cubicBezTo>
                <a:cubicBezTo>
                  <a:pt x="716835" y="71465"/>
                  <a:pt x="720725" y="70890"/>
                  <a:pt x="724983" y="70890"/>
                </a:cubicBezTo>
                <a:cubicBezTo>
                  <a:pt x="729024" y="70944"/>
                  <a:pt x="732765" y="71300"/>
                  <a:pt x="736206" y="71956"/>
                </a:cubicBezTo>
                <a:cubicBezTo>
                  <a:pt x="739647" y="72613"/>
                  <a:pt x="742705" y="73433"/>
                  <a:pt x="745380" y="74418"/>
                </a:cubicBezTo>
                <a:lnTo>
                  <a:pt x="745708" y="74418"/>
                </a:lnTo>
                <a:lnTo>
                  <a:pt x="745708" y="69003"/>
                </a:lnTo>
                <a:cubicBezTo>
                  <a:pt x="745708" y="66869"/>
                  <a:pt x="745571" y="64982"/>
                  <a:pt x="745298" y="63341"/>
                </a:cubicBezTo>
                <a:cubicBezTo>
                  <a:pt x="745024" y="61700"/>
                  <a:pt x="744559" y="60251"/>
                  <a:pt x="743903" y="58993"/>
                </a:cubicBezTo>
                <a:cubicBezTo>
                  <a:pt x="742481" y="56367"/>
                  <a:pt x="740211" y="54193"/>
                  <a:pt x="737093" y="52470"/>
                </a:cubicBezTo>
                <a:cubicBezTo>
                  <a:pt x="733975" y="50747"/>
                  <a:pt x="729763" y="49885"/>
                  <a:pt x="724458" y="49885"/>
                </a:cubicBezTo>
                <a:cubicBezTo>
                  <a:pt x="720519" y="49885"/>
                  <a:pt x="716813" y="50248"/>
                  <a:pt x="713340" y="50972"/>
                </a:cubicBezTo>
                <a:cubicBezTo>
                  <a:pt x="709867" y="51695"/>
                  <a:pt x="706407" y="52701"/>
                  <a:pt x="702961" y="53988"/>
                </a:cubicBezTo>
                <a:lnTo>
                  <a:pt x="702961" y="43321"/>
                </a:lnTo>
                <a:cubicBezTo>
                  <a:pt x="704274" y="42665"/>
                  <a:pt x="705819" y="42050"/>
                  <a:pt x="707597" y="41475"/>
                </a:cubicBezTo>
                <a:cubicBezTo>
                  <a:pt x="709374" y="40901"/>
                  <a:pt x="711248" y="40409"/>
                  <a:pt x="713217" y="39998"/>
                </a:cubicBezTo>
                <a:cubicBezTo>
                  <a:pt x="715186" y="39588"/>
                  <a:pt x="717265" y="39274"/>
                  <a:pt x="719453" y="39055"/>
                </a:cubicBezTo>
                <a:cubicBezTo>
                  <a:pt x="721641" y="38836"/>
                  <a:pt x="723829" y="38727"/>
                  <a:pt x="726017" y="38727"/>
                </a:cubicBezTo>
                <a:cubicBezTo>
                  <a:pt x="733893" y="38727"/>
                  <a:pt x="740334" y="40123"/>
                  <a:pt x="745339" y="42916"/>
                </a:cubicBezTo>
                <a:cubicBezTo>
                  <a:pt x="750344" y="45708"/>
                  <a:pt x="753940" y="49403"/>
                  <a:pt x="756128" y="54003"/>
                </a:cubicBezTo>
                <a:cubicBezTo>
                  <a:pt x="756949" y="55755"/>
                  <a:pt x="757537" y="57686"/>
                  <a:pt x="757892" y="59795"/>
                </a:cubicBezTo>
                <a:cubicBezTo>
                  <a:pt x="758248" y="61903"/>
                  <a:pt x="758426" y="64216"/>
                  <a:pt x="758426" y="66733"/>
                </a:cubicBezTo>
                <a:lnTo>
                  <a:pt x="758426" y="118806"/>
                </a:lnTo>
                <a:lnTo>
                  <a:pt x="747772" y="118806"/>
                </a:lnTo>
                <a:lnTo>
                  <a:pt x="746380" y="110191"/>
                </a:lnTo>
                <a:moveTo>
                  <a:pt x="745708" y="84599"/>
                </a:moveTo>
                <a:cubicBezTo>
                  <a:pt x="743371" y="83941"/>
                  <a:pt x="740601" y="83311"/>
                  <a:pt x="737396" y="82707"/>
                </a:cubicBezTo>
                <a:cubicBezTo>
                  <a:pt x="734191" y="82104"/>
                  <a:pt x="730659" y="81775"/>
                  <a:pt x="726801" y="81720"/>
                </a:cubicBezTo>
                <a:cubicBezTo>
                  <a:pt x="721424" y="81720"/>
                  <a:pt x="717213" y="82872"/>
                  <a:pt x="714171" y="85176"/>
                </a:cubicBezTo>
                <a:cubicBezTo>
                  <a:pt x="711128" y="87480"/>
                  <a:pt x="709607" y="91019"/>
                  <a:pt x="709607" y="95791"/>
                </a:cubicBezTo>
                <a:cubicBezTo>
                  <a:pt x="709607" y="98205"/>
                  <a:pt x="709987" y="100317"/>
                  <a:pt x="710748" y="102127"/>
                </a:cubicBezTo>
                <a:cubicBezTo>
                  <a:pt x="711509" y="103937"/>
                  <a:pt x="712554" y="105432"/>
                  <a:pt x="713884" y="106611"/>
                </a:cubicBezTo>
                <a:cubicBezTo>
                  <a:pt x="715215" y="107791"/>
                  <a:pt x="716791" y="108669"/>
                  <a:pt x="718612" y="109245"/>
                </a:cubicBezTo>
                <a:cubicBezTo>
                  <a:pt x="720432" y="109821"/>
                  <a:pt x="722375" y="110109"/>
                  <a:pt x="724440" y="110109"/>
                </a:cubicBezTo>
                <a:cubicBezTo>
                  <a:pt x="727156" y="110109"/>
                  <a:pt x="729681" y="109711"/>
                  <a:pt x="732016" y="108916"/>
                </a:cubicBezTo>
                <a:cubicBezTo>
                  <a:pt x="734353" y="108120"/>
                  <a:pt x="736432" y="107174"/>
                  <a:pt x="738252" y="106078"/>
                </a:cubicBezTo>
                <a:cubicBezTo>
                  <a:pt x="740072" y="104981"/>
                  <a:pt x="741620" y="103883"/>
                  <a:pt x="742895" y="102786"/>
                </a:cubicBezTo>
                <a:cubicBezTo>
                  <a:pt x="744172" y="101688"/>
                  <a:pt x="745110" y="100838"/>
                  <a:pt x="745708" y="100235"/>
                </a:cubicBezTo>
                <a:lnTo>
                  <a:pt x="745708" y="84599"/>
                </a:lnTo>
                <a:close/>
                <a:moveTo>
                  <a:pt x="784407" y="118806"/>
                </a:moveTo>
                <a:lnTo>
                  <a:pt x="784407" y="0"/>
                </a:lnTo>
                <a:lnTo>
                  <a:pt x="797125" y="0"/>
                </a:lnTo>
                <a:lnTo>
                  <a:pt x="797125" y="118806"/>
                </a:lnTo>
                <a:lnTo>
                  <a:pt x="784407" y="118806"/>
                </a:lnTo>
                <a:close/>
              </a:path>
            </a:pathLst>
          </a:custGeom>
          <a:solidFill xmlns:a="http://schemas.openxmlformats.org/drawingml/2006/main">
            <a:srgbClr val="76717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0" name="Text Interaction">
            <a:extLst xmlns:a="http://schemas.openxmlformats.org/drawingml/2006/main">
              <a:ext uri="{FF2B5EF4-FFF2-40B4-BE49-F238E27FC236}">
                <a16:creationId xmlns:a16="http://schemas.microsoft.com/office/drawing/2014/main" id="{5E4E881E-958B-4108-B77E-801E6806D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6867" y="3081461"/>
            <a:ext cx="732222" cy="112841"/>
          </a:xfrm>
          <a:custGeom xmlns:a="http://schemas.openxmlformats.org/drawingml/2006/main">
            <a:pathLst>
              <a:path w="732222" h="112841">
                <a:moveTo>
                  <a:pt x="0" y="110703"/>
                </a:moveTo>
                <a:lnTo>
                  <a:pt x="0" y="658"/>
                </a:lnTo>
                <a:lnTo>
                  <a:pt x="13406" y="658"/>
                </a:lnTo>
                <a:lnTo>
                  <a:pt x="13406" y="110703"/>
                </a:lnTo>
                <a:lnTo>
                  <a:pt x="0" y="110703"/>
                </a:lnTo>
                <a:close/>
                <a:moveTo>
                  <a:pt x="51118" y="43426"/>
                </a:moveTo>
                <a:lnTo>
                  <a:pt x="51364" y="43426"/>
                </a:lnTo>
                <a:cubicBezTo>
                  <a:pt x="52790" y="41604"/>
                  <a:pt x="54366" y="39908"/>
                  <a:pt x="56093" y="38337"/>
                </a:cubicBezTo>
                <a:cubicBezTo>
                  <a:pt x="57821" y="36764"/>
                  <a:pt x="59753" y="35385"/>
                  <a:pt x="61892" y="34199"/>
                </a:cubicBezTo>
                <a:cubicBezTo>
                  <a:pt x="64030" y="33011"/>
                  <a:pt x="66374" y="32087"/>
                  <a:pt x="68924" y="31426"/>
                </a:cubicBezTo>
                <a:cubicBezTo>
                  <a:pt x="71473" y="30763"/>
                  <a:pt x="74256" y="30431"/>
                  <a:pt x="77272" y="30431"/>
                </a:cubicBezTo>
                <a:cubicBezTo>
                  <a:pt x="80836" y="30431"/>
                  <a:pt x="84180" y="30925"/>
                  <a:pt x="87306" y="31914"/>
                </a:cubicBezTo>
                <a:cubicBezTo>
                  <a:pt x="90431" y="32901"/>
                  <a:pt x="93145" y="34493"/>
                  <a:pt x="95448" y="36689"/>
                </a:cubicBezTo>
                <a:cubicBezTo>
                  <a:pt x="97751" y="38884"/>
                  <a:pt x="99574" y="41752"/>
                  <a:pt x="100917" y="45292"/>
                </a:cubicBezTo>
                <a:cubicBezTo>
                  <a:pt x="102261" y="48832"/>
                  <a:pt x="102933" y="53181"/>
                  <a:pt x="102933" y="58341"/>
                </a:cubicBezTo>
                <a:lnTo>
                  <a:pt x="102933" y="110703"/>
                </a:lnTo>
                <a:lnTo>
                  <a:pt x="90184" y="110703"/>
                </a:lnTo>
                <a:lnTo>
                  <a:pt x="90184" y="60451"/>
                </a:lnTo>
                <a:cubicBezTo>
                  <a:pt x="90184" y="53707"/>
                  <a:pt x="88882" y="48854"/>
                  <a:pt x="86278" y="45893"/>
                </a:cubicBezTo>
                <a:cubicBezTo>
                  <a:pt x="83673" y="42932"/>
                  <a:pt x="79876" y="41452"/>
                  <a:pt x="74887" y="41452"/>
                </a:cubicBezTo>
                <a:cubicBezTo>
                  <a:pt x="70500" y="41452"/>
                  <a:pt x="66251" y="42672"/>
                  <a:pt x="62139" y="45112"/>
                </a:cubicBezTo>
                <a:cubicBezTo>
                  <a:pt x="58026" y="47552"/>
                  <a:pt x="54490" y="50910"/>
                  <a:pt x="51529" y="55187"/>
                </a:cubicBezTo>
                <a:lnTo>
                  <a:pt x="51529" y="110703"/>
                </a:lnTo>
                <a:lnTo>
                  <a:pt x="38781" y="110703"/>
                </a:lnTo>
                <a:lnTo>
                  <a:pt x="38781" y="32569"/>
                </a:lnTo>
                <a:lnTo>
                  <a:pt x="48650" y="32569"/>
                </a:lnTo>
                <a:lnTo>
                  <a:pt x="51118" y="43426"/>
                </a:lnTo>
                <a:close/>
                <a:moveTo>
                  <a:pt x="168753" y="110937"/>
                </a:moveTo>
                <a:cubicBezTo>
                  <a:pt x="167657" y="111377"/>
                  <a:pt x="165984" y="111791"/>
                  <a:pt x="163736" y="112178"/>
                </a:cubicBezTo>
                <a:cubicBezTo>
                  <a:pt x="161488" y="112566"/>
                  <a:pt x="158802" y="112787"/>
                  <a:pt x="155676" y="112841"/>
                </a:cubicBezTo>
                <a:cubicBezTo>
                  <a:pt x="151564" y="112841"/>
                  <a:pt x="148000" y="112334"/>
                  <a:pt x="144984" y="111320"/>
                </a:cubicBezTo>
                <a:cubicBezTo>
                  <a:pt x="141969" y="110305"/>
                  <a:pt x="139460" y="108852"/>
                  <a:pt x="137459" y="106961"/>
                </a:cubicBezTo>
                <a:cubicBezTo>
                  <a:pt x="135457" y="105069"/>
                  <a:pt x="133963" y="102780"/>
                  <a:pt x="132976" y="100093"/>
                </a:cubicBezTo>
                <a:cubicBezTo>
                  <a:pt x="131989" y="97407"/>
                  <a:pt x="131496" y="94418"/>
                  <a:pt x="131496" y="91128"/>
                </a:cubicBezTo>
                <a:lnTo>
                  <a:pt x="131496" y="43590"/>
                </a:lnTo>
                <a:lnTo>
                  <a:pt x="116445" y="43590"/>
                </a:lnTo>
                <a:lnTo>
                  <a:pt x="116445" y="32569"/>
                </a:lnTo>
                <a:lnTo>
                  <a:pt x="131496" y="32569"/>
                </a:lnTo>
                <a:lnTo>
                  <a:pt x="131496" y="11185"/>
                </a:lnTo>
                <a:lnTo>
                  <a:pt x="144244" y="11185"/>
                </a:lnTo>
                <a:lnTo>
                  <a:pt x="144244" y="32569"/>
                </a:lnTo>
                <a:lnTo>
                  <a:pt x="167602" y="32569"/>
                </a:lnTo>
                <a:lnTo>
                  <a:pt x="167602" y="43590"/>
                </a:lnTo>
                <a:lnTo>
                  <a:pt x="144244" y="43590"/>
                </a:lnTo>
                <a:lnTo>
                  <a:pt x="144244" y="89090"/>
                </a:lnTo>
                <a:cubicBezTo>
                  <a:pt x="144244" y="90896"/>
                  <a:pt x="144504" y="92566"/>
                  <a:pt x="145025" y="94100"/>
                </a:cubicBezTo>
                <a:cubicBezTo>
                  <a:pt x="145546" y="95633"/>
                  <a:pt x="146369" y="96961"/>
                  <a:pt x="147493" y="98083"/>
                </a:cubicBezTo>
                <a:cubicBezTo>
                  <a:pt x="148617" y="99206"/>
                  <a:pt x="150056" y="100082"/>
                  <a:pt x="151811" y="100713"/>
                </a:cubicBezTo>
                <a:cubicBezTo>
                  <a:pt x="153565" y="101342"/>
                  <a:pt x="155676" y="101656"/>
                  <a:pt x="158144" y="101656"/>
                </a:cubicBezTo>
                <a:cubicBezTo>
                  <a:pt x="159843" y="101656"/>
                  <a:pt x="161639" y="101519"/>
                  <a:pt x="163531" y="101245"/>
                </a:cubicBezTo>
                <a:cubicBezTo>
                  <a:pt x="165422" y="100971"/>
                  <a:pt x="167163" y="100614"/>
                  <a:pt x="168753" y="100176"/>
                </a:cubicBezTo>
                <a:lnTo>
                  <a:pt x="168753" y="110937"/>
                </a:lnTo>
                <a:close/>
                <a:moveTo>
                  <a:pt x="216785" y="41452"/>
                </a:moveTo>
                <a:cubicBezTo>
                  <a:pt x="213841" y="41452"/>
                  <a:pt x="211106" y="42028"/>
                  <a:pt x="208581" y="43179"/>
                </a:cubicBezTo>
                <a:cubicBezTo>
                  <a:pt x="206055" y="44331"/>
                  <a:pt x="203848" y="45893"/>
                  <a:pt x="201960" y="47867"/>
                </a:cubicBezTo>
                <a:cubicBezTo>
                  <a:pt x="200073" y="49841"/>
                  <a:pt x="198547" y="52158"/>
                  <a:pt x="197380" y="54817"/>
                </a:cubicBezTo>
                <a:cubicBezTo>
                  <a:pt x="196215" y="57476"/>
                  <a:pt x="195493" y="60314"/>
                  <a:pt x="195216" y="63329"/>
                </a:cubicBezTo>
                <a:lnTo>
                  <a:pt x="235187" y="63329"/>
                </a:lnTo>
                <a:cubicBezTo>
                  <a:pt x="235187" y="60259"/>
                  <a:pt x="234785" y="57394"/>
                  <a:pt x="233979" y="54735"/>
                </a:cubicBezTo>
                <a:cubicBezTo>
                  <a:pt x="233174" y="52075"/>
                  <a:pt x="231994" y="49759"/>
                  <a:pt x="230440" y="47785"/>
                </a:cubicBezTo>
                <a:cubicBezTo>
                  <a:pt x="228886" y="45811"/>
                  <a:pt x="226970" y="44262"/>
                  <a:pt x="224693" y="43138"/>
                </a:cubicBezTo>
                <a:cubicBezTo>
                  <a:pt x="222418" y="42014"/>
                  <a:pt x="219782" y="41452"/>
                  <a:pt x="216785" y="41452"/>
                </a:cubicBezTo>
                <a:moveTo>
                  <a:pt x="223508" y="101656"/>
                </a:moveTo>
                <a:cubicBezTo>
                  <a:pt x="227730" y="101656"/>
                  <a:pt x="231582" y="101313"/>
                  <a:pt x="235064" y="100628"/>
                </a:cubicBezTo>
                <a:cubicBezTo>
                  <a:pt x="238546" y="99942"/>
                  <a:pt x="242014" y="98969"/>
                  <a:pt x="245468" y="97708"/>
                </a:cubicBezTo>
                <a:lnTo>
                  <a:pt x="245468" y="108377"/>
                </a:lnTo>
                <a:cubicBezTo>
                  <a:pt x="242672" y="109755"/>
                  <a:pt x="239217" y="110843"/>
                  <a:pt x="235105" y="111641"/>
                </a:cubicBezTo>
                <a:cubicBezTo>
                  <a:pt x="230993" y="112441"/>
                  <a:pt x="226579" y="112841"/>
                  <a:pt x="221863" y="112841"/>
                </a:cubicBezTo>
                <a:cubicBezTo>
                  <a:pt x="216271" y="112841"/>
                  <a:pt x="211021" y="112128"/>
                  <a:pt x="206113" y="110700"/>
                </a:cubicBezTo>
                <a:cubicBezTo>
                  <a:pt x="201206" y="109271"/>
                  <a:pt x="196958" y="106963"/>
                  <a:pt x="193370" y="103776"/>
                </a:cubicBezTo>
                <a:cubicBezTo>
                  <a:pt x="189782" y="100589"/>
                  <a:pt x="186972" y="96427"/>
                  <a:pt x="184940" y="91290"/>
                </a:cubicBezTo>
                <a:cubicBezTo>
                  <a:pt x="182908" y="86153"/>
                  <a:pt x="181892" y="79959"/>
                  <a:pt x="181892" y="72708"/>
                </a:cubicBezTo>
                <a:cubicBezTo>
                  <a:pt x="181892" y="65566"/>
                  <a:pt x="182876" y="59372"/>
                  <a:pt x="184845" y="54126"/>
                </a:cubicBezTo>
                <a:cubicBezTo>
                  <a:pt x="186814" y="48877"/>
                  <a:pt x="189439" y="44495"/>
                  <a:pt x="192720" y="40979"/>
                </a:cubicBezTo>
                <a:cubicBezTo>
                  <a:pt x="196003" y="37463"/>
                  <a:pt x="199778" y="34826"/>
                  <a:pt x="204044" y="33068"/>
                </a:cubicBezTo>
                <a:cubicBezTo>
                  <a:pt x="208311" y="31310"/>
                  <a:pt x="212768" y="30431"/>
                  <a:pt x="217417" y="30431"/>
                </a:cubicBezTo>
                <a:cubicBezTo>
                  <a:pt x="221793" y="30431"/>
                  <a:pt x="225881" y="31160"/>
                  <a:pt x="229682" y="32618"/>
                </a:cubicBezTo>
                <a:cubicBezTo>
                  <a:pt x="233484" y="34076"/>
                  <a:pt x="236780" y="36374"/>
                  <a:pt x="239569" y="39511"/>
                </a:cubicBezTo>
                <a:cubicBezTo>
                  <a:pt x="242359" y="42649"/>
                  <a:pt x="244560" y="46694"/>
                  <a:pt x="246172" y="51648"/>
                </a:cubicBezTo>
                <a:cubicBezTo>
                  <a:pt x="247786" y="56601"/>
                  <a:pt x="248593" y="62545"/>
                  <a:pt x="248593" y="69480"/>
                </a:cubicBezTo>
                <a:cubicBezTo>
                  <a:pt x="248593" y="70139"/>
                  <a:pt x="248593" y="70703"/>
                  <a:pt x="248593" y="71171"/>
                </a:cubicBezTo>
                <a:cubicBezTo>
                  <a:pt x="248593" y="71639"/>
                  <a:pt x="248566" y="72699"/>
                  <a:pt x="248511" y="74350"/>
                </a:cubicBezTo>
                <a:lnTo>
                  <a:pt x="194558" y="74350"/>
                </a:lnTo>
                <a:cubicBezTo>
                  <a:pt x="194558" y="79324"/>
                  <a:pt x="195312" y="83547"/>
                  <a:pt x="196820" y="87019"/>
                </a:cubicBezTo>
                <a:cubicBezTo>
                  <a:pt x="198327" y="90490"/>
                  <a:pt x="200383" y="93305"/>
                  <a:pt x="202988" y="95464"/>
                </a:cubicBezTo>
                <a:cubicBezTo>
                  <a:pt x="205592" y="97623"/>
                  <a:pt x="208649" y="99195"/>
                  <a:pt x="212158" y="100181"/>
                </a:cubicBezTo>
                <a:cubicBezTo>
                  <a:pt x="215668" y="101164"/>
                  <a:pt x="219451" y="101656"/>
                  <a:pt x="223508" y="101656"/>
                </a:cubicBezTo>
                <a:close/>
                <a:moveTo>
                  <a:pt x="312224" y="42932"/>
                </a:moveTo>
                <a:lnTo>
                  <a:pt x="311237" y="42932"/>
                </a:lnTo>
                <a:cubicBezTo>
                  <a:pt x="308222" y="42932"/>
                  <a:pt x="305261" y="43207"/>
                  <a:pt x="302355" y="43755"/>
                </a:cubicBezTo>
                <a:cubicBezTo>
                  <a:pt x="299449" y="44303"/>
                  <a:pt x="296721" y="45139"/>
                  <a:pt x="294171" y="46263"/>
                </a:cubicBezTo>
                <a:cubicBezTo>
                  <a:pt x="291622" y="47387"/>
                  <a:pt x="289319" y="48772"/>
                  <a:pt x="287263" y="50417"/>
                </a:cubicBezTo>
                <a:cubicBezTo>
                  <a:pt x="285206" y="52062"/>
                  <a:pt x="283493" y="54008"/>
                  <a:pt x="282122" y="56256"/>
                </a:cubicBezTo>
                <a:lnTo>
                  <a:pt x="282122" y="110703"/>
                </a:lnTo>
                <a:lnTo>
                  <a:pt x="269374" y="110703"/>
                </a:lnTo>
                <a:lnTo>
                  <a:pt x="269374" y="32569"/>
                </a:lnTo>
                <a:lnTo>
                  <a:pt x="279244" y="32569"/>
                </a:lnTo>
                <a:lnTo>
                  <a:pt x="281711" y="44989"/>
                </a:lnTo>
                <a:lnTo>
                  <a:pt x="281958" y="44989"/>
                </a:lnTo>
                <a:cubicBezTo>
                  <a:pt x="283219" y="42948"/>
                  <a:pt x="284768" y="41046"/>
                  <a:pt x="286605" y="39283"/>
                </a:cubicBezTo>
                <a:cubicBezTo>
                  <a:pt x="288441" y="37518"/>
                  <a:pt x="290511" y="35974"/>
                  <a:pt x="292814" y="34651"/>
                </a:cubicBezTo>
                <a:cubicBezTo>
                  <a:pt x="295117" y="33327"/>
                  <a:pt x="297639" y="32293"/>
                  <a:pt x="300381" y="31549"/>
                </a:cubicBezTo>
                <a:cubicBezTo>
                  <a:pt x="303122" y="30804"/>
                  <a:pt x="306001" y="30431"/>
                  <a:pt x="309017" y="30431"/>
                </a:cubicBezTo>
                <a:cubicBezTo>
                  <a:pt x="309565" y="30431"/>
                  <a:pt x="310127" y="30445"/>
                  <a:pt x="310703" y="30472"/>
                </a:cubicBezTo>
                <a:cubicBezTo>
                  <a:pt x="311278" y="30500"/>
                  <a:pt x="311786" y="30541"/>
                  <a:pt x="312224" y="30595"/>
                </a:cubicBezTo>
                <a:lnTo>
                  <a:pt x="312224" y="42932"/>
                </a:lnTo>
                <a:close/>
                <a:moveTo>
                  <a:pt x="371545" y="102067"/>
                </a:moveTo>
                <a:lnTo>
                  <a:pt x="371216" y="102067"/>
                </a:lnTo>
                <a:cubicBezTo>
                  <a:pt x="370176" y="103383"/>
                  <a:pt x="368862" y="104685"/>
                  <a:pt x="367274" y="105974"/>
                </a:cubicBezTo>
                <a:cubicBezTo>
                  <a:pt x="365687" y="107262"/>
                  <a:pt x="363853" y="108416"/>
                  <a:pt x="361771" y="109433"/>
                </a:cubicBezTo>
                <a:cubicBezTo>
                  <a:pt x="359691" y="110451"/>
                  <a:pt x="357419" y="111274"/>
                  <a:pt x="354955" y="111901"/>
                </a:cubicBezTo>
                <a:cubicBezTo>
                  <a:pt x="352491" y="112528"/>
                  <a:pt x="349862" y="112841"/>
                  <a:pt x="347069" y="112841"/>
                </a:cubicBezTo>
                <a:cubicBezTo>
                  <a:pt x="343291" y="112841"/>
                  <a:pt x="339828" y="112278"/>
                  <a:pt x="336678" y="111153"/>
                </a:cubicBezTo>
                <a:cubicBezTo>
                  <a:pt x="333531" y="110027"/>
                  <a:pt x="330820" y="108380"/>
                  <a:pt x="328546" y="106210"/>
                </a:cubicBezTo>
                <a:cubicBezTo>
                  <a:pt x="326274" y="104041"/>
                  <a:pt x="324508" y="101391"/>
                  <a:pt x="323249" y="98261"/>
                </a:cubicBezTo>
                <a:cubicBezTo>
                  <a:pt x="321990" y="95130"/>
                  <a:pt x="321360" y="91588"/>
                  <a:pt x="321360" y="87633"/>
                </a:cubicBezTo>
                <a:cubicBezTo>
                  <a:pt x="321360" y="83733"/>
                  <a:pt x="322057" y="80245"/>
                  <a:pt x="323452" y="77170"/>
                </a:cubicBezTo>
                <a:cubicBezTo>
                  <a:pt x="324848" y="74094"/>
                  <a:pt x="326805" y="71485"/>
                  <a:pt x="329322" y="69344"/>
                </a:cubicBezTo>
                <a:cubicBezTo>
                  <a:pt x="331841" y="67202"/>
                  <a:pt x="334866" y="65554"/>
                  <a:pt x="338398" y="64401"/>
                </a:cubicBezTo>
                <a:cubicBezTo>
                  <a:pt x="341929" y="63248"/>
                  <a:pt x="345829" y="62671"/>
                  <a:pt x="350097" y="62671"/>
                </a:cubicBezTo>
                <a:cubicBezTo>
                  <a:pt x="354148" y="62726"/>
                  <a:pt x="357898" y="63083"/>
                  <a:pt x="361347" y="63741"/>
                </a:cubicBezTo>
                <a:cubicBezTo>
                  <a:pt x="364796" y="64399"/>
                  <a:pt x="367861" y="65221"/>
                  <a:pt x="370543" y="66208"/>
                </a:cubicBezTo>
                <a:lnTo>
                  <a:pt x="370872" y="66208"/>
                </a:lnTo>
                <a:lnTo>
                  <a:pt x="370872" y="60780"/>
                </a:lnTo>
                <a:cubicBezTo>
                  <a:pt x="370872" y="58641"/>
                  <a:pt x="370735" y="56750"/>
                  <a:pt x="370461" y="55105"/>
                </a:cubicBezTo>
                <a:cubicBezTo>
                  <a:pt x="370187" y="53460"/>
                  <a:pt x="369720" y="52007"/>
                  <a:pt x="369062" y="50746"/>
                </a:cubicBezTo>
                <a:cubicBezTo>
                  <a:pt x="367637" y="48114"/>
                  <a:pt x="365361" y="45934"/>
                  <a:pt x="362236" y="44207"/>
                </a:cubicBezTo>
                <a:cubicBezTo>
                  <a:pt x="359111" y="42480"/>
                  <a:pt x="354889" y="41616"/>
                  <a:pt x="349570" y="41616"/>
                </a:cubicBezTo>
                <a:cubicBezTo>
                  <a:pt x="345622" y="41616"/>
                  <a:pt x="341908" y="41980"/>
                  <a:pt x="338426" y="42706"/>
                </a:cubicBezTo>
                <a:cubicBezTo>
                  <a:pt x="334944" y="43431"/>
                  <a:pt x="331476" y="44438"/>
                  <a:pt x="328022" y="45729"/>
                </a:cubicBezTo>
                <a:lnTo>
                  <a:pt x="328022" y="35037"/>
                </a:lnTo>
                <a:cubicBezTo>
                  <a:pt x="329338" y="34379"/>
                  <a:pt x="330887" y="33762"/>
                  <a:pt x="332669" y="33186"/>
                </a:cubicBezTo>
                <a:cubicBezTo>
                  <a:pt x="334451" y="32610"/>
                  <a:pt x="336329" y="32117"/>
                  <a:pt x="338303" y="31706"/>
                </a:cubicBezTo>
                <a:cubicBezTo>
                  <a:pt x="340276" y="31295"/>
                  <a:pt x="342360" y="30979"/>
                  <a:pt x="344553" y="30760"/>
                </a:cubicBezTo>
                <a:cubicBezTo>
                  <a:pt x="346746" y="30541"/>
                  <a:pt x="348940" y="30431"/>
                  <a:pt x="351133" y="30431"/>
                </a:cubicBezTo>
                <a:cubicBezTo>
                  <a:pt x="359028" y="30431"/>
                  <a:pt x="365485" y="31831"/>
                  <a:pt x="370502" y="34631"/>
                </a:cubicBezTo>
                <a:cubicBezTo>
                  <a:pt x="375519" y="37429"/>
                  <a:pt x="379124" y="41133"/>
                  <a:pt x="381317" y="45744"/>
                </a:cubicBezTo>
                <a:cubicBezTo>
                  <a:pt x="382140" y="47500"/>
                  <a:pt x="382729" y="49436"/>
                  <a:pt x="383085" y="51550"/>
                </a:cubicBezTo>
                <a:cubicBezTo>
                  <a:pt x="383442" y="53663"/>
                  <a:pt x="383620" y="55981"/>
                  <a:pt x="383620" y="58505"/>
                </a:cubicBezTo>
                <a:lnTo>
                  <a:pt x="383620" y="110703"/>
                </a:lnTo>
                <a:lnTo>
                  <a:pt x="372941" y="110703"/>
                </a:lnTo>
                <a:lnTo>
                  <a:pt x="371545" y="102067"/>
                </a:lnTo>
                <a:moveTo>
                  <a:pt x="370872" y="76414"/>
                </a:moveTo>
                <a:cubicBezTo>
                  <a:pt x="368530" y="75754"/>
                  <a:pt x="365752" y="75122"/>
                  <a:pt x="362539" y="74517"/>
                </a:cubicBezTo>
                <a:cubicBezTo>
                  <a:pt x="359327" y="73913"/>
                  <a:pt x="355787" y="73583"/>
                  <a:pt x="351919" y="73528"/>
                </a:cubicBezTo>
                <a:cubicBezTo>
                  <a:pt x="346529" y="73528"/>
                  <a:pt x="342309" y="74683"/>
                  <a:pt x="339259" y="76992"/>
                </a:cubicBezTo>
                <a:cubicBezTo>
                  <a:pt x="336209" y="79302"/>
                  <a:pt x="334684" y="82849"/>
                  <a:pt x="334684" y="87633"/>
                </a:cubicBezTo>
                <a:cubicBezTo>
                  <a:pt x="334684" y="90052"/>
                  <a:pt x="335065" y="92169"/>
                  <a:pt x="335827" y="93984"/>
                </a:cubicBezTo>
                <a:cubicBezTo>
                  <a:pt x="336590" y="95798"/>
                  <a:pt x="337638" y="97297"/>
                  <a:pt x="338971" y="98479"/>
                </a:cubicBezTo>
                <a:cubicBezTo>
                  <a:pt x="340306" y="99661"/>
                  <a:pt x="341885" y="100541"/>
                  <a:pt x="343710" y="101119"/>
                </a:cubicBezTo>
                <a:cubicBezTo>
                  <a:pt x="345535" y="101696"/>
                  <a:pt x="347482" y="101985"/>
                  <a:pt x="349552" y="101985"/>
                </a:cubicBezTo>
                <a:cubicBezTo>
                  <a:pt x="352275" y="101985"/>
                  <a:pt x="354807" y="101587"/>
                  <a:pt x="357147" y="100790"/>
                </a:cubicBezTo>
                <a:cubicBezTo>
                  <a:pt x="359489" y="99991"/>
                  <a:pt x="361573" y="99043"/>
                  <a:pt x="363398" y="97945"/>
                </a:cubicBezTo>
                <a:cubicBezTo>
                  <a:pt x="365223" y="96845"/>
                  <a:pt x="366774" y="95745"/>
                  <a:pt x="368052" y="94644"/>
                </a:cubicBezTo>
                <a:cubicBezTo>
                  <a:pt x="369332" y="93544"/>
                  <a:pt x="370272" y="92692"/>
                  <a:pt x="370872" y="92087"/>
                </a:cubicBezTo>
                <a:lnTo>
                  <a:pt x="370872" y="76414"/>
                </a:lnTo>
                <a:close/>
                <a:moveTo>
                  <a:pt x="442480" y="30431"/>
                </a:moveTo>
                <a:cubicBezTo>
                  <a:pt x="446263" y="30431"/>
                  <a:pt x="449882" y="30829"/>
                  <a:pt x="453337" y="31624"/>
                </a:cubicBezTo>
                <a:cubicBezTo>
                  <a:pt x="456791" y="32419"/>
                  <a:pt x="459752" y="33529"/>
                  <a:pt x="462219" y="34955"/>
                </a:cubicBezTo>
                <a:lnTo>
                  <a:pt x="462219" y="45564"/>
                </a:lnTo>
                <a:cubicBezTo>
                  <a:pt x="458765" y="44248"/>
                  <a:pt x="455585" y="43261"/>
                  <a:pt x="452679" y="42603"/>
                </a:cubicBezTo>
                <a:cubicBezTo>
                  <a:pt x="449773" y="41945"/>
                  <a:pt x="446812" y="41616"/>
                  <a:pt x="443796" y="41616"/>
                </a:cubicBezTo>
                <a:cubicBezTo>
                  <a:pt x="440616" y="41616"/>
                  <a:pt x="437463" y="42138"/>
                  <a:pt x="434338" y="43182"/>
                </a:cubicBezTo>
                <a:cubicBezTo>
                  <a:pt x="431212" y="44225"/>
                  <a:pt x="428416" y="45941"/>
                  <a:pt x="425949" y="48330"/>
                </a:cubicBezTo>
                <a:cubicBezTo>
                  <a:pt x="423481" y="50717"/>
                  <a:pt x="421494" y="53874"/>
                  <a:pt x="419986" y="57801"/>
                </a:cubicBezTo>
                <a:cubicBezTo>
                  <a:pt x="418478" y="61726"/>
                  <a:pt x="417724" y="66599"/>
                  <a:pt x="417724" y="72418"/>
                </a:cubicBezTo>
                <a:cubicBezTo>
                  <a:pt x="417724" y="76646"/>
                  <a:pt x="418286" y="80545"/>
                  <a:pt x="419410" y="84114"/>
                </a:cubicBezTo>
                <a:cubicBezTo>
                  <a:pt x="420534" y="87684"/>
                  <a:pt x="422206" y="90772"/>
                  <a:pt x="424427" y="93380"/>
                </a:cubicBezTo>
                <a:cubicBezTo>
                  <a:pt x="426648" y="95988"/>
                  <a:pt x="429430" y="98019"/>
                  <a:pt x="432775" y="99474"/>
                </a:cubicBezTo>
                <a:cubicBezTo>
                  <a:pt x="436120" y="100929"/>
                  <a:pt x="439985" y="101656"/>
                  <a:pt x="444372" y="101656"/>
                </a:cubicBezTo>
                <a:cubicBezTo>
                  <a:pt x="447552" y="101656"/>
                  <a:pt x="450760" y="101313"/>
                  <a:pt x="453995" y="100628"/>
                </a:cubicBezTo>
                <a:cubicBezTo>
                  <a:pt x="457230" y="99942"/>
                  <a:pt x="460382" y="98969"/>
                  <a:pt x="463453" y="97708"/>
                </a:cubicBezTo>
                <a:lnTo>
                  <a:pt x="463453" y="108377"/>
                </a:lnTo>
                <a:cubicBezTo>
                  <a:pt x="462521" y="108927"/>
                  <a:pt x="461301" y="109478"/>
                  <a:pt x="459793" y="110030"/>
                </a:cubicBezTo>
                <a:cubicBezTo>
                  <a:pt x="458285" y="110581"/>
                  <a:pt x="456626" y="111064"/>
                  <a:pt x="454817" y="111477"/>
                </a:cubicBezTo>
                <a:cubicBezTo>
                  <a:pt x="453008" y="111890"/>
                  <a:pt x="451089" y="112220"/>
                  <a:pt x="449060" y="112469"/>
                </a:cubicBezTo>
                <a:cubicBezTo>
                  <a:pt x="447031" y="112717"/>
                  <a:pt x="445002" y="112841"/>
                  <a:pt x="442974" y="112841"/>
                </a:cubicBezTo>
                <a:cubicBezTo>
                  <a:pt x="437710" y="112841"/>
                  <a:pt x="432734" y="112045"/>
                  <a:pt x="428046" y="110451"/>
                </a:cubicBezTo>
                <a:cubicBezTo>
                  <a:pt x="423358" y="108858"/>
                  <a:pt x="419259" y="106413"/>
                  <a:pt x="415750" y="103118"/>
                </a:cubicBezTo>
                <a:cubicBezTo>
                  <a:pt x="412241" y="99822"/>
                  <a:pt x="409472" y="95646"/>
                  <a:pt x="407443" y="90591"/>
                </a:cubicBezTo>
                <a:cubicBezTo>
                  <a:pt x="405415" y="85537"/>
                  <a:pt x="404400" y="79548"/>
                  <a:pt x="404400" y="72626"/>
                </a:cubicBezTo>
                <a:cubicBezTo>
                  <a:pt x="404400" y="67461"/>
                  <a:pt x="404935" y="62819"/>
                  <a:pt x="406004" y="58698"/>
                </a:cubicBezTo>
                <a:cubicBezTo>
                  <a:pt x="407073" y="54577"/>
                  <a:pt x="408540" y="50951"/>
                  <a:pt x="410404" y="47821"/>
                </a:cubicBezTo>
                <a:cubicBezTo>
                  <a:pt x="412268" y="44689"/>
                  <a:pt x="414448" y="42024"/>
                  <a:pt x="416943" y="39828"/>
                </a:cubicBezTo>
                <a:cubicBezTo>
                  <a:pt x="419438" y="37629"/>
                  <a:pt x="422097" y="35829"/>
                  <a:pt x="424921" y="34428"/>
                </a:cubicBezTo>
                <a:cubicBezTo>
                  <a:pt x="427744" y="33026"/>
                  <a:pt x="430664" y="32010"/>
                  <a:pt x="433680" y="31379"/>
                </a:cubicBezTo>
                <a:cubicBezTo>
                  <a:pt x="436695" y="30747"/>
                  <a:pt x="439629" y="30431"/>
                  <a:pt x="442480" y="30431"/>
                </a:cubicBezTo>
                <a:close/>
                <a:moveTo>
                  <a:pt x="522981" y="110937"/>
                </a:moveTo>
                <a:cubicBezTo>
                  <a:pt x="521885" y="111377"/>
                  <a:pt x="520212" y="111791"/>
                  <a:pt x="517964" y="112178"/>
                </a:cubicBezTo>
                <a:cubicBezTo>
                  <a:pt x="515716" y="112566"/>
                  <a:pt x="513030" y="112787"/>
                  <a:pt x="509904" y="112841"/>
                </a:cubicBezTo>
                <a:cubicBezTo>
                  <a:pt x="505792" y="112841"/>
                  <a:pt x="502228" y="112334"/>
                  <a:pt x="499212" y="111320"/>
                </a:cubicBezTo>
                <a:cubicBezTo>
                  <a:pt x="496197" y="110305"/>
                  <a:pt x="493688" y="108852"/>
                  <a:pt x="491687" y="106961"/>
                </a:cubicBezTo>
                <a:cubicBezTo>
                  <a:pt x="489685" y="105069"/>
                  <a:pt x="488191" y="102780"/>
                  <a:pt x="487204" y="100093"/>
                </a:cubicBezTo>
                <a:cubicBezTo>
                  <a:pt x="486217" y="97407"/>
                  <a:pt x="485724" y="94418"/>
                  <a:pt x="485724" y="91128"/>
                </a:cubicBezTo>
                <a:lnTo>
                  <a:pt x="485724" y="43590"/>
                </a:lnTo>
                <a:lnTo>
                  <a:pt x="470673" y="43590"/>
                </a:lnTo>
                <a:lnTo>
                  <a:pt x="470673" y="32569"/>
                </a:lnTo>
                <a:lnTo>
                  <a:pt x="485724" y="32569"/>
                </a:lnTo>
                <a:lnTo>
                  <a:pt x="485724" y="11185"/>
                </a:lnTo>
                <a:lnTo>
                  <a:pt x="498472" y="11185"/>
                </a:lnTo>
                <a:lnTo>
                  <a:pt x="498472" y="32569"/>
                </a:lnTo>
                <a:lnTo>
                  <a:pt x="521830" y="32569"/>
                </a:lnTo>
                <a:lnTo>
                  <a:pt x="521830" y="43590"/>
                </a:lnTo>
                <a:lnTo>
                  <a:pt x="498472" y="43590"/>
                </a:lnTo>
                <a:lnTo>
                  <a:pt x="498472" y="89090"/>
                </a:lnTo>
                <a:cubicBezTo>
                  <a:pt x="498472" y="90896"/>
                  <a:pt x="498732" y="92566"/>
                  <a:pt x="499253" y="94100"/>
                </a:cubicBezTo>
                <a:cubicBezTo>
                  <a:pt x="499774" y="95633"/>
                  <a:pt x="500597" y="96961"/>
                  <a:pt x="501721" y="98083"/>
                </a:cubicBezTo>
                <a:cubicBezTo>
                  <a:pt x="502845" y="99206"/>
                  <a:pt x="504284" y="100082"/>
                  <a:pt x="506039" y="100713"/>
                </a:cubicBezTo>
                <a:cubicBezTo>
                  <a:pt x="507793" y="101342"/>
                  <a:pt x="509904" y="101656"/>
                  <a:pt x="512372" y="101656"/>
                </a:cubicBezTo>
                <a:cubicBezTo>
                  <a:pt x="514071" y="101656"/>
                  <a:pt x="515867" y="101519"/>
                  <a:pt x="517759" y="101245"/>
                </a:cubicBezTo>
                <a:cubicBezTo>
                  <a:pt x="519650" y="100971"/>
                  <a:pt x="521391" y="100614"/>
                  <a:pt x="522981" y="100176"/>
                </a:cubicBezTo>
                <a:lnTo>
                  <a:pt x="522981" y="110937"/>
                </a:lnTo>
                <a:close/>
                <a:moveTo>
                  <a:pt x="541047" y="110703"/>
                </a:moveTo>
                <a:lnTo>
                  <a:pt x="541047" y="32569"/>
                </a:lnTo>
                <a:lnTo>
                  <a:pt x="553795" y="32569"/>
                </a:lnTo>
                <a:lnTo>
                  <a:pt x="553795" y="110703"/>
                </a:lnTo>
                <a:lnTo>
                  <a:pt x="541047" y="110703"/>
                </a:lnTo>
                <a:moveTo>
                  <a:pt x="540718" y="14311"/>
                </a:moveTo>
                <a:lnTo>
                  <a:pt x="540718" y="0"/>
                </a:lnTo>
                <a:lnTo>
                  <a:pt x="553466" y="0"/>
                </a:lnTo>
                <a:lnTo>
                  <a:pt x="553466" y="14311"/>
                </a:lnTo>
                <a:lnTo>
                  <a:pt x="540718" y="14311"/>
                </a:lnTo>
                <a:close/>
                <a:moveTo>
                  <a:pt x="635723" y="71718"/>
                </a:moveTo>
                <a:cubicBezTo>
                  <a:pt x="635723" y="66880"/>
                  <a:pt x="635134" y="62578"/>
                  <a:pt x="633955" y="58814"/>
                </a:cubicBezTo>
                <a:cubicBezTo>
                  <a:pt x="632776" y="55047"/>
                  <a:pt x="631131" y="51859"/>
                  <a:pt x="629020" y="49247"/>
                </a:cubicBezTo>
                <a:cubicBezTo>
                  <a:pt x="626909" y="46634"/>
                  <a:pt x="624400" y="44654"/>
                  <a:pt x="621494" y="43308"/>
                </a:cubicBezTo>
                <a:cubicBezTo>
                  <a:pt x="618588" y="41961"/>
                  <a:pt x="615408" y="41287"/>
                  <a:pt x="611954" y="41287"/>
                </a:cubicBezTo>
                <a:cubicBezTo>
                  <a:pt x="608500" y="41287"/>
                  <a:pt x="605319" y="41961"/>
                  <a:pt x="602413" y="43308"/>
                </a:cubicBezTo>
                <a:cubicBezTo>
                  <a:pt x="599507" y="44654"/>
                  <a:pt x="596999" y="46634"/>
                  <a:pt x="594888" y="49247"/>
                </a:cubicBezTo>
                <a:cubicBezTo>
                  <a:pt x="592777" y="51859"/>
                  <a:pt x="591132" y="55047"/>
                  <a:pt x="589953" y="58814"/>
                </a:cubicBezTo>
                <a:cubicBezTo>
                  <a:pt x="588774" y="62578"/>
                  <a:pt x="588185" y="66880"/>
                  <a:pt x="588185" y="71718"/>
                </a:cubicBezTo>
                <a:cubicBezTo>
                  <a:pt x="588185" y="76502"/>
                  <a:pt x="588774" y="80777"/>
                  <a:pt x="589953" y="84544"/>
                </a:cubicBezTo>
                <a:cubicBezTo>
                  <a:pt x="591132" y="88310"/>
                  <a:pt x="592791" y="91485"/>
                  <a:pt x="594929" y="94069"/>
                </a:cubicBezTo>
                <a:cubicBezTo>
                  <a:pt x="597067" y="96653"/>
                  <a:pt x="599590" y="98618"/>
                  <a:pt x="602496" y="99965"/>
                </a:cubicBezTo>
                <a:cubicBezTo>
                  <a:pt x="605402" y="101312"/>
                  <a:pt x="608582" y="101985"/>
                  <a:pt x="612036" y="101985"/>
                </a:cubicBezTo>
                <a:cubicBezTo>
                  <a:pt x="615490" y="101985"/>
                  <a:pt x="618657" y="101312"/>
                  <a:pt x="621536" y="99965"/>
                </a:cubicBezTo>
                <a:cubicBezTo>
                  <a:pt x="624414" y="98618"/>
                  <a:pt x="626909" y="96653"/>
                  <a:pt x="629020" y="94069"/>
                </a:cubicBezTo>
                <a:cubicBezTo>
                  <a:pt x="631131" y="91485"/>
                  <a:pt x="632776" y="88310"/>
                  <a:pt x="633955" y="84544"/>
                </a:cubicBezTo>
                <a:cubicBezTo>
                  <a:pt x="635134" y="80777"/>
                  <a:pt x="635723" y="76502"/>
                  <a:pt x="635723" y="71718"/>
                </a:cubicBezTo>
                <a:moveTo>
                  <a:pt x="649047" y="71718"/>
                </a:moveTo>
                <a:cubicBezTo>
                  <a:pt x="649047" y="77871"/>
                  <a:pt x="648169" y="83475"/>
                  <a:pt x="646415" y="88530"/>
                </a:cubicBezTo>
                <a:cubicBezTo>
                  <a:pt x="644660" y="93585"/>
                  <a:pt x="642179" y="97911"/>
                  <a:pt x="638972" y="101509"/>
                </a:cubicBezTo>
                <a:cubicBezTo>
                  <a:pt x="635764" y="105108"/>
                  <a:pt x="631885" y="107896"/>
                  <a:pt x="627334" y="109875"/>
                </a:cubicBezTo>
                <a:cubicBezTo>
                  <a:pt x="622783" y="111853"/>
                  <a:pt x="617684" y="112841"/>
                  <a:pt x="612036" y="112841"/>
                </a:cubicBezTo>
                <a:cubicBezTo>
                  <a:pt x="606224" y="112841"/>
                  <a:pt x="601029" y="111853"/>
                  <a:pt x="596451" y="109875"/>
                </a:cubicBezTo>
                <a:cubicBezTo>
                  <a:pt x="591872" y="107896"/>
                  <a:pt x="587979" y="105108"/>
                  <a:pt x="584772" y="101509"/>
                </a:cubicBezTo>
                <a:cubicBezTo>
                  <a:pt x="581564" y="97911"/>
                  <a:pt x="579110" y="93585"/>
                  <a:pt x="577411" y="88530"/>
                </a:cubicBezTo>
                <a:cubicBezTo>
                  <a:pt x="575711" y="83475"/>
                  <a:pt x="574861" y="77871"/>
                  <a:pt x="574861" y="71718"/>
                </a:cubicBezTo>
                <a:cubicBezTo>
                  <a:pt x="574861" y="65511"/>
                  <a:pt x="575738" y="59879"/>
                  <a:pt x="577493" y="54825"/>
                </a:cubicBezTo>
                <a:cubicBezTo>
                  <a:pt x="579247" y="49770"/>
                  <a:pt x="581729" y="45430"/>
                  <a:pt x="584936" y="41804"/>
                </a:cubicBezTo>
                <a:cubicBezTo>
                  <a:pt x="588144" y="38178"/>
                  <a:pt x="592037" y="35377"/>
                  <a:pt x="596615" y="33400"/>
                </a:cubicBezTo>
                <a:cubicBezTo>
                  <a:pt x="601193" y="31421"/>
                  <a:pt x="606306" y="30431"/>
                  <a:pt x="611954" y="30431"/>
                </a:cubicBezTo>
                <a:cubicBezTo>
                  <a:pt x="617711" y="30431"/>
                  <a:pt x="622893" y="31421"/>
                  <a:pt x="627498" y="33400"/>
                </a:cubicBezTo>
                <a:cubicBezTo>
                  <a:pt x="632104" y="35377"/>
                  <a:pt x="635997" y="38178"/>
                  <a:pt x="639177" y="41804"/>
                </a:cubicBezTo>
                <a:cubicBezTo>
                  <a:pt x="642357" y="45430"/>
                  <a:pt x="644797" y="49770"/>
                  <a:pt x="646497" y="54825"/>
                </a:cubicBezTo>
                <a:cubicBezTo>
                  <a:pt x="648197" y="59879"/>
                  <a:pt x="649047" y="65511"/>
                  <a:pt x="649047" y="71718"/>
                </a:cubicBezTo>
                <a:close/>
                <a:moveTo>
                  <a:pt x="680407" y="43426"/>
                </a:moveTo>
                <a:lnTo>
                  <a:pt x="680654" y="43426"/>
                </a:lnTo>
                <a:cubicBezTo>
                  <a:pt x="682079" y="41604"/>
                  <a:pt x="683656" y="39908"/>
                  <a:pt x="685383" y="38337"/>
                </a:cubicBezTo>
                <a:cubicBezTo>
                  <a:pt x="687110" y="36764"/>
                  <a:pt x="689043" y="35385"/>
                  <a:pt x="691181" y="34199"/>
                </a:cubicBezTo>
                <a:cubicBezTo>
                  <a:pt x="693319" y="33011"/>
                  <a:pt x="695663" y="32087"/>
                  <a:pt x="698213" y="31426"/>
                </a:cubicBezTo>
                <a:cubicBezTo>
                  <a:pt x="700763" y="30763"/>
                  <a:pt x="703545" y="30431"/>
                  <a:pt x="706561" y="30431"/>
                </a:cubicBezTo>
                <a:cubicBezTo>
                  <a:pt x="710125" y="30431"/>
                  <a:pt x="713470" y="30925"/>
                  <a:pt x="716595" y="31914"/>
                </a:cubicBezTo>
                <a:cubicBezTo>
                  <a:pt x="719720" y="32901"/>
                  <a:pt x="722434" y="34493"/>
                  <a:pt x="724737" y="36689"/>
                </a:cubicBezTo>
                <a:cubicBezTo>
                  <a:pt x="727040" y="38884"/>
                  <a:pt x="728863" y="41752"/>
                  <a:pt x="730207" y="45292"/>
                </a:cubicBezTo>
                <a:cubicBezTo>
                  <a:pt x="731550" y="48832"/>
                  <a:pt x="732222" y="53181"/>
                  <a:pt x="732222" y="58341"/>
                </a:cubicBezTo>
                <a:lnTo>
                  <a:pt x="732222" y="110703"/>
                </a:lnTo>
                <a:lnTo>
                  <a:pt x="719474" y="110703"/>
                </a:lnTo>
                <a:lnTo>
                  <a:pt x="719474" y="60451"/>
                </a:lnTo>
                <a:cubicBezTo>
                  <a:pt x="719474" y="53707"/>
                  <a:pt x="718171" y="48854"/>
                  <a:pt x="715567" y="45893"/>
                </a:cubicBezTo>
                <a:cubicBezTo>
                  <a:pt x="712962" y="42932"/>
                  <a:pt x="709165" y="41452"/>
                  <a:pt x="704176" y="41452"/>
                </a:cubicBezTo>
                <a:cubicBezTo>
                  <a:pt x="699789" y="41452"/>
                  <a:pt x="695540" y="42672"/>
                  <a:pt x="691428" y="45112"/>
                </a:cubicBezTo>
                <a:cubicBezTo>
                  <a:pt x="687315" y="47552"/>
                  <a:pt x="683779" y="50910"/>
                  <a:pt x="680818" y="55187"/>
                </a:cubicBezTo>
                <a:lnTo>
                  <a:pt x="680818" y="110703"/>
                </a:lnTo>
                <a:lnTo>
                  <a:pt x="668070" y="110703"/>
                </a:lnTo>
                <a:lnTo>
                  <a:pt x="668070" y="32569"/>
                </a:lnTo>
                <a:lnTo>
                  <a:pt x="677939" y="32569"/>
                </a:lnTo>
                <a:lnTo>
                  <a:pt x="680407" y="43426"/>
                </a:lnTo>
                <a:close/>
              </a:path>
            </a:pathLst>
          </a:custGeom>
          <a:solidFill xmlns:a="http://schemas.openxmlformats.org/drawingml/2006/main">
            <a:srgbClr val="767171"/>
          </a:solidFill>
          <a:ln xmlns:a="http://schemas.openxmlformats.org/drawingml/2006/main" w="0" cap="flat">
            <a:noFill/>
            <a:miter/>
          </a:ln>
        </p:spPr>
      </p:sp>
      <p:pic>
        <p:nvPicPr>
          <p:cNvPr id="33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5612028d242486a"/>
          <a:stretch xmlns:a="http://schemas.openxmlformats.org/drawingml/2006/main"/>
        </p:blipFill>
        <p:spPr>
          <a:xfrm xmlns:a="http://schemas.openxmlformats.org/drawingml/2006/main">
            <a:off x="5409684" y="2094366"/>
            <a:ext cx="380608" cy="349914"/>
          </a:xfrm>
          <a:prstGeom xmlns:a="http://schemas.openxmlformats.org/drawingml/2006/main" prst="rect">
            <a:avLst/>
          </a:prstGeom>
        </p:spPr>
      </p:pic>
      <p:pic>
        <p:nvPicPr>
          <p:cNvPr id="33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8356400d26f4253"/>
          <a:stretch xmlns:a="http://schemas.openxmlformats.org/drawingml/2006/main"/>
        </p:blipFill>
        <p:spPr>
          <a:xfrm xmlns:a="http://schemas.openxmlformats.org/drawingml/2006/main">
            <a:off x="5933020" y="2093190"/>
            <a:ext cx="376560" cy="352265"/>
          </a:xfrm>
          <a:prstGeom xmlns:a="http://schemas.openxmlformats.org/drawingml/2006/main" prst="rect">
            <a:avLst/>
          </a:prstGeom>
        </p:spPr>
      </p:pic>
      <p:pic>
        <p:nvPicPr>
          <p:cNvPr id="33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e8229bdfb1949be"/>
          <a:stretch xmlns:a="http://schemas.openxmlformats.org/drawingml/2006/main"/>
        </p:blipFill>
        <p:spPr>
          <a:xfrm xmlns:a="http://schemas.openxmlformats.org/drawingml/2006/main">
            <a:off x="6453321" y="2093190"/>
            <a:ext cx="376560" cy="352265"/>
          </a:xfrm>
          <a:prstGeom xmlns:a="http://schemas.openxmlformats.org/drawingml/2006/main" prst="rect">
            <a:avLst/>
          </a:prstGeom>
        </p:spPr>
      </p:pic>
      <p:sp>
        <p:nvSpPr>
          <p:cNvPr id="10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8151C46-0193-47B2-B6DF-7C24CD5B5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0292" y="2284169"/>
            <a:ext cx="142728" cy="67484"/>
          </a:xfrm>
          <a:custGeom xmlns:a="http://schemas.openxmlformats.org/drawingml/2006/main">
            <a:pathLst>
              <a:path w="142728" h="67484">
                <a:moveTo>
                  <a:pt x="75244" y="67484"/>
                </a:moveTo>
                <a:lnTo>
                  <a:pt x="142728" y="33742"/>
                </a:lnTo>
                <a:lnTo>
                  <a:pt x="75244" y="0"/>
                </a:lnTo>
                <a:lnTo>
                  <a:pt x="75244" y="25306"/>
                </a:lnTo>
                <a:lnTo>
                  <a:pt x="0" y="25306"/>
                </a:lnTo>
                <a:lnTo>
                  <a:pt x="0" y="42177"/>
                </a:lnTo>
                <a:lnTo>
                  <a:pt x="75244" y="42177"/>
                </a:lnTo>
                <a:lnTo>
                  <a:pt x="75244" y="67484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2546EFB-58D1-4E72-8314-713D052D2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0592" y="2272022"/>
            <a:ext cx="142728" cy="67484"/>
          </a:xfrm>
          <a:custGeom xmlns:a="http://schemas.openxmlformats.org/drawingml/2006/main">
            <a:pathLst>
              <a:path w="142728" h="67484">
                <a:moveTo>
                  <a:pt x="0" y="25306"/>
                </a:moveTo>
                <a:lnTo>
                  <a:pt x="0" y="42177"/>
                </a:lnTo>
                <a:lnTo>
                  <a:pt x="75244" y="42177"/>
                </a:lnTo>
                <a:lnTo>
                  <a:pt x="75244" y="67484"/>
                </a:lnTo>
                <a:lnTo>
                  <a:pt x="142728" y="33742"/>
                </a:lnTo>
                <a:lnTo>
                  <a:pt x="75244" y="0"/>
                </a:lnTo>
                <a:lnTo>
                  <a:pt x="75244" y="25306"/>
                </a:lnTo>
                <a:lnTo>
                  <a:pt x="0" y="25306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EDE2BD4-05DC-4D45-8D71-6969827C4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1906" y="861104"/>
            <a:ext cx="292374" cy="67484"/>
          </a:xfrm>
          <a:custGeom xmlns:a="http://schemas.openxmlformats.org/drawingml/2006/main">
            <a:pathLst>
              <a:path w="292374" h="67484">
                <a:moveTo>
                  <a:pt x="0" y="25138"/>
                </a:moveTo>
                <a:lnTo>
                  <a:pt x="0" y="42009"/>
                </a:lnTo>
                <a:lnTo>
                  <a:pt x="224890" y="42166"/>
                </a:lnTo>
                <a:lnTo>
                  <a:pt x="224890" y="67484"/>
                </a:lnTo>
                <a:lnTo>
                  <a:pt x="292374" y="33742"/>
                </a:lnTo>
                <a:lnTo>
                  <a:pt x="224890" y="0"/>
                </a:lnTo>
                <a:lnTo>
                  <a:pt x="224890" y="25295"/>
                </a:lnTo>
                <a:lnTo>
                  <a:pt x="0" y="25138"/>
                </a:lnTo>
                <a:close/>
              </a:path>
            </a:pathLst>
          </a:custGeom>
          <a:solidFill xmlns:a="http://schemas.openxmlformats.org/drawingml/2006/main">
            <a:srgbClr val="BE510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8E94837-41F7-410D-96C7-9A58E6BF7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47819" y="3303849"/>
            <a:ext cx="7648615" cy="1619611"/>
          </a:xfrm>
          <a:custGeom xmlns:a="http://schemas.openxmlformats.org/drawingml/2006/main">
            <a:pathLst>
              <a:path w="7648615" h="1619611">
                <a:moveTo>
                  <a:pt x="0" y="75919"/>
                </a:moveTo>
                <a:cubicBezTo>
                  <a:pt x="0" y="33995"/>
                  <a:pt x="33911" y="0"/>
                  <a:pt x="75919" y="0"/>
                </a:cubicBezTo>
                <a:lnTo>
                  <a:pt x="7572695" y="0"/>
                </a:lnTo>
                <a:cubicBezTo>
                  <a:pt x="7614535" y="0"/>
                  <a:pt x="7648615" y="33995"/>
                  <a:pt x="7648615" y="75919"/>
                </a:cubicBezTo>
                <a:lnTo>
                  <a:pt x="7648615" y="1543685"/>
                </a:lnTo>
                <a:cubicBezTo>
                  <a:pt x="7648615" y="1585618"/>
                  <a:pt x="7614535" y="1619611"/>
                  <a:pt x="7572695" y="1619611"/>
                </a:cubicBezTo>
                <a:lnTo>
                  <a:pt x="75919" y="1619611"/>
                </a:lnTo>
                <a:cubicBezTo>
                  <a:pt x="33911" y="1619611"/>
                  <a:pt x="0" y="1585618"/>
                  <a:pt x="0" y="1543685"/>
                </a:cubicBezTo>
                <a:lnTo>
                  <a:pt x="0" y="75919"/>
                </a:lnTo>
                <a:close/>
              </a:path>
            </a:pathLst>
          </a:custGeom>
          <a:solidFill xmlns:a="http://schemas.openxmlformats.org/drawingml/2006/main">
            <a:srgbClr val="E2F0D9">
              <a:alpha val="47451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08" name="Text Input">
            <a:extLst xmlns:a="http://schemas.openxmlformats.org/drawingml/2006/main">
              <a:ext uri="{FF2B5EF4-FFF2-40B4-BE49-F238E27FC236}">
                <a16:creationId xmlns:a16="http://schemas.microsoft.com/office/drawing/2014/main" id="{2540560A-A90F-4AFC-80FA-76F280813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8106" y="4096219"/>
            <a:ext cx="346183" cy="136857"/>
          </a:xfrm>
          <a:custGeom xmlns:a="http://schemas.openxmlformats.org/drawingml/2006/main">
            <a:pathLst>
              <a:path w="346183" h="136857">
                <a:moveTo>
                  <a:pt x="14146" y="104781"/>
                </a:moveTo>
                <a:cubicBezTo>
                  <a:pt x="14146" y="105220"/>
                  <a:pt x="14037" y="105604"/>
                  <a:pt x="13817" y="105933"/>
                </a:cubicBezTo>
                <a:cubicBezTo>
                  <a:pt x="13598" y="106262"/>
                  <a:pt x="13214" y="106522"/>
                  <a:pt x="12666" y="106714"/>
                </a:cubicBezTo>
                <a:cubicBezTo>
                  <a:pt x="12118" y="106906"/>
                  <a:pt x="11391" y="107070"/>
                  <a:pt x="10486" y="107208"/>
                </a:cubicBezTo>
                <a:cubicBezTo>
                  <a:pt x="9582" y="107345"/>
                  <a:pt x="8444" y="107413"/>
                  <a:pt x="7073" y="107413"/>
                </a:cubicBezTo>
                <a:cubicBezTo>
                  <a:pt x="5757" y="107413"/>
                  <a:pt x="4633" y="107345"/>
                  <a:pt x="3701" y="107208"/>
                </a:cubicBezTo>
                <a:cubicBezTo>
                  <a:pt x="2769" y="107070"/>
                  <a:pt x="2029" y="106906"/>
                  <a:pt x="1480" y="106714"/>
                </a:cubicBezTo>
                <a:cubicBezTo>
                  <a:pt x="932" y="106522"/>
                  <a:pt x="548" y="106262"/>
                  <a:pt x="329" y="105933"/>
                </a:cubicBezTo>
                <a:cubicBezTo>
                  <a:pt x="110" y="105604"/>
                  <a:pt x="0" y="105220"/>
                  <a:pt x="0" y="104781"/>
                </a:cubicBezTo>
                <a:lnTo>
                  <a:pt x="0" y="2632"/>
                </a:lnTo>
                <a:cubicBezTo>
                  <a:pt x="0" y="2193"/>
                  <a:pt x="123" y="1809"/>
                  <a:pt x="370" y="1480"/>
                </a:cubicBezTo>
                <a:cubicBezTo>
                  <a:pt x="617" y="1151"/>
                  <a:pt x="1028" y="891"/>
                  <a:pt x="1604" y="699"/>
                </a:cubicBezTo>
                <a:cubicBezTo>
                  <a:pt x="2180" y="507"/>
                  <a:pt x="2920" y="343"/>
                  <a:pt x="3824" y="206"/>
                </a:cubicBezTo>
                <a:cubicBezTo>
                  <a:pt x="4729" y="69"/>
                  <a:pt x="5812" y="0"/>
                  <a:pt x="7073" y="0"/>
                </a:cubicBezTo>
                <a:cubicBezTo>
                  <a:pt x="8444" y="0"/>
                  <a:pt x="9582" y="69"/>
                  <a:pt x="10486" y="206"/>
                </a:cubicBezTo>
                <a:cubicBezTo>
                  <a:pt x="11391" y="343"/>
                  <a:pt x="12118" y="507"/>
                  <a:pt x="12666" y="699"/>
                </a:cubicBezTo>
                <a:cubicBezTo>
                  <a:pt x="13214" y="891"/>
                  <a:pt x="13598" y="1151"/>
                  <a:pt x="13817" y="1480"/>
                </a:cubicBezTo>
                <a:cubicBezTo>
                  <a:pt x="14037" y="1809"/>
                  <a:pt x="14146" y="2193"/>
                  <a:pt x="14146" y="2632"/>
                </a:cubicBezTo>
                <a:lnTo>
                  <a:pt x="14146" y="104781"/>
                </a:lnTo>
                <a:close/>
                <a:moveTo>
                  <a:pt x="104624" y="104864"/>
                </a:moveTo>
                <a:cubicBezTo>
                  <a:pt x="104624" y="105302"/>
                  <a:pt x="104515" y="105672"/>
                  <a:pt x="104295" y="105974"/>
                </a:cubicBezTo>
                <a:cubicBezTo>
                  <a:pt x="104076" y="106275"/>
                  <a:pt x="103720" y="106536"/>
                  <a:pt x="103226" y="106755"/>
                </a:cubicBezTo>
                <a:cubicBezTo>
                  <a:pt x="102733" y="106974"/>
                  <a:pt x="102047" y="107139"/>
                  <a:pt x="101170" y="107249"/>
                </a:cubicBezTo>
                <a:cubicBezTo>
                  <a:pt x="100293" y="107358"/>
                  <a:pt x="99196" y="107413"/>
                  <a:pt x="97880" y="107413"/>
                </a:cubicBezTo>
                <a:cubicBezTo>
                  <a:pt x="96509" y="107413"/>
                  <a:pt x="95385" y="107358"/>
                  <a:pt x="94508" y="107249"/>
                </a:cubicBezTo>
                <a:cubicBezTo>
                  <a:pt x="93631" y="107139"/>
                  <a:pt x="92945" y="106974"/>
                  <a:pt x="92452" y="106755"/>
                </a:cubicBezTo>
                <a:cubicBezTo>
                  <a:pt x="91958" y="106536"/>
                  <a:pt x="91602" y="106275"/>
                  <a:pt x="91383" y="105974"/>
                </a:cubicBezTo>
                <a:cubicBezTo>
                  <a:pt x="91163" y="105672"/>
                  <a:pt x="91054" y="105302"/>
                  <a:pt x="91054" y="104864"/>
                </a:cubicBezTo>
                <a:lnTo>
                  <a:pt x="91054" y="61520"/>
                </a:lnTo>
                <a:cubicBezTo>
                  <a:pt x="91054" y="57298"/>
                  <a:pt x="90725" y="53898"/>
                  <a:pt x="90067" y="51321"/>
                </a:cubicBezTo>
                <a:cubicBezTo>
                  <a:pt x="89409" y="48744"/>
                  <a:pt x="88449" y="46524"/>
                  <a:pt x="87188" y="44660"/>
                </a:cubicBezTo>
                <a:cubicBezTo>
                  <a:pt x="85927" y="42795"/>
                  <a:pt x="84296" y="41370"/>
                  <a:pt x="82295" y="40383"/>
                </a:cubicBezTo>
                <a:cubicBezTo>
                  <a:pt x="80293" y="39396"/>
                  <a:pt x="77977" y="38902"/>
                  <a:pt x="75345" y="38902"/>
                </a:cubicBezTo>
                <a:cubicBezTo>
                  <a:pt x="71945" y="38902"/>
                  <a:pt x="68546" y="40109"/>
                  <a:pt x="65146" y="42521"/>
                </a:cubicBezTo>
                <a:cubicBezTo>
                  <a:pt x="61747" y="44934"/>
                  <a:pt x="58183" y="48470"/>
                  <a:pt x="54454" y="53131"/>
                </a:cubicBezTo>
                <a:lnTo>
                  <a:pt x="54454" y="104864"/>
                </a:lnTo>
                <a:cubicBezTo>
                  <a:pt x="54454" y="105302"/>
                  <a:pt x="54345" y="105672"/>
                  <a:pt x="54125" y="105974"/>
                </a:cubicBezTo>
                <a:cubicBezTo>
                  <a:pt x="53906" y="106275"/>
                  <a:pt x="53550" y="106536"/>
                  <a:pt x="53056" y="106755"/>
                </a:cubicBezTo>
                <a:cubicBezTo>
                  <a:pt x="52563" y="106974"/>
                  <a:pt x="51877" y="107139"/>
                  <a:pt x="51000" y="107249"/>
                </a:cubicBezTo>
                <a:cubicBezTo>
                  <a:pt x="50123" y="107358"/>
                  <a:pt x="48999" y="107413"/>
                  <a:pt x="47628" y="107413"/>
                </a:cubicBezTo>
                <a:cubicBezTo>
                  <a:pt x="46312" y="107413"/>
                  <a:pt x="45215" y="107358"/>
                  <a:pt x="44338" y="107249"/>
                </a:cubicBezTo>
                <a:cubicBezTo>
                  <a:pt x="43461" y="107139"/>
                  <a:pt x="42762" y="106974"/>
                  <a:pt x="42241" y="106755"/>
                </a:cubicBezTo>
                <a:cubicBezTo>
                  <a:pt x="41720" y="106536"/>
                  <a:pt x="41364" y="106275"/>
                  <a:pt x="41172" y="105974"/>
                </a:cubicBezTo>
                <a:cubicBezTo>
                  <a:pt x="40980" y="105672"/>
                  <a:pt x="40884" y="105302"/>
                  <a:pt x="40884" y="104864"/>
                </a:cubicBezTo>
                <a:lnTo>
                  <a:pt x="40884" y="30842"/>
                </a:lnTo>
                <a:cubicBezTo>
                  <a:pt x="40884" y="30404"/>
                  <a:pt x="40966" y="30033"/>
                  <a:pt x="41131" y="29732"/>
                </a:cubicBezTo>
                <a:cubicBezTo>
                  <a:pt x="41295" y="29430"/>
                  <a:pt x="41624" y="29156"/>
                  <a:pt x="42117" y="28909"/>
                </a:cubicBezTo>
                <a:cubicBezTo>
                  <a:pt x="42611" y="28663"/>
                  <a:pt x="43241" y="28498"/>
                  <a:pt x="44009" y="28416"/>
                </a:cubicBezTo>
                <a:cubicBezTo>
                  <a:pt x="44777" y="28334"/>
                  <a:pt x="45791" y="28293"/>
                  <a:pt x="47052" y="28293"/>
                </a:cubicBezTo>
                <a:cubicBezTo>
                  <a:pt x="48258" y="28293"/>
                  <a:pt x="49259" y="28334"/>
                  <a:pt x="50054" y="28416"/>
                </a:cubicBezTo>
                <a:cubicBezTo>
                  <a:pt x="50849" y="28498"/>
                  <a:pt x="51466" y="28663"/>
                  <a:pt x="51905" y="28909"/>
                </a:cubicBezTo>
                <a:cubicBezTo>
                  <a:pt x="52343" y="29156"/>
                  <a:pt x="52659" y="29430"/>
                  <a:pt x="52851" y="29732"/>
                </a:cubicBezTo>
                <a:cubicBezTo>
                  <a:pt x="53042" y="30033"/>
                  <a:pt x="53138" y="30404"/>
                  <a:pt x="53138" y="30842"/>
                </a:cubicBezTo>
                <a:lnTo>
                  <a:pt x="53138" y="40629"/>
                </a:lnTo>
                <a:cubicBezTo>
                  <a:pt x="57306" y="35969"/>
                  <a:pt x="61459" y="32556"/>
                  <a:pt x="65599" y="30390"/>
                </a:cubicBezTo>
                <a:cubicBezTo>
                  <a:pt x="69738" y="28224"/>
                  <a:pt x="73919" y="27141"/>
                  <a:pt x="78141" y="27141"/>
                </a:cubicBezTo>
                <a:cubicBezTo>
                  <a:pt x="83076" y="27141"/>
                  <a:pt x="87229" y="27977"/>
                  <a:pt x="90601" y="29650"/>
                </a:cubicBezTo>
                <a:cubicBezTo>
                  <a:pt x="93974" y="31322"/>
                  <a:pt x="96701" y="33556"/>
                  <a:pt x="98785" y="36353"/>
                </a:cubicBezTo>
                <a:cubicBezTo>
                  <a:pt x="100868" y="39149"/>
                  <a:pt x="102363" y="42425"/>
                  <a:pt x="103267" y="46181"/>
                </a:cubicBezTo>
                <a:cubicBezTo>
                  <a:pt x="104172" y="49937"/>
                  <a:pt x="104624" y="54447"/>
                  <a:pt x="104624" y="59711"/>
                </a:cubicBezTo>
                <a:lnTo>
                  <a:pt x="104624" y="104864"/>
                </a:lnTo>
                <a:close/>
                <a:moveTo>
                  <a:pt x="197919" y="66743"/>
                </a:moveTo>
                <a:cubicBezTo>
                  <a:pt x="197919" y="73218"/>
                  <a:pt x="197220" y="79035"/>
                  <a:pt x="195822" y="84194"/>
                </a:cubicBezTo>
                <a:cubicBezTo>
                  <a:pt x="194424" y="89353"/>
                  <a:pt x="192368" y="93731"/>
                  <a:pt x="189654" y="97328"/>
                </a:cubicBezTo>
                <a:cubicBezTo>
                  <a:pt x="186940" y="100923"/>
                  <a:pt x="183581" y="103694"/>
                  <a:pt x="179579" y="105642"/>
                </a:cubicBezTo>
                <a:cubicBezTo>
                  <a:pt x="175576" y="107590"/>
                  <a:pt x="170998" y="108565"/>
                  <a:pt x="165843" y="108565"/>
                </a:cubicBezTo>
                <a:cubicBezTo>
                  <a:pt x="163650" y="108565"/>
                  <a:pt x="161621" y="108345"/>
                  <a:pt x="159757" y="107907"/>
                </a:cubicBezTo>
                <a:cubicBezTo>
                  <a:pt x="157893" y="107468"/>
                  <a:pt x="156070" y="106783"/>
                  <a:pt x="154288" y="105850"/>
                </a:cubicBezTo>
                <a:cubicBezTo>
                  <a:pt x="152506" y="104917"/>
                  <a:pt x="150738" y="103736"/>
                  <a:pt x="148983" y="102309"/>
                </a:cubicBezTo>
                <a:cubicBezTo>
                  <a:pt x="147228" y="100881"/>
                  <a:pt x="145364" y="99207"/>
                  <a:pt x="143390" y="97287"/>
                </a:cubicBezTo>
                <a:lnTo>
                  <a:pt x="143390" y="134230"/>
                </a:lnTo>
                <a:cubicBezTo>
                  <a:pt x="143390" y="134667"/>
                  <a:pt x="143281" y="135050"/>
                  <a:pt x="143061" y="135379"/>
                </a:cubicBezTo>
                <a:cubicBezTo>
                  <a:pt x="142842" y="135708"/>
                  <a:pt x="142486" y="135982"/>
                  <a:pt x="141992" y="136199"/>
                </a:cubicBezTo>
                <a:cubicBezTo>
                  <a:pt x="141499" y="136419"/>
                  <a:pt x="140813" y="136583"/>
                  <a:pt x="139936" y="136693"/>
                </a:cubicBezTo>
                <a:cubicBezTo>
                  <a:pt x="139059" y="136802"/>
                  <a:pt x="137935" y="136857"/>
                  <a:pt x="136564" y="136857"/>
                </a:cubicBezTo>
                <a:cubicBezTo>
                  <a:pt x="135248" y="136857"/>
                  <a:pt x="134151" y="136802"/>
                  <a:pt x="133274" y="136693"/>
                </a:cubicBezTo>
                <a:cubicBezTo>
                  <a:pt x="132397" y="136583"/>
                  <a:pt x="131698" y="136419"/>
                  <a:pt x="131177" y="136199"/>
                </a:cubicBezTo>
                <a:cubicBezTo>
                  <a:pt x="130656" y="135980"/>
                  <a:pt x="130300" y="135706"/>
                  <a:pt x="130108" y="135377"/>
                </a:cubicBezTo>
                <a:cubicBezTo>
                  <a:pt x="129916" y="135048"/>
                  <a:pt x="129820" y="134664"/>
                  <a:pt x="129820" y="134225"/>
                </a:cubicBezTo>
                <a:lnTo>
                  <a:pt x="129820" y="30842"/>
                </a:lnTo>
                <a:cubicBezTo>
                  <a:pt x="129820" y="30349"/>
                  <a:pt x="129902" y="29951"/>
                  <a:pt x="130066" y="29650"/>
                </a:cubicBezTo>
                <a:cubicBezTo>
                  <a:pt x="130231" y="29348"/>
                  <a:pt x="130560" y="29088"/>
                  <a:pt x="131053" y="28868"/>
                </a:cubicBezTo>
                <a:cubicBezTo>
                  <a:pt x="131547" y="28649"/>
                  <a:pt x="132177" y="28498"/>
                  <a:pt x="132945" y="28416"/>
                </a:cubicBezTo>
                <a:cubicBezTo>
                  <a:pt x="133713" y="28334"/>
                  <a:pt x="134645" y="28293"/>
                  <a:pt x="135741" y="28293"/>
                </a:cubicBezTo>
                <a:cubicBezTo>
                  <a:pt x="136893" y="28293"/>
                  <a:pt x="137839" y="28334"/>
                  <a:pt x="138579" y="28416"/>
                </a:cubicBezTo>
                <a:cubicBezTo>
                  <a:pt x="139319" y="28498"/>
                  <a:pt x="139936" y="28649"/>
                  <a:pt x="140429" y="28868"/>
                </a:cubicBezTo>
                <a:cubicBezTo>
                  <a:pt x="140923" y="29088"/>
                  <a:pt x="141266" y="29349"/>
                  <a:pt x="141458" y="29652"/>
                </a:cubicBezTo>
                <a:cubicBezTo>
                  <a:pt x="141649" y="29954"/>
                  <a:pt x="141745" y="30351"/>
                  <a:pt x="141745" y="30845"/>
                </a:cubicBezTo>
                <a:lnTo>
                  <a:pt x="141745" y="40807"/>
                </a:lnTo>
                <a:cubicBezTo>
                  <a:pt x="143993" y="38502"/>
                  <a:pt x="146159" y="36499"/>
                  <a:pt x="148243" y="34798"/>
                </a:cubicBezTo>
                <a:cubicBezTo>
                  <a:pt x="150326" y="33096"/>
                  <a:pt x="152424" y="31684"/>
                  <a:pt x="154535" y="30559"/>
                </a:cubicBezTo>
                <a:cubicBezTo>
                  <a:pt x="156646" y="29434"/>
                  <a:pt x="158811" y="28583"/>
                  <a:pt x="161032" y="28007"/>
                </a:cubicBezTo>
                <a:cubicBezTo>
                  <a:pt x="163253" y="27430"/>
                  <a:pt x="165597" y="27141"/>
                  <a:pt x="168064" y="27141"/>
                </a:cubicBezTo>
                <a:cubicBezTo>
                  <a:pt x="173437" y="27141"/>
                  <a:pt x="178016" y="28184"/>
                  <a:pt x="181799" y="30269"/>
                </a:cubicBezTo>
                <a:cubicBezTo>
                  <a:pt x="185582" y="32354"/>
                  <a:pt x="188667" y="35209"/>
                  <a:pt x="191052" y="38833"/>
                </a:cubicBezTo>
                <a:cubicBezTo>
                  <a:pt x="193437" y="42455"/>
                  <a:pt x="195178" y="46668"/>
                  <a:pt x="196274" y="51471"/>
                </a:cubicBezTo>
                <a:cubicBezTo>
                  <a:pt x="197371" y="56272"/>
                  <a:pt x="197919" y="61362"/>
                  <a:pt x="197919" y="66743"/>
                </a:cubicBezTo>
                <a:moveTo>
                  <a:pt x="183609" y="68305"/>
                </a:moveTo>
                <a:cubicBezTo>
                  <a:pt x="183609" y="64517"/>
                  <a:pt x="183321" y="60852"/>
                  <a:pt x="182745" y="57310"/>
                </a:cubicBezTo>
                <a:cubicBezTo>
                  <a:pt x="182169" y="53768"/>
                  <a:pt x="181182" y="50625"/>
                  <a:pt x="179784" y="47880"/>
                </a:cubicBezTo>
                <a:cubicBezTo>
                  <a:pt x="178386" y="45135"/>
                  <a:pt x="176508" y="42939"/>
                  <a:pt x="174150" y="41293"/>
                </a:cubicBezTo>
                <a:cubicBezTo>
                  <a:pt x="171793" y="39644"/>
                  <a:pt x="168859" y="38820"/>
                  <a:pt x="165350" y="38820"/>
                </a:cubicBezTo>
                <a:cubicBezTo>
                  <a:pt x="163595" y="38820"/>
                  <a:pt x="161868" y="39081"/>
                  <a:pt x="160168" y="39604"/>
                </a:cubicBezTo>
                <a:cubicBezTo>
                  <a:pt x="158469" y="40125"/>
                  <a:pt x="156742" y="40948"/>
                  <a:pt x="154987" y="42074"/>
                </a:cubicBezTo>
                <a:cubicBezTo>
                  <a:pt x="153232" y="43200"/>
                  <a:pt x="151396" y="44683"/>
                  <a:pt x="149477" y="46523"/>
                </a:cubicBezTo>
                <a:cubicBezTo>
                  <a:pt x="147557" y="48363"/>
                  <a:pt x="145529" y="50629"/>
                  <a:pt x="143390" y="53321"/>
                </a:cubicBezTo>
                <a:lnTo>
                  <a:pt x="143390" y="82796"/>
                </a:lnTo>
                <a:cubicBezTo>
                  <a:pt x="147119" y="87355"/>
                  <a:pt x="150655" y="90844"/>
                  <a:pt x="154000" y="93262"/>
                </a:cubicBezTo>
                <a:cubicBezTo>
                  <a:pt x="157345" y="95678"/>
                  <a:pt x="160854" y="96886"/>
                  <a:pt x="164528" y="96886"/>
                </a:cubicBezTo>
                <a:cubicBezTo>
                  <a:pt x="167927" y="96886"/>
                  <a:pt x="170847" y="96062"/>
                  <a:pt x="173287" y="94416"/>
                </a:cubicBezTo>
                <a:cubicBezTo>
                  <a:pt x="175727" y="92767"/>
                  <a:pt x="177701" y="90571"/>
                  <a:pt x="179208" y="87826"/>
                </a:cubicBezTo>
                <a:cubicBezTo>
                  <a:pt x="180716" y="85081"/>
                  <a:pt x="181827" y="82006"/>
                  <a:pt x="182539" y="78601"/>
                </a:cubicBezTo>
                <a:cubicBezTo>
                  <a:pt x="183252" y="75197"/>
                  <a:pt x="183609" y="71765"/>
                  <a:pt x="183609" y="68305"/>
                </a:cubicBezTo>
                <a:close/>
                <a:moveTo>
                  <a:pt x="282168" y="104864"/>
                </a:moveTo>
                <a:cubicBezTo>
                  <a:pt x="282168" y="105302"/>
                  <a:pt x="282072" y="105672"/>
                  <a:pt x="281880" y="105974"/>
                </a:cubicBezTo>
                <a:cubicBezTo>
                  <a:pt x="281688" y="106275"/>
                  <a:pt x="281345" y="106536"/>
                  <a:pt x="280852" y="106755"/>
                </a:cubicBezTo>
                <a:cubicBezTo>
                  <a:pt x="280358" y="106974"/>
                  <a:pt x="279714" y="107139"/>
                  <a:pt x="278919" y="107249"/>
                </a:cubicBezTo>
                <a:cubicBezTo>
                  <a:pt x="278124" y="107358"/>
                  <a:pt x="277151" y="107413"/>
                  <a:pt x="275999" y="107413"/>
                </a:cubicBezTo>
                <a:cubicBezTo>
                  <a:pt x="274738" y="107413"/>
                  <a:pt x="273710" y="107358"/>
                  <a:pt x="272915" y="107249"/>
                </a:cubicBezTo>
                <a:cubicBezTo>
                  <a:pt x="272120" y="107139"/>
                  <a:pt x="271489" y="106974"/>
                  <a:pt x="271023" y="106755"/>
                </a:cubicBezTo>
                <a:cubicBezTo>
                  <a:pt x="270557" y="106536"/>
                  <a:pt x="270242" y="106275"/>
                  <a:pt x="270077" y="105974"/>
                </a:cubicBezTo>
                <a:cubicBezTo>
                  <a:pt x="269913" y="105672"/>
                  <a:pt x="269831" y="105302"/>
                  <a:pt x="269831" y="104864"/>
                </a:cubicBezTo>
                <a:lnTo>
                  <a:pt x="269831" y="95076"/>
                </a:lnTo>
                <a:cubicBezTo>
                  <a:pt x="265609" y="99766"/>
                  <a:pt x="261442" y="103187"/>
                  <a:pt x="257329" y="105339"/>
                </a:cubicBezTo>
                <a:cubicBezTo>
                  <a:pt x="253217" y="107489"/>
                  <a:pt x="249050" y="108565"/>
                  <a:pt x="244828" y="108565"/>
                </a:cubicBezTo>
                <a:cubicBezTo>
                  <a:pt x="239893" y="108565"/>
                  <a:pt x="235740" y="107741"/>
                  <a:pt x="232368" y="106095"/>
                </a:cubicBezTo>
                <a:cubicBezTo>
                  <a:pt x="228996" y="104448"/>
                  <a:pt x="226268" y="102212"/>
                  <a:pt x="224184" y="99386"/>
                </a:cubicBezTo>
                <a:cubicBezTo>
                  <a:pt x="222101" y="96559"/>
                  <a:pt x="220607" y="93266"/>
                  <a:pt x="219702" y="89507"/>
                </a:cubicBezTo>
                <a:cubicBezTo>
                  <a:pt x="218797" y="85746"/>
                  <a:pt x="218345" y="81176"/>
                  <a:pt x="218345" y="75797"/>
                </a:cubicBezTo>
                <a:lnTo>
                  <a:pt x="218345" y="30845"/>
                </a:lnTo>
                <a:cubicBezTo>
                  <a:pt x="218345" y="30406"/>
                  <a:pt x="218441" y="30036"/>
                  <a:pt x="218633" y="29734"/>
                </a:cubicBezTo>
                <a:cubicBezTo>
                  <a:pt x="218825" y="29431"/>
                  <a:pt x="219195" y="29156"/>
                  <a:pt x="219743" y="28909"/>
                </a:cubicBezTo>
                <a:cubicBezTo>
                  <a:pt x="220291" y="28663"/>
                  <a:pt x="221004" y="28498"/>
                  <a:pt x="221881" y="28416"/>
                </a:cubicBezTo>
                <a:cubicBezTo>
                  <a:pt x="222759" y="28334"/>
                  <a:pt x="223855" y="28293"/>
                  <a:pt x="225171" y="28293"/>
                </a:cubicBezTo>
                <a:cubicBezTo>
                  <a:pt x="226487" y="28293"/>
                  <a:pt x="227584" y="28334"/>
                  <a:pt x="228461" y="28416"/>
                </a:cubicBezTo>
                <a:cubicBezTo>
                  <a:pt x="229338" y="28498"/>
                  <a:pt x="230037" y="28663"/>
                  <a:pt x="230558" y="28909"/>
                </a:cubicBezTo>
                <a:cubicBezTo>
                  <a:pt x="231079" y="29156"/>
                  <a:pt x="231449" y="29431"/>
                  <a:pt x="231669" y="29734"/>
                </a:cubicBezTo>
                <a:cubicBezTo>
                  <a:pt x="231888" y="30036"/>
                  <a:pt x="231998" y="30406"/>
                  <a:pt x="231998" y="30845"/>
                </a:cubicBezTo>
                <a:lnTo>
                  <a:pt x="231998" y="73993"/>
                </a:lnTo>
                <a:cubicBezTo>
                  <a:pt x="231998" y="78330"/>
                  <a:pt x="232313" y="81802"/>
                  <a:pt x="232943" y="84410"/>
                </a:cubicBezTo>
                <a:cubicBezTo>
                  <a:pt x="233574" y="87018"/>
                  <a:pt x="234534" y="89242"/>
                  <a:pt x="235822" y="91082"/>
                </a:cubicBezTo>
                <a:cubicBezTo>
                  <a:pt x="237111" y="92921"/>
                  <a:pt x="238742" y="94348"/>
                  <a:pt x="240716" y="95364"/>
                </a:cubicBezTo>
                <a:cubicBezTo>
                  <a:pt x="242690" y="96378"/>
                  <a:pt x="244992" y="96886"/>
                  <a:pt x="247624" y="96886"/>
                </a:cubicBezTo>
                <a:cubicBezTo>
                  <a:pt x="251024" y="96886"/>
                  <a:pt x="254410" y="95673"/>
                  <a:pt x="257782" y="93246"/>
                </a:cubicBezTo>
                <a:cubicBezTo>
                  <a:pt x="261154" y="90820"/>
                  <a:pt x="264731" y="87263"/>
                  <a:pt x="268515" y="82575"/>
                </a:cubicBezTo>
                <a:lnTo>
                  <a:pt x="268515" y="30842"/>
                </a:lnTo>
                <a:cubicBezTo>
                  <a:pt x="268515" y="30404"/>
                  <a:pt x="268611" y="30033"/>
                  <a:pt x="268803" y="29732"/>
                </a:cubicBezTo>
                <a:cubicBezTo>
                  <a:pt x="268995" y="29430"/>
                  <a:pt x="269365" y="29156"/>
                  <a:pt x="269913" y="28909"/>
                </a:cubicBezTo>
                <a:cubicBezTo>
                  <a:pt x="270461" y="28663"/>
                  <a:pt x="271160" y="28498"/>
                  <a:pt x="272010" y="28416"/>
                </a:cubicBezTo>
                <a:cubicBezTo>
                  <a:pt x="272860" y="28334"/>
                  <a:pt x="273970" y="28293"/>
                  <a:pt x="275341" y="28293"/>
                </a:cubicBezTo>
                <a:cubicBezTo>
                  <a:pt x="276657" y="28293"/>
                  <a:pt x="277754" y="28334"/>
                  <a:pt x="278631" y="28416"/>
                </a:cubicBezTo>
                <a:cubicBezTo>
                  <a:pt x="279508" y="28498"/>
                  <a:pt x="280194" y="28663"/>
                  <a:pt x="280687" y="28909"/>
                </a:cubicBezTo>
                <a:cubicBezTo>
                  <a:pt x="281181" y="29156"/>
                  <a:pt x="281551" y="29430"/>
                  <a:pt x="281797" y="29732"/>
                </a:cubicBezTo>
                <a:cubicBezTo>
                  <a:pt x="282044" y="30033"/>
                  <a:pt x="282168" y="30404"/>
                  <a:pt x="282168" y="30842"/>
                </a:cubicBezTo>
                <a:lnTo>
                  <a:pt x="282168" y="104864"/>
                </a:lnTo>
                <a:close/>
                <a:moveTo>
                  <a:pt x="346183" y="99518"/>
                </a:moveTo>
                <a:cubicBezTo>
                  <a:pt x="346183" y="101108"/>
                  <a:pt x="346073" y="102369"/>
                  <a:pt x="345854" y="103301"/>
                </a:cubicBezTo>
                <a:cubicBezTo>
                  <a:pt x="345634" y="104233"/>
                  <a:pt x="345305" y="104918"/>
                  <a:pt x="344867" y="105357"/>
                </a:cubicBezTo>
                <a:cubicBezTo>
                  <a:pt x="344428" y="105796"/>
                  <a:pt x="343770" y="106207"/>
                  <a:pt x="342893" y="106591"/>
                </a:cubicBezTo>
                <a:cubicBezTo>
                  <a:pt x="342016" y="106974"/>
                  <a:pt x="341015" y="107290"/>
                  <a:pt x="339891" y="107536"/>
                </a:cubicBezTo>
                <a:cubicBezTo>
                  <a:pt x="338767" y="107783"/>
                  <a:pt x="337574" y="107989"/>
                  <a:pt x="336313" y="108153"/>
                </a:cubicBezTo>
                <a:cubicBezTo>
                  <a:pt x="335052" y="108318"/>
                  <a:pt x="333791" y="108400"/>
                  <a:pt x="332530" y="108400"/>
                </a:cubicBezTo>
                <a:cubicBezTo>
                  <a:pt x="328692" y="108400"/>
                  <a:pt x="325402" y="107892"/>
                  <a:pt x="322660" y="106876"/>
                </a:cubicBezTo>
                <a:cubicBezTo>
                  <a:pt x="319919" y="105858"/>
                  <a:pt x="317671" y="104319"/>
                  <a:pt x="315916" y="102257"/>
                </a:cubicBezTo>
                <a:cubicBezTo>
                  <a:pt x="314162" y="100196"/>
                  <a:pt x="312887" y="97586"/>
                  <a:pt x="312092" y="94426"/>
                </a:cubicBezTo>
                <a:cubicBezTo>
                  <a:pt x="311297" y="91266"/>
                  <a:pt x="310899" y="87543"/>
                  <a:pt x="310899" y="83256"/>
                </a:cubicBezTo>
                <a:lnTo>
                  <a:pt x="310899" y="39889"/>
                </a:lnTo>
                <a:lnTo>
                  <a:pt x="300536" y="39889"/>
                </a:lnTo>
                <a:cubicBezTo>
                  <a:pt x="299714" y="39889"/>
                  <a:pt x="299056" y="39451"/>
                  <a:pt x="298562" y="38573"/>
                </a:cubicBezTo>
                <a:cubicBezTo>
                  <a:pt x="298069" y="37696"/>
                  <a:pt x="297822" y="36270"/>
                  <a:pt x="297822" y="34297"/>
                </a:cubicBezTo>
                <a:cubicBezTo>
                  <a:pt x="297822" y="33255"/>
                  <a:pt x="297891" y="32377"/>
                  <a:pt x="298028" y="31665"/>
                </a:cubicBezTo>
                <a:cubicBezTo>
                  <a:pt x="298165" y="30952"/>
                  <a:pt x="298343" y="30362"/>
                  <a:pt x="298562" y="29896"/>
                </a:cubicBezTo>
                <a:cubicBezTo>
                  <a:pt x="298782" y="29430"/>
                  <a:pt x="299070" y="29101"/>
                  <a:pt x="299426" y="28909"/>
                </a:cubicBezTo>
                <a:cubicBezTo>
                  <a:pt x="299782" y="28718"/>
                  <a:pt x="300180" y="28622"/>
                  <a:pt x="300619" y="28622"/>
                </a:cubicBezTo>
                <a:lnTo>
                  <a:pt x="310899" y="28622"/>
                </a:lnTo>
                <a:lnTo>
                  <a:pt x="310899" y="11021"/>
                </a:lnTo>
                <a:cubicBezTo>
                  <a:pt x="310899" y="10637"/>
                  <a:pt x="310995" y="10281"/>
                  <a:pt x="311187" y="9952"/>
                </a:cubicBezTo>
                <a:cubicBezTo>
                  <a:pt x="311379" y="9623"/>
                  <a:pt x="311735" y="9335"/>
                  <a:pt x="312256" y="9088"/>
                </a:cubicBezTo>
                <a:cubicBezTo>
                  <a:pt x="312777" y="8841"/>
                  <a:pt x="313476" y="8663"/>
                  <a:pt x="314354" y="8554"/>
                </a:cubicBezTo>
                <a:cubicBezTo>
                  <a:pt x="315231" y="8444"/>
                  <a:pt x="316328" y="8389"/>
                  <a:pt x="317643" y="8389"/>
                </a:cubicBezTo>
                <a:cubicBezTo>
                  <a:pt x="319014" y="8389"/>
                  <a:pt x="320138" y="8444"/>
                  <a:pt x="321016" y="8554"/>
                </a:cubicBezTo>
                <a:cubicBezTo>
                  <a:pt x="321893" y="8663"/>
                  <a:pt x="322578" y="8841"/>
                  <a:pt x="323072" y="9088"/>
                </a:cubicBezTo>
                <a:cubicBezTo>
                  <a:pt x="323565" y="9335"/>
                  <a:pt x="323922" y="9623"/>
                  <a:pt x="324141" y="9952"/>
                </a:cubicBezTo>
                <a:cubicBezTo>
                  <a:pt x="324360" y="10281"/>
                  <a:pt x="324470" y="10637"/>
                  <a:pt x="324470" y="11021"/>
                </a:cubicBezTo>
                <a:lnTo>
                  <a:pt x="324470" y="28622"/>
                </a:lnTo>
                <a:lnTo>
                  <a:pt x="343469" y="28622"/>
                </a:lnTo>
                <a:cubicBezTo>
                  <a:pt x="343907" y="28622"/>
                  <a:pt x="344291" y="28718"/>
                  <a:pt x="344620" y="28909"/>
                </a:cubicBezTo>
                <a:cubicBezTo>
                  <a:pt x="344949" y="29101"/>
                  <a:pt x="345237" y="29430"/>
                  <a:pt x="345484" y="29896"/>
                </a:cubicBezTo>
                <a:cubicBezTo>
                  <a:pt x="345730" y="30362"/>
                  <a:pt x="345909" y="30952"/>
                  <a:pt x="346018" y="31665"/>
                </a:cubicBezTo>
                <a:cubicBezTo>
                  <a:pt x="346128" y="32377"/>
                  <a:pt x="346183" y="33255"/>
                  <a:pt x="346183" y="34297"/>
                </a:cubicBezTo>
                <a:cubicBezTo>
                  <a:pt x="346183" y="36270"/>
                  <a:pt x="345936" y="37696"/>
                  <a:pt x="345443" y="38573"/>
                </a:cubicBezTo>
                <a:cubicBezTo>
                  <a:pt x="344949" y="39451"/>
                  <a:pt x="344291" y="39889"/>
                  <a:pt x="343469" y="39889"/>
                </a:cubicBezTo>
                <a:lnTo>
                  <a:pt x="324470" y="39889"/>
                </a:lnTo>
                <a:lnTo>
                  <a:pt x="324470" y="81297"/>
                </a:lnTo>
                <a:cubicBezTo>
                  <a:pt x="324470" y="86410"/>
                  <a:pt x="325224" y="90273"/>
                  <a:pt x="326732" y="92886"/>
                </a:cubicBezTo>
                <a:cubicBezTo>
                  <a:pt x="328239" y="95498"/>
                  <a:pt x="330940" y="96803"/>
                  <a:pt x="334833" y="96803"/>
                </a:cubicBezTo>
                <a:cubicBezTo>
                  <a:pt x="336094" y="96803"/>
                  <a:pt x="337218" y="96680"/>
                  <a:pt x="338205" y="96433"/>
                </a:cubicBezTo>
                <a:cubicBezTo>
                  <a:pt x="339192" y="96187"/>
                  <a:pt x="340069" y="95926"/>
                  <a:pt x="340837" y="95652"/>
                </a:cubicBezTo>
                <a:cubicBezTo>
                  <a:pt x="341604" y="95378"/>
                  <a:pt x="342262" y="95117"/>
                  <a:pt x="342811" y="94871"/>
                </a:cubicBezTo>
                <a:cubicBezTo>
                  <a:pt x="343359" y="94624"/>
                  <a:pt x="343852" y="94501"/>
                  <a:pt x="344291" y="94501"/>
                </a:cubicBezTo>
                <a:cubicBezTo>
                  <a:pt x="344565" y="94501"/>
                  <a:pt x="344826" y="94569"/>
                  <a:pt x="345072" y="94706"/>
                </a:cubicBezTo>
                <a:cubicBezTo>
                  <a:pt x="345319" y="94843"/>
                  <a:pt x="345511" y="95104"/>
                  <a:pt x="345648" y="95487"/>
                </a:cubicBezTo>
                <a:cubicBezTo>
                  <a:pt x="345785" y="95871"/>
                  <a:pt x="345909" y="96392"/>
                  <a:pt x="346018" y="97050"/>
                </a:cubicBezTo>
                <a:cubicBezTo>
                  <a:pt x="346128" y="97708"/>
                  <a:pt x="346183" y="98531"/>
                  <a:pt x="346183" y="99518"/>
                </a:cubicBezTo>
                <a:close/>
              </a:path>
            </a:pathLst>
          </a:custGeom>
          <a:solidFill xmlns:a="http://schemas.openxmlformats.org/drawingml/2006/main">
            <a:srgbClr val="54823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9" name="Text Defense">
            <a:extLst xmlns:a="http://schemas.openxmlformats.org/drawingml/2006/main">
              <a:ext uri="{FF2B5EF4-FFF2-40B4-BE49-F238E27FC236}">
                <a16:creationId xmlns:a16="http://schemas.microsoft.com/office/drawing/2014/main" id="{B88EC26C-C472-4A4B-92E6-EC57BE76A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658" y="4285056"/>
            <a:ext cx="549956" cy="123072"/>
          </a:xfrm>
          <a:custGeom xmlns:a="http://schemas.openxmlformats.org/drawingml/2006/main">
            <a:pathLst>
              <a:path w="549956" h="123072">
                <a:moveTo>
                  <a:pt x="88940" y="65557"/>
                </a:moveTo>
                <a:cubicBezTo>
                  <a:pt x="88940" y="71956"/>
                  <a:pt x="88147" y="77973"/>
                  <a:pt x="86561" y="83607"/>
                </a:cubicBezTo>
                <a:cubicBezTo>
                  <a:pt x="84975" y="89241"/>
                  <a:pt x="82582" y="94314"/>
                  <a:pt x="79382" y="98827"/>
                </a:cubicBezTo>
                <a:cubicBezTo>
                  <a:pt x="76182" y="103340"/>
                  <a:pt x="72189" y="107237"/>
                  <a:pt x="67403" y="110519"/>
                </a:cubicBezTo>
                <a:cubicBezTo>
                  <a:pt x="62616" y="113801"/>
                  <a:pt x="57023" y="116344"/>
                  <a:pt x="50624" y="118149"/>
                </a:cubicBezTo>
                <a:cubicBezTo>
                  <a:pt x="46959" y="119189"/>
                  <a:pt x="42993" y="119913"/>
                  <a:pt x="38727" y="120324"/>
                </a:cubicBezTo>
                <a:cubicBezTo>
                  <a:pt x="34460" y="120734"/>
                  <a:pt x="29838" y="120939"/>
                  <a:pt x="24861" y="120939"/>
                </a:cubicBezTo>
                <a:lnTo>
                  <a:pt x="0" y="120939"/>
                </a:lnTo>
                <a:lnTo>
                  <a:pt x="0" y="11159"/>
                </a:lnTo>
                <a:lnTo>
                  <a:pt x="25107" y="11159"/>
                </a:lnTo>
                <a:cubicBezTo>
                  <a:pt x="30084" y="11159"/>
                  <a:pt x="34706" y="11364"/>
                  <a:pt x="38973" y="11774"/>
                </a:cubicBezTo>
                <a:cubicBezTo>
                  <a:pt x="43239" y="12184"/>
                  <a:pt x="47205" y="12909"/>
                  <a:pt x="50870" y="13948"/>
                </a:cubicBezTo>
                <a:cubicBezTo>
                  <a:pt x="57270" y="15753"/>
                  <a:pt x="62863" y="18269"/>
                  <a:pt x="67649" y="21497"/>
                </a:cubicBezTo>
                <a:cubicBezTo>
                  <a:pt x="72435" y="24724"/>
                  <a:pt x="76401" y="28539"/>
                  <a:pt x="79546" y="32942"/>
                </a:cubicBezTo>
                <a:cubicBezTo>
                  <a:pt x="82691" y="37346"/>
                  <a:pt x="85043" y="42296"/>
                  <a:pt x="86602" y="47793"/>
                </a:cubicBezTo>
                <a:cubicBezTo>
                  <a:pt x="88161" y="53290"/>
                  <a:pt x="88940" y="59211"/>
                  <a:pt x="88940" y="65557"/>
                </a:cubicBezTo>
                <a:moveTo>
                  <a:pt x="75648" y="65557"/>
                </a:moveTo>
                <a:cubicBezTo>
                  <a:pt x="75648" y="55020"/>
                  <a:pt x="73320" y="46477"/>
                  <a:pt x="68664" y="39927"/>
                </a:cubicBezTo>
                <a:cubicBezTo>
                  <a:pt x="64008" y="33375"/>
                  <a:pt x="57329" y="28734"/>
                  <a:pt x="48626" y="26004"/>
                </a:cubicBezTo>
                <a:cubicBezTo>
                  <a:pt x="45302" y="24967"/>
                  <a:pt x="41588" y="24257"/>
                  <a:pt x="37486" y="23876"/>
                </a:cubicBezTo>
                <a:cubicBezTo>
                  <a:pt x="33383" y="23493"/>
                  <a:pt x="28755" y="23302"/>
                  <a:pt x="23602" y="23302"/>
                </a:cubicBezTo>
                <a:lnTo>
                  <a:pt x="13374" y="23302"/>
                </a:lnTo>
                <a:lnTo>
                  <a:pt x="13374" y="108796"/>
                </a:lnTo>
                <a:lnTo>
                  <a:pt x="23602" y="108796"/>
                </a:lnTo>
                <a:cubicBezTo>
                  <a:pt x="28755" y="108796"/>
                  <a:pt x="33383" y="108605"/>
                  <a:pt x="37486" y="108224"/>
                </a:cubicBezTo>
                <a:cubicBezTo>
                  <a:pt x="41588" y="107841"/>
                  <a:pt x="45302" y="107131"/>
                  <a:pt x="48626" y="106093"/>
                </a:cubicBezTo>
                <a:cubicBezTo>
                  <a:pt x="57329" y="103364"/>
                  <a:pt x="64008" y="98587"/>
                  <a:pt x="68664" y="91763"/>
                </a:cubicBezTo>
                <a:cubicBezTo>
                  <a:pt x="73320" y="84938"/>
                  <a:pt x="75648" y="76202"/>
                  <a:pt x="75648" y="65557"/>
                </a:cubicBezTo>
                <a:close/>
                <a:moveTo>
                  <a:pt x="141993" y="51854"/>
                </a:moveTo>
                <a:cubicBezTo>
                  <a:pt x="139057" y="51854"/>
                  <a:pt x="136329" y="52429"/>
                  <a:pt x="133809" y="53577"/>
                </a:cubicBezTo>
                <a:cubicBezTo>
                  <a:pt x="131289" y="54726"/>
                  <a:pt x="129088" y="56285"/>
                  <a:pt x="127204" y="58254"/>
                </a:cubicBezTo>
                <a:cubicBezTo>
                  <a:pt x="125322" y="60223"/>
                  <a:pt x="123799" y="62534"/>
                  <a:pt x="122635" y="65187"/>
                </a:cubicBezTo>
                <a:cubicBezTo>
                  <a:pt x="121473" y="67840"/>
                  <a:pt x="120753" y="70671"/>
                  <a:pt x="120476" y="73679"/>
                </a:cubicBezTo>
                <a:lnTo>
                  <a:pt x="160352" y="73679"/>
                </a:lnTo>
                <a:cubicBezTo>
                  <a:pt x="160352" y="70616"/>
                  <a:pt x="159950" y="67758"/>
                  <a:pt x="159146" y="65105"/>
                </a:cubicBezTo>
                <a:cubicBezTo>
                  <a:pt x="158343" y="62452"/>
                  <a:pt x="157166" y="60141"/>
                  <a:pt x="155616" y="58172"/>
                </a:cubicBezTo>
                <a:cubicBezTo>
                  <a:pt x="154065" y="56203"/>
                  <a:pt x="152154" y="54658"/>
                  <a:pt x="149883" y="53536"/>
                </a:cubicBezTo>
                <a:cubicBezTo>
                  <a:pt x="147613" y="52415"/>
                  <a:pt x="144983" y="51854"/>
                  <a:pt x="141993" y="51854"/>
                </a:cubicBezTo>
                <a:moveTo>
                  <a:pt x="148701" y="111914"/>
                </a:moveTo>
                <a:cubicBezTo>
                  <a:pt x="152912" y="111914"/>
                  <a:pt x="156755" y="111572"/>
                  <a:pt x="160228" y="110888"/>
                </a:cubicBezTo>
                <a:cubicBezTo>
                  <a:pt x="163702" y="110204"/>
                  <a:pt x="167162" y="109233"/>
                  <a:pt x="170608" y="107975"/>
                </a:cubicBezTo>
                <a:lnTo>
                  <a:pt x="170608" y="118619"/>
                </a:lnTo>
                <a:cubicBezTo>
                  <a:pt x="167818" y="119993"/>
                  <a:pt x="164372" y="121078"/>
                  <a:pt x="160269" y="121875"/>
                </a:cubicBezTo>
                <a:cubicBezTo>
                  <a:pt x="156167" y="122673"/>
                  <a:pt x="151764" y="123072"/>
                  <a:pt x="147060" y="123072"/>
                </a:cubicBezTo>
                <a:cubicBezTo>
                  <a:pt x="141480" y="123072"/>
                  <a:pt x="136243" y="122360"/>
                  <a:pt x="131347" y="120936"/>
                </a:cubicBezTo>
                <a:cubicBezTo>
                  <a:pt x="126452" y="119511"/>
                  <a:pt x="122215" y="117208"/>
                  <a:pt x="118635" y="114029"/>
                </a:cubicBezTo>
                <a:cubicBezTo>
                  <a:pt x="115056" y="110850"/>
                  <a:pt x="112252" y="106698"/>
                  <a:pt x="110225" y="101573"/>
                </a:cubicBezTo>
                <a:cubicBezTo>
                  <a:pt x="108198" y="96449"/>
                  <a:pt x="107184" y="90269"/>
                  <a:pt x="107184" y="83035"/>
                </a:cubicBezTo>
                <a:cubicBezTo>
                  <a:pt x="107184" y="75911"/>
                  <a:pt x="108166" y="69732"/>
                  <a:pt x="110130" y="64498"/>
                </a:cubicBezTo>
                <a:cubicBezTo>
                  <a:pt x="112094" y="59262"/>
                  <a:pt x="114713" y="54890"/>
                  <a:pt x="117986" y="51383"/>
                </a:cubicBezTo>
                <a:cubicBezTo>
                  <a:pt x="121262" y="47875"/>
                  <a:pt x="125027" y="45244"/>
                  <a:pt x="129283" y="43491"/>
                </a:cubicBezTo>
                <a:cubicBezTo>
                  <a:pt x="133540" y="41737"/>
                  <a:pt x="137987" y="40860"/>
                  <a:pt x="142624" y="40860"/>
                </a:cubicBezTo>
                <a:cubicBezTo>
                  <a:pt x="146990" y="40860"/>
                  <a:pt x="151068" y="41587"/>
                  <a:pt x="154859" y="43042"/>
                </a:cubicBezTo>
                <a:cubicBezTo>
                  <a:pt x="158652" y="44497"/>
                  <a:pt x="161940" y="46789"/>
                  <a:pt x="164723" y="49919"/>
                </a:cubicBezTo>
                <a:cubicBezTo>
                  <a:pt x="167506" y="53048"/>
                  <a:pt x="169702" y="57084"/>
                  <a:pt x="171310" y="62026"/>
                </a:cubicBezTo>
                <a:cubicBezTo>
                  <a:pt x="172920" y="66968"/>
                  <a:pt x="173725" y="72897"/>
                  <a:pt x="173725" y="79815"/>
                </a:cubicBezTo>
                <a:cubicBezTo>
                  <a:pt x="173725" y="80473"/>
                  <a:pt x="173725" y="81035"/>
                  <a:pt x="173725" y="81502"/>
                </a:cubicBezTo>
                <a:cubicBezTo>
                  <a:pt x="173725" y="81969"/>
                  <a:pt x="173698" y="83026"/>
                  <a:pt x="173643" y="84674"/>
                </a:cubicBezTo>
                <a:lnTo>
                  <a:pt x="119820" y="84674"/>
                </a:lnTo>
                <a:cubicBezTo>
                  <a:pt x="119820" y="89636"/>
                  <a:pt x="120572" y="93849"/>
                  <a:pt x="122076" y="97312"/>
                </a:cubicBezTo>
                <a:cubicBezTo>
                  <a:pt x="123580" y="100775"/>
                  <a:pt x="125631" y="103583"/>
                  <a:pt x="128230" y="105737"/>
                </a:cubicBezTo>
                <a:cubicBezTo>
                  <a:pt x="130828" y="107891"/>
                  <a:pt x="133877" y="109459"/>
                  <a:pt x="137378" y="110442"/>
                </a:cubicBezTo>
                <a:cubicBezTo>
                  <a:pt x="140879" y="111423"/>
                  <a:pt x="144653" y="111914"/>
                  <a:pt x="148701" y="111914"/>
                </a:cubicBezTo>
                <a:close/>
                <a:moveTo>
                  <a:pt x="239915" y="12143"/>
                </a:moveTo>
                <a:cubicBezTo>
                  <a:pt x="238274" y="11815"/>
                  <a:pt x="236469" y="11569"/>
                  <a:pt x="234500" y="11405"/>
                </a:cubicBezTo>
                <a:cubicBezTo>
                  <a:pt x="232531" y="11241"/>
                  <a:pt x="230835" y="11159"/>
                  <a:pt x="229413" y="11159"/>
                </a:cubicBezTo>
                <a:cubicBezTo>
                  <a:pt x="226569" y="11159"/>
                  <a:pt x="224011" y="11514"/>
                  <a:pt x="221741" y="12225"/>
                </a:cubicBezTo>
                <a:cubicBezTo>
                  <a:pt x="219471" y="12936"/>
                  <a:pt x="217571" y="14071"/>
                  <a:pt x="216039" y="15630"/>
                </a:cubicBezTo>
                <a:cubicBezTo>
                  <a:pt x="214507" y="17189"/>
                  <a:pt x="213331" y="19240"/>
                  <a:pt x="212511" y="21784"/>
                </a:cubicBezTo>
                <a:cubicBezTo>
                  <a:pt x="211690" y="24327"/>
                  <a:pt x="211280" y="27404"/>
                  <a:pt x="211280" y="31014"/>
                </a:cubicBezTo>
                <a:lnTo>
                  <a:pt x="211280" y="42993"/>
                </a:lnTo>
                <a:lnTo>
                  <a:pt x="234500" y="42993"/>
                </a:lnTo>
                <a:lnTo>
                  <a:pt x="234500" y="53988"/>
                </a:lnTo>
                <a:lnTo>
                  <a:pt x="211280" y="53988"/>
                </a:lnTo>
                <a:lnTo>
                  <a:pt x="211280" y="120939"/>
                </a:lnTo>
                <a:lnTo>
                  <a:pt x="198563" y="120939"/>
                </a:lnTo>
                <a:lnTo>
                  <a:pt x="198563" y="53988"/>
                </a:lnTo>
                <a:lnTo>
                  <a:pt x="184861" y="53988"/>
                </a:lnTo>
                <a:lnTo>
                  <a:pt x="184861" y="42993"/>
                </a:lnTo>
                <a:lnTo>
                  <a:pt x="198563" y="42993"/>
                </a:lnTo>
                <a:lnTo>
                  <a:pt x="198563" y="31073"/>
                </a:lnTo>
                <a:cubicBezTo>
                  <a:pt x="198563" y="25429"/>
                  <a:pt x="199315" y="20675"/>
                  <a:pt x="200819" y="16812"/>
                </a:cubicBezTo>
                <a:cubicBezTo>
                  <a:pt x="202323" y="12947"/>
                  <a:pt x="204388" y="9769"/>
                  <a:pt x="207014" y="7277"/>
                </a:cubicBezTo>
                <a:cubicBezTo>
                  <a:pt x="209639" y="4783"/>
                  <a:pt x="212730" y="2947"/>
                  <a:pt x="216285" y="1769"/>
                </a:cubicBezTo>
                <a:cubicBezTo>
                  <a:pt x="219841" y="590"/>
                  <a:pt x="223669" y="0"/>
                  <a:pt x="227772" y="0"/>
                </a:cubicBezTo>
                <a:cubicBezTo>
                  <a:pt x="230397" y="0"/>
                  <a:pt x="232818" y="138"/>
                  <a:pt x="235033" y="413"/>
                </a:cubicBezTo>
                <a:cubicBezTo>
                  <a:pt x="237248" y="688"/>
                  <a:pt x="238876" y="991"/>
                  <a:pt x="239915" y="1323"/>
                </a:cubicBezTo>
                <a:lnTo>
                  <a:pt x="239915" y="12143"/>
                </a:lnTo>
                <a:close/>
                <a:moveTo>
                  <a:pt x="277597" y="51854"/>
                </a:moveTo>
                <a:cubicBezTo>
                  <a:pt x="274660" y="51854"/>
                  <a:pt x="271932" y="52429"/>
                  <a:pt x="269413" y="53577"/>
                </a:cubicBezTo>
                <a:cubicBezTo>
                  <a:pt x="266893" y="54726"/>
                  <a:pt x="264692" y="56285"/>
                  <a:pt x="262808" y="58254"/>
                </a:cubicBezTo>
                <a:cubicBezTo>
                  <a:pt x="260926" y="60223"/>
                  <a:pt x="259403" y="62534"/>
                  <a:pt x="258239" y="65187"/>
                </a:cubicBezTo>
                <a:cubicBezTo>
                  <a:pt x="257076" y="67840"/>
                  <a:pt x="256357" y="70671"/>
                  <a:pt x="256080" y="73679"/>
                </a:cubicBezTo>
                <a:lnTo>
                  <a:pt x="295955" y="73679"/>
                </a:lnTo>
                <a:cubicBezTo>
                  <a:pt x="295955" y="70616"/>
                  <a:pt x="295554" y="67758"/>
                  <a:pt x="294750" y="65105"/>
                </a:cubicBezTo>
                <a:cubicBezTo>
                  <a:pt x="293947" y="62452"/>
                  <a:pt x="292770" y="60141"/>
                  <a:pt x="291220" y="58172"/>
                </a:cubicBezTo>
                <a:cubicBezTo>
                  <a:pt x="289669" y="56203"/>
                  <a:pt x="287758" y="54658"/>
                  <a:pt x="285486" y="53536"/>
                </a:cubicBezTo>
                <a:cubicBezTo>
                  <a:pt x="283216" y="52415"/>
                  <a:pt x="280587" y="51854"/>
                  <a:pt x="277597" y="51854"/>
                </a:cubicBezTo>
                <a:moveTo>
                  <a:pt x="284304" y="111914"/>
                </a:moveTo>
                <a:cubicBezTo>
                  <a:pt x="288516" y="111914"/>
                  <a:pt x="292359" y="111572"/>
                  <a:pt x="295832" y="110888"/>
                </a:cubicBezTo>
                <a:cubicBezTo>
                  <a:pt x="299306" y="110204"/>
                  <a:pt x="302765" y="109233"/>
                  <a:pt x="306211" y="107975"/>
                </a:cubicBezTo>
                <a:lnTo>
                  <a:pt x="306211" y="118619"/>
                </a:lnTo>
                <a:cubicBezTo>
                  <a:pt x="303422" y="119993"/>
                  <a:pt x="299976" y="121078"/>
                  <a:pt x="295873" y="121875"/>
                </a:cubicBezTo>
                <a:cubicBezTo>
                  <a:pt x="291771" y="122673"/>
                  <a:pt x="287368" y="123072"/>
                  <a:pt x="282664" y="123072"/>
                </a:cubicBezTo>
                <a:cubicBezTo>
                  <a:pt x="277084" y="123072"/>
                  <a:pt x="271847" y="122360"/>
                  <a:pt x="266951" y="120936"/>
                </a:cubicBezTo>
                <a:cubicBezTo>
                  <a:pt x="262056" y="119511"/>
                  <a:pt x="257818" y="117208"/>
                  <a:pt x="254239" y="114029"/>
                </a:cubicBezTo>
                <a:cubicBezTo>
                  <a:pt x="250660" y="110850"/>
                  <a:pt x="247856" y="106698"/>
                  <a:pt x="245829" y="101573"/>
                </a:cubicBezTo>
                <a:cubicBezTo>
                  <a:pt x="243802" y="96449"/>
                  <a:pt x="242788" y="90269"/>
                  <a:pt x="242788" y="83035"/>
                </a:cubicBezTo>
                <a:cubicBezTo>
                  <a:pt x="242788" y="75911"/>
                  <a:pt x="243770" y="69732"/>
                  <a:pt x="245734" y="64498"/>
                </a:cubicBezTo>
                <a:cubicBezTo>
                  <a:pt x="247698" y="59262"/>
                  <a:pt x="250317" y="54890"/>
                  <a:pt x="253590" y="51383"/>
                </a:cubicBezTo>
                <a:cubicBezTo>
                  <a:pt x="256865" y="47875"/>
                  <a:pt x="260631" y="45244"/>
                  <a:pt x="264887" y="43491"/>
                </a:cubicBezTo>
                <a:cubicBezTo>
                  <a:pt x="269144" y="41737"/>
                  <a:pt x="273590" y="40860"/>
                  <a:pt x="278228" y="40860"/>
                </a:cubicBezTo>
                <a:cubicBezTo>
                  <a:pt x="282593" y="40860"/>
                  <a:pt x="286672" y="41587"/>
                  <a:pt x="290463" y="43042"/>
                </a:cubicBezTo>
                <a:cubicBezTo>
                  <a:pt x="294256" y="44497"/>
                  <a:pt x="297544" y="46789"/>
                  <a:pt x="300327" y="49919"/>
                </a:cubicBezTo>
                <a:cubicBezTo>
                  <a:pt x="303110" y="53048"/>
                  <a:pt x="305305" y="57084"/>
                  <a:pt x="306914" y="62026"/>
                </a:cubicBezTo>
                <a:cubicBezTo>
                  <a:pt x="308524" y="66968"/>
                  <a:pt x="309329" y="72897"/>
                  <a:pt x="309329" y="79815"/>
                </a:cubicBezTo>
                <a:cubicBezTo>
                  <a:pt x="309329" y="80473"/>
                  <a:pt x="309329" y="81035"/>
                  <a:pt x="309329" y="81502"/>
                </a:cubicBezTo>
                <a:cubicBezTo>
                  <a:pt x="309329" y="81969"/>
                  <a:pt x="309302" y="83026"/>
                  <a:pt x="309247" y="84674"/>
                </a:cubicBezTo>
                <a:lnTo>
                  <a:pt x="255424" y="84674"/>
                </a:lnTo>
                <a:cubicBezTo>
                  <a:pt x="255424" y="89636"/>
                  <a:pt x="256176" y="93849"/>
                  <a:pt x="257680" y="97312"/>
                </a:cubicBezTo>
                <a:cubicBezTo>
                  <a:pt x="259184" y="100775"/>
                  <a:pt x="261235" y="103583"/>
                  <a:pt x="263833" y="105737"/>
                </a:cubicBezTo>
                <a:cubicBezTo>
                  <a:pt x="266432" y="107891"/>
                  <a:pt x="269481" y="109459"/>
                  <a:pt x="272982" y="110442"/>
                </a:cubicBezTo>
                <a:cubicBezTo>
                  <a:pt x="276483" y="111423"/>
                  <a:pt x="280257" y="111914"/>
                  <a:pt x="284304" y="111914"/>
                </a:cubicBezTo>
                <a:close/>
                <a:moveTo>
                  <a:pt x="342535" y="53824"/>
                </a:moveTo>
                <a:lnTo>
                  <a:pt x="342782" y="53824"/>
                </a:lnTo>
                <a:cubicBezTo>
                  <a:pt x="344204" y="52007"/>
                  <a:pt x="345776" y="50314"/>
                  <a:pt x="347499" y="48747"/>
                </a:cubicBezTo>
                <a:cubicBezTo>
                  <a:pt x="349222" y="47178"/>
                  <a:pt x="351151" y="45802"/>
                  <a:pt x="353284" y="44619"/>
                </a:cubicBezTo>
                <a:cubicBezTo>
                  <a:pt x="355417" y="43434"/>
                  <a:pt x="357755" y="42512"/>
                  <a:pt x="360299" y="41852"/>
                </a:cubicBezTo>
                <a:cubicBezTo>
                  <a:pt x="362842" y="41191"/>
                  <a:pt x="365618" y="40860"/>
                  <a:pt x="368627" y="40860"/>
                </a:cubicBezTo>
                <a:cubicBezTo>
                  <a:pt x="372182" y="40860"/>
                  <a:pt x="375519" y="41353"/>
                  <a:pt x="378637" y="42339"/>
                </a:cubicBezTo>
                <a:cubicBezTo>
                  <a:pt x="381754" y="43324"/>
                  <a:pt x="384462" y="44912"/>
                  <a:pt x="386759" y="47103"/>
                </a:cubicBezTo>
                <a:cubicBezTo>
                  <a:pt x="389057" y="49293"/>
                  <a:pt x="390876" y="52154"/>
                  <a:pt x="392216" y="55685"/>
                </a:cubicBezTo>
                <a:cubicBezTo>
                  <a:pt x="393556" y="59217"/>
                  <a:pt x="394226" y="63556"/>
                  <a:pt x="394226" y="68703"/>
                </a:cubicBezTo>
                <a:lnTo>
                  <a:pt x="394226" y="120939"/>
                </a:lnTo>
                <a:lnTo>
                  <a:pt x="381508" y="120939"/>
                </a:lnTo>
                <a:lnTo>
                  <a:pt x="381508" y="70808"/>
                </a:lnTo>
                <a:cubicBezTo>
                  <a:pt x="381508" y="64080"/>
                  <a:pt x="380209" y="59239"/>
                  <a:pt x="377611" y="56285"/>
                </a:cubicBezTo>
                <a:cubicBezTo>
                  <a:pt x="375013" y="53331"/>
                  <a:pt x="371225" y="51854"/>
                  <a:pt x="366247" y="51854"/>
                </a:cubicBezTo>
                <a:cubicBezTo>
                  <a:pt x="361871" y="51854"/>
                  <a:pt x="357632" y="53072"/>
                  <a:pt x="353530" y="55506"/>
                </a:cubicBezTo>
                <a:cubicBezTo>
                  <a:pt x="349428" y="57940"/>
                  <a:pt x="345899" y="61290"/>
                  <a:pt x="342946" y="65557"/>
                </a:cubicBezTo>
                <a:lnTo>
                  <a:pt x="342946" y="120939"/>
                </a:lnTo>
                <a:lnTo>
                  <a:pt x="330228" y="120939"/>
                </a:lnTo>
                <a:lnTo>
                  <a:pt x="330228" y="42993"/>
                </a:lnTo>
                <a:lnTo>
                  <a:pt x="340074" y="42993"/>
                </a:lnTo>
                <a:lnTo>
                  <a:pt x="342535" y="53824"/>
                </a:lnTo>
                <a:close/>
                <a:moveTo>
                  <a:pt x="428308" y="63716"/>
                </a:moveTo>
                <a:cubicBezTo>
                  <a:pt x="428308" y="65852"/>
                  <a:pt x="428763" y="67606"/>
                  <a:pt x="429672" y="68977"/>
                </a:cubicBezTo>
                <a:cubicBezTo>
                  <a:pt x="430582" y="70348"/>
                  <a:pt x="431798" y="71458"/>
                  <a:pt x="433321" y="72308"/>
                </a:cubicBezTo>
                <a:cubicBezTo>
                  <a:pt x="434846" y="73157"/>
                  <a:pt x="436610" y="73856"/>
                  <a:pt x="438615" y="74405"/>
                </a:cubicBezTo>
                <a:cubicBezTo>
                  <a:pt x="440621" y="74952"/>
                  <a:pt x="442693" y="75444"/>
                  <a:pt x="444833" y="75882"/>
                </a:cubicBezTo>
                <a:cubicBezTo>
                  <a:pt x="447775" y="76540"/>
                  <a:pt x="450556" y="77266"/>
                  <a:pt x="453176" y="78061"/>
                </a:cubicBezTo>
                <a:cubicBezTo>
                  <a:pt x="455797" y="78856"/>
                  <a:pt x="458216" y="80048"/>
                  <a:pt x="460435" y="81638"/>
                </a:cubicBezTo>
                <a:cubicBezTo>
                  <a:pt x="462654" y="83228"/>
                  <a:pt x="464445" y="85379"/>
                  <a:pt x="465809" y="88092"/>
                </a:cubicBezTo>
                <a:cubicBezTo>
                  <a:pt x="467173" y="90804"/>
                  <a:pt x="467855" y="94326"/>
                  <a:pt x="467855" y="98655"/>
                </a:cubicBezTo>
                <a:cubicBezTo>
                  <a:pt x="467855" y="102602"/>
                  <a:pt x="467090" y="106097"/>
                  <a:pt x="465558" y="109139"/>
                </a:cubicBezTo>
                <a:cubicBezTo>
                  <a:pt x="464026" y="112180"/>
                  <a:pt x="461866" y="114729"/>
                  <a:pt x="459076" y="116785"/>
                </a:cubicBezTo>
                <a:cubicBezTo>
                  <a:pt x="456287" y="118840"/>
                  <a:pt x="452950" y="120401"/>
                  <a:pt x="449066" y="121470"/>
                </a:cubicBezTo>
                <a:cubicBezTo>
                  <a:pt x="445183" y="122538"/>
                  <a:pt x="440916" y="123072"/>
                  <a:pt x="436267" y="123072"/>
                </a:cubicBezTo>
                <a:cubicBezTo>
                  <a:pt x="433423" y="123072"/>
                  <a:pt x="430838" y="122922"/>
                  <a:pt x="428513" y="122621"/>
                </a:cubicBezTo>
                <a:cubicBezTo>
                  <a:pt x="426189" y="122320"/>
                  <a:pt x="424137" y="121937"/>
                  <a:pt x="422360" y="121472"/>
                </a:cubicBezTo>
                <a:cubicBezTo>
                  <a:pt x="420582" y="121007"/>
                  <a:pt x="419064" y="120529"/>
                  <a:pt x="417806" y="120037"/>
                </a:cubicBezTo>
                <a:cubicBezTo>
                  <a:pt x="416548" y="119544"/>
                  <a:pt x="415509" y="119079"/>
                  <a:pt x="414688" y="118642"/>
                </a:cubicBezTo>
                <a:lnTo>
                  <a:pt x="414688" y="107975"/>
                </a:lnTo>
                <a:cubicBezTo>
                  <a:pt x="417910" y="109288"/>
                  <a:pt x="421105" y="110327"/>
                  <a:pt x="424272" y="111093"/>
                </a:cubicBezTo>
                <a:cubicBezTo>
                  <a:pt x="427442" y="111859"/>
                  <a:pt x="430933" y="112242"/>
                  <a:pt x="434746" y="112242"/>
                </a:cubicBezTo>
                <a:cubicBezTo>
                  <a:pt x="437755" y="112242"/>
                  <a:pt x="440467" y="111968"/>
                  <a:pt x="442882" y="111419"/>
                </a:cubicBezTo>
                <a:cubicBezTo>
                  <a:pt x="445299" y="110870"/>
                  <a:pt x="447380" y="110061"/>
                  <a:pt x="449125" y="108991"/>
                </a:cubicBezTo>
                <a:cubicBezTo>
                  <a:pt x="450871" y="107919"/>
                  <a:pt x="452213" y="106574"/>
                  <a:pt x="453153" y="104955"/>
                </a:cubicBezTo>
                <a:cubicBezTo>
                  <a:pt x="454094" y="103335"/>
                  <a:pt x="454564" y="101454"/>
                  <a:pt x="454564" y="99314"/>
                </a:cubicBezTo>
                <a:cubicBezTo>
                  <a:pt x="454564" y="97121"/>
                  <a:pt x="454134" y="95313"/>
                  <a:pt x="453274" y="93889"/>
                </a:cubicBezTo>
                <a:cubicBezTo>
                  <a:pt x="452416" y="92463"/>
                  <a:pt x="451261" y="91285"/>
                  <a:pt x="449810" y="90353"/>
                </a:cubicBezTo>
                <a:cubicBezTo>
                  <a:pt x="448360" y="89421"/>
                  <a:pt x="446683" y="88654"/>
                  <a:pt x="444777" y="88051"/>
                </a:cubicBezTo>
                <a:cubicBezTo>
                  <a:pt x="442871" y="87447"/>
                  <a:pt x="440871" y="86899"/>
                  <a:pt x="438777" y="86407"/>
                </a:cubicBezTo>
                <a:cubicBezTo>
                  <a:pt x="436039" y="85804"/>
                  <a:pt x="433259" y="85091"/>
                  <a:pt x="430439" y="84269"/>
                </a:cubicBezTo>
                <a:cubicBezTo>
                  <a:pt x="427620" y="83446"/>
                  <a:pt x="425056" y="82296"/>
                  <a:pt x="422747" y="80817"/>
                </a:cubicBezTo>
                <a:cubicBezTo>
                  <a:pt x="420439" y="79337"/>
                  <a:pt x="418573" y="77323"/>
                  <a:pt x="417150" y="74774"/>
                </a:cubicBezTo>
                <a:cubicBezTo>
                  <a:pt x="415727" y="72225"/>
                  <a:pt x="415016" y="68950"/>
                  <a:pt x="415016" y="64949"/>
                </a:cubicBezTo>
                <a:cubicBezTo>
                  <a:pt x="415016" y="60838"/>
                  <a:pt x="415753" y="57276"/>
                  <a:pt x="417227" y="54262"/>
                </a:cubicBezTo>
                <a:cubicBezTo>
                  <a:pt x="418702" y="51247"/>
                  <a:pt x="420695" y="48753"/>
                  <a:pt x="423206" y="46780"/>
                </a:cubicBezTo>
                <a:cubicBezTo>
                  <a:pt x="425719" y="44806"/>
                  <a:pt x="428641" y="43326"/>
                  <a:pt x="431972" y="42339"/>
                </a:cubicBezTo>
                <a:cubicBezTo>
                  <a:pt x="435304" y="41353"/>
                  <a:pt x="438826" y="40860"/>
                  <a:pt x="442538" y="40860"/>
                </a:cubicBezTo>
                <a:cubicBezTo>
                  <a:pt x="446853" y="40860"/>
                  <a:pt x="450853" y="41269"/>
                  <a:pt x="454538" y="42086"/>
                </a:cubicBezTo>
                <a:cubicBezTo>
                  <a:pt x="458225" y="42901"/>
                  <a:pt x="461570" y="43934"/>
                  <a:pt x="464573" y="45185"/>
                </a:cubicBezTo>
                <a:lnTo>
                  <a:pt x="464573" y="55957"/>
                </a:lnTo>
                <a:cubicBezTo>
                  <a:pt x="461379" y="54723"/>
                  <a:pt x="458144" y="53717"/>
                  <a:pt x="454869" y="52939"/>
                </a:cubicBezTo>
                <a:cubicBezTo>
                  <a:pt x="451594" y="52160"/>
                  <a:pt x="448225" y="51743"/>
                  <a:pt x="444764" y="51690"/>
                </a:cubicBezTo>
                <a:cubicBezTo>
                  <a:pt x="441834" y="51690"/>
                  <a:pt x="439331" y="51993"/>
                  <a:pt x="437254" y="52598"/>
                </a:cubicBezTo>
                <a:cubicBezTo>
                  <a:pt x="435177" y="53201"/>
                  <a:pt x="433473" y="54039"/>
                  <a:pt x="432141" y="55111"/>
                </a:cubicBezTo>
                <a:cubicBezTo>
                  <a:pt x="430811" y="56181"/>
                  <a:pt x="429840" y="57443"/>
                  <a:pt x="429226" y="58898"/>
                </a:cubicBezTo>
                <a:cubicBezTo>
                  <a:pt x="428614" y="60352"/>
                  <a:pt x="428308" y="61958"/>
                  <a:pt x="428308" y="63716"/>
                </a:cubicBezTo>
                <a:close/>
                <a:moveTo>
                  <a:pt x="518223" y="51854"/>
                </a:moveTo>
                <a:cubicBezTo>
                  <a:pt x="515287" y="51854"/>
                  <a:pt x="512559" y="52429"/>
                  <a:pt x="510039" y="53577"/>
                </a:cubicBezTo>
                <a:cubicBezTo>
                  <a:pt x="507520" y="54726"/>
                  <a:pt x="505318" y="56285"/>
                  <a:pt x="503434" y="58254"/>
                </a:cubicBezTo>
                <a:cubicBezTo>
                  <a:pt x="501552" y="60223"/>
                  <a:pt x="500029" y="62534"/>
                  <a:pt x="498865" y="65187"/>
                </a:cubicBezTo>
                <a:cubicBezTo>
                  <a:pt x="497703" y="67840"/>
                  <a:pt x="496983" y="70671"/>
                  <a:pt x="496706" y="73679"/>
                </a:cubicBezTo>
                <a:lnTo>
                  <a:pt x="536582" y="73679"/>
                </a:lnTo>
                <a:cubicBezTo>
                  <a:pt x="536582" y="70616"/>
                  <a:pt x="536180" y="67758"/>
                  <a:pt x="535377" y="65105"/>
                </a:cubicBezTo>
                <a:cubicBezTo>
                  <a:pt x="534573" y="62452"/>
                  <a:pt x="533396" y="60141"/>
                  <a:pt x="531846" y="58172"/>
                </a:cubicBezTo>
                <a:cubicBezTo>
                  <a:pt x="530296" y="56203"/>
                  <a:pt x="528385" y="54658"/>
                  <a:pt x="526113" y="53536"/>
                </a:cubicBezTo>
                <a:cubicBezTo>
                  <a:pt x="523843" y="52415"/>
                  <a:pt x="521213" y="51854"/>
                  <a:pt x="518223" y="51854"/>
                </a:cubicBezTo>
                <a:moveTo>
                  <a:pt x="524931" y="111914"/>
                </a:moveTo>
                <a:cubicBezTo>
                  <a:pt x="529143" y="111914"/>
                  <a:pt x="532985" y="111572"/>
                  <a:pt x="536459" y="110888"/>
                </a:cubicBezTo>
                <a:cubicBezTo>
                  <a:pt x="539932" y="110204"/>
                  <a:pt x="543392" y="109233"/>
                  <a:pt x="546838" y="107975"/>
                </a:cubicBezTo>
                <a:lnTo>
                  <a:pt x="546838" y="118619"/>
                </a:lnTo>
                <a:cubicBezTo>
                  <a:pt x="544048" y="119993"/>
                  <a:pt x="540602" y="121078"/>
                  <a:pt x="536500" y="121875"/>
                </a:cubicBezTo>
                <a:cubicBezTo>
                  <a:pt x="532397" y="122673"/>
                  <a:pt x="527994" y="123072"/>
                  <a:pt x="523290" y="123072"/>
                </a:cubicBezTo>
                <a:cubicBezTo>
                  <a:pt x="517711" y="123072"/>
                  <a:pt x="512473" y="122360"/>
                  <a:pt x="507578" y="120936"/>
                </a:cubicBezTo>
                <a:cubicBezTo>
                  <a:pt x="502682" y="119511"/>
                  <a:pt x="498445" y="117208"/>
                  <a:pt x="494865" y="114029"/>
                </a:cubicBezTo>
                <a:cubicBezTo>
                  <a:pt x="491286" y="110850"/>
                  <a:pt x="488483" y="106698"/>
                  <a:pt x="486455" y="101573"/>
                </a:cubicBezTo>
                <a:cubicBezTo>
                  <a:pt x="484428" y="96449"/>
                  <a:pt x="483414" y="90269"/>
                  <a:pt x="483414" y="83035"/>
                </a:cubicBezTo>
                <a:cubicBezTo>
                  <a:pt x="483414" y="75911"/>
                  <a:pt x="484396" y="69732"/>
                  <a:pt x="486361" y="64498"/>
                </a:cubicBezTo>
                <a:cubicBezTo>
                  <a:pt x="488325" y="59262"/>
                  <a:pt x="490943" y="54890"/>
                  <a:pt x="494217" y="51383"/>
                </a:cubicBezTo>
                <a:cubicBezTo>
                  <a:pt x="497492" y="47875"/>
                  <a:pt x="501257" y="45244"/>
                  <a:pt x="505514" y="43491"/>
                </a:cubicBezTo>
                <a:cubicBezTo>
                  <a:pt x="509770" y="41737"/>
                  <a:pt x="514217" y="40860"/>
                  <a:pt x="518854" y="40860"/>
                </a:cubicBezTo>
                <a:cubicBezTo>
                  <a:pt x="523220" y="40860"/>
                  <a:pt x="527298" y="41587"/>
                  <a:pt x="531090" y="43042"/>
                </a:cubicBezTo>
                <a:cubicBezTo>
                  <a:pt x="534883" y="44497"/>
                  <a:pt x="538171" y="46789"/>
                  <a:pt x="540953" y="49919"/>
                </a:cubicBezTo>
                <a:cubicBezTo>
                  <a:pt x="543736" y="53048"/>
                  <a:pt x="545932" y="57084"/>
                  <a:pt x="547540" y="62026"/>
                </a:cubicBezTo>
                <a:cubicBezTo>
                  <a:pt x="549150" y="66968"/>
                  <a:pt x="549956" y="72897"/>
                  <a:pt x="549956" y="79815"/>
                </a:cubicBezTo>
                <a:cubicBezTo>
                  <a:pt x="549956" y="80473"/>
                  <a:pt x="549956" y="81035"/>
                  <a:pt x="549956" y="81502"/>
                </a:cubicBezTo>
                <a:cubicBezTo>
                  <a:pt x="549956" y="81969"/>
                  <a:pt x="549928" y="83026"/>
                  <a:pt x="549873" y="84674"/>
                </a:cubicBezTo>
                <a:lnTo>
                  <a:pt x="496050" y="84674"/>
                </a:lnTo>
                <a:cubicBezTo>
                  <a:pt x="496050" y="89636"/>
                  <a:pt x="496802" y="93849"/>
                  <a:pt x="498306" y="97312"/>
                </a:cubicBezTo>
                <a:cubicBezTo>
                  <a:pt x="499810" y="100775"/>
                  <a:pt x="501862" y="103583"/>
                  <a:pt x="504460" y="105737"/>
                </a:cubicBezTo>
                <a:cubicBezTo>
                  <a:pt x="507058" y="107891"/>
                  <a:pt x="510107" y="109459"/>
                  <a:pt x="513608" y="110442"/>
                </a:cubicBezTo>
                <a:cubicBezTo>
                  <a:pt x="517109" y="111423"/>
                  <a:pt x="520883" y="111914"/>
                  <a:pt x="524931" y="111914"/>
                </a:cubicBezTo>
                <a:close/>
              </a:path>
            </a:pathLst>
          </a:custGeom>
          <a:solidFill xmlns:a="http://schemas.openxmlformats.org/drawingml/2006/main">
            <a:srgbClr val="54823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0" name="Text Doctor">
            <a:extLst xmlns:a="http://schemas.openxmlformats.org/drawingml/2006/main">
              <a:ext uri="{FF2B5EF4-FFF2-40B4-BE49-F238E27FC236}">
                <a16:creationId xmlns:a16="http://schemas.microsoft.com/office/drawing/2014/main" id="{EE613A6F-6736-4B99-A99F-AB2143B58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6706" y="4000197"/>
            <a:ext cx="450259" cy="107811"/>
          </a:xfrm>
          <a:custGeom xmlns:a="http://schemas.openxmlformats.org/drawingml/2006/main">
            <a:pathLst>
              <a:path w="450259" h="107811">
                <a:moveTo>
                  <a:pt x="81638" y="51526"/>
                </a:moveTo>
                <a:cubicBezTo>
                  <a:pt x="81638" y="60716"/>
                  <a:pt x="80462" y="68743"/>
                  <a:pt x="78110" y="75607"/>
                </a:cubicBezTo>
                <a:cubicBezTo>
                  <a:pt x="75758" y="82472"/>
                  <a:pt x="72325" y="88161"/>
                  <a:pt x="67813" y="92673"/>
                </a:cubicBezTo>
                <a:cubicBezTo>
                  <a:pt x="63300" y="97186"/>
                  <a:pt x="57762" y="100564"/>
                  <a:pt x="51198" y="102806"/>
                </a:cubicBezTo>
                <a:cubicBezTo>
                  <a:pt x="44634" y="105049"/>
                  <a:pt x="36812" y="106170"/>
                  <a:pt x="27732" y="106170"/>
                </a:cubicBezTo>
                <a:lnTo>
                  <a:pt x="5251" y="106170"/>
                </a:lnTo>
                <a:cubicBezTo>
                  <a:pt x="3993" y="106170"/>
                  <a:pt x="2803" y="105746"/>
                  <a:pt x="1682" y="104899"/>
                </a:cubicBezTo>
                <a:cubicBezTo>
                  <a:pt x="561" y="104051"/>
                  <a:pt x="0" y="102560"/>
                  <a:pt x="0" y="100427"/>
                </a:cubicBezTo>
                <a:lnTo>
                  <a:pt x="0" y="5743"/>
                </a:lnTo>
                <a:cubicBezTo>
                  <a:pt x="0" y="3610"/>
                  <a:pt x="561" y="2120"/>
                  <a:pt x="1682" y="1272"/>
                </a:cubicBezTo>
                <a:cubicBezTo>
                  <a:pt x="2803" y="424"/>
                  <a:pt x="3993" y="0"/>
                  <a:pt x="5251" y="0"/>
                </a:cubicBezTo>
                <a:lnTo>
                  <a:pt x="29291" y="0"/>
                </a:lnTo>
                <a:cubicBezTo>
                  <a:pt x="38481" y="0"/>
                  <a:pt x="46248" y="1190"/>
                  <a:pt x="52593" y="3569"/>
                </a:cubicBezTo>
                <a:cubicBezTo>
                  <a:pt x="58938" y="5948"/>
                  <a:pt x="64257" y="9367"/>
                  <a:pt x="68551" y="13825"/>
                </a:cubicBezTo>
                <a:cubicBezTo>
                  <a:pt x="72845" y="18283"/>
                  <a:pt x="76100" y="23685"/>
                  <a:pt x="78315" y="30030"/>
                </a:cubicBezTo>
                <a:cubicBezTo>
                  <a:pt x="80530" y="36375"/>
                  <a:pt x="81638" y="43540"/>
                  <a:pt x="81638" y="51526"/>
                </a:cubicBezTo>
                <a:moveTo>
                  <a:pt x="66787" y="52101"/>
                </a:moveTo>
                <a:cubicBezTo>
                  <a:pt x="66787" y="46357"/>
                  <a:pt x="66076" y="41010"/>
                  <a:pt x="64654" y="36060"/>
                </a:cubicBezTo>
                <a:cubicBezTo>
                  <a:pt x="63232" y="31110"/>
                  <a:pt x="61003" y="26830"/>
                  <a:pt x="57967" y="23220"/>
                </a:cubicBezTo>
                <a:cubicBezTo>
                  <a:pt x="54931" y="19610"/>
                  <a:pt x="51089" y="16793"/>
                  <a:pt x="46439" y="14769"/>
                </a:cubicBezTo>
                <a:cubicBezTo>
                  <a:pt x="41790" y="12745"/>
                  <a:pt x="35800" y="11733"/>
                  <a:pt x="28471" y="11733"/>
                </a:cubicBezTo>
                <a:lnTo>
                  <a:pt x="14112" y="11733"/>
                </a:lnTo>
                <a:lnTo>
                  <a:pt x="14112" y="94355"/>
                </a:lnTo>
                <a:lnTo>
                  <a:pt x="28635" y="94355"/>
                </a:lnTo>
                <a:cubicBezTo>
                  <a:pt x="35417" y="94355"/>
                  <a:pt x="41133" y="93508"/>
                  <a:pt x="45783" y="91812"/>
                </a:cubicBezTo>
                <a:cubicBezTo>
                  <a:pt x="50432" y="90116"/>
                  <a:pt x="54316" y="87518"/>
                  <a:pt x="57434" y="84017"/>
                </a:cubicBezTo>
                <a:cubicBezTo>
                  <a:pt x="60552" y="80517"/>
                  <a:pt x="62890" y="76127"/>
                  <a:pt x="64449" y="70849"/>
                </a:cubicBezTo>
                <a:cubicBezTo>
                  <a:pt x="66008" y="65570"/>
                  <a:pt x="66787" y="59321"/>
                  <a:pt x="66787" y="52101"/>
                </a:cubicBezTo>
                <a:close/>
                <a:moveTo>
                  <a:pt x="170457" y="66418"/>
                </a:moveTo>
                <a:cubicBezTo>
                  <a:pt x="170457" y="72440"/>
                  <a:pt x="169664" y="77983"/>
                  <a:pt x="168078" y="83048"/>
                </a:cubicBezTo>
                <a:cubicBezTo>
                  <a:pt x="166491" y="88113"/>
                  <a:pt x="164126" y="92480"/>
                  <a:pt x="160980" y="96150"/>
                </a:cubicBezTo>
                <a:cubicBezTo>
                  <a:pt x="157835" y="99818"/>
                  <a:pt x="153897" y="102679"/>
                  <a:pt x="149165" y="104732"/>
                </a:cubicBezTo>
                <a:cubicBezTo>
                  <a:pt x="144434" y="106785"/>
                  <a:pt x="138950" y="107811"/>
                  <a:pt x="132715" y="107811"/>
                </a:cubicBezTo>
                <a:cubicBezTo>
                  <a:pt x="126643" y="107811"/>
                  <a:pt x="121351" y="106908"/>
                  <a:pt x="116838" y="105101"/>
                </a:cubicBezTo>
                <a:cubicBezTo>
                  <a:pt x="112326" y="103294"/>
                  <a:pt x="108565" y="100666"/>
                  <a:pt x="105557" y="97217"/>
                </a:cubicBezTo>
                <a:cubicBezTo>
                  <a:pt x="102548" y="93767"/>
                  <a:pt x="100306" y="89579"/>
                  <a:pt x="98829" y="84651"/>
                </a:cubicBezTo>
                <a:cubicBezTo>
                  <a:pt x="97352" y="79723"/>
                  <a:pt x="96614" y="74137"/>
                  <a:pt x="96614" y="67895"/>
                </a:cubicBezTo>
                <a:cubicBezTo>
                  <a:pt x="96614" y="61873"/>
                  <a:pt x="97393" y="56330"/>
                  <a:pt x="98952" y="51265"/>
                </a:cubicBezTo>
                <a:cubicBezTo>
                  <a:pt x="100511" y="46200"/>
                  <a:pt x="102863" y="41833"/>
                  <a:pt x="106008" y="38165"/>
                </a:cubicBezTo>
                <a:cubicBezTo>
                  <a:pt x="109153" y="34495"/>
                  <a:pt x="113078" y="31648"/>
                  <a:pt x="117782" y="29622"/>
                </a:cubicBezTo>
                <a:cubicBezTo>
                  <a:pt x="122486" y="27596"/>
                  <a:pt x="127983" y="26584"/>
                  <a:pt x="134274" y="26584"/>
                </a:cubicBezTo>
                <a:cubicBezTo>
                  <a:pt x="140345" y="26584"/>
                  <a:pt x="145637" y="27487"/>
                  <a:pt x="150150" y="29294"/>
                </a:cubicBezTo>
                <a:cubicBezTo>
                  <a:pt x="154663" y="31101"/>
                  <a:pt x="158423" y="33729"/>
                  <a:pt x="161432" y="37178"/>
                </a:cubicBezTo>
                <a:cubicBezTo>
                  <a:pt x="164440" y="40628"/>
                  <a:pt x="166696" y="44816"/>
                  <a:pt x="168201" y="49744"/>
                </a:cubicBezTo>
                <a:cubicBezTo>
                  <a:pt x="169705" y="54672"/>
                  <a:pt x="170457" y="60230"/>
                  <a:pt x="170457" y="66418"/>
                </a:cubicBezTo>
                <a:moveTo>
                  <a:pt x="156181" y="67321"/>
                </a:moveTo>
                <a:cubicBezTo>
                  <a:pt x="156181" y="63322"/>
                  <a:pt x="155811" y="59543"/>
                  <a:pt x="155073" y="55983"/>
                </a:cubicBezTo>
                <a:cubicBezTo>
                  <a:pt x="154334" y="52422"/>
                  <a:pt x="153117" y="49300"/>
                  <a:pt x="151422" y="46616"/>
                </a:cubicBezTo>
                <a:cubicBezTo>
                  <a:pt x="149726" y="43933"/>
                  <a:pt x="147429" y="41810"/>
                  <a:pt x="144530" y="40250"/>
                </a:cubicBezTo>
                <a:cubicBezTo>
                  <a:pt x="141631" y="38687"/>
                  <a:pt x="138021" y="37906"/>
                  <a:pt x="133699" y="37906"/>
                </a:cubicBezTo>
                <a:cubicBezTo>
                  <a:pt x="129706" y="37906"/>
                  <a:pt x="126274" y="38618"/>
                  <a:pt x="123402" y="40042"/>
                </a:cubicBezTo>
                <a:cubicBezTo>
                  <a:pt x="120531" y="41466"/>
                  <a:pt x="118165" y="43480"/>
                  <a:pt x="116305" y="46083"/>
                </a:cubicBezTo>
                <a:cubicBezTo>
                  <a:pt x="114445" y="48684"/>
                  <a:pt x="113064" y="51766"/>
                  <a:pt x="112162" y="55326"/>
                </a:cubicBezTo>
                <a:cubicBezTo>
                  <a:pt x="111259" y="58885"/>
                  <a:pt x="110808" y="62774"/>
                  <a:pt x="110808" y="66992"/>
                </a:cubicBezTo>
                <a:cubicBezTo>
                  <a:pt x="110808" y="71045"/>
                  <a:pt x="111177" y="74852"/>
                  <a:pt x="111916" y="78412"/>
                </a:cubicBezTo>
                <a:cubicBezTo>
                  <a:pt x="112654" y="81973"/>
                  <a:pt x="113885" y="85081"/>
                  <a:pt x="115608" y="87738"/>
                </a:cubicBezTo>
                <a:cubicBezTo>
                  <a:pt x="117331" y="90394"/>
                  <a:pt x="119642" y="92503"/>
                  <a:pt x="122541" y="94066"/>
                </a:cubicBezTo>
                <a:cubicBezTo>
                  <a:pt x="125440" y="95626"/>
                  <a:pt x="129050" y="96407"/>
                  <a:pt x="133371" y="96407"/>
                </a:cubicBezTo>
                <a:cubicBezTo>
                  <a:pt x="137309" y="96407"/>
                  <a:pt x="140728" y="95695"/>
                  <a:pt x="143627" y="94271"/>
                </a:cubicBezTo>
                <a:cubicBezTo>
                  <a:pt x="146526" y="92847"/>
                  <a:pt x="148906" y="90848"/>
                  <a:pt x="150765" y="88274"/>
                </a:cubicBezTo>
                <a:cubicBezTo>
                  <a:pt x="152625" y="85698"/>
                  <a:pt x="153993" y="82630"/>
                  <a:pt x="154868" y="79071"/>
                </a:cubicBezTo>
                <a:cubicBezTo>
                  <a:pt x="155743" y="75511"/>
                  <a:pt x="156181" y="71594"/>
                  <a:pt x="156181" y="67321"/>
                </a:cubicBezTo>
                <a:close/>
                <a:moveTo>
                  <a:pt x="243422" y="92961"/>
                </a:moveTo>
                <a:cubicBezTo>
                  <a:pt x="243422" y="93890"/>
                  <a:pt x="243395" y="94697"/>
                  <a:pt x="243340" y="95381"/>
                </a:cubicBezTo>
                <a:cubicBezTo>
                  <a:pt x="243285" y="96065"/>
                  <a:pt x="243189" y="96639"/>
                  <a:pt x="243053" y="97104"/>
                </a:cubicBezTo>
                <a:cubicBezTo>
                  <a:pt x="242916" y="97569"/>
                  <a:pt x="242752" y="97979"/>
                  <a:pt x="242560" y="98335"/>
                </a:cubicBezTo>
                <a:cubicBezTo>
                  <a:pt x="242369" y="98690"/>
                  <a:pt x="241931" y="99210"/>
                  <a:pt x="241248" y="99894"/>
                </a:cubicBezTo>
                <a:cubicBezTo>
                  <a:pt x="240564" y="100577"/>
                  <a:pt x="239402" y="101425"/>
                  <a:pt x="237761" y="102437"/>
                </a:cubicBezTo>
                <a:cubicBezTo>
                  <a:pt x="236120" y="103449"/>
                  <a:pt x="234274" y="104352"/>
                  <a:pt x="232222" y="105145"/>
                </a:cubicBezTo>
                <a:cubicBezTo>
                  <a:pt x="230171" y="105938"/>
                  <a:pt x="227942" y="106581"/>
                  <a:pt x="225535" y="107073"/>
                </a:cubicBezTo>
                <a:cubicBezTo>
                  <a:pt x="223129" y="107565"/>
                  <a:pt x="220640" y="107811"/>
                  <a:pt x="218069" y="107811"/>
                </a:cubicBezTo>
                <a:cubicBezTo>
                  <a:pt x="212763" y="107811"/>
                  <a:pt x="208059" y="106934"/>
                  <a:pt x="203957" y="105181"/>
                </a:cubicBezTo>
                <a:cubicBezTo>
                  <a:pt x="199854" y="103427"/>
                  <a:pt x="196422" y="100865"/>
                  <a:pt x="193660" y="97494"/>
                </a:cubicBezTo>
                <a:cubicBezTo>
                  <a:pt x="190897" y="94123"/>
                  <a:pt x="188792" y="89985"/>
                  <a:pt x="187342" y="85079"/>
                </a:cubicBezTo>
                <a:cubicBezTo>
                  <a:pt x="185893" y="80173"/>
                  <a:pt x="185168" y="74514"/>
                  <a:pt x="185168" y="68103"/>
                </a:cubicBezTo>
                <a:cubicBezTo>
                  <a:pt x="185168" y="60812"/>
                  <a:pt x="186057" y="54550"/>
                  <a:pt x="187834" y="49316"/>
                </a:cubicBezTo>
                <a:cubicBezTo>
                  <a:pt x="189612" y="44082"/>
                  <a:pt x="192046" y="39793"/>
                  <a:pt x="195137" y="36450"/>
                </a:cubicBezTo>
                <a:cubicBezTo>
                  <a:pt x="198227" y="33106"/>
                  <a:pt x="201865" y="30626"/>
                  <a:pt x="206049" y="29009"/>
                </a:cubicBezTo>
                <a:cubicBezTo>
                  <a:pt x="210233" y="27392"/>
                  <a:pt x="214760" y="26584"/>
                  <a:pt x="219628" y="26584"/>
                </a:cubicBezTo>
                <a:cubicBezTo>
                  <a:pt x="221980" y="26584"/>
                  <a:pt x="224264" y="26802"/>
                  <a:pt x="226479" y="27240"/>
                </a:cubicBezTo>
                <a:cubicBezTo>
                  <a:pt x="228694" y="27678"/>
                  <a:pt x="230732" y="28252"/>
                  <a:pt x="232592" y="28963"/>
                </a:cubicBezTo>
                <a:cubicBezTo>
                  <a:pt x="234451" y="29674"/>
                  <a:pt x="236106" y="30495"/>
                  <a:pt x="237556" y="31424"/>
                </a:cubicBezTo>
                <a:cubicBezTo>
                  <a:pt x="239005" y="32354"/>
                  <a:pt x="240058" y="33147"/>
                  <a:pt x="240714" y="33804"/>
                </a:cubicBezTo>
                <a:cubicBezTo>
                  <a:pt x="241371" y="34460"/>
                  <a:pt x="241822" y="34980"/>
                  <a:pt x="242068" y="35363"/>
                </a:cubicBezTo>
                <a:cubicBezTo>
                  <a:pt x="242314" y="35746"/>
                  <a:pt x="242519" y="36197"/>
                  <a:pt x="242684" y="36717"/>
                </a:cubicBezTo>
                <a:cubicBezTo>
                  <a:pt x="242848" y="37236"/>
                  <a:pt x="242957" y="37824"/>
                  <a:pt x="243012" y="38481"/>
                </a:cubicBezTo>
                <a:cubicBezTo>
                  <a:pt x="243066" y="39137"/>
                  <a:pt x="243094" y="39957"/>
                  <a:pt x="243094" y="40942"/>
                </a:cubicBezTo>
                <a:cubicBezTo>
                  <a:pt x="243094" y="43075"/>
                  <a:pt x="242848" y="44566"/>
                  <a:pt x="242355" y="45414"/>
                </a:cubicBezTo>
                <a:cubicBezTo>
                  <a:pt x="241863" y="46262"/>
                  <a:pt x="241261" y="46685"/>
                  <a:pt x="240550" y="46685"/>
                </a:cubicBezTo>
                <a:cubicBezTo>
                  <a:pt x="239730" y="46685"/>
                  <a:pt x="238786" y="46234"/>
                  <a:pt x="237720" y="45332"/>
                </a:cubicBezTo>
                <a:cubicBezTo>
                  <a:pt x="236653" y="44429"/>
                  <a:pt x="235299" y="43431"/>
                  <a:pt x="233658" y="42337"/>
                </a:cubicBezTo>
                <a:cubicBezTo>
                  <a:pt x="232017" y="41243"/>
                  <a:pt x="230034" y="40245"/>
                  <a:pt x="227710" y="39342"/>
                </a:cubicBezTo>
                <a:cubicBezTo>
                  <a:pt x="225385" y="38440"/>
                  <a:pt x="222636" y="37988"/>
                  <a:pt x="219464" y="37988"/>
                </a:cubicBezTo>
                <a:cubicBezTo>
                  <a:pt x="212955" y="37988"/>
                  <a:pt x="207963" y="40498"/>
                  <a:pt x="204490" y="45519"/>
                </a:cubicBezTo>
                <a:cubicBezTo>
                  <a:pt x="201017" y="50537"/>
                  <a:pt x="199280" y="57818"/>
                  <a:pt x="199280" y="67362"/>
                </a:cubicBezTo>
                <a:cubicBezTo>
                  <a:pt x="199280" y="72134"/>
                  <a:pt x="199731" y="76317"/>
                  <a:pt x="200634" y="79910"/>
                </a:cubicBezTo>
                <a:cubicBezTo>
                  <a:pt x="201536" y="83503"/>
                  <a:pt x="202863" y="86506"/>
                  <a:pt x="204613" y="88920"/>
                </a:cubicBezTo>
                <a:cubicBezTo>
                  <a:pt x="206364" y="91333"/>
                  <a:pt x="208510" y="93130"/>
                  <a:pt x="211054" y="94309"/>
                </a:cubicBezTo>
                <a:cubicBezTo>
                  <a:pt x="213597" y="95489"/>
                  <a:pt x="216510" y="96078"/>
                  <a:pt x="219792" y="96078"/>
                </a:cubicBezTo>
                <a:cubicBezTo>
                  <a:pt x="222910" y="96078"/>
                  <a:pt x="225645" y="95586"/>
                  <a:pt x="227997" y="94602"/>
                </a:cubicBezTo>
                <a:cubicBezTo>
                  <a:pt x="230349" y="93617"/>
                  <a:pt x="232386" y="92537"/>
                  <a:pt x="234109" y="91361"/>
                </a:cubicBezTo>
                <a:cubicBezTo>
                  <a:pt x="235833" y="90185"/>
                  <a:pt x="237282" y="89118"/>
                  <a:pt x="238458" y="88161"/>
                </a:cubicBezTo>
                <a:cubicBezTo>
                  <a:pt x="239634" y="87204"/>
                  <a:pt x="240550" y="86725"/>
                  <a:pt x="241207" y="86725"/>
                </a:cubicBezTo>
                <a:cubicBezTo>
                  <a:pt x="241590" y="86725"/>
                  <a:pt x="241918" y="86834"/>
                  <a:pt x="242191" y="87053"/>
                </a:cubicBezTo>
                <a:cubicBezTo>
                  <a:pt x="242465" y="87272"/>
                  <a:pt x="242697" y="87641"/>
                  <a:pt x="242889" y="88161"/>
                </a:cubicBezTo>
                <a:cubicBezTo>
                  <a:pt x="243080" y="88680"/>
                  <a:pt x="243217" y="89337"/>
                  <a:pt x="243299" y="90130"/>
                </a:cubicBezTo>
                <a:cubicBezTo>
                  <a:pt x="243381" y="90923"/>
                  <a:pt x="243422" y="91867"/>
                  <a:pt x="243422" y="92961"/>
                </a:cubicBezTo>
                <a:close/>
                <a:moveTo>
                  <a:pt x="299814" y="98786"/>
                </a:moveTo>
                <a:cubicBezTo>
                  <a:pt x="299814" y="100372"/>
                  <a:pt x="299705" y="101630"/>
                  <a:pt x="299486" y="102560"/>
                </a:cubicBezTo>
                <a:cubicBezTo>
                  <a:pt x="299267" y="103490"/>
                  <a:pt x="298939" y="104174"/>
                  <a:pt x="298501" y="104611"/>
                </a:cubicBezTo>
                <a:cubicBezTo>
                  <a:pt x="298064" y="105049"/>
                  <a:pt x="297407" y="105459"/>
                  <a:pt x="296532" y="105842"/>
                </a:cubicBezTo>
                <a:cubicBezTo>
                  <a:pt x="295657" y="106225"/>
                  <a:pt x="294659" y="106540"/>
                  <a:pt x="293537" y="106786"/>
                </a:cubicBezTo>
                <a:cubicBezTo>
                  <a:pt x="292416" y="107032"/>
                  <a:pt x="291226" y="107237"/>
                  <a:pt x="289968" y="107401"/>
                </a:cubicBezTo>
                <a:cubicBezTo>
                  <a:pt x="288710" y="107565"/>
                  <a:pt x="287452" y="107647"/>
                  <a:pt x="286194" y="107647"/>
                </a:cubicBezTo>
                <a:cubicBezTo>
                  <a:pt x="282365" y="107647"/>
                  <a:pt x="279083" y="107140"/>
                  <a:pt x="276348" y="106127"/>
                </a:cubicBezTo>
                <a:cubicBezTo>
                  <a:pt x="273613" y="105111"/>
                  <a:pt x="271371" y="103576"/>
                  <a:pt x="269620" y="101519"/>
                </a:cubicBezTo>
                <a:cubicBezTo>
                  <a:pt x="267870" y="99463"/>
                  <a:pt x="266598" y="96859"/>
                  <a:pt x="265805" y="93707"/>
                </a:cubicBezTo>
                <a:cubicBezTo>
                  <a:pt x="265012" y="90555"/>
                  <a:pt x="264615" y="86840"/>
                  <a:pt x="264615" y="82564"/>
                </a:cubicBezTo>
                <a:lnTo>
                  <a:pt x="264615" y="39301"/>
                </a:lnTo>
                <a:lnTo>
                  <a:pt x="254277" y="39301"/>
                </a:lnTo>
                <a:cubicBezTo>
                  <a:pt x="253457" y="39301"/>
                  <a:pt x="252800" y="38863"/>
                  <a:pt x="252308" y="37988"/>
                </a:cubicBezTo>
                <a:cubicBezTo>
                  <a:pt x="251816" y="37113"/>
                  <a:pt x="251570" y="35691"/>
                  <a:pt x="251570" y="33722"/>
                </a:cubicBezTo>
                <a:cubicBezTo>
                  <a:pt x="251570" y="32683"/>
                  <a:pt x="251638" y="31807"/>
                  <a:pt x="251775" y="31096"/>
                </a:cubicBezTo>
                <a:cubicBezTo>
                  <a:pt x="251911" y="30385"/>
                  <a:pt x="252089" y="29797"/>
                  <a:pt x="252308" y="29332"/>
                </a:cubicBezTo>
                <a:cubicBezTo>
                  <a:pt x="252527" y="28867"/>
                  <a:pt x="252814" y="28539"/>
                  <a:pt x="253170" y="28348"/>
                </a:cubicBezTo>
                <a:cubicBezTo>
                  <a:pt x="253525" y="28156"/>
                  <a:pt x="253922" y="28060"/>
                  <a:pt x="254359" y="28060"/>
                </a:cubicBezTo>
                <a:lnTo>
                  <a:pt x="264615" y="28060"/>
                </a:lnTo>
                <a:lnTo>
                  <a:pt x="264615" y="10502"/>
                </a:lnTo>
                <a:cubicBezTo>
                  <a:pt x="264615" y="10119"/>
                  <a:pt x="264711" y="9764"/>
                  <a:pt x="264902" y="9436"/>
                </a:cubicBezTo>
                <a:cubicBezTo>
                  <a:pt x="265094" y="9107"/>
                  <a:pt x="265449" y="8820"/>
                  <a:pt x="265969" y="8574"/>
                </a:cubicBezTo>
                <a:cubicBezTo>
                  <a:pt x="266489" y="8328"/>
                  <a:pt x="267186" y="8150"/>
                  <a:pt x="268061" y="8041"/>
                </a:cubicBezTo>
                <a:cubicBezTo>
                  <a:pt x="268936" y="7931"/>
                  <a:pt x="270030" y="7877"/>
                  <a:pt x="271343" y="7877"/>
                </a:cubicBezTo>
                <a:cubicBezTo>
                  <a:pt x="272711" y="7877"/>
                  <a:pt x="273832" y="7931"/>
                  <a:pt x="274707" y="8041"/>
                </a:cubicBezTo>
                <a:cubicBezTo>
                  <a:pt x="275582" y="8150"/>
                  <a:pt x="276266" y="8328"/>
                  <a:pt x="276758" y="8574"/>
                </a:cubicBezTo>
                <a:cubicBezTo>
                  <a:pt x="277251" y="8820"/>
                  <a:pt x="277606" y="9107"/>
                  <a:pt x="277825" y="9436"/>
                </a:cubicBezTo>
                <a:cubicBezTo>
                  <a:pt x="278044" y="9764"/>
                  <a:pt x="278153" y="10119"/>
                  <a:pt x="278153" y="10502"/>
                </a:cubicBezTo>
                <a:lnTo>
                  <a:pt x="278153" y="28060"/>
                </a:lnTo>
                <a:lnTo>
                  <a:pt x="297106" y="28060"/>
                </a:lnTo>
                <a:cubicBezTo>
                  <a:pt x="297544" y="28060"/>
                  <a:pt x="297927" y="28156"/>
                  <a:pt x="298255" y="28348"/>
                </a:cubicBezTo>
                <a:cubicBezTo>
                  <a:pt x="298583" y="28539"/>
                  <a:pt x="298870" y="28867"/>
                  <a:pt x="299117" y="29332"/>
                </a:cubicBezTo>
                <a:cubicBezTo>
                  <a:pt x="299363" y="29797"/>
                  <a:pt x="299540" y="30385"/>
                  <a:pt x="299650" y="31096"/>
                </a:cubicBezTo>
                <a:cubicBezTo>
                  <a:pt x="299759" y="31807"/>
                  <a:pt x="299814" y="32683"/>
                  <a:pt x="299814" y="33722"/>
                </a:cubicBezTo>
                <a:cubicBezTo>
                  <a:pt x="299814" y="35691"/>
                  <a:pt x="299568" y="37113"/>
                  <a:pt x="299075" y="37988"/>
                </a:cubicBezTo>
                <a:cubicBezTo>
                  <a:pt x="298583" y="38863"/>
                  <a:pt x="297927" y="39301"/>
                  <a:pt x="297106" y="39301"/>
                </a:cubicBezTo>
                <a:lnTo>
                  <a:pt x="278153" y="39301"/>
                </a:lnTo>
                <a:lnTo>
                  <a:pt x="278153" y="80610"/>
                </a:lnTo>
                <a:cubicBezTo>
                  <a:pt x="278153" y="85710"/>
                  <a:pt x="278905" y="89564"/>
                  <a:pt x="280410" y="92171"/>
                </a:cubicBezTo>
                <a:cubicBezTo>
                  <a:pt x="281914" y="94776"/>
                  <a:pt x="284608" y="96078"/>
                  <a:pt x="288491" y="96078"/>
                </a:cubicBezTo>
                <a:cubicBezTo>
                  <a:pt x="289749" y="96078"/>
                  <a:pt x="290871" y="95955"/>
                  <a:pt x="291855" y="95709"/>
                </a:cubicBezTo>
                <a:cubicBezTo>
                  <a:pt x="292840" y="95463"/>
                  <a:pt x="293715" y="95203"/>
                  <a:pt x="294481" y="94930"/>
                </a:cubicBezTo>
                <a:cubicBezTo>
                  <a:pt x="295247" y="94656"/>
                  <a:pt x="295903" y="94396"/>
                  <a:pt x="296450" y="94150"/>
                </a:cubicBezTo>
                <a:cubicBezTo>
                  <a:pt x="296997" y="93904"/>
                  <a:pt x="297489" y="93781"/>
                  <a:pt x="297927" y="93781"/>
                </a:cubicBezTo>
                <a:cubicBezTo>
                  <a:pt x="298200" y="93781"/>
                  <a:pt x="298460" y="93849"/>
                  <a:pt x="298706" y="93986"/>
                </a:cubicBezTo>
                <a:cubicBezTo>
                  <a:pt x="298952" y="94123"/>
                  <a:pt x="299144" y="94383"/>
                  <a:pt x="299281" y="94766"/>
                </a:cubicBezTo>
                <a:cubicBezTo>
                  <a:pt x="299417" y="95149"/>
                  <a:pt x="299540" y="95668"/>
                  <a:pt x="299650" y="96325"/>
                </a:cubicBezTo>
                <a:cubicBezTo>
                  <a:pt x="299759" y="96981"/>
                  <a:pt x="299814" y="97801"/>
                  <a:pt x="299814" y="98786"/>
                </a:cubicBezTo>
                <a:close/>
                <a:moveTo>
                  <a:pt x="386885" y="66418"/>
                </a:moveTo>
                <a:cubicBezTo>
                  <a:pt x="386885" y="72440"/>
                  <a:pt x="386092" y="77983"/>
                  <a:pt x="384506" y="83048"/>
                </a:cubicBezTo>
                <a:cubicBezTo>
                  <a:pt x="382920" y="88113"/>
                  <a:pt x="380554" y="92480"/>
                  <a:pt x="377409" y="96150"/>
                </a:cubicBezTo>
                <a:cubicBezTo>
                  <a:pt x="374264" y="99818"/>
                  <a:pt x="370325" y="102679"/>
                  <a:pt x="365594" y="104732"/>
                </a:cubicBezTo>
                <a:cubicBezTo>
                  <a:pt x="360862" y="106785"/>
                  <a:pt x="355379" y="107811"/>
                  <a:pt x="349143" y="107811"/>
                </a:cubicBezTo>
                <a:cubicBezTo>
                  <a:pt x="343072" y="107811"/>
                  <a:pt x="337780" y="106908"/>
                  <a:pt x="333267" y="105101"/>
                </a:cubicBezTo>
                <a:cubicBezTo>
                  <a:pt x="328754" y="103294"/>
                  <a:pt x="324994" y="100666"/>
                  <a:pt x="321985" y="97217"/>
                </a:cubicBezTo>
                <a:cubicBezTo>
                  <a:pt x="318977" y="93767"/>
                  <a:pt x="316734" y="89579"/>
                  <a:pt x="315257" y="84651"/>
                </a:cubicBezTo>
                <a:cubicBezTo>
                  <a:pt x="313780" y="79723"/>
                  <a:pt x="313042" y="74137"/>
                  <a:pt x="313042" y="67895"/>
                </a:cubicBezTo>
                <a:cubicBezTo>
                  <a:pt x="313042" y="61873"/>
                  <a:pt x="313821" y="56330"/>
                  <a:pt x="315380" y="51265"/>
                </a:cubicBezTo>
                <a:cubicBezTo>
                  <a:pt x="316939" y="46200"/>
                  <a:pt x="319291" y="41833"/>
                  <a:pt x="322437" y="38165"/>
                </a:cubicBezTo>
                <a:cubicBezTo>
                  <a:pt x="325582" y="34495"/>
                  <a:pt x="329506" y="31648"/>
                  <a:pt x="334210" y="29622"/>
                </a:cubicBezTo>
                <a:cubicBezTo>
                  <a:pt x="338915" y="27596"/>
                  <a:pt x="344412" y="26584"/>
                  <a:pt x="350702" y="26584"/>
                </a:cubicBezTo>
                <a:cubicBezTo>
                  <a:pt x="356774" y="26584"/>
                  <a:pt x="362066" y="27487"/>
                  <a:pt x="366578" y="29294"/>
                </a:cubicBezTo>
                <a:cubicBezTo>
                  <a:pt x="371091" y="31101"/>
                  <a:pt x="374852" y="33729"/>
                  <a:pt x="377860" y="37178"/>
                </a:cubicBezTo>
                <a:cubicBezTo>
                  <a:pt x="380869" y="40628"/>
                  <a:pt x="383125" y="44816"/>
                  <a:pt x="384629" y="49744"/>
                </a:cubicBezTo>
                <a:cubicBezTo>
                  <a:pt x="386133" y="54672"/>
                  <a:pt x="386885" y="60230"/>
                  <a:pt x="386885" y="66418"/>
                </a:cubicBezTo>
                <a:moveTo>
                  <a:pt x="372609" y="67321"/>
                </a:moveTo>
                <a:cubicBezTo>
                  <a:pt x="372609" y="63322"/>
                  <a:pt x="372240" y="59543"/>
                  <a:pt x="371501" y="55983"/>
                </a:cubicBezTo>
                <a:cubicBezTo>
                  <a:pt x="370763" y="52422"/>
                  <a:pt x="369546" y="49300"/>
                  <a:pt x="367850" y="46616"/>
                </a:cubicBezTo>
                <a:cubicBezTo>
                  <a:pt x="366155" y="43933"/>
                  <a:pt x="363857" y="41810"/>
                  <a:pt x="360958" y="40250"/>
                </a:cubicBezTo>
                <a:cubicBezTo>
                  <a:pt x="358059" y="38687"/>
                  <a:pt x="354449" y="37906"/>
                  <a:pt x="350128" y="37906"/>
                </a:cubicBezTo>
                <a:cubicBezTo>
                  <a:pt x="346135" y="37906"/>
                  <a:pt x="342702" y="38618"/>
                  <a:pt x="339831" y="40042"/>
                </a:cubicBezTo>
                <a:cubicBezTo>
                  <a:pt x="336959" y="41466"/>
                  <a:pt x="334593" y="43480"/>
                  <a:pt x="332734" y="46083"/>
                </a:cubicBezTo>
                <a:cubicBezTo>
                  <a:pt x="330874" y="48684"/>
                  <a:pt x="329493" y="51766"/>
                  <a:pt x="328590" y="55326"/>
                </a:cubicBezTo>
                <a:cubicBezTo>
                  <a:pt x="327688" y="58885"/>
                  <a:pt x="327236" y="62774"/>
                  <a:pt x="327236" y="66992"/>
                </a:cubicBezTo>
                <a:cubicBezTo>
                  <a:pt x="327236" y="71045"/>
                  <a:pt x="327606" y="74852"/>
                  <a:pt x="328344" y="78412"/>
                </a:cubicBezTo>
                <a:cubicBezTo>
                  <a:pt x="329082" y="81973"/>
                  <a:pt x="330313" y="85081"/>
                  <a:pt x="332036" y="87738"/>
                </a:cubicBezTo>
                <a:cubicBezTo>
                  <a:pt x="333759" y="90394"/>
                  <a:pt x="336070" y="92503"/>
                  <a:pt x="338969" y="94066"/>
                </a:cubicBezTo>
                <a:cubicBezTo>
                  <a:pt x="341868" y="95626"/>
                  <a:pt x="345478" y="96407"/>
                  <a:pt x="349800" y="96407"/>
                </a:cubicBezTo>
                <a:cubicBezTo>
                  <a:pt x="353738" y="96407"/>
                  <a:pt x="357157" y="95695"/>
                  <a:pt x="360056" y="94271"/>
                </a:cubicBezTo>
                <a:cubicBezTo>
                  <a:pt x="362955" y="92847"/>
                  <a:pt x="365334" y="90848"/>
                  <a:pt x="367194" y="88274"/>
                </a:cubicBezTo>
                <a:cubicBezTo>
                  <a:pt x="369054" y="85698"/>
                  <a:pt x="370421" y="82630"/>
                  <a:pt x="371296" y="79071"/>
                </a:cubicBezTo>
                <a:cubicBezTo>
                  <a:pt x="372171" y="75511"/>
                  <a:pt x="372609" y="71594"/>
                  <a:pt x="372609" y="67321"/>
                </a:cubicBezTo>
                <a:close/>
                <a:moveTo>
                  <a:pt x="450259" y="35117"/>
                </a:moveTo>
                <a:cubicBezTo>
                  <a:pt x="450259" y="36320"/>
                  <a:pt x="450232" y="37332"/>
                  <a:pt x="450177" y="38152"/>
                </a:cubicBezTo>
                <a:cubicBezTo>
                  <a:pt x="450122" y="38973"/>
                  <a:pt x="450013" y="39616"/>
                  <a:pt x="449849" y="40081"/>
                </a:cubicBezTo>
                <a:cubicBezTo>
                  <a:pt x="449685" y="40545"/>
                  <a:pt x="449480" y="40901"/>
                  <a:pt x="449234" y="41147"/>
                </a:cubicBezTo>
                <a:cubicBezTo>
                  <a:pt x="448987" y="41393"/>
                  <a:pt x="448646" y="41516"/>
                  <a:pt x="448208" y="41516"/>
                </a:cubicBezTo>
                <a:cubicBezTo>
                  <a:pt x="447770" y="41516"/>
                  <a:pt x="447237" y="41393"/>
                  <a:pt x="446608" y="41147"/>
                </a:cubicBezTo>
                <a:cubicBezTo>
                  <a:pt x="445979" y="40901"/>
                  <a:pt x="445268" y="40655"/>
                  <a:pt x="444475" y="40409"/>
                </a:cubicBezTo>
                <a:cubicBezTo>
                  <a:pt x="443682" y="40163"/>
                  <a:pt x="442793" y="39930"/>
                  <a:pt x="441808" y="39711"/>
                </a:cubicBezTo>
                <a:cubicBezTo>
                  <a:pt x="440824" y="39493"/>
                  <a:pt x="439757" y="39383"/>
                  <a:pt x="438608" y="39383"/>
                </a:cubicBezTo>
                <a:cubicBezTo>
                  <a:pt x="437241" y="39383"/>
                  <a:pt x="435901" y="39657"/>
                  <a:pt x="434588" y="40204"/>
                </a:cubicBezTo>
                <a:cubicBezTo>
                  <a:pt x="433275" y="40751"/>
                  <a:pt x="431894" y="41653"/>
                  <a:pt x="430445" y="42911"/>
                </a:cubicBezTo>
                <a:cubicBezTo>
                  <a:pt x="428995" y="44169"/>
                  <a:pt x="427477" y="45838"/>
                  <a:pt x="425891" y="47916"/>
                </a:cubicBezTo>
                <a:cubicBezTo>
                  <a:pt x="424305" y="49995"/>
                  <a:pt x="422554" y="52538"/>
                  <a:pt x="420640" y="55547"/>
                </a:cubicBezTo>
                <a:lnTo>
                  <a:pt x="420640" y="104119"/>
                </a:lnTo>
                <a:cubicBezTo>
                  <a:pt x="420640" y="104557"/>
                  <a:pt x="420530" y="104926"/>
                  <a:pt x="420312" y="105227"/>
                </a:cubicBezTo>
                <a:cubicBezTo>
                  <a:pt x="420093" y="105528"/>
                  <a:pt x="419737" y="105787"/>
                  <a:pt x="419245" y="106006"/>
                </a:cubicBezTo>
                <a:cubicBezTo>
                  <a:pt x="418753" y="106225"/>
                  <a:pt x="418069" y="106389"/>
                  <a:pt x="417194" y="106499"/>
                </a:cubicBezTo>
                <a:cubicBezTo>
                  <a:pt x="416319" y="106608"/>
                  <a:pt x="415197" y="106663"/>
                  <a:pt x="413830" y="106663"/>
                </a:cubicBezTo>
                <a:cubicBezTo>
                  <a:pt x="412517" y="106663"/>
                  <a:pt x="411423" y="106608"/>
                  <a:pt x="410548" y="106499"/>
                </a:cubicBezTo>
                <a:cubicBezTo>
                  <a:pt x="409673" y="106389"/>
                  <a:pt x="408975" y="106225"/>
                  <a:pt x="408456" y="106006"/>
                </a:cubicBezTo>
                <a:cubicBezTo>
                  <a:pt x="407936" y="105787"/>
                  <a:pt x="407580" y="105528"/>
                  <a:pt x="407389" y="105227"/>
                </a:cubicBezTo>
                <a:cubicBezTo>
                  <a:pt x="407198" y="104926"/>
                  <a:pt x="407102" y="104557"/>
                  <a:pt x="407102" y="104119"/>
                </a:cubicBezTo>
                <a:lnTo>
                  <a:pt x="407102" y="30276"/>
                </a:lnTo>
                <a:cubicBezTo>
                  <a:pt x="407102" y="29838"/>
                  <a:pt x="407184" y="29469"/>
                  <a:pt x="407348" y="29168"/>
                </a:cubicBezTo>
                <a:cubicBezTo>
                  <a:pt x="407512" y="28867"/>
                  <a:pt x="407840" y="28594"/>
                  <a:pt x="408333" y="28348"/>
                </a:cubicBezTo>
                <a:cubicBezTo>
                  <a:pt x="408825" y="28102"/>
                  <a:pt x="409454" y="27937"/>
                  <a:pt x="410220" y="27855"/>
                </a:cubicBezTo>
                <a:cubicBezTo>
                  <a:pt x="410985" y="27773"/>
                  <a:pt x="411997" y="27732"/>
                  <a:pt x="413255" y="27732"/>
                </a:cubicBezTo>
                <a:cubicBezTo>
                  <a:pt x="414459" y="27732"/>
                  <a:pt x="415457" y="27773"/>
                  <a:pt x="416250" y="27855"/>
                </a:cubicBezTo>
                <a:cubicBezTo>
                  <a:pt x="417043" y="27937"/>
                  <a:pt x="417659" y="28102"/>
                  <a:pt x="418096" y="28348"/>
                </a:cubicBezTo>
                <a:cubicBezTo>
                  <a:pt x="418534" y="28594"/>
                  <a:pt x="418848" y="28867"/>
                  <a:pt x="419040" y="29168"/>
                </a:cubicBezTo>
                <a:cubicBezTo>
                  <a:pt x="419231" y="29469"/>
                  <a:pt x="419327" y="29838"/>
                  <a:pt x="419327" y="30276"/>
                </a:cubicBezTo>
                <a:lnTo>
                  <a:pt x="419327" y="41024"/>
                </a:lnTo>
                <a:cubicBezTo>
                  <a:pt x="421351" y="38070"/>
                  <a:pt x="423252" y="35664"/>
                  <a:pt x="425029" y="33804"/>
                </a:cubicBezTo>
                <a:cubicBezTo>
                  <a:pt x="426807" y="31944"/>
                  <a:pt x="428489" y="30481"/>
                  <a:pt x="430075" y="29414"/>
                </a:cubicBezTo>
                <a:cubicBezTo>
                  <a:pt x="431662" y="28348"/>
                  <a:pt x="433234" y="27609"/>
                  <a:pt x="434793" y="27199"/>
                </a:cubicBezTo>
                <a:cubicBezTo>
                  <a:pt x="436352" y="26789"/>
                  <a:pt x="437925" y="26584"/>
                  <a:pt x="439511" y="26584"/>
                </a:cubicBezTo>
                <a:cubicBezTo>
                  <a:pt x="440222" y="26584"/>
                  <a:pt x="441029" y="26625"/>
                  <a:pt x="441931" y="26707"/>
                </a:cubicBezTo>
                <a:cubicBezTo>
                  <a:pt x="442834" y="26789"/>
                  <a:pt x="443777" y="26939"/>
                  <a:pt x="444762" y="27158"/>
                </a:cubicBezTo>
                <a:cubicBezTo>
                  <a:pt x="445747" y="27377"/>
                  <a:pt x="446635" y="27623"/>
                  <a:pt x="447429" y="27896"/>
                </a:cubicBezTo>
                <a:cubicBezTo>
                  <a:pt x="448222" y="28170"/>
                  <a:pt x="448782" y="28443"/>
                  <a:pt x="449111" y="28717"/>
                </a:cubicBezTo>
                <a:cubicBezTo>
                  <a:pt x="449439" y="28990"/>
                  <a:pt x="449658" y="29250"/>
                  <a:pt x="449767" y="29496"/>
                </a:cubicBezTo>
                <a:cubicBezTo>
                  <a:pt x="449876" y="29742"/>
                  <a:pt x="449972" y="30057"/>
                  <a:pt x="450054" y="30440"/>
                </a:cubicBezTo>
                <a:cubicBezTo>
                  <a:pt x="450136" y="30823"/>
                  <a:pt x="450191" y="31383"/>
                  <a:pt x="450218" y="32122"/>
                </a:cubicBezTo>
                <a:cubicBezTo>
                  <a:pt x="450246" y="32860"/>
                  <a:pt x="450259" y="33859"/>
                  <a:pt x="450259" y="35117"/>
                </a:cubicBezTo>
                <a:close/>
              </a:path>
            </a:pathLst>
          </a:custGeom>
          <a:solidFill xmlns:a="http://schemas.openxmlformats.org/drawingml/2006/main">
            <a:srgbClr val="54823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1" name="Text Offline">
            <a:extLst xmlns:a="http://schemas.openxmlformats.org/drawingml/2006/main">
              <a:ext uri="{FF2B5EF4-FFF2-40B4-BE49-F238E27FC236}">
                <a16:creationId xmlns:a16="http://schemas.microsoft.com/office/drawing/2014/main" id="{50B9B915-B342-40C5-8E7E-3BB482909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2741" y="4193951"/>
            <a:ext cx="445522" cy="116508"/>
          </a:xfrm>
          <a:custGeom xmlns:a="http://schemas.openxmlformats.org/drawingml/2006/main">
            <a:pathLst>
              <a:path w="445522" h="116508">
                <a:moveTo>
                  <a:pt x="94930" y="60549"/>
                </a:moveTo>
                <a:cubicBezTo>
                  <a:pt x="94930" y="69150"/>
                  <a:pt x="93918" y="76902"/>
                  <a:pt x="91894" y="83805"/>
                </a:cubicBezTo>
                <a:cubicBezTo>
                  <a:pt x="89870" y="90707"/>
                  <a:pt x="86848" y="96582"/>
                  <a:pt x="82828" y="101430"/>
                </a:cubicBezTo>
                <a:cubicBezTo>
                  <a:pt x="78807" y="106277"/>
                  <a:pt x="73761" y="110003"/>
                  <a:pt x="67690" y="112606"/>
                </a:cubicBezTo>
                <a:cubicBezTo>
                  <a:pt x="61618" y="115208"/>
                  <a:pt x="54535" y="116508"/>
                  <a:pt x="46439" y="116508"/>
                </a:cubicBezTo>
                <a:cubicBezTo>
                  <a:pt x="38453" y="116508"/>
                  <a:pt x="31548" y="115317"/>
                  <a:pt x="25722" y="112934"/>
                </a:cubicBezTo>
                <a:cubicBezTo>
                  <a:pt x="19897" y="110551"/>
                  <a:pt x="15083" y="107087"/>
                  <a:pt x="11282" y="102540"/>
                </a:cubicBezTo>
                <a:cubicBezTo>
                  <a:pt x="7480" y="97993"/>
                  <a:pt x="4649" y="92350"/>
                  <a:pt x="2790" y="85612"/>
                </a:cubicBezTo>
                <a:cubicBezTo>
                  <a:pt x="930" y="78874"/>
                  <a:pt x="0" y="71122"/>
                  <a:pt x="0" y="62357"/>
                </a:cubicBezTo>
                <a:cubicBezTo>
                  <a:pt x="0" y="53976"/>
                  <a:pt x="1012" y="46361"/>
                  <a:pt x="3036" y="39514"/>
                </a:cubicBezTo>
                <a:cubicBezTo>
                  <a:pt x="5060" y="32666"/>
                  <a:pt x="8095" y="26846"/>
                  <a:pt x="12143" y="22053"/>
                </a:cubicBezTo>
                <a:cubicBezTo>
                  <a:pt x="16191" y="17260"/>
                  <a:pt x="21250" y="13563"/>
                  <a:pt x="27322" y="10961"/>
                </a:cubicBezTo>
                <a:cubicBezTo>
                  <a:pt x="33394" y="8358"/>
                  <a:pt x="40477" y="7056"/>
                  <a:pt x="48573" y="7056"/>
                </a:cubicBezTo>
                <a:cubicBezTo>
                  <a:pt x="56394" y="7056"/>
                  <a:pt x="63204" y="8234"/>
                  <a:pt x="69003" y="10589"/>
                </a:cubicBezTo>
                <a:cubicBezTo>
                  <a:pt x="74801" y="12945"/>
                  <a:pt x="79628" y="16382"/>
                  <a:pt x="83484" y="20902"/>
                </a:cubicBezTo>
                <a:cubicBezTo>
                  <a:pt x="87340" y="25421"/>
                  <a:pt x="90212" y="31009"/>
                  <a:pt x="92099" y="37665"/>
                </a:cubicBezTo>
                <a:cubicBezTo>
                  <a:pt x="93986" y="44321"/>
                  <a:pt x="94930" y="51949"/>
                  <a:pt x="94930" y="60549"/>
                </a:cubicBezTo>
                <a:moveTo>
                  <a:pt x="80079" y="61536"/>
                </a:moveTo>
                <a:cubicBezTo>
                  <a:pt x="80079" y="55507"/>
                  <a:pt x="79546" y="49903"/>
                  <a:pt x="78479" y="44724"/>
                </a:cubicBezTo>
                <a:cubicBezTo>
                  <a:pt x="77412" y="39545"/>
                  <a:pt x="75635" y="35051"/>
                  <a:pt x="73146" y="31242"/>
                </a:cubicBezTo>
                <a:cubicBezTo>
                  <a:pt x="70657" y="27434"/>
                  <a:pt x="67334" y="24461"/>
                  <a:pt x="63177" y="22325"/>
                </a:cubicBezTo>
                <a:cubicBezTo>
                  <a:pt x="59020" y="20186"/>
                  <a:pt x="53878" y="19117"/>
                  <a:pt x="47752" y="19117"/>
                </a:cubicBezTo>
                <a:cubicBezTo>
                  <a:pt x="41626" y="19117"/>
                  <a:pt x="36484" y="20268"/>
                  <a:pt x="32327" y="22571"/>
                </a:cubicBezTo>
                <a:cubicBezTo>
                  <a:pt x="28170" y="24872"/>
                  <a:pt x="24792" y="27941"/>
                  <a:pt x="22194" y="31778"/>
                </a:cubicBezTo>
                <a:cubicBezTo>
                  <a:pt x="19596" y="35614"/>
                  <a:pt x="17736" y="40094"/>
                  <a:pt x="16615" y="45219"/>
                </a:cubicBezTo>
                <a:cubicBezTo>
                  <a:pt x="15493" y="50342"/>
                  <a:pt x="14933" y="55726"/>
                  <a:pt x="14933" y="61372"/>
                </a:cubicBezTo>
                <a:cubicBezTo>
                  <a:pt x="14933" y="67620"/>
                  <a:pt x="15452" y="73374"/>
                  <a:pt x="16492" y="78635"/>
                </a:cubicBezTo>
                <a:cubicBezTo>
                  <a:pt x="17531" y="83897"/>
                  <a:pt x="19281" y="88432"/>
                  <a:pt x="21743" y="92240"/>
                </a:cubicBezTo>
                <a:cubicBezTo>
                  <a:pt x="24204" y="96049"/>
                  <a:pt x="27500" y="99008"/>
                  <a:pt x="31630" y="101119"/>
                </a:cubicBezTo>
                <a:cubicBezTo>
                  <a:pt x="35759" y="103229"/>
                  <a:pt x="40942" y="104283"/>
                  <a:pt x="47178" y="104283"/>
                </a:cubicBezTo>
                <a:cubicBezTo>
                  <a:pt x="53359" y="104283"/>
                  <a:pt x="58555" y="103133"/>
                  <a:pt x="62767" y="100832"/>
                </a:cubicBezTo>
                <a:cubicBezTo>
                  <a:pt x="66979" y="98530"/>
                  <a:pt x="70370" y="95419"/>
                  <a:pt x="72941" y="91502"/>
                </a:cubicBezTo>
                <a:cubicBezTo>
                  <a:pt x="75512" y="87582"/>
                  <a:pt x="77344" y="83046"/>
                  <a:pt x="78438" y="77895"/>
                </a:cubicBezTo>
                <a:cubicBezTo>
                  <a:pt x="79532" y="72743"/>
                  <a:pt x="80079" y="67290"/>
                  <a:pt x="80079" y="61536"/>
                </a:cubicBezTo>
                <a:close/>
                <a:moveTo>
                  <a:pt x="156119" y="8615"/>
                </a:moveTo>
                <a:cubicBezTo>
                  <a:pt x="156119" y="9654"/>
                  <a:pt x="156064" y="10489"/>
                  <a:pt x="155955" y="11118"/>
                </a:cubicBezTo>
                <a:cubicBezTo>
                  <a:pt x="155845" y="11747"/>
                  <a:pt x="155722" y="12253"/>
                  <a:pt x="155586" y="12635"/>
                </a:cubicBezTo>
                <a:cubicBezTo>
                  <a:pt x="155449" y="13018"/>
                  <a:pt x="155271" y="13278"/>
                  <a:pt x="155052" y="13415"/>
                </a:cubicBezTo>
                <a:cubicBezTo>
                  <a:pt x="154833" y="13552"/>
                  <a:pt x="154560" y="13620"/>
                  <a:pt x="154232" y="13620"/>
                </a:cubicBezTo>
                <a:cubicBezTo>
                  <a:pt x="153849" y="13620"/>
                  <a:pt x="153370" y="13497"/>
                  <a:pt x="152796" y="13251"/>
                </a:cubicBezTo>
                <a:cubicBezTo>
                  <a:pt x="152222" y="13005"/>
                  <a:pt x="151524" y="12731"/>
                  <a:pt x="150704" y="12430"/>
                </a:cubicBezTo>
                <a:cubicBezTo>
                  <a:pt x="149883" y="12129"/>
                  <a:pt x="148912" y="11856"/>
                  <a:pt x="147791" y="11610"/>
                </a:cubicBezTo>
                <a:cubicBezTo>
                  <a:pt x="146670" y="11364"/>
                  <a:pt x="145371" y="11241"/>
                  <a:pt x="143894" y="11241"/>
                </a:cubicBezTo>
                <a:cubicBezTo>
                  <a:pt x="141870" y="11241"/>
                  <a:pt x="140147" y="11568"/>
                  <a:pt x="138725" y="12223"/>
                </a:cubicBezTo>
                <a:cubicBezTo>
                  <a:pt x="137302" y="12877"/>
                  <a:pt x="136154" y="13899"/>
                  <a:pt x="135279" y="15289"/>
                </a:cubicBezTo>
                <a:cubicBezTo>
                  <a:pt x="134403" y="16679"/>
                  <a:pt x="133774" y="18478"/>
                  <a:pt x="133391" y="20686"/>
                </a:cubicBezTo>
                <a:cubicBezTo>
                  <a:pt x="133009" y="22895"/>
                  <a:pt x="132817" y="25580"/>
                  <a:pt x="132817" y="28743"/>
                </a:cubicBezTo>
                <a:lnTo>
                  <a:pt x="132817" y="36758"/>
                </a:lnTo>
                <a:lnTo>
                  <a:pt x="149309" y="36758"/>
                </a:lnTo>
                <a:cubicBezTo>
                  <a:pt x="149746" y="36758"/>
                  <a:pt x="150116" y="36853"/>
                  <a:pt x="150416" y="37045"/>
                </a:cubicBezTo>
                <a:cubicBezTo>
                  <a:pt x="150717" y="37236"/>
                  <a:pt x="150991" y="37564"/>
                  <a:pt x="151237" y="38029"/>
                </a:cubicBezTo>
                <a:cubicBezTo>
                  <a:pt x="151483" y="38494"/>
                  <a:pt x="151675" y="39082"/>
                  <a:pt x="151811" y="39793"/>
                </a:cubicBezTo>
                <a:cubicBezTo>
                  <a:pt x="151948" y="40504"/>
                  <a:pt x="152016" y="41380"/>
                  <a:pt x="152016" y="42419"/>
                </a:cubicBezTo>
                <a:cubicBezTo>
                  <a:pt x="152016" y="44388"/>
                  <a:pt x="151770" y="45810"/>
                  <a:pt x="151278" y="46685"/>
                </a:cubicBezTo>
                <a:cubicBezTo>
                  <a:pt x="150786" y="47561"/>
                  <a:pt x="150129" y="47998"/>
                  <a:pt x="149309" y="47998"/>
                </a:cubicBezTo>
                <a:lnTo>
                  <a:pt x="132817" y="47998"/>
                </a:lnTo>
                <a:lnTo>
                  <a:pt x="132817" y="112814"/>
                </a:lnTo>
                <a:cubicBezTo>
                  <a:pt x="132817" y="113251"/>
                  <a:pt x="132708" y="113621"/>
                  <a:pt x="132489" y="113924"/>
                </a:cubicBezTo>
                <a:cubicBezTo>
                  <a:pt x="132270" y="114225"/>
                  <a:pt x="131901" y="114485"/>
                  <a:pt x="131381" y="114703"/>
                </a:cubicBezTo>
                <a:cubicBezTo>
                  <a:pt x="130862" y="114922"/>
                  <a:pt x="130164" y="115086"/>
                  <a:pt x="129289" y="115196"/>
                </a:cubicBezTo>
                <a:cubicBezTo>
                  <a:pt x="128414" y="115305"/>
                  <a:pt x="127320" y="115360"/>
                  <a:pt x="126007" y="115360"/>
                </a:cubicBezTo>
                <a:cubicBezTo>
                  <a:pt x="124694" y="115360"/>
                  <a:pt x="123600" y="115305"/>
                  <a:pt x="122725" y="115196"/>
                </a:cubicBezTo>
                <a:cubicBezTo>
                  <a:pt x="121850" y="115086"/>
                  <a:pt x="121153" y="114922"/>
                  <a:pt x="120633" y="114703"/>
                </a:cubicBezTo>
                <a:cubicBezTo>
                  <a:pt x="120113" y="114485"/>
                  <a:pt x="119744" y="114225"/>
                  <a:pt x="119525" y="113924"/>
                </a:cubicBezTo>
                <a:cubicBezTo>
                  <a:pt x="119307" y="113621"/>
                  <a:pt x="119197" y="113251"/>
                  <a:pt x="119197" y="112814"/>
                </a:cubicBezTo>
                <a:lnTo>
                  <a:pt x="119197" y="47998"/>
                </a:lnTo>
                <a:lnTo>
                  <a:pt x="108777" y="47998"/>
                </a:lnTo>
                <a:cubicBezTo>
                  <a:pt x="107902" y="47998"/>
                  <a:pt x="107245" y="47561"/>
                  <a:pt x="106808" y="46685"/>
                </a:cubicBezTo>
                <a:cubicBezTo>
                  <a:pt x="106370" y="45810"/>
                  <a:pt x="106151" y="44388"/>
                  <a:pt x="106151" y="42419"/>
                </a:cubicBezTo>
                <a:cubicBezTo>
                  <a:pt x="106151" y="41380"/>
                  <a:pt x="106206" y="40504"/>
                  <a:pt x="106316" y="39793"/>
                </a:cubicBezTo>
                <a:cubicBezTo>
                  <a:pt x="106425" y="39082"/>
                  <a:pt x="106589" y="38494"/>
                  <a:pt x="106808" y="38029"/>
                </a:cubicBezTo>
                <a:cubicBezTo>
                  <a:pt x="107027" y="37564"/>
                  <a:pt x="107300" y="37236"/>
                  <a:pt x="107628" y="37045"/>
                </a:cubicBezTo>
                <a:cubicBezTo>
                  <a:pt x="107957" y="36853"/>
                  <a:pt x="108339" y="36758"/>
                  <a:pt x="108777" y="36758"/>
                </a:cubicBezTo>
                <a:lnTo>
                  <a:pt x="119197" y="36758"/>
                </a:lnTo>
                <a:lnTo>
                  <a:pt x="119197" y="29145"/>
                </a:lnTo>
                <a:cubicBezTo>
                  <a:pt x="119197" y="24014"/>
                  <a:pt x="119676" y="19606"/>
                  <a:pt x="120633" y="15922"/>
                </a:cubicBezTo>
                <a:cubicBezTo>
                  <a:pt x="121590" y="12239"/>
                  <a:pt x="123053" y="9224"/>
                  <a:pt x="125023" y="6877"/>
                </a:cubicBezTo>
                <a:cubicBezTo>
                  <a:pt x="126992" y="4530"/>
                  <a:pt x="129467" y="2797"/>
                  <a:pt x="132448" y="1679"/>
                </a:cubicBezTo>
                <a:cubicBezTo>
                  <a:pt x="135429" y="560"/>
                  <a:pt x="138943" y="0"/>
                  <a:pt x="142991" y="0"/>
                </a:cubicBezTo>
                <a:cubicBezTo>
                  <a:pt x="144906" y="0"/>
                  <a:pt x="146765" y="178"/>
                  <a:pt x="148570" y="533"/>
                </a:cubicBezTo>
                <a:cubicBezTo>
                  <a:pt x="150375" y="889"/>
                  <a:pt x="151770" y="1272"/>
                  <a:pt x="152755" y="1682"/>
                </a:cubicBezTo>
                <a:cubicBezTo>
                  <a:pt x="153739" y="2092"/>
                  <a:pt x="154396" y="2461"/>
                  <a:pt x="154724" y="2790"/>
                </a:cubicBezTo>
                <a:cubicBezTo>
                  <a:pt x="155052" y="3118"/>
                  <a:pt x="155326" y="3542"/>
                  <a:pt x="155544" y="4061"/>
                </a:cubicBezTo>
                <a:cubicBezTo>
                  <a:pt x="155763" y="4581"/>
                  <a:pt x="155914" y="5210"/>
                  <a:pt x="155996" y="5948"/>
                </a:cubicBezTo>
                <a:cubicBezTo>
                  <a:pt x="156078" y="6687"/>
                  <a:pt x="156119" y="7576"/>
                  <a:pt x="156119" y="8615"/>
                </a:cubicBezTo>
                <a:close/>
                <a:moveTo>
                  <a:pt x="206866" y="8615"/>
                </a:moveTo>
                <a:cubicBezTo>
                  <a:pt x="206866" y="9654"/>
                  <a:pt x="206811" y="10489"/>
                  <a:pt x="206702" y="11118"/>
                </a:cubicBezTo>
                <a:cubicBezTo>
                  <a:pt x="206592" y="11747"/>
                  <a:pt x="206469" y="12253"/>
                  <a:pt x="206332" y="12635"/>
                </a:cubicBezTo>
                <a:cubicBezTo>
                  <a:pt x="206196" y="13018"/>
                  <a:pt x="206018" y="13278"/>
                  <a:pt x="205799" y="13415"/>
                </a:cubicBezTo>
                <a:cubicBezTo>
                  <a:pt x="205580" y="13552"/>
                  <a:pt x="205307" y="13620"/>
                  <a:pt x="204979" y="13620"/>
                </a:cubicBezTo>
                <a:cubicBezTo>
                  <a:pt x="204596" y="13620"/>
                  <a:pt x="204117" y="13497"/>
                  <a:pt x="203543" y="13251"/>
                </a:cubicBezTo>
                <a:cubicBezTo>
                  <a:pt x="202968" y="13005"/>
                  <a:pt x="202271" y="12731"/>
                  <a:pt x="201451" y="12430"/>
                </a:cubicBezTo>
                <a:cubicBezTo>
                  <a:pt x="200630" y="12129"/>
                  <a:pt x="199659" y="11856"/>
                  <a:pt x="198538" y="11610"/>
                </a:cubicBezTo>
                <a:cubicBezTo>
                  <a:pt x="197417" y="11364"/>
                  <a:pt x="196117" y="11241"/>
                  <a:pt x="194641" y="11241"/>
                </a:cubicBezTo>
                <a:cubicBezTo>
                  <a:pt x="192617" y="11241"/>
                  <a:pt x="190894" y="11568"/>
                  <a:pt x="189472" y="12223"/>
                </a:cubicBezTo>
                <a:cubicBezTo>
                  <a:pt x="188049" y="12877"/>
                  <a:pt x="186901" y="13899"/>
                  <a:pt x="186026" y="15289"/>
                </a:cubicBezTo>
                <a:cubicBezTo>
                  <a:pt x="185150" y="16679"/>
                  <a:pt x="184521" y="18478"/>
                  <a:pt x="184138" y="20686"/>
                </a:cubicBezTo>
                <a:cubicBezTo>
                  <a:pt x="183756" y="22895"/>
                  <a:pt x="183564" y="25580"/>
                  <a:pt x="183564" y="28743"/>
                </a:cubicBezTo>
                <a:lnTo>
                  <a:pt x="183564" y="36758"/>
                </a:lnTo>
                <a:lnTo>
                  <a:pt x="200056" y="36758"/>
                </a:lnTo>
                <a:cubicBezTo>
                  <a:pt x="200493" y="36758"/>
                  <a:pt x="200863" y="36853"/>
                  <a:pt x="201163" y="37045"/>
                </a:cubicBezTo>
                <a:cubicBezTo>
                  <a:pt x="201464" y="37236"/>
                  <a:pt x="201738" y="37564"/>
                  <a:pt x="201984" y="38029"/>
                </a:cubicBezTo>
                <a:cubicBezTo>
                  <a:pt x="202230" y="38494"/>
                  <a:pt x="202421" y="39082"/>
                  <a:pt x="202558" y="39793"/>
                </a:cubicBezTo>
                <a:cubicBezTo>
                  <a:pt x="202695" y="40504"/>
                  <a:pt x="202763" y="41380"/>
                  <a:pt x="202763" y="42419"/>
                </a:cubicBezTo>
                <a:cubicBezTo>
                  <a:pt x="202763" y="44388"/>
                  <a:pt x="202517" y="45810"/>
                  <a:pt x="202025" y="46685"/>
                </a:cubicBezTo>
                <a:cubicBezTo>
                  <a:pt x="201533" y="47561"/>
                  <a:pt x="200876" y="47998"/>
                  <a:pt x="200056" y="47998"/>
                </a:cubicBezTo>
                <a:lnTo>
                  <a:pt x="183564" y="47998"/>
                </a:lnTo>
                <a:lnTo>
                  <a:pt x="183564" y="112814"/>
                </a:lnTo>
                <a:cubicBezTo>
                  <a:pt x="183564" y="113251"/>
                  <a:pt x="183455" y="113621"/>
                  <a:pt x="183236" y="113924"/>
                </a:cubicBezTo>
                <a:cubicBezTo>
                  <a:pt x="183017" y="114225"/>
                  <a:pt x="182648" y="114485"/>
                  <a:pt x="182128" y="114703"/>
                </a:cubicBezTo>
                <a:cubicBezTo>
                  <a:pt x="181609" y="114922"/>
                  <a:pt x="180911" y="115086"/>
                  <a:pt x="180036" y="115196"/>
                </a:cubicBezTo>
                <a:cubicBezTo>
                  <a:pt x="179161" y="115305"/>
                  <a:pt x="178067" y="115360"/>
                  <a:pt x="176754" y="115360"/>
                </a:cubicBezTo>
                <a:cubicBezTo>
                  <a:pt x="175441" y="115360"/>
                  <a:pt x="174347" y="115305"/>
                  <a:pt x="173472" y="115196"/>
                </a:cubicBezTo>
                <a:cubicBezTo>
                  <a:pt x="172597" y="115086"/>
                  <a:pt x="171900" y="114922"/>
                  <a:pt x="171380" y="114703"/>
                </a:cubicBezTo>
                <a:cubicBezTo>
                  <a:pt x="170860" y="114485"/>
                  <a:pt x="170491" y="114225"/>
                  <a:pt x="170272" y="113924"/>
                </a:cubicBezTo>
                <a:cubicBezTo>
                  <a:pt x="170053" y="113621"/>
                  <a:pt x="169944" y="113251"/>
                  <a:pt x="169944" y="112814"/>
                </a:cubicBezTo>
                <a:lnTo>
                  <a:pt x="169944" y="47998"/>
                </a:lnTo>
                <a:lnTo>
                  <a:pt x="159524" y="47998"/>
                </a:lnTo>
                <a:cubicBezTo>
                  <a:pt x="158649" y="47998"/>
                  <a:pt x="157992" y="47561"/>
                  <a:pt x="157555" y="46685"/>
                </a:cubicBezTo>
                <a:cubicBezTo>
                  <a:pt x="157117" y="45810"/>
                  <a:pt x="156898" y="44388"/>
                  <a:pt x="156898" y="42419"/>
                </a:cubicBezTo>
                <a:cubicBezTo>
                  <a:pt x="156898" y="41380"/>
                  <a:pt x="156953" y="40504"/>
                  <a:pt x="157062" y="39793"/>
                </a:cubicBezTo>
                <a:cubicBezTo>
                  <a:pt x="157172" y="39082"/>
                  <a:pt x="157336" y="38494"/>
                  <a:pt x="157555" y="38029"/>
                </a:cubicBezTo>
                <a:cubicBezTo>
                  <a:pt x="157774" y="37564"/>
                  <a:pt x="158047" y="37236"/>
                  <a:pt x="158375" y="37045"/>
                </a:cubicBezTo>
                <a:cubicBezTo>
                  <a:pt x="158703" y="36853"/>
                  <a:pt x="159086" y="36758"/>
                  <a:pt x="159524" y="36758"/>
                </a:cubicBezTo>
                <a:lnTo>
                  <a:pt x="169944" y="36758"/>
                </a:lnTo>
                <a:lnTo>
                  <a:pt x="169944" y="29145"/>
                </a:lnTo>
                <a:cubicBezTo>
                  <a:pt x="169944" y="24014"/>
                  <a:pt x="170423" y="19606"/>
                  <a:pt x="171380" y="15922"/>
                </a:cubicBezTo>
                <a:cubicBezTo>
                  <a:pt x="172337" y="12239"/>
                  <a:pt x="173800" y="9224"/>
                  <a:pt x="175769" y="6877"/>
                </a:cubicBezTo>
                <a:cubicBezTo>
                  <a:pt x="177739" y="4530"/>
                  <a:pt x="180214" y="2797"/>
                  <a:pt x="183195" y="1679"/>
                </a:cubicBezTo>
                <a:cubicBezTo>
                  <a:pt x="186176" y="560"/>
                  <a:pt x="189690" y="0"/>
                  <a:pt x="193738" y="0"/>
                </a:cubicBezTo>
                <a:cubicBezTo>
                  <a:pt x="195652" y="0"/>
                  <a:pt x="197512" y="178"/>
                  <a:pt x="199317" y="533"/>
                </a:cubicBezTo>
                <a:cubicBezTo>
                  <a:pt x="201122" y="889"/>
                  <a:pt x="202517" y="1272"/>
                  <a:pt x="203502" y="1682"/>
                </a:cubicBezTo>
                <a:cubicBezTo>
                  <a:pt x="204486" y="2092"/>
                  <a:pt x="205143" y="2461"/>
                  <a:pt x="205471" y="2790"/>
                </a:cubicBezTo>
                <a:cubicBezTo>
                  <a:pt x="205799" y="3118"/>
                  <a:pt x="206073" y="3542"/>
                  <a:pt x="206291" y="4061"/>
                </a:cubicBezTo>
                <a:cubicBezTo>
                  <a:pt x="206510" y="4581"/>
                  <a:pt x="206661" y="5210"/>
                  <a:pt x="206743" y="5948"/>
                </a:cubicBezTo>
                <a:cubicBezTo>
                  <a:pt x="206825" y="6687"/>
                  <a:pt x="206866" y="7576"/>
                  <a:pt x="206866" y="8615"/>
                </a:cubicBezTo>
                <a:close/>
                <a:moveTo>
                  <a:pt x="230533" y="112814"/>
                </a:moveTo>
                <a:cubicBezTo>
                  <a:pt x="230533" y="113251"/>
                  <a:pt x="230424" y="113621"/>
                  <a:pt x="230205" y="113924"/>
                </a:cubicBezTo>
                <a:cubicBezTo>
                  <a:pt x="229986" y="114225"/>
                  <a:pt x="229631" y="114485"/>
                  <a:pt x="229138" y="114703"/>
                </a:cubicBezTo>
                <a:cubicBezTo>
                  <a:pt x="228646" y="114922"/>
                  <a:pt x="227962" y="115086"/>
                  <a:pt x="227087" y="115196"/>
                </a:cubicBezTo>
                <a:cubicBezTo>
                  <a:pt x="226212" y="115305"/>
                  <a:pt x="225091" y="115360"/>
                  <a:pt x="223723" y="115360"/>
                </a:cubicBezTo>
                <a:cubicBezTo>
                  <a:pt x="222410" y="115360"/>
                  <a:pt x="221316" y="115305"/>
                  <a:pt x="220441" y="115196"/>
                </a:cubicBezTo>
                <a:cubicBezTo>
                  <a:pt x="219566" y="115086"/>
                  <a:pt x="218869" y="114922"/>
                  <a:pt x="218349" y="114703"/>
                </a:cubicBezTo>
                <a:cubicBezTo>
                  <a:pt x="217829" y="114485"/>
                  <a:pt x="217474" y="114225"/>
                  <a:pt x="217282" y="113924"/>
                </a:cubicBezTo>
                <a:cubicBezTo>
                  <a:pt x="217091" y="113621"/>
                  <a:pt x="216995" y="113251"/>
                  <a:pt x="216995" y="112814"/>
                </a:cubicBezTo>
                <a:lnTo>
                  <a:pt x="216995" y="3120"/>
                </a:lnTo>
                <a:cubicBezTo>
                  <a:pt x="216995" y="2683"/>
                  <a:pt x="217091" y="2300"/>
                  <a:pt x="217282" y="1972"/>
                </a:cubicBezTo>
                <a:cubicBezTo>
                  <a:pt x="217474" y="1642"/>
                  <a:pt x="217829" y="1367"/>
                  <a:pt x="218349" y="1149"/>
                </a:cubicBezTo>
                <a:cubicBezTo>
                  <a:pt x="218869" y="930"/>
                  <a:pt x="219566" y="766"/>
                  <a:pt x="220441" y="656"/>
                </a:cubicBezTo>
                <a:cubicBezTo>
                  <a:pt x="221316" y="547"/>
                  <a:pt x="222410" y="492"/>
                  <a:pt x="223723" y="492"/>
                </a:cubicBezTo>
                <a:cubicBezTo>
                  <a:pt x="225091" y="492"/>
                  <a:pt x="226212" y="547"/>
                  <a:pt x="227087" y="656"/>
                </a:cubicBezTo>
                <a:cubicBezTo>
                  <a:pt x="227962" y="766"/>
                  <a:pt x="228646" y="930"/>
                  <a:pt x="229138" y="1149"/>
                </a:cubicBezTo>
                <a:cubicBezTo>
                  <a:pt x="229631" y="1367"/>
                  <a:pt x="229986" y="1642"/>
                  <a:pt x="230205" y="1972"/>
                </a:cubicBezTo>
                <a:cubicBezTo>
                  <a:pt x="230424" y="2300"/>
                  <a:pt x="230533" y="2683"/>
                  <a:pt x="230533" y="3120"/>
                </a:cubicBezTo>
                <a:lnTo>
                  <a:pt x="230533" y="112814"/>
                </a:lnTo>
                <a:close/>
                <a:moveTo>
                  <a:pt x="269181" y="112816"/>
                </a:moveTo>
                <a:cubicBezTo>
                  <a:pt x="269181" y="113254"/>
                  <a:pt x="269072" y="113623"/>
                  <a:pt x="268853" y="113924"/>
                </a:cubicBezTo>
                <a:cubicBezTo>
                  <a:pt x="268634" y="114225"/>
                  <a:pt x="268279" y="114485"/>
                  <a:pt x="267786" y="114703"/>
                </a:cubicBezTo>
                <a:cubicBezTo>
                  <a:pt x="267294" y="114922"/>
                  <a:pt x="266610" y="115086"/>
                  <a:pt x="265735" y="115196"/>
                </a:cubicBezTo>
                <a:cubicBezTo>
                  <a:pt x="264860" y="115305"/>
                  <a:pt x="263739" y="115360"/>
                  <a:pt x="262371" y="115360"/>
                </a:cubicBezTo>
                <a:cubicBezTo>
                  <a:pt x="261058" y="115360"/>
                  <a:pt x="259964" y="115305"/>
                  <a:pt x="259089" y="115196"/>
                </a:cubicBezTo>
                <a:cubicBezTo>
                  <a:pt x="258214" y="115086"/>
                  <a:pt x="257517" y="114922"/>
                  <a:pt x="256997" y="114703"/>
                </a:cubicBezTo>
                <a:cubicBezTo>
                  <a:pt x="256477" y="114485"/>
                  <a:pt x="256122" y="114225"/>
                  <a:pt x="255930" y="113924"/>
                </a:cubicBezTo>
                <a:cubicBezTo>
                  <a:pt x="255739" y="113623"/>
                  <a:pt x="255643" y="113254"/>
                  <a:pt x="255643" y="112816"/>
                </a:cubicBezTo>
                <a:lnTo>
                  <a:pt x="255643" y="38973"/>
                </a:lnTo>
                <a:cubicBezTo>
                  <a:pt x="255643" y="38590"/>
                  <a:pt x="255739" y="38234"/>
                  <a:pt x="255930" y="37906"/>
                </a:cubicBezTo>
                <a:cubicBezTo>
                  <a:pt x="256122" y="37578"/>
                  <a:pt x="256477" y="37305"/>
                  <a:pt x="256997" y="37086"/>
                </a:cubicBezTo>
                <a:cubicBezTo>
                  <a:pt x="257517" y="36867"/>
                  <a:pt x="258214" y="36703"/>
                  <a:pt x="259089" y="36593"/>
                </a:cubicBezTo>
                <a:cubicBezTo>
                  <a:pt x="259964" y="36484"/>
                  <a:pt x="261058" y="36429"/>
                  <a:pt x="262371" y="36429"/>
                </a:cubicBezTo>
                <a:cubicBezTo>
                  <a:pt x="263739" y="36429"/>
                  <a:pt x="264860" y="36484"/>
                  <a:pt x="265735" y="36593"/>
                </a:cubicBezTo>
                <a:cubicBezTo>
                  <a:pt x="266610" y="36703"/>
                  <a:pt x="267294" y="36867"/>
                  <a:pt x="267786" y="37086"/>
                </a:cubicBezTo>
                <a:cubicBezTo>
                  <a:pt x="268279" y="37305"/>
                  <a:pt x="268634" y="37578"/>
                  <a:pt x="268853" y="37906"/>
                </a:cubicBezTo>
                <a:cubicBezTo>
                  <a:pt x="269072" y="38234"/>
                  <a:pt x="269181" y="38590"/>
                  <a:pt x="269181" y="38973"/>
                </a:cubicBezTo>
                <a:lnTo>
                  <a:pt x="269181" y="112816"/>
                </a:lnTo>
                <a:moveTo>
                  <a:pt x="270740" y="13948"/>
                </a:moveTo>
                <a:cubicBezTo>
                  <a:pt x="270740" y="17121"/>
                  <a:pt x="270138" y="19281"/>
                  <a:pt x="268935" y="20430"/>
                </a:cubicBezTo>
                <a:cubicBezTo>
                  <a:pt x="267732" y="21579"/>
                  <a:pt x="265516" y="22153"/>
                  <a:pt x="262289" y="22153"/>
                </a:cubicBezTo>
                <a:cubicBezTo>
                  <a:pt x="259117" y="22153"/>
                  <a:pt x="256942" y="21592"/>
                  <a:pt x="255766" y="20471"/>
                </a:cubicBezTo>
                <a:cubicBezTo>
                  <a:pt x="254590" y="19350"/>
                  <a:pt x="254002" y="17230"/>
                  <a:pt x="254002" y="14112"/>
                </a:cubicBezTo>
                <a:cubicBezTo>
                  <a:pt x="254002" y="10940"/>
                  <a:pt x="254604" y="8779"/>
                  <a:pt x="255807" y="7630"/>
                </a:cubicBezTo>
                <a:cubicBezTo>
                  <a:pt x="257011" y="6482"/>
                  <a:pt x="259226" y="5907"/>
                  <a:pt x="262453" y="5907"/>
                </a:cubicBezTo>
                <a:cubicBezTo>
                  <a:pt x="265626" y="5907"/>
                  <a:pt x="267800" y="6468"/>
                  <a:pt x="268976" y="7589"/>
                </a:cubicBezTo>
                <a:cubicBezTo>
                  <a:pt x="270152" y="8711"/>
                  <a:pt x="270740" y="10830"/>
                  <a:pt x="270740" y="13948"/>
                </a:cubicBezTo>
                <a:close/>
                <a:moveTo>
                  <a:pt x="357878" y="112816"/>
                </a:moveTo>
                <a:cubicBezTo>
                  <a:pt x="357878" y="113254"/>
                  <a:pt x="357769" y="113623"/>
                  <a:pt x="357550" y="113924"/>
                </a:cubicBezTo>
                <a:cubicBezTo>
                  <a:pt x="357331" y="114225"/>
                  <a:pt x="356976" y="114485"/>
                  <a:pt x="356484" y="114703"/>
                </a:cubicBezTo>
                <a:cubicBezTo>
                  <a:pt x="355991" y="114922"/>
                  <a:pt x="355308" y="115086"/>
                  <a:pt x="354432" y="115196"/>
                </a:cubicBezTo>
                <a:cubicBezTo>
                  <a:pt x="353557" y="115305"/>
                  <a:pt x="352463" y="115360"/>
                  <a:pt x="351151" y="115360"/>
                </a:cubicBezTo>
                <a:cubicBezTo>
                  <a:pt x="349783" y="115360"/>
                  <a:pt x="348662" y="115305"/>
                  <a:pt x="347787" y="115196"/>
                </a:cubicBezTo>
                <a:cubicBezTo>
                  <a:pt x="346911" y="115086"/>
                  <a:pt x="346228" y="114922"/>
                  <a:pt x="345735" y="114703"/>
                </a:cubicBezTo>
                <a:cubicBezTo>
                  <a:pt x="345243" y="114485"/>
                  <a:pt x="344887" y="114225"/>
                  <a:pt x="344669" y="113924"/>
                </a:cubicBezTo>
                <a:cubicBezTo>
                  <a:pt x="344450" y="113623"/>
                  <a:pt x="344341" y="113254"/>
                  <a:pt x="344341" y="112816"/>
                </a:cubicBezTo>
                <a:lnTo>
                  <a:pt x="344341" y="69577"/>
                </a:lnTo>
                <a:cubicBezTo>
                  <a:pt x="344341" y="65365"/>
                  <a:pt x="344012" y="61974"/>
                  <a:pt x="343356" y="59403"/>
                </a:cubicBezTo>
                <a:cubicBezTo>
                  <a:pt x="342700" y="56832"/>
                  <a:pt x="341742" y="54617"/>
                  <a:pt x="340484" y="52757"/>
                </a:cubicBezTo>
                <a:cubicBezTo>
                  <a:pt x="339226" y="50897"/>
                  <a:pt x="337599" y="49475"/>
                  <a:pt x="335602" y="48490"/>
                </a:cubicBezTo>
                <a:cubicBezTo>
                  <a:pt x="333606" y="47506"/>
                  <a:pt x="331295" y="47014"/>
                  <a:pt x="328669" y="47014"/>
                </a:cubicBezTo>
                <a:cubicBezTo>
                  <a:pt x="325278" y="47014"/>
                  <a:pt x="321887" y="48217"/>
                  <a:pt x="318495" y="50624"/>
                </a:cubicBezTo>
                <a:cubicBezTo>
                  <a:pt x="315104" y="53030"/>
                  <a:pt x="311549" y="56559"/>
                  <a:pt x="307829" y="61208"/>
                </a:cubicBezTo>
                <a:lnTo>
                  <a:pt x="307829" y="112816"/>
                </a:lnTo>
                <a:cubicBezTo>
                  <a:pt x="307829" y="113254"/>
                  <a:pt x="307720" y="113623"/>
                  <a:pt x="307501" y="113924"/>
                </a:cubicBezTo>
                <a:cubicBezTo>
                  <a:pt x="307282" y="114225"/>
                  <a:pt x="306927" y="114485"/>
                  <a:pt x="306434" y="114703"/>
                </a:cubicBezTo>
                <a:cubicBezTo>
                  <a:pt x="305942" y="114922"/>
                  <a:pt x="305258" y="115086"/>
                  <a:pt x="304383" y="115196"/>
                </a:cubicBezTo>
                <a:cubicBezTo>
                  <a:pt x="303508" y="115305"/>
                  <a:pt x="302387" y="115360"/>
                  <a:pt x="301019" y="115360"/>
                </a:cubicBezTo>
                <a:cubicBezTo>
                  <a:pt x="299706" y="115360"/>
                  <a:pt x="298612" y="115305"/>
                  <a:pt x="297737" y="115196"/>
                </a:cubicBezTo>
                <a:cubicBezTo>
                  <a:pt x="296862" y="115086"/>
                  <a:pt x="296165" y="114922"/>
                  <a:pt x="295645" y="114703"/>
                </a:cubicBezTo>
                <a:cubicBezTo>
                  <a:pt x="295125" y="114485"/>
                  <a:pt x="294770" y="114225"/>
                  <a:pt x="294578" y="113924"/>
                </a:cubicBezTo>
                <a:cubicBezTo>
                  <a:pt x="294387" y="113623"/>
                  <a:pt x="294291" y="113254"/>
                  <a:pt x="294291" y="112816"/>
                </a:cubicBezTo>
                <a:lnTo>
                  <a:pt x="294291" y="38973"/>
                </a:lnTo>
                <a:cubicBezTo>
                  <a:pt x="294291" y="38535"/>
                  <a:pt x="294373" y="38166"/>
                  <a:pt x="294537" y="37865"/>
                </a:cubicBezTo>
                <a:cubicBezTo>
                  <a:pt x="294701" y="37564"/>
                  <a:pt x="295030" y="37291"/>
                  <a:pt x="295522" y="37045"/>
                </a:cubicBezTo>
                <a:cubicBezTo>
                  <a:pt x="296014" y="36799"/>
                  <a:pt x="296643" y="36635"/>
                  <a:pt x="297409" y="36552"/>
                </a:cubicBezTo>
                <a:cubicBezTo>
                  <a:pt x="298175" y="36470"/>
                  <a:pt x="299187" y="36429"/>
                  <a:pt x="300445" y="36429"/>
                </a:cubicBezTo>
                <a:cubicBezTo>
                  <a:pt x="301648" y="36429"/>
                  <a:pt x="302646" y="36470"/>
                  <a:pt x="303439" y="36552"/>
                </a:cubicBezTo>
                <a:cubicBezTo>
                  <a:pt x="304233" y="36635"/>
                  <a:pt x="304848" y="36799"/>
                  <a:pt x="305286" y="37045"/>
                </a:cubicBezTo>
                <a:cubicBezTo>
                  <a:pt x="305723" y="37291"/>
                  <a:pt x="306038" y="37564"/>
                  <a:pt x="306229" y="37865"/>
                </a:cubicBezTo>
                <a:cubicBezTo>
                  <a:pt x="306421" y="38166"/>
                  <a:pt x="306516" y="38535"/>
                  <a:pt x="306516" y="38973"/>
                </a:cubicBezTo>
                <a:lnTo>
                  <a:pt x="306516" y="48737"/>
                </a:lnTo>
                <a:cubicBezTo>
                  <a:pt x="310673" y="44087"/>
                  <a:pt x="314817" y="40682"/>
                  <a:pt x="318947" y="38522"/>
                </a:cubicBezTo>
                <a:cubicBezTo>
                  <a:pt x="323076" y="36361"/>
                  <a:pt x="327247" y="35281"/>
                  <a:pt x="331459" y="35281"/>
                </a:cubicBezTo>
                <a:cubicBezTo>
                  <a:pt x="336382" y="35281"/>
                  <a:pt x="340525" y="36115"/>
                  <a:pt x="343889" y="37783"/>
                </a:cubicBezTo>
                <a:cubicBezTo>
                  <a:pt x="347253" y="39452"/>
                  <a:pt x="349974" y="41680"/>
                  <a:pt x="352053" y="44470"/>
                </a:cubicBezTo>
                <a:cubicBezTo>
                  <a:pt x="354132" y="47260"/>
                  <a:pt x="355622" y="50528"/>
                  <a:pt x="356525" y="54275"/>
                </a:cubicBezTo>
                <a:cubicBezTo>
                  <a:pt x="357427" y="58022"/>
                  <a:pt x="357878" y="62521"/>
                  <a:pt x="357878" y="67772"/>
                </a:cubicBezTo>
                <a:lnTo>
                  <a:pt x="357878" y="112816"/>
                </a:lnTo>
                <a:close/>
                <a:moveTo>
                  <a:pt x="445522" y="72695"/>
                </a:moveTo>
                <a:cubicBezTo>
                  <a:pt x="445522" y="74828"/>
                  <a:pt x="444989" y="76346"/>
                  <a:pt x="443922" y="77248"/>
                </a:cubicBezTo>
                <a:cubicBezTo>
                  <a:pt x="442856" y="78151"/>
                  <a:pt x="441639" y="78602"/>
                  <a:pt x="440271" y="78602"/>
                </a:cubicBezTo>
                <a:lnTo>
                  <a:pt x="391863" y="78602"/>
                </a:lnTo>
                <a:cubicBezTo>
                  <a:pt x="391863" y="82717"/>
                  <a:pt x="392273" y="86420"/>
                  <a:pt x="393094" y="89712"/>
                </a:cubicBezTo>
                <a:cubicBezTo>
                  <a:pt x="393914" y="93004"/>
                  <a:pt x="395281" y="95830"/>
                  <a:pt x="397196" y="98189"/>
                </a:cubicBezTo>
                <a:cubicBezTo>
                  <a:pt x="399110" y="100547"/>
                  <a:pt x="401599" y="102359"/>
                  <a:pt x="404662" y="103622"/>
                </a:cubicBezTo>
                <a:cubicBezTo>
                  <a:pt x="407725" y="104883"/>
                  <a:pt x="411472" y="105514"/>
                  <a:pt x="415903" y="105514"/>
                </a:cubicBezTo>
                <a:cubicBezTo>
                  <a:pt x="419404" y="105514"/>
                  <a:pt x="422521" y="105227"/>
                  <a:pt x="425256" y="104652"/>
                </a:cubicBezTo>
                <a:cubicBezTo>
                  <a:pt x="427991" y="104078"/>
                  <a:pt x="430357" y="103435"/>
                  <a:pt x="432354" y="102724"/>
                </a:cubicBezTo>
                <a:cubicBezTo>
                  <a:pt x="434350" y="102013"/>
                  <a:pt x="435991" y="101371"/>
                  <a:pt x="437276" y="100796"/>
                </a:cubicBezTo>
                <a:cubicBezTo>
                  <a:pt x="438562" y="100222"/>
                  <a:pt x="439533" y="99935"/>
                  <a:pt x="440189" y="99935"/>
                </a:cubicBezTo>
                <a:cubicBezTo>
                  <a:pt x="440572" y="99935"/>
                  <a:pt x="440914" y="100030"/>
                  <a:pt x="441215" y="100222"/>
                </a:cubicBezTo>
                <a:cubicBezTo>
                  <a:pt x="441516" y="100413"/>
                  <a:pt x="441748" y="100700"/>
                  <a:pt x="441912" y="101083"/>
                </a:cubicBezTo>
                <a:cubicBezTo>
                  <a:pt x="442076" y="101466"/>
                  <a:pt x="442199" y="102000"/>
                  <a:pt x="442281" y="102683"/>
                </a:cubicBezTo>
                <a:cubicBezTo>
                  <a:pt x="442363" y="103367"/>
                  <a:pt x="442404" y="104201"/>
                  <a:pt x="442404" y="105186"/>
                </a:cubicBezTo>
                <a:cubicBezTo>
                  <a:pt x="442404" y="105897"/>
                  <a:pt x="442377" y="106512"/>
                  <a:pt x="442322" y="107032"/>
                </a:cubicBezTo>
                <a:cubicBezTo>
                  <a:pt x="442268" y="107552"/>
                  <a:pt x="442199" y="108016"/>
                  <a:pt x="442117" y="108427"/>
                </a:cubicBezTo>
                <a:cubicBezTo>
                  <a:pt x="442035" y="108837"/>
                  <a:pt x="441898" y="109206"/>
                  <a:pt x="441707" y="109534"/>
                </a:cubicBezTo>
                <a:cubicBezTo>
                  <a:pt x="441516" y="109863"/>
                  <a:pt x="441269" y="110177"/>
                  <a:pt x="440969" y="110478"/>
                </a:cubicBezTo>
                <a:cubicBezTo>
                  <a:pt x="440668" y="110779"/>
                  <a:pt x="439779" y="111271"/>
                  <a:pt x="438302" y="111955"/>
                </a:cubicBezTo>
                <a:cubicBezTo>
                  <a:pt x="436825" y="112638"/>
                  <a:pt x="434911" y="113309"/>
                  <a:pt x="432559" y="113965"/>
                </a:cubicBezTo>
                <a:cubicBezTo>
                  <a:pt x="430207" y="114621"/>
                  <a:pt x="427485" y="115209"/>
                  <a:pt x="424395" y="115729"/>
                </a:cubicBezTo>
                <a:cubicBezTo>
                  <a:pt x="421304" y="116249"/>
                  <a:pt x="418009" y="116508"/>
                  <a:pt x="414508" y="116508"/>
                </a:cubicBezTo>
                <a:cubicBezTo>
                  <a:pt x="408437" y="116508"/>
                  <a:pt x="403117" y="115660"/>
                  <a:pt x="398550" y="113962"/>
                </a:cubicBezTo>
                <a:cubicBezTo>
                  <a:pt x="393982" y="112265"/>
                  <a:pt x="390140" y="109746"/>
                  <a:pt x="387022" y="106406"/>
                </a:cubicBezTo>
                <a:cubicBezTo>
                  <a:pt x="383904" y="103066"/>
                  <a:pt x="381552" y="98877"/>
                  <a:pt x="379966" y="93840"/>
                </a:cubicBezTo>
                <a:cubicBezTo>
                  <a:pt x="378380" y="88803"/>
                  <a:pt x="377586" y="82944"/>
                  <a:pt x="377586" y="76264"/>
                </a:cubicBezTo>
                <a:cubicBezTo>
                  <a:pt x="377586" y="69912"/>
                  <a:pt x="378407" y="64204"/>
                  <a:pt x="380048" y="59139"/>
                </a:cubicBezTo>
                <a:cubicBezTo>
                  <a:pt x="381689" y="54074"/>
                  <a:pt x="384055" y="49776"/>
                  <a:pt x="387145" y="46244"/>
                </a:cubicBezTo>
                <a:cubicBezTo>
                  <a:pt x="390235" y="42713"/>
                  <a:pt x="393969" y="40003"/>
                  <a:pt x="398345" y="38114"/>
                </a:cubicBezTo>
                <a:cubicBezTo>
                  <a:pt x="402720" y="36225"/>
                  <a:pt x="407616" y="35281"/>
                  <a:pt x="413031" y="35281"/>
                </a:cubicBezTo>
                <a:cubicBezTo>
                  <a:pt x="418829" y="35281"/>
                  <a:pt x="423766" y="36211"/>
                  <a:pt x="427841" y="38070"/>
                </a:cubicBezTo>
                <a:cubicBezTo>
                  <a:pt x="431916" y="39930"/>
                  <a:pt x="435266" y="42433"/>
                  <a:pt x="437892" y="45578"/>
                </a:cubicBezTo>
                <a:cubicBezTo>
                  <a:pt x="440517" y="48723"/>
                  <a:pt x="442445" y="52415"/>
                  <a:pt x="443676" y="56654"/>
                </a:cubicBezTo>
                <a:cubicBezTo>
                  <a:pt x="444907" y="60893"/>
                  <a:pt x="445522" y="65420"/>
                  <a:pt x="445522" y="70233"/>
                </a:cubicBezTo>
                <a:lnTo>
                  <a:pt x="445522" y="72695"/>
                </a:lnTo>
                <a:moveTo>
                  <a:pt x="431902" y="68674"/>
                </a:moveTo>
                <a:cubicBezTo>
                  <a:pt x="432066" y="61563"/>
                  <a:pt x="430494" y="55984"/>
                  <a:pt x="427185" y="51937"/>
                </a:cubicBezTo>
                <a:cubicBezTo>
                  <a:pt x="423875" y="47889"/>
                  <a:pt x="418966" y="45865"/>
                  <a:pt x="412457" y="45865"/>
                </a:cubicBezTo>
                <a:cubicBezTo>
                  <a:pt x="409120" y="45865"/>
                  <a:pt x="406194" y="46494"/>
                  <a:pt x="403678" y="47752"/>
                </a:cubicBezTo>
                <a:cubicBezTo>
                  <a:pt x="401162" y="49010"/>
                  <a:pt x="399056" y="50678"/>
                  <a:pt x="397360" y="52757"/>
                </a:cubicBezTo>
                <a:cubicBezTo>
                  <a:pt x="395664" y="54836"/>
                  <a:pt x="394352" y="57256"/>
                  <a:pt x="393422" y="60018"/>
                </a:cubicBezTo>
                <a:cubicBezTo>
                  <a:pt x="392492" y="62781"/>
                  <a:pt x="391972" y="65666"/>
                  <a:pt x="391863" y="68674"/>
                </a:cubicBezTo>
                <a:lnTo>
                  <a:pt x="431902" y="68674"/>
                </a:lnTo>
                <a:close/>
              </a:path>
            </a:pathLst>
          </a:custGeom>
          <a:solidFill xmlns:a="http://schemas.openxmlformats.org/drawingml/2006/main">
            <a:srgbClr val="54823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2" name="Text Defense">
            <a:extLst xmlns:a="http://schemas.openxmlformats.org/drawingml/2006/main">
              <a:ext uri="{FF2B5EF4-FFF2-40B4-BE49-F238E27FC236}">
                <a16:creationId xmlns:a16="http://schemas.microsoft.com/office/drawing/2014/main" id="{57FC5EE3-6200-4BB3-80D6-D2CCC612F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63905" y="4390331"/>
            <a:ext cx="549956" cy="123072"/>
          </a:xfrm>
          <a:custGeom xmlns:a="http://schemas.openxmlformats.org/drawingml/2006/main">
            <a:pathLst>
              <a:path w="549956" h="123072">
                <a:moveTo>
                  <a:pt x="88940" y="65557"/>
                </a:moveTo>
                <a:cubicBezTo>
                  <a:pt x="88940" y="71956"/>
                  <a:pt x="88147" y="77973"/>
                  <a:pt x="86561" y="83607"/>
                </a:cubicBezTo>
                <a:cubicBezTo>
                  <a:pt x="84975" y="89241"/>
                  <a:pt x="82582" y="94314"/>
                  <a:pt x="79382" y="98827"/>
                </a:cubicBezTo>
                <a:cubicBezTo>
                  <a:pt x="76182" y="103340"/>
                  <a:pt x="72189" y="107237"/>
                  <a:pt x="67403" y="110519"/>
                </a:cubicBezTo>
                <a:cubicBezTo>
                  <a:pt x="62616" y="113801"/>
                  <a:pt x="57023" y="116344"/>
                  <a:pt x="50624" y="118149"/>
                </a:cubicBezTo>
                <a:cubicBezTo>
                  <a:pt x="46959" y="119189"/>
                  <a:pt x="42993" y="119913"/>
                  <a:pt x="38727" y="120324"/>
                </a:cubicBezTo>
                <a:cubicBezTo>
                  <a:pt x="34460" y="120734"/>
                  <a:pt x="29838" y="120939"/>
                  <a:pt x="24861" y="120939"/>
                </a:cubicBezTo>
                <a:lnTo>
                  <a:pt x="0" y="120939"/>
                </a:lnTo>
                <a:lnTo>
                  <a:pt x="0" y="11159"/>
                </a:lnTo>
                <a:lnTo>
                  <a:pt x="25107" y="11159"/>
                </a:lnTo>
                <a:cubicBezTo>
                  <a:pt x="30084" y="11159"/>
                  <a:pt x="34706" y="11364"/>
                  <a:pt x="38973" y="11774"/>
                </a:cubicBezTo>
                <a:cubicBezTo>
                  <a:pt x="43239" y="12184"/>
                  <a:pt x="47205" y="12909"/>
                  <a:pt x="50870" y="13948"/>
                </a:cubicBezTo>
                <a:cubicBezTo>
                  <a:pt x="57270" y="15753"/>
                  <a:pt x="62863" y="18269"/>
                  <a:pt x="67649" y="21497"/>
                </a:cubicBezTo>
                <a:cubicBezTo>
                  <a:pt x="72435" y="24724"/>
                  <a:pt x="76401" y="28539"/>
                  <a:pt x="79546" y="32942"/>
                </a:cubicBezTo>
                <a:cubicBezTo>
                  <a:pt x="82691" y="37346"/>
                  <a:pt x="85043" y="42296"/>
                  <a:pt x="86602" y="47793"/>
                </a:cubicBezTo>
                <a:cubicBezTo>
                  <a:pt x="88161" y="53290"/>
                  <a:pt x="88940" y="59211"/>
                  <a:pt x="88940" y="65557"/>
                </a:cubicBezTo>
                <a:moveTo>
                  <a:pt x="75648" y="65557"/>
                </a:moveTo>
                <a:cubicBezTo>
                  <a:pt x="75648" y="55020"/>
                  <a:pt x="73320" y="46477"/>
                  <a:pt x="68664" y="39927"/>
                </a:cubicBezTo>
                <a:cubicBezTo>
                  <a:pt x="64008" y="33375"/>
                  <a:pt x="57329" y="28734"/>
                  <a:pt x="48626" y="26004"/>
                </a:cubicBezTo>
                <a:cubicBezTo>
                  <a:pt x="45302" y="24967"/>
                  <a:pt x="41588" y="24257"/>
                  <a:pt x="37486" y="23876"/>
                </a:cubicBezTo>
                <a:cubicBezTo>
                  <a:pt x="33383" y="23493"/>
                  <a:pt x="28755" y="23302"/>
                  <a:pt x="23602" y="23302"/>
                </a:cubicBezTo>
                <a:lnTo>
                  <a:pt x="13374" y="23302"/>
                </a:lnTo>
                <a:lnTo>
                  <a:pt x="13374" y="108796"/>
                </a:lnTo>
                <a:lnTo>
                  <a:pt x="23602" y="108796"/>
                </a:lnTo>
                <a:cubicBezTo>
                  <a:pt x="28755" y="108796"/>
                  <a:pt x="33383" y="108605"/>
                  <a:pt x="37486" y="108224"/>
                </a:cubicBezTo>
                <a:cubicBezTo>
                  <a:pt x="41588" y="107841"/>
                  <a:pt x="45302" y="107131"/>
                  <a:pt x="48626" y="106093"/>
                </a:cubicBezTo>
                <a:cubicBezTo>
                  <a:pt x="57329" y="103364"/>
                  <a:pt x="64008" y="98587"/>
                  <a:pt x="68664" y="91763"/>
                </a:cubicBezTo>
                <a:cubicBezTo>
                  <a:pt x="73320" y="84938"/>
                  <a:pt x="75648" y="76202"/>
                  <a:pt x="75648" y="65557"/>
                </a:cubicBezTo>
                <a:close/>
                <a:moveTo>
                  <a:pt x="141993" y="51854"/>
                </a:moveTo>
                <a:cubicBezTo>
                  <a:pt x="139056" y="51854"/>
                  <a:pt x="136328" y="52429"/>
                  <a:pt x="133808" y="53577"/>
                </a:cubicBezTo>
                <a:cubicBezTo>
                  <a:pt x="131289" y="54726"/>
                  <a:pt x="129087" y="56285"/>
                  <a:pt x="127203" y="58254"/>
                </a:cubicBezTo>
                <a:cubicBezTo>
                  <a:pt x="125322" y="60223"/>
                  <a:pt x="123798" y="62534"/>
                  <a:pt x="122634" y="65187"/>
                </a:cubicBezTo>
                <a:cubicBezTo>
                  <a:pt x="121472" y="67840"/>
                  <a:pt x="120752" y="70671"/>
                  <a:pt x="120476" y="73679"/>
                </a:cubicBezTo>
                <a:lnTo>
                  <a:pt x="160351" y="73679"/>
                </a:lnTo>
                <a:cubicBezTo>
                  <a:pt x="160351" y="70616"/>
                  <a:pt x="159949" y="67758"/>
                  <a:pt x="159146" y="65105"/>
                </a:cubicBezTo>
                <a:cubicBezTo>
                  <a:pt x="158342" y="62452"/>
                  <a:pt x="157166" y="60141"/>
                  <a:pt x="155615" y="58172"/>
                </a:cubicBezTo>
                <a:cubicBezTo>
                  <a:pt x="154065" y="56203"/>
                  <a:pt x="152154" y="54658"/>
                  <a:pt x="149882" y="53536"/>
                </a:cubicBezTo>
                <a:cubicBezTo>
                  <a:pt x="147612" y="52415"/>
                  <a:pt x="144982" y="51854"/>
                  <a:pt x="141993" y="51854"/>
                </a:cubicBezTo>
                <a:moveTo>
                  <a:pt x="148700" y="111914"/>
                </a:moveTo>
                <a:cubicBezTo>
                  <a:pt x="152912" y="111914"/>
                  <a:pt x="156755" y="111572"/>
                  <a:pt x="160228" y="110888"/>
                </a:cubicBezTo>
                <a:cubicBezTo>
                  <a:pt x="163701" y="110204"/>
                  <a:pt x="167161" y="109233"/>
                  <a:pt x="170607" y="107975"/>
                </a:cubicBezTo>
                <a:lnTo>
                  <a:pt x="170607" y="118619"/>
                </a:lnTo>
                <a:cubicBezTo>
                  <a:pt x="167817" y="119993"/>
                  <a:pt x="164371" y="121078"/>
                  <a:pt x="160269" y="121875"/>
                </a:cubicBezTo>
                <a:cubicBezTo>
                  <a:pt x="156166" y="122673"/>
                  <a:pt x="151763" y="123072"/>
                  <a:pt x="147059" y="123072"/>
                </a:cubicBezTo>
                <a:cubicBezTo>
                  <a:pt x="141480" y="123072"/>
                  <a:pt x="136242" y="122360"/>
                  <a:pt x="131347" y="120936"/>
                </a:cubicBezTo>
                <a:cubicBezTo>
                  <a:pt x="126451" y="119511"/>
                  <a:pt x="122214" y="117208"/>
                  <a:pt x="118635" y="114029"/>
                </a:cubicBezTo>
                <a:cubicBezTo>
                  <a:pt x="115055" y="110850"/>
                  <a:pt x="112252" y="106698"/>
                  <a:pt x="110225" y="101573"/>
                </a:cubicBezTo>
                <a:cubicBezTo>
                  <a:pt x="108197" y="96449"/>
                  <a:pt x="107184" y="90269"/>
                  <a:pt x="107184" y="83035"/>
                </a:cubicBezTo>
                <a:cubicBezTo>
                  <a:pt x="107184" y="75911"/>
                  <a:pt x="108166" y="69732"/>
                  <a:pt x="110130" y="64498"/>
                </a:cubicBezTo>
                <a:cubicBezTo>
                  <a:pt x="112094" y="59262"/>
                  <a:pt x="114713" y="54890"/>
                  <a:pt x="117986" y="51383"/>
                </a:cubicBezTo>
                <a:cubicBezTo>
                  <a:pt x="121261" y="47875"/>
                  <a:pt x="125027" y="45244"/>
                  <a:pt x="129283" y="43491"/>
                </a:cubicBezTo>
                <a:cubicBezTo>
                  <a:pt x="133539" y="41737"/>
                  <a:pt x="137986" y="40860"/>
                  <a:pt x="142623" y="40860"/>
                </a:cubicBezTo>
                <a:cubicBezTo>
                  <a:pt x="146989" y="40860"/>
                  <a:pt x="151068" y="41587"/>
                  <a:pt x="154859" y="43042"/>
                </a:cubicBezTo>
                <a:cubicBezTo>
                  <a:pt x="158652" y="44497"/>
                  <a:pt x="161940" y="46789"/>
                  <a:pt x="164723" y="49919"/>
                </a:cubicBezTo>
                <a:cubicBezTo>
                  <a:pt x="167505" y="53048"/>
                  <a:pt x="169701" y="57084"/>
                  <a:pt x="171310" y="62026"/>
                </a:cubicBezTo>
                <a:cubicBezTo>
                  <a:pt x="172920" y="66968"/>
                  <a:pt x="173725" y="72897"/>
                  <a:pt x="173725" y="79815"/>
                </a:cubicBezTo>
                <a:cubicBezTo>
                  <a:pt x="173725" y="80473"/>
                  <a:pt x="173725" y="81035"/>
                  <a:pt x="173725" y="81502"/>
                </a:cubicBezTo>
                <a:cubicBezTo>
                  <a:pt x="173725" y="81969"/>
                  <a:pt x="173697" y="83026"/>
                  <a:pt x="173643" y="84674"/>
                </a:cubicBezTo>
                <a:lnTo>
                  <a:pt x="119819" y="84674"/>
                </a:lnTo>
                <a:cubicBezTo>
                  <a:pt x="119819" y="89636"/>
                  <a:pt x="120571" y="93849"/>
                  <a:pt x="122075" y="97312"/>
                </a:cubicBezTo>
                <a:cubicBezTo>
                  <a:pt x="123580" y="100775"/>
                  <a:pt x="125631" y="103583"/>
                  <a:pt x="128229" y="105737"/>
                </a:cubicBezTo>
                <a:cubicBezTo>
                  <a:pt x="130827" y="107891"/>
                  <a:pt x="133877" y="109459"/>
                  <a:pt x="137377" y="110442"/>
                </a:cubicBezTo>
                <a:cubicBezTo>
                  <a:pt x="140878" y="111423"/>
                  <a:pt x="144652" y="111914"/>
                  <a:pt x="148700" y="111914"/>
                </a:cubicBezTo>
                <a:close/>
                <a:moveTo>
                  <a:pt x="239914" y="12143"/>
                </a:moveTo>
                <a:cubicBezTo>
                  <a:pt x="238273" y="11815"/>
                  <a:pt x="236468" y="11569"/>
                  <a:pt x="234499" y="11405"/>
                </a:cubicBezTo>
                <a:cubicBezTo>
                  <a:pt x="232530" y="11241"/>
                  <a:pt x="230834" y="11159"/>
                  <a:pt x="229412" y="11159"/>
                </a:cubicBezTo>
                <a:cubicBezTo>
                  <a:pt x="226568" y="11159"/>
                  <a:pt x="224011" y="11514"/>
                  <a:pt x="221741" y="12225"/>
                </a:cubicBezTo>
                <a:cubicBezTo>
                  <a:pt x="219471" y="12936"/>
                  <a:pt x="217570" y="14071"/>
                  <a:pt x="216038" y="15630"/>
                </a:cubicBezTo>
                <a:cubicBezTo>
                  <a:pt x="214507" y="17189"/>
                  <a:pt x="213331" y="19240"/>
                  <a:pt x="212510" y="21784"/>
                </a:cubicBezTo>
                <a:cubicBezTo>
                  <a:pt x="211690" y="24327"/>
                  <a:pt x="211280" y="27404"/>
                  <a:pt x="211280" y="31014"/>
                </a:cubicBezTo>
                <a:lnTo>
                  <a:pt x="211280" y="42993"/>
                </a:lnTo>
                <a:lnTo>
                  <a:pt x="234499" y="42993"/>
                </a:lnTo>
                <a:lnTo>
                  <a:pt x="234499" y="53988"/>
                </a:lnTo>
                <a:lnTo>
                  <a:pt x="211280" y="53988"/>
                </a:lnTo>
                <a:lnTo>
                  <a:pt x="211280" y="120939"/>
                </a:lnTo>
                <a:lnTo>
                  <a:pt x="198562" y="120939"/>
                </a:lnTo>
                <a:lnTo>
                  <a:pt x="198562" y="53988"/>
                </a:lnTo>
                <a:lnTo>
                  <a:pt x="184860" y="53988"/>
                </a:lnTo>
                <a:lnTo>
                  <a:pt x="184860" y="42993"/>
                </a:lnTo>
                <a:lnTo>
                  <a:pt x="198562" y="42993"/>
                </a:lnTo>
                <a:lnTo>
                  <a:pt x="198562" y="31073"/>
                </a:lnTo>
                <a:cubicBezTo>
                  <a:pt x="198562" y="25429"/>
                  <a:pt x="199314" y="20675"/>
                  <a:pt x="200818" y="16812"/>
                </a:cubicBezTo>
                <a:cubicBezTo>
                  <a:pt x="202323" y="12947"/>
                  <a:pt x="204388" y="9769"/>
                  <a:pt x="207013" y="7277"/>
                </a:cubicBezTo>
                <a:cubicBezTo>
                  <a:pt x="209639" y="4783"/>
                  <a:pt x="212729" y="2947"/>
                  <a:pt x="216285" y="1769"/>
                </a:cubicBezTo>
                <a:cubicBezTo>
                  <a:pt x="219840" y="590"/>
                  <a:pt x="223669" y="0"/>
                  <a:pt x="227771" y="0"/>
                </a:cubicBezTo>
                <a:cubicBezTo>
                  <a:pt x="230397" y="0"/>
                  <a:pt x="232817" y="138"/>
                  <a:pt x="235033" y="413"/>
                </a:cubicBezTo>
                <a:cubicBezTo>
                  <a:pt x="237248" y="688"/>
                  <a:pt x="238875" y="991"/>
                  <a:pt x="239914" y="1323"/>
                </a:cubicBezTo>
                <a:lnTo>
                  <a:pt x="239914" y="12143"/>
                </a:lnTo>
                <a:close/>
                <a:moveTo>
                  <a:pt x="277596" y="51854"/>
                </a:moveTo>
                <a:cubicBezTo>
                  <a:pt x="274660" y="51854"/>
                  <a:pt x="271932" y="52429"/>
                  <a:pt x="269412" y="53577"/>
                </a:cubicBezTo>
                <a:cubicBezTo>
                  <a:pt x="266893" y="54726"/>
                  <a:pt x="264691" y="56285"/>
                  <a:pt x="262807" y="58254"/>
                </a:cubicBezTo>
                <a:cubicBezTo>
                  <a:pt x="260925" y="60223"/>
                  <a:pt x="259402" y="62534"/>
                  <a:pt x="258238" y="65187"/>
                </a:cubicBezTo>
                <a:cubicBezTo>
                  <a:pt x="257076" y="67840"/>
                  <a:pt x="256356" y="70671"/>
                  <a:pt x="256079" y="73679"/>
                </a:cubicBezTo>
                <a:lnTo>
                  <a:pt x="295955" y="73679"/>
                </a:lnTo>
                <a:cubicBezTo>
                  <a:pt x="295955" y="70616"/>
                  <a:pt x="295553" y="67758"/>
                  <a:pt x="294750" y="65105"/>
                </a:cubicBezTo>
                <a:cubicBezTo>
                  <a:pt x="293946" y="62452"/>
                  <a:pt x="292769" y="60141"/>
                  <a:pt x="291219" y="58172"/>
                </a:cubicBezTo>
                <a:cubicBezTo>
                  <a:pt x="289669" y="56203"/>
                  <a:pt x="287758" y="54658"/>
                  <a:pt x="285486" y="53536"/>
                </a:cubicBezTo>
                <a:cubicBezTo>
                  <a:pt x="283216" y="52415"/>
                  <a:pt x="280586" y="51854"/>
                  <a:pt x="277596" y="51854"/>
                </a:cubicBezTo>
                <a:moveTo>
                  <a:pt x="284304" y="111914"/>
                </a:moveTo>
                <a:cubicBezTo>
                  <a:pt x="288516" y="111914"/>
                  <a:pt x="292358" y="111572"/>
                  <a:pt x="295832" y="110888"/>
                </a:cubicBezTo>
                <a:cubicBezTo>
                  <a:pt x="299305" y="110204"/>
                  <a:pt x="302765" y="109233"/>
                  <a:pt x="306211" y="107975"/>
                </a:cubicBezTo>
                <a:lnTo>
                  <a:pt x="306211" y="118619"/>
                </a:lnTo>
                <a:cubicBezTo>
                  <a:pt x="303421" y="119993"/>
                  <a:pt x="299975" y="121078"/>
                  <a:pt x="295873" y="121875"/>
                </a:cubicBezTo>
                <a:cubicBezTo>
                  <a:pt x="291770" y="122673"/>
                  <a:pt x="287367" y="123072"/>
                  <a:pt x="282663" y="123072"/>
                </a:cubicBezTo>
                <a:cubicBezTo>
                  <a:pt x="277084" y="123072"/>
                  <a:pt x="271846" y="122360"/>
                  <a:pt x="266951" y="120936"/>
                </a:cubicBezTo>
                <a:cubicBezTo>
                  <a:pt x="262055" y="119511"/>
                  <a:pt x="257818" y="117208"/>
                  <a:pt x="254238" y="114029"/>
                </a:cubicBezTo>
                <a:cubicBezTo>
                  <a:pt x="250659" y="110850"/>
                  <a:pt x="247856" y="106698"/>
                  <a:pt x="245828" y="101573"/>
                </a:cubicBezTo>
                <a:cubicBezTo>
                  <a:pt x="243801" y="96449"/>
                  <a:pt x="242788" y="90269"/>
                  <a:pt x="242788" y="83035"/>
                </a:cubicBezTo>
                <a:cubicBezTo>
                  <a:pt x="242788" y="75911"/>
                  <a:pt x="243770" y="69732"/>
                  <a:pt x="245734" y="64498"/>
                </a:cubicBezTo>
                <a:cubicBezTo>
                  <a:pt x="247698" y="59262"/>
                  <a:pt x="250316" y="54890"/>
                  <a:pt x="253590" y="51383"/>
                </a:cubicBezTo>
                <a:cubicBezTo>
                  <a:pt x="256865" y="47875"/>
                  <a:pt x="260630" y="45244"/>
                  <a:pt x="264887" y="43491"/>
                </a:cubicBezTo>
                <a:cubicBezTo>
                  <a:pt x="269143" y="41737"/>
                  <a:pt x="273590" y="40860"/>
                  <a:pt x="278227" y="40860"/>
                </a:cubicBezTo>
                <a:cubicBezTo>
                  <a:pt x="282593" y="40860"/>
                  <a:pt x="286671" y="41587"/>
                  <a:pt x="290463" y="43042"/>
                </a:cubicBezTo>
                <a:cubicBezTo>
                  <a:pt x="294256" y="44497"/>
                  <a:pt x="297544" y="46789"/>
                  <a:pt x="300326" y="49919"/>
                </a:cubicBezTo>
                <a:cubicBezTo>
                  <a:pt x="303109" y="53048"/>
                  <a:pt x="305305" y="57084"/>
                  <a:pt x="306913" y="62026"/>
                </a:cubicBezTo>
                <a:cubicBezTo>
                  <a:pt x="308524" y="66968"/>
                  <a:pt x="309329" y="72897"/>
                  <a:pt x="309329" y="79815"/>
                </a:cubicBezTo>
                <a:cubicBezTo>
                  <a:pt x="309329" y="80473"/>
                  <a:pt x="309329" y="81035"/>
                  <a:pt x="309329" y="81502"/>
                </a:cubicBezTo>
                <a:cubicBezTo>
                  <a:pt x="309329" y="81969"/>
                  <a:pt x="309301" y="83026"/>
                  <a:pt x="309247" y="84674"/>
                </a:cubicBezTo>
                <a:lnTo>
                  <a:pt x="255423" y="84674"/>
                </a:lnTo>
                <a:cubicBezTo>
                  <a:pt x="255423" y="89636"/>
                  <a:pt x="256175" y="93849"/>
                  <a:pt x="257679" y="97312"/>
                </a:cubicBezTo>
                <a:cubicBezTo>
                  <a:pt x="259184" y="100775"/>
                  <a:pt x="261235" y="103583"/>
                  <a:pt x="263833" y="105737"/>
                </a:cubicBezTo>
                <a:cubicBezTo>
                  <a:pt x="266431" y="107891"/>
                  <a:pt x="269481" y="109459"/>
                  <a:pt x="272981" y="110442"/>
                </a:cubicBezTo>
                <a:cubicBezTo>
                  <a:pt x="276482" y="111423"/>
                  <a:pt x="280256" y="111914"/>
                  <a:pt x="284304" y="111914"/>
                </a:cubicBezTo>
                <a:close/>
                <a:moveTo>
                  <a:pt x="342535" y="53824"/>
                </a:moveTo>
                <a:lnTo>
                  <a:pt x="342781" y="53824"/>
                </a:lnTo>
                <a:cubicBezTo>
                  <a:pt x="344203" y="52007"/>
                  <a:pt x="345776" y="50314"/>
                  <a:pt x="347499" y="48747"/>
                </a:cubicBezTo>
                <a:cubicBezTo>
                  <a:pt x="349222" y="47178"/>
                  <a:pt x="351150" y="45802"/>
                  <a:pt x="353283" y="44619"/>
                </a:cubicBezTo>
                <a:cubicBezTo>
                  <a:pt x="355417" y="43434"/>
                  <a:pt x="357755" y="42512"/>
                  <a:pt x="360299" y="41852"/>
                </a:cubicBezTo>
                <a:cubicBezTo>
                  <a:pt x="362842" y="41191"/>
                  <a:pt x="365618" y="40860"/>
                  <a:pt x="368626" y="40860"/>
                </a:cubicBezTo>
                <a:cubicBezTo>
                  <a:pt x="372182" y="40860"/>
                  <a:pt x="375519" y="41353"/>
                  <a:pt x="378636" y="42339"/>
                </a:cubicBezTo>
                <a:cubicBezTo>
                  <a:pt x="381754" y="43324"/>
                  <a:pt x="384462" y="44912"/>
                  <a:pt x="386759" y="47103"/>
                </a:cubicBezTo>
                <a:cubicBezTo>
                  <a:pt x="389056" y="49293"/>
                  <a:pt x="390875" y="52154"/>
                  <a:pt x="392215" y="55685"/>
                </a:cubicBezTo>
                <a:cubicBezTo>
                  <a:pt x="393555" y="59217"/>
                  <a:pt x="394226" y="63556"/>
                  <a:pt x="394226" y="68703"/>
                </a:cubicBezTo>
                <a:lnTo>
                  <a:pt x="394226" y="120939"/>
                </a:lnTo>
                <a:lnTo>
                  <a:pt x="381508" y="120939"/>
                </a:lnTo>
                <a:lnTo>
                  <a:pt x="381508" y="70808"/>
                </a:lnTo>
                <a:cubicBezTo>
                  <a:pt x="381508" y="64080"/>
                  <a:pt x="380209" y="59239"/>
                  <a:pt x="377611" y="56285"/>
                </a:cubicBezTo>
                <a:cubicBezTo>
                  <a:pt x="375013" y="53331"/>
                  <a:pt x="371225" y="51854"/>
                  <a:pt x="366247" y="51854"/>
                </a:cubicBezTo>
                <a:cubicBezTo>
                  <a:pt x="361871" y="51854"/>
                  <a:pt x="357632" y="53072"/>
                  <a:pt x="353530" y="55506"/>
                </a:cubicBezTo>
                <a:cubicBezTo>
                  <a:pt x="349427" y="57940"/>
                  <a:pt x="345899" y="61290"/>
                  <a:pt x="342945" y="65557"/>
                </a:cubicBezTo>
                <a:lnTo>
                  <a:pt x="342945" y="120939"/>
                </a:lnTo>
                <a:lnTo>
                  <a:pt x="330228" y="120939"/>
                </a:lnTo>
                <a:lnTo>
                  <a:pt x="330228" y="42993"/>
                </a:lnTo>
                <a:lnTo>
                  <a:pt x="340074" y="42993"/>
                </a:lnTo>
                <a:lnTo>
                  <a:pt x="342535" y="53824"/>
                </a:lnTo>
                <a:close/>
                <a:moveTo>
                  <a:pt x="428308" y="63716"/>
                </a:moveTo>
                <a:cubicBezTo>
                  <a:pt x="428308" y="65852"/>
                  <a:pt x="428763" y="67606"/>
                  <a:pt x="429672" y="68977"/>
                </a:cubicBezTo>
                <a:cubicBezTo>
                  <a:pt x="430582" y="70348"/>
                  <a:pt x="431798" y="71458"/>
                  <a:pt x="433321" y="72308"/>
                </a:cubicBezTo>
                <a:cubicBezTo>
                  <a:pt x="434846" y="73157"/>
                  <a:pt x="436610" y="73856"/>
                  <a:pt x="438615" y="74405"/>
                </a:cubicBezTo>
                <a:cubicBezTo>
                  <a:pt x="440621" y="74952"/>
                  <a:pt x="442693" y="75444"/>
                  <a:pt x="444833" y="75882"/>
                </a:cubicBezTo>
                <a:cubicBezTo>
                  <a:pt x="447775" y="76540"/>
                  <a:pt x="450556" y="77266"/>
                  <a:pt x="453176" y="78061"/>
                </a:cubicBezTo>
                <a:cubicBezTo>
                  <a:pt x="455797" y="78856"/>
                  <a:pt x="458216" y="80048"/>
                  <a:pt x="460435" y="81638"/>
                </a:cubicBezTo>
                <a:cubicBezTo>
                  <a:pt x="462654" y="83228"/>
                  <a:pt x="464445" y="85379"/>
                  <a:pt x="465809" y="88092"/>
                </a:cubicBezTo>
                <a:cubicBezTo>
                  <a:pt x="467173" y="90804"/>
                  <a:pt x="467855" y="94326"/>
                  <a:pt x="467855" y="98655"/>
                </a:cubicBezTo>
                <a:cubicBezTo>
                  <a:pt x="467855" y="102602"/>
                  <a:pt x="467090" y="106097"/>
                  <a:pt x="465558" y="109139"/>
                </a:cubicBezTo>
                <a:cubicBezTo>
                  <a:pt x="464026" y="112180"/>
                  <a:pt x="461866" y="114729"/>
                  <a:pt x="459076" y="116785"/>
                </a:cubicBezTo>
                <a:cubicBezTo>
                  <a:pt x="456287" y="118840"/>
                  <a:pt x="452950" y="120401"/>
                  <a:pt x="449066" y="121470"/>
                </a:cubicBezTo>
                <a:cubicBezTo>
                  <a:pt x="445183" y="122538"/>
                  <a:pt x="440916" y="123072"/>
                  <a:pt x="436267" y="123072"/>
                </a:cubicBezTo>
                <a:cubicBezTo>
                  <a:pt x="433423" y="123072"/>
                  <a:pt x="430838" y="122922"/>
                  <a:pt x="428513" y="122621"/>
                </a:cubicBezTo>
                <a:cubicBezTo>
                  <a:pt x="426189" y="122320"/>
                  <a:pt x="424137" y="121937"/>
                  <a:pt x="422360" y="121472"/>
                </a:cubicBezTo>
                <a:cubicBezTo>
                  <a:pt x="420582" y="121007"/>
                  <a:pt x="419064" y="120529"/>
                  <a:pt x="417806" y="120037"/>
                </a:cubicBezTo>
                <a:cubicBezTo>
                  <a:pt x="416548" y="119544"/>
                  <a:pt x="415509" y="119079"/>
                  <a:pt x="414688" y="118642"/>
                </a:cubicBezTo>
                <a:lnTo>
                  <a:pt x="414688" y="107975"/>
                </a:lnTo>
                <a:cubicBezTo>
                  <a:pt x="417910" y="109288"/>
                  <a:pt x="421105" y="110327"/>
                  <a:pt x="424272" y="111093"/>
                </a:cubicBezTo>
                <a:cubicBezTo>
                  <a:pt x="427442" y="111859"/>
                  <a:pt x="430933" y="112242"/>
                  <a:pt x="434746" y="112242"/>
                </a:cubicBezTo>
                <a:cubicBezTo>
                  <a:pt x="437755" y="112242"/>
                  <a:pt x="440467" y="111968"/>
                  <a:pt x="442882" y="111419"/>
                </a:cubicBezTo>
                <a:cubicBezTo>
                  <a:pt x="445299" y="110870"/>
                  <a:pt x="447380" y="110061"/>
                  <a:pt x="449125" y="108991"/>
                </a:cubicBezTo>
                <a:cubicBezTo>
                  <a:pt x="450871" y="107919"/>
                  <a:pt x="452213" y="106574"/>
                  <a:pt x="453153" y="104955"/>
                </a:cubicBezTo>
                <a:cubicBezTo>
                  <a:pt x="454094" y="103335"/>
                  <a:pt x="454564" y="101454"/>
                  <a:pt x="454564" y="99314"/>
                </a:cubicBezTo>
                <a:cubicBezTo>
                  <a:pt x="454564" y="97121"/>
                  <a:pt x="454134" y="95313"/>
                  <a:pt x="453274" y="93889"/>
                </a:cubicBezTo>
                <a:cubicBezTo>
                  <a:pt x="452416" y="92463"/>
                  <a:pt x="451261" y="91285"/>
                  <a:pt x="449810" y="90353"/>
                </a:cubicBezTo>
                <a:cubicBezTo>
                  <a:pt x="448360" y="89421"/>
                  <a:pt x="446683" y="88654"/>
                  <a:pt x="444777" y="88051"/>
                </a:cubicBezTo>
                <a:cubicBezTo>
                  <a:pt x="442871" y="87447"/>
                  <a:pt x="440871" y="86899"/>
                  <a:pt x="438777" y="86407"/>
                </a:cubicBezTo>
                <a:cubicBezTo>
                  <a:pt x="436039" y="85804"/>
                  <a:pt x="433259" y="85091"/>
                  <a:pt x="430439" y="84269"/>
                </a:cubicBezTo>
                <a:cubicBezTo>
                  <a:pt x="427620" y="83446"/>
                  <a:pt x="425056" y="82296"/>
                  <a:pt x="422747" y="80817"/>
                </a:cubicBezTo>
                <a:cubicBezTo>
                  <a:pt x="420439" y="79337"/>
                  <a:pt x="418573" y="77323"/>
                  <a:pt x="417150" y="74774"/>
                </a:cubicBezTo>
                <a:cubicBezTo>
                  <a:pt x="415727" y="72225"/>
                  <a:pt x="415016" y="68950"/>
                  <a:pt x="415016" y="64949"/>
                </a:cubicBezTo>
                <a:cubicBezTo>
                  <a:pt x="415016" y="60838"/>
                  <a:pt x="415753" y="57276"/>
                  <a:pt x="417227" y="54262"/>
                </a:cubicBezTo>
                <a:cubicBezTo>
                  <a:pt x="418702" y="51247"/>
                  <a:pt x="420695" y="48753"/>
                  <a:pt x="423206" y="46780"/>
                </a:cubicBezTo>
                <a:cubicBezTo>
                  <a:pt x="425719" y="44806"/>
                  <a:pt x="428641" y="43326"/>
                  <a:pt x="431972" y="42339"/>
                </a:cubicBezTo>
                <a:cubicBezTo>
                  <a:pt x="435304" y="41353"/>
                  <a:pt x="438826" y="40860"/>
                  <a:pt x="442538" y="40860"/>
                </a:cubicBezTo>
                <a:cubicBezTo>
                  <a:pt x="446853" y="40860"/>
                  <a:pt x="450853" y="41269"/>
                  <a:pt x="454538" y="42086"/>
                </a:cubicBezTo>
                <a:cubicBezTo>
                  <a:pt x="458225" y="42901"/>
                  <a:pt x="461570" y="43934"/>
                  <a:pt x="464573" y="45185"/>
                </a:cubicBezTo>
                <a:lnTo>
                  <a:pt x="464573" y="55957"/>
                </a:lnTo>
                <a:cubicBezTo>
                  <a:pt x="461379" y="54723"/>
                  <a:pt x="458144" y="53717"/>
                  <a:pt x="454869" y="52939"/>
                </a:cubicBezTo>
                <a:cubicBezTo>
                  <a:pt x="451594" y="52160"/>
                  <a:pt x="448225" y="51743"/>
                  <a:pt x="444764" y="51690"/>
                </a:cubicBezTo>
                <a:cubicBezTo>
                  <a:pt x="441834" y="51690"/>
                  <a:pt x="439331" y="51993"/>
                  <a:pt x="437254" y="52598"/>
                </a:cubicBezTo>
                <a:cubicBezTo>
                  <a:pt x="435177" y="53201"/>
                  <a:pt x="433473" y="54039"/>
                  <a:pt x="432141" y="55111"/>
                </a:cubicBezTo>
                <a:cubicBezTo>
                  <a:pt x="430811" y="56181"/>
                  <a:pt x="429840" y="57443"/>
                  <a:pt x="429226" y="58898"/>
                </a:cubicBezTo>
                <a:cubicBezTo>
                  <a:pt x="428614" y="60352"/>
                  <a:pt x="428308" y="61958"/>
                  <a:pt x="428308" y="63716"/>
                </a:cubicBezTo>
                <a:close/>
                <a:moveTo>
                  <a:pt x="518224" y="51854"/>
                </a:moveTo>
                <a:cubicBezTo>
                  <a:pt x="515287" y="51854"/>
                  <a:pt x="512559" y="52429"/>
                  <a:pt x="510039" y="53577"/>
                </a:cubicBezTo>
                <a:cubicBezTo>
                  <a:pt x="507520" y="54726"/>
                  <a:pt x="505318" y="56285"/>
                  <a:pt x="503435" y="58254"/>
                </a:cubicBezTo>
                <a:cubicBezTo>
                  <a:pt x="501553" y="60223"/>
                  <a:pt x="500030" y="62534"/>
                  <a:pt x="498865" y="65187"/>
                </a:cubicBezTo>
                <a:cubicBezTo>
                  <a:pt x="497703" y="67840"/>
                  <a:pt x="496983" y="70671"/>
                  <a:pt x="496707" y="73679"/>
                </a:cubicBezTo>
                <a:lnTo>
                  <a:pt x="536582" y="73679"/>
                </a:lnTo>
                <a:cubicBezTo>
                  <a:pt x="536582" y="70616"/>
                  <a:pt x="536180" y="67758"/>
                  <a:pt x="535377" y="65105"/>
                </a:cubicBezTo>
                <a:cubicBezTo>
                  <a:pt x="534574" y="62452"/>
                  <a:pt x="533397" y="60141"/>
                  <a:pt x="531846" y="58172"/>
                </a:cubicBezTo>
                <a:cubicBezTo>
                  <a:pt x="530296" y="56203"/>
                  <a:pt x="528385" y="54658"/>
                  <a:pt x="526113" y="53536"/>
                </a:cubicBezTo>
                <a:cubicBezTo>
                  <a:pt x="523843" y="52415"/>
                  <a:pt x="521213" y="51854"/>
                  <a:pt x="518224" y="51854"/>
                </a:cubicBezTo>
                <a:moveTo>
                  <a:pt x="524931" y="111914"/>
                </a:moveTo>
                <a:cubicBezTo>
                  <a:pt x="529143" y="111914"/>
                  <a:pt x="532986" y="111572"/>
                  <a:pt x="536459" y="110888"/>
                </a:cubicBezTo>
                <a:cubicBezTo>
                  <a:pt x="539932" y="110204"/>
                  <a:pt x="543392" y="109233"/>
                  <a:pt x="546838" y="107975"/>
                </a:cubicBezTo>
                <a:lnTo>
                  <a:pt x="546838" y="118619"/>
                </a:lnTo>
                <a:cubicBezTo>
                  <a:pt x="544048" y="119993"/>
                  <a:pt x="540602" y="121078"/>
                  <a:pt x="536500" y="121875"/>
                </a:cubicBezTo>
                <a:cubicBezTo>
                  <a:pt x="532398" y="122673"/>
                  <a:pt x="527994" y="123072"/>
                  <a:pt x="523290" y="123072"/>
                </a:cubicBezTo>
                <a:cubicBezTo>
                  <a:pt x="517711" y="123072"/>
                  <a:pt x="512473" y="122360"/>
                  <a:pt x="507578" y="120936"/>
                </a:cubicBezTo>
                <a:cubicBezTo>
                  <a:pt x="502682" y="119511"/>
                  <a:pt x="498445" y="117208"/>
                  <a:pt x="494866" y="114029"/>
                </a:cubicBezTo>
                <a:cubicBezTo>
                  <a:pt x="491286" y="110850"/>
                  <a:pt x="488483" y="106698"/>
                  <a:pt x="486456" y="101573"/>
                </a:cubicBezTo>
                <a:cubicBezTo>
                  <a:pt x="484428" y="96449"/>
                  <a:pt x="483415" y="90269"/>
                  <a:pt x="483415" y="83035"/>
                </a:cubicBezTo>
                <a:cubicBezTo>
                  <a:pt x="483415" y="75911"/>
                  <a:pt x="484397" y="69732"/>
                  <a:pt x="486361" y="64498"/>
                </a:cubicBezTo>
                <a:cubicBezTo>
                  <a:pt x="488325" y="59262"/>
                  <a:pt x="490944" y="54890"/>
                  <a:pt x="494217" y="51383"/>
                </a:cubicBezTo>
                <a:cubicBezTo>
                  <a:pt x="497492" y="47875"/>
                  <a:pt x="501258" y="45244"/>
                  <a:pt x="505514" y="43491"/>
                </a:cubicBezTo>
                <a:cubicBezTo>
                  <a:pt x="509770" y="41737"/>
                  <a:pt x="514217" y="40860"/>
                  <a:pt x="518854" y="40860"/>
                </a:cubicBezTo>
                <a:cubicBezTo>
                  <a:pt x="523220" y="40860"/>
                  <a:pt x="527299" y="41587"/>
                  <a:pt x="531090" y="43042"/>
                </a:cubicBezTo>
                <a:cubicBezTo>
                  <a:pt x="534883" y="44497"/>
                  <a:pt x="538171" y="46789"/>
                  <a:pt x="540954" y="49919"/>
                </a:cubicBezTo>
                <a:cubicBezTo>
                  <a:pt x="543736" y="53048"/>
                  <a:pt x="545932" y="57084"/>
                  <a:pt x="547541" y="62026"/>
                </a:cubicBezTo>
                <a:cubicBezTo>
                  <a:pt x="549151" y="66968"/>
                  <a:pt x="549956" y="72897"/>
                  <a:pt x="549956" y="79815"/>
                </a:cubicBezTo>
                <a:cubicBezTo>
                  <a:pt x="549956" y="80473"/>
                  <a:pt x="549956" y="81035"/>
                  <a:pt x="549956" y="81502"/>
                </a:cubicBezTo>
                <a:cubicBezTo>
                  <a:pt x="549956" y="81969"/>
                  <a:pt x="549928" y="83026"/>
                  <a:pt x="549874" y="84674"/>
                </a:cubicBezTo>
                <a:lnTo>
                  <a:pt x="496050" y="84674"/>
                </a:lnTo>
                <a:cubicBezTo>
                  <a:pt x="496050" y="89636"/>
                  <a:pt x="496802" y="93849"/>
                  <a:pt x="498307" y="97312"/>
                </a:cubicBezTo>
                <a:cubicBezTo>
                  <a:pt x="499811" y="100775"/>
                  <a:pt x="501862" y="103583"/>
                  <a:pt x="504460" y="105737"/>
                </a:cubicBezTo>
                <a:cubicBezTo>
                  <a:pt x="507058" y="107891"/>
                  <a:pt x="510108" y="109459"/>
                  <a:pt x="513608" y="110442"/>
                </a:cubicBezTo>
                <a:cubicBezTo>
                  <a:pt x="517109" y="111423"/>
                  <a:pt x="520883" y="111914"/>
                  <a:pt x="524931" y="111914"/>
                </a:cubicBezTo>
                <a:close/>
              </a:path>
            </a:pathLst>
          </a:custGeom>
          <a:solidFill xmlns:a="http://schemas.openxmlformats.org/drawingml/2006/main">
            <a:srgbClr val="54823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CA4AEC9-3511-404D-8C6B-1F0A06C40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7663" y="3690279"/>
            <a:ext cx="1638507" cy="1164607"/>
          </a:xfrm>
          <a:custGeom xmlns:a="http://schemas.openxmlformats.org/drawingml/2006/main">
            <a:pathLst>
              <a:path w="1638507" h="1164607">
                <a:moveTo>
                  <a:pt x="0" y="582301"/>
                </a:moveTo>
                <a:lnTo>
                  <a:pt x="1181" y="551680"/>
                </a:lnTo>
                <a:lnTo>
                  <a:pt x="4386" y="521430"/>
                </a:lnTo>
                <a:lnTo>
                  <a:pt x="9954" y="491670"/>
                </a:lnTo>
                <a:lnTo>
                  <a:pt x="17208" y="462450"/>
                </a:lnTo>
                <a:lnTo>
                  <a:pt x="26825" y="433803"/>
                </a:lnTo>
                <a:lnTo>
                  <a:pt x="38297" y="405696"/>
                </a:lnTo>
                <a:lnTo>
                  <a:pt x="51456" y="378365"/>
                </a:lnTo>
                <a:lnTo>
                  <a:pt x="66472" y="351607"/>
                </a:lnTo>
                <a:lnTo>
                  <a:pt x="83343" y="325576"/>
                </a:lnTo>
                <a:lnTo>
                  <a:pt x="101732" y="300455"/>
                </a:lnTo>
                <a:lnTo>
                  <a:pt x="121808" y="276093"/>
                </a:lnTo>
                <a:lnTo>
                  <a:pt x="143403" y="252474"/>
                </a:lnTo>
                <a:lnTo>
                  <a:pt x="166685" y="229715"/>
                </a:lnTo>
                <a:lnTo>
                  <a:pt x="190979" y="207918"/>
                </a:lnTo>
                <a:lnTo>
                  <a:pt x="216960" y="186981"/>
                </a:lnTo>
                <a:lnTo>
                  <a:pt x="244291" y="167039"/>
                </a:lnTo>
                <a:lnTo>
                  <a:pt x="272803" y="148043"/>
                </a:lnTo>
                <a:lnTo>
                  <a:pt x="302496" y="130008"/>
                </a:lnTo>
                <a:lnTo>
                  <a:pt x="333370" y="113069"/>
                </a:lnTo>
                <a:lnTo>
                  <a:pt x="365425" y="97042"/>
                </a:lnTo>
                <a:lnTo>
                  <a:pt x="398492" y="82229"/>
                </a:lnTo>
                <a:lnTo>
                  <a:pt x="432571" y="68479"/>
                </a:lnTo>
                <a:lnTo>
                  <a:pt x="467831" y="55927"/>
                </a:lnTo>
                <a:lnTo>
                  <a:pt x="503767" y="44573"/>
                </a:lnTo>
                <a:lnTo>
                  <a:pt x="540714" y="34383"/>
                </a:lnTo>
                <a:lnTo>
                  <a:pt x="578336" y="25526"/>
                </a:lnTo>
                <a:lnTo>
                  <a:pt x="616802" y="17833"/>
                </a:lnTo>
                <a:lnTo>
                  <a:pt x="656111" y="11455"/>
                </a:lnTo>
                <a:lnTo>
                  <a:pt x="695927" y="6495"/>
                </a:lnTo>
                <a:lnTo>
                  <a:pt x="736417" y="2851"/>
                </a:lnTo>
                <a:lnTo>
                  <a:pt x="777582" y="641"/>
                </a:lnTo>
                <a:lnTo>
                  <a:pt x="819253" y="0"/>
                </a:lnTo>
                <a:lnTo>
                  <a:pt x="860756" y="776"/>
                </a:lnTo>
                <a:lnTo>
                  <a:pt x="901921" y="2851"/>
                </a:lnTo>
                <a:lnTo>
                  <a:pt x="942580" y="6495"/>
                </a:lnTo>
                <a:lnTo>
                  <a:pt x="982564" y="11455"/>
                </a:lnTo>
                <a:lnTo>
                  <a:pt x="1021705" y="17833"/>
                </a:lnTo>
                <a:lnTo>
                  <a:pt x="1060171" y="25526"/>
                </a:lnTo>
                <a:lnTo>
                  <a:pt x="1097793" y="34383"/>
                </a:lnTo>
                <a:lnTo>
                  <a:pt x="1134740" y="44556"/>
                </a:lnTo>
                <a:lnTo>
                  <a:pt x="1170844" y="55927"/>
                </a:lnTo>
                <a:lnTo>
                  <a:pt x="1205936" y="68479"/>
                </a:lnTo>
                <a:lnTo>
                  <a:pt x="1240015" y="82229"/>
                </a:lnTo>
                <a:lnTo>
                  <a:pt x="1273082" y="97059"/>
                </a:lnTo>
                <a:lnTo>
                  <a:pt x="1305137" y="113069"/>
                </a:lnTo>
                <a:lnTo>
                  <a:pt x="1336011" y="130008"/>
                </a:lnTo>
                <a:lnTo>
                  <a:pt x="1365704" y="148043"/>
                </a:lnTo>
                <a:lnTo>
                  <a:pt x="1394215" y="167039"/>
                </a:lnTo>
                <a:lnTo>
                  <a:pt x="1421546" y="186981"/>
                </a:lnTo>
                <a:lnTo>
                  <a:pt x="1447359" y="207901"/>
                </a:lnTo>
                <a:lnTo>
                  <a:pt x="1471991" y="229715"/>
                </a:lnTo>
                <a:lnTo>
                  <a:pt x="1495104" y="252474"/>
                </a:lnTo>
                <a:lnTo>
                  <a:pt x="1516699" y="275958"/>
                </a:lnTo>
                <a:lnTo>
                  <a:pt x="1536775" y="300489"/>
                </a:lnTo>
                <a:lnTo>
                  <a:pt x="1555164" y="325576"/>
                </a:lnTo>
                <a:lnTo>
                  <a:pt x="1572035" y="351607"/>
                </a:lnTo>
                <a:lnTo>
                  <a:pt x="1587050" y="378365"/>
                </a:lnTo>
                <a:lnTo>
                  <a:pt x="1600210" y="405679"/>
                </a:lnTo>
                <a:lnTo>
                  <a:pt x="1611682" y="433668"/>
                </a:lnTo>
                <a:lnTo>
                  <a:pt x="1621298" y="462467"/>
                </a:lnTo>
                <a:lnTo>
                  <a:pt x="1628553" y="491670"/>
                </a:lnTo>
                <a:lnTo>
                  <a:pt x="1634120" y="521430"/>
                </a:lnTo>
                <a:lnTo>
                  <a:pt x="1637326" y="551680"/>
                </a:lnTo>
                <a:lnTo>
                  <a:pt x="1638507" y="582301"/>
                </a:lnTo>
                <a:lnTo>
                  <a:pt x="1637326" y="612922"/>
                </a:lnTo>
                <a:lnTo>
                  <a:pt x="1634120" y="643171"/>
                </a:lnTo>
                <a:lnTo>
                  <a:pt x="1628553" y="672915"/>
                </a:lnTo>
                <a:lnTo>
                  <a:pt x="1621298" y="702135"/>
                </a:lnTo>
                <a:lnTo>
                  <a:pt x="1611682" y="730934"/>
                </a:lnTo>
                <a:lnTo>
                  <a:pt x="1600210" y="758889"/>
                </a:lnTo>
                <a:lnTo>
                  <a:pt x="1587050" y="786372"/>
                </a:lnTo>
                <a:lnTo>
                  <a:pt x="1572035" y="813028"/>
                </a:lnTo>
                <a:lnTo>
                  <a:pt x="1555164" y="838992"/>
                </a:lnTo>
                <a:lnTo>
                  <a:pt x="1536775" y="864248"/>
                </a:lnTo>
                <a:lnTo>
                  <a:pt x="1516699" y="888677"/>
                </a:lnTo>
                <a:lnTo>
                  <a:pt x="1495104" y="912128"/>
                </a:lnTo>
                <a:lnTo>
                  <a:pt x="1471991" y="934887"/>
                </a:lnTo>
                <a:lnTo>
                  <a:pt x="1447359" y="956701"/>
                </a:lnTo>
                <a:lnTo>
                  <a:pt x="1421546" y="977621"/>
                </a:lnTo>
                <a:lnTo>
                  <a:pt x="1394215" y="997546"/>
                </a:lnTo>
                <a:lnTo>
                  <a:pt x="1365704" y="1016694"/>
                </a:lnTo>
                <a:lnTo>
                  <a:pt x="1336011" y="1034594"/>
                </a:lnTo>
                <a:lnTo>
                  <a:pt x="1305137" y="1051668"/>
                </a:lnTo>
                <a:lnTo>
                  <a:pt x="1273082" y="1067560"/>
                </a:lnTo>
                <a:lnTo>
                  <a:pt x="1240015" y="1082373"/>
                </a:lnTo>
                <a:lnTo>
                  <a:pt x="1205936" y="1096106"/>
                </a:lnTo>
                <a:lnTo>
                  <a:pt x="1170844" y="1108675"/>
                </a:lnTo>
                <a:lnTo>
                  <a:pt x="1134740" y="1120029"/>
                </a:lnTo>
                <a:lnTo>
                  <a:pt x="1097793" y="1130219"/>
                </a:lnTo>
                <a:lnTo>
                  <a:pt x="1060171" y="1139083"/>
                </a:lnTo>
                <a:lnTo>
                  <a:pt x="1021705" y="1146764"/>
                </a:lnTo>
                <a:lnTo>
                  <a:pt x="982564" y="1153153"/>
                </a:lnTo>
                <a:lnTo>
                  <a:pt x="942580" y="1158100"/>
                </a:lnTo>
                <a:lnTo>
                  <a:pt x="901921" y="1161746"/>
                </a:lnTo>
                <a:lnTo>
                  <a:pt x="860756" y="1163827"/>
                </a:lnTo>
                <a:lnTo>
                  <a:pt x="819253" y="1164607"/>
                </a:lnTo>
                <a:lnTo>
                  <a:pt x="777582" y="1163827"/>
                </a:lnTo>
                <a:lnTo>
                  <a:pt x="736586" y="1161746"/>
                </a:lnTo>
                <a:lnTo>
                  <a:pt x="695927" y="1158100"/>
                </a:lnTo>
                <a:lnTo>
                  <a:pt x="656111" y="1153151"/>
                </a:lnTo>
                <a:lnTo>
                  <a:pt x="616802" y="1146766"/>
                </a:lnTo>
                <a:lnTo>
                  <a:pt x="578336" y="1139084"/>
                </a:lnTo>
                <a:lnTo>
                  <a:pt x="540714" y="1130219"/>
                </a:lnTo>
                <a:lnTo>
                  <a:pt x="503767" y="1120029"/>
                </a:lnTo>
                <a:lnTo>
                  <a:pt x="467831" y="1108675"/>
                </a:lnTo>
                <a:lnTo>
                  <a:pt x="432571" y="1096106"/>
                </a:lnTo>
                <a:lnTo>
                  <a:pt x="398492" y="1082373"/>
                </a:lnTo>
                <a:lnTo>
                  <a:pt x="365425" y="1067577"/>
                </a:lnTo>
                <a:lnTo>
                  <a:pt x="333370" y="1051668"/>
                </a:lnTo>
                <a:lnTo>
                  <a:pt x="302496" y="1034594"/>
                </a:lnTo>
                <a:lnTo>
                  <a:pt x="272803" y="1016711"/>
                </a:lnTo>
                <a:lnTo>
                  <a:pt x="244291" y="997664"/>
                </a:lnTo>
                <a:lnTo>
                  <a:pt x="216960" y="977587"/>
                </a:lnTo>
                <a:lnTo>
                  <a:pt x="190979" y="956684"/>
                </a:lnTo>
                <a:lnTo>
                  <a:pt x="166685" y="934887"/>
                </a:lnTo>
                <a:lnTo>
                  <a:pt x="143403" y="912162"/>
                </a:lnTo>
                <a:lnTo>
                  <a:pt x="121808" y="888677"/>
                </a:lnTo>
                <a:lnTo>
                  <a:pt x="101732" y="864248"/>
                </a:lnTo>
                <a:lnTo>
                  <a:pt x="83343" y="838992"/>
                </a:lnTo>
                <a:lnTo>
                  <a:pt x="66472" y="813028"/>
                </a:lnTo>
                <a:lnTo>
                  <a:pt x="51456" y="786372"/>
                </a:lnTo>
                <a:lnTo>
                  <a:pt x="38297" y="758889"/>
                </a:lnTo>
                <a:lnTo>
                  <a:pt x="26825" y="730934"/>
                </a:lnTo>
                <a:lnTo>
                  <a:pt x="17377" y="702203"/>
                </a:lnTo>
                <a:lnTo>
                  <a:pt x="9785" y="672915"/>
                </a:lnTo>
                <a:lnTo>
                  <a:pt x="4386" y="643104"/>
                </a:lnTo>
                <a:lnTo>
                  <a:pt x="1181" y="612922"/>
                </a:lnTo>
                <a:lnTo>
                  <a:pt x="0" y="582301"/>
                </a:lnTo>
                <a:close/>
                <a:moveTo>
                  <a:pt x="22270" y="611403"/>
                </a:moveTo>
                <a:lnTo>
                  <a:pt x="25306" y="640101"/>
                </a:lnTo>
                <a:lnTo>
                  <a:pt x="30368" y="668427"/>
                </a:lnTo>
                <a:lnTo>
                  <a:pt x="37622" y="696247"/>
                </a:lnTo>
                <a:lnTo>
                  <a:pt x="46564" y="723629"/>
                </a:lnTo>
                <a:lnTo>
                  <a:pt x="57530" y="750319"/>
                </a:lnTo>
                <a:lnTo>
                  <a:pt x="70183" y="776604"/>
                </a:lnTo>
                <a:lnTo>
                  <a:pt x="84523" y="802113"/>
                </a:lnTo>
                <a:lnTo>
                  <a:pt x="100720" y="827048"/>
                </a:lnTo>
                <a:lnTo>
                  <a:pt x="118434" y="851325"/>
                </a:lnTo>
                <a:lnTo>
                  <a:pt x="137836" y="874809"/>
                </a:lnTo>
                <a:lnTo>
                  <a:pt x="158587" y="897484"/>
                </a:lnTo>
                <a:lnTo>
                  <a:pt x="181025" y="919484"/>
                </a:lnTo>
                <a:lnTo>
                  <a:pt x="204645" y="940589"/>
                </a:lnTo>
                <a:lnTo>
                  <a:pt x="229951" y="960885"/>
                </a:lnTo>
                <a:lnTo>
                  <a:pt x="256270" y="980405"/>
                </a:lnTo>
                <a:lnTo>
                  <a:pt x="284107" y="998895"/>
                </a:lnTo>
                <a:lnTo>
                  <a:pt x="312956" y="1016323"/>
                </a:lnTo>
                <a:lnTo>
                  <a:pt x="343155" y="1032991"/>
                </a:lnTo>
                <a:lnTo>
                  <a:pt x="374366" y="1048496"/>
                </a:lnTo>
                <a:lnTo>
                  <a:pt x="406759" y="1062954"/>
                </a:lnTo>
                <a:lnTo>
                  <a:pt x="440163" y="1076400"/>
                </a:lnTo>
                <a:lnTo>
                  <a:pt x="474580" y="1088682"/>
                </a:lnTo>
                <a:lnTo>
                  <a:pt x="509840" y="1099800"/>
                </a:lnTo>
                <a:lnTo>
                  <a:pt x="545944" y="1109788"/>
                </a:lnTo>
                <a:lnTo>
                  <a:pt x="582723" y="1118477"/>
                </a:lnTo>
                <a:lnTo>
                  <a:pt x="620682" y="1126018"/>
                </a:lnTo>
                <a:lnTo>
                  <a:pt x="659148" y="1132277"/>
                </a:lnTo>
                <a:lnTo>
                  <a:pt x="698120" y="1137136"/>
                </a:lnTo>
                <a:lnTo>
                  <a:pt x="738104" y="1140706"/>
                </a:lnTo>
                <a:lnTo>
                  <a:pt x="778426" y="1142749"/>
                </a:lnTo>
                <a:lnTo>
                  <a:pt x="819253" y="1143515"/>
                </a:lnTo>
                <a:lnTo>
                  <a:pt x="860081" y="1142749"/>
                </a:lnTo>
                <a:lnTo>
                  <a:pt x="900403" y="1140706"/>
                </a:lnTo>
                <a:lnTo>
                  <a:pt x="940387" y="1137136"/>
                </a:lnTo>
                <a:lnTo>
                  <a:pt x="979527" y="1132277"/>
                </a:lnTo>
                <a:lnTo>
                  <a:pt x="1017993" y="1126018"/>
                </a:lnTo>
                <a:lnTo>
                  <a:pt x="1055784" y="1118477"/>
                </a:lnTo>
                <a:lnTo>
                  <a:pt x="1092563" y="1109788"/>
                </a:lnTo>
                <a:lnTo>
                  <a:pt x="1128835" y="1099800"/>
                </a:lnTo>
                <a:lnTo>
                  <a:pt x="1164096" y="1088682"/>
                </a:lnTo>
                <a:lnTo>
                  <a:pt x="1198344" y="1076400"/>
                </a:lnTo>
                <a:lnTo>
                  <a:pt x="1231748" y="1062954"/>
                </a:lnTo>
                <a:lnTo>
                  <a:pt x="1264140" y="1048496"/>
                </a:lnTo>
                <a:lnTo>
                  <a:pt x="1295352" y="1032991"/>
                </a:lnTo>
                <a:lnTo>
                  <a:pt x="1325382" y="1016323"/>
                </a:lnTo>
                <a:lnTo>
                  <a:pt x="1354400" y="998895"/>
                </a:lnTo>
                <a:lnTo>
                  <a:pt x="1382237" y="980270"/>
                </a:lnTo>
                <a:lnTo>
                  <a:pt x="1408556" y="960902"/>
                </a:lnTo>
                <a:lnTo>
                  <a:pt x="1433862" y="940589"/>
                </a:lnTo>
                <a:lnTo>
                  <a:pt x="1457650" y="919484"/>
                </a:lnTo>
                <a:lnTo>
                  <a:pt x="1479920" y="897484"/>
                </a:lnTo>
                <a:lnTo>
                  <a:pt x="1500671" y="874809"/>
                </a:lnTo>
                <a:lnTo>
                  <a:pt x="1520073" y="851325"/>
                </a:lnTo>
                <a:lnTo>
                  <a:pt x="1537787" y="827048"/>
                </a:lnTo>
                <a:lnTo>
                  <a:pt x="1553983" y="802113"/>
                </a:lnTo>
                <a:lnTo>
                  <a:pt x="1568324" y="776604"/>
                </a:lnTo>
                <a:lnTo>
                  <a:pt x="1580977" y="750319"/>
                </a:lnTo>
                <a:lnTo>
                  <a:pt x="1591943" y="723629"/>
                </a:lnTo>
                <a:lnTo>
                  <a:pt x="1601053" y="696230"/>
                </a:lnTo>
                <a:lnTo>
                  <a:pt x="1607970" y="668427"/>
                </a:lnTo>
                <a:lnTo>
                  <a:pt x="1613200" y="640135"/>
                </a:lnTo>
                <a:lnTo>
                  <a:pt x="1616237" y="611403"/>
                </a:lnTo>
                <a:lnTo>
                  <a:pt x="1617418" y="582301"/>
                </a:lnTo>
                <a:lnTo>
                  <a:pt x="1616237" y="553198"/>
                </a:lnTo>
                <a:lnTo>
                  <a:pt x="1613200" y="524467"/>
                </a:lnTo>
                <a:lnTo>
                  <a:pt x="1607970" y="496158"/>
                </a:lnTo>
                <a:lnTo>
                  <a:pt x="1601053" y="468371"/>
                </a:lnTo>
                <a:lnTo>
                  <a:pt x="1591943" y="440973"/>
                </a:lnTo>
                <a:lnTo>
                  <a:pt x="1580977" y="414266"/>
                </a:lnTo>
                <a:lnTo>
                  <a:pt x="1568324" y="388133"/>
                </a:lnTo>
                <a:lnTo>
                  <a:pt x="1553983" y="362506"/>
                </a:lnTo>
                <a:lnTo>
                  <a:pt x="1537787" y="337554"/>
                </a:lnTo>
                <a:lnTo>
                  <a:pt x="1520073" y="313412"/>
                </a:lnTo>
                <a:lnTo>
                  <a:pt x="1500671" y="289792"/>
                </a:lnTo>
                <a:lnTo>
                  <a:pt x="1479920" y="267118"/>
                </a:lnTo>
                <a:lnTo>
                  <a:pt x="1457650" y="245118"/>
                </a:lnTo>
                <a:lnTo>
                  <a:pt x="1433862" y="224012"/>
                </a:lnTo>
                <a:lnTo>
                  <a:pt x="1408556" y="203700"/>
                </a:lnTo>
                <a:lnTo>
                  <a:pt x="1382237" y="184315"/>
                </a:lnTo>
                <a:lnTo>
                  <a:pt x="1354400" y="165841"/>
                </a:lnTo>
                <a:lnTo>
                  <a:pt x="1325382" y="148279"/>
                </a:lnTo>
                <a:lnTo>
                  <a:pt x="1295352" y="131745"/>
                </a:lnTo>
                <a:lnTo>
                  <a:pt x="1264140" y="116123"/>
                </a:lnTo>
                <a:lnTo>
                  <a:pt x="1231748" y="101647"/>
                </a:lnTo>
                <a:lnTo>
                  <a:pt x="1198344" y="88201"/>
                </a:lnTo>
                <a:lnTo>
                  <a:pt x="1164096" y="75919"/>
                </a:lnTo>
                <a:lnTo>
                  <a:pt x="1128835" y="64784"/>
                </a:lnTo>
                <a:lnTo>
                  <a:pt x="1092563" y="54814"/>
                </a:lnTo>
                <a:lnTo>
                  <a:pt x="1055784" y="46125"/>
                </a:lnTo>
                <a:lnTo>
                  <a:pt x="1017993" y="38584"/>
                </a:lnTo>
                <a:lnTo>
                  <a:pt x="979527" y="32325"/>
                </a:lnTo>
                <a:lnTo>
                  <a:pt x="940387" y="27466"/>
                </a:lnTo>
                <a:lnTo>
                  <a:pt x="900403" y="23889"/>
                </a:lnTo>
                <a:lnTo>
                  <a:pt x="860081" y="21848"/>
                </a:lnTo>
                <a:lnTo>
                  <a:pt x="819253" y="21089"/>
                </a:lnTo>
                <a:lnTo>
                  <a:pt x="778257" y="21730"/>
                </a:lnTo>
                <a:lnTo>
                  <a:pt x="737935" y="23889"/>
                </a:lnTo>
                <a:lnTo>
                  <a:pt x="698120" y="27466"/>
                </a:lnTo>
                <a:lnTo>
                  <a:pt x="659148" y="32325"/>
                </a:lnTo>
                <a:lnTo>
                  <a:pt x="620514" y="38584"/>
                </a:lnTo>
                <a:lnTo>
                  <a:pt x="582723" y="46125"/>
                </a:lnTo>
                <a:lnTo>
                  <a:pt x="545944" y="54814"/>
                </a:lnTo>
                <a:lnTo>
                  <a:pt x="509671" y="64801"/>
                </a:lnTo>
                <a:lnTo>
                  <a:pt x="474580" y="75919"/>
                </a:lnTo>
                <a:lnTo>
                  <a:pt x="440163" y="88201"/>
                </a:lnTo>
                <a:lnTo>
                  <a:pt x="406759" y="101647"/>
                </a:lnTo>
                <a:lnTo>
                  <a:pt x="374366" y="116106"/>
                </a:lnTo>
                <a:lnTo>
                  <a:pt x="343155" y="131745"/>
                </a:lnTo>
                <a:lnTo>
                  <a:pt x="312956" y="148279"/>
                </a:lnTo>
                <a:lnTo>
                  <a:pt x="284107" y="165841"/>
                </a:lnTo>
                <a:lnTo>
                  <a:pt x="256270" y="184315"/>
                </a:lnTo>
                <a:lnTo>
                  <a:pt x="229951" y="203700"/>
                </a:lnTo>
                <a:lnTo>
                  <a:pt x="204645" y="224012"/>
                </a:lnTo>
                <a:lnTo>
                  <a:pt x="181025" y="245118"/>
                </a:lnTo>
                <a:lnTo>
                  <a:pt x="158587" y="267118"/>
                </a:lnTo>
                <a:lnTo>
                  <a:pt x="137836" y="289927"/>
                </a:lnTo>
                <a:lnTo>
                  <a:pt x="118434" y="313395"/>
                </a:lnTo>
                <a:lnTo>
                  <a:pt x="100720" y="337554"/>
                </a:lnTo>
                <a:lnTo>
                  <a:pt x="84523" y="362506"/>
                </a:lnTo>
                <a:lnTo>
                  <a:pt x="70183" y="388133"/>
                </a:lnTo>
                <a:lnTo>
                  <a:pt x="57530" y="414283"/>
                </a:lnTo>
                <a:lnTo>
                  <a:pt x="46564" y="441108"/>
                </a:lnTo>
                <a:lnTo>
                  <a:pt x="37454" y="468371"/>
                </a:lnTo>
                <a:lnTo>
                  <a:pt x="30536" y="496158"/>
                </a:lnTo>
                <a:lnTo>
                  <a:pt x="25306" y="524467"/>
                </a:lnTo>
                <a:lnTo>
                  <a:pt x="22270" y="553198"/>
                </a:lnTo>
                <a:lnTo>
                  <a:pt x="21089" y="582301"/>
                </a:lnTo>
                <a:lnTo>
                  <a:pt x="22270" y="611403"/>
                </a:lnTo>
                <a:close/>
                <a:moveTo>
                  <a:pt x="42346" y="582301"/>
                </a:moveTo>
                <a:lnTo>
                  <a:pt x="43190" y="554717"/>
                </a:lnTo>
                <a:lnTo>
                  <a:pt x="46226" y="527521"/>
                </a:lnTo>
                <a:lnTo>
                  <a:pt x="51119" y="500645"/>
                </a:lnTo>
                <a:lnTo>
                  <a:pt x="57867" y="474293"/>
                </a:lnTo>
                <a:lnTo>
                  <a:pt x="66472" y="448413"/>
                </a:lnTo>
                <a:lnTo>
                  <a:pt x="76763" y="422854"/>
                </a:lnTo>
                <a:lnTo>
                  <a:pt x="88910" y="397885"/>
                </a:lnTo>
                <a:lnTo>
                  <a:pt x="102575" y="373405"/>
                </a:lnTo>
                <a:lnTo>
                  <a:pt x="118097" y="349516"/>
                </a:lnTo>
                <a:lnTo>
                  <a:pt x="135136" y="326352"/>
                </a:lnTo>
                <a:lnTo>
                  <a:pt x="153694" y="303761"/>
                </a:lnTo>
                <a:lnTo>
                  <a:pt x="173771" y="281779"/>
                </a:lnTo>
                <a:lnTo>
                  <a:pt x="195366" y="260504"/>
                </a:lnTo>
                <a:lnTo>
                  <a:pt x="218310" y="240107"/>
                </a:lnTo>
                <a:lnTo>
                  <a:pt x="242773" y="220436"/>
                </a:lnTo>
                <a:lnTo>
                  <a:pt x="268417" y="201608"/>
                </a:lnTo>
                <a:lnTo>
                  <a:pt x="295410" y="183640"/>
                </a:lnTo>
                <a:lnTo>
                  <a:pt x="323585" y="166533"/>
                </a:lnTo>
                <a:lnTo>
                  <a:pt x="352940" y="150421"/>
                </a:lnTo>
                <a:lnTo>
                  <a:pt x="383477" y="135187"/>
                </a:lnTo>
                <a:lnTo>
                  <a:pt x="415025" y="121049"/>
                </a:lnTo>
                <a:lnTo>
                  <a:pt x="447586" y="107923"/>
                </a:lnTo>
                <a:lnTo>
                  <a:pt x="481160" y="95911"/>
                </a:lnTo>
                <a:lnTo>
                  <a:pt x="515576" y="85013"/>
                </a:lnTo>
                <a:lnTo>
                  <a:pt x="551005" y="75261"/>
                </a:lnTo>
                <a:lnTo>
                  <a:pt x="587278" y="66741"/>
                </a:lnTo>
                <a:lnTo>
                  <a:pt x="624225" y="59352"/>
                </a:lnTo>
                <a:lnTo>
                  <a:pt x="662016" y="53211"/>
                </a:lnTo>
                <a:lnTo>
                  <a:pt x="700482" y="48453"/>
                </a:lnTo>
                <a:lnTo>
                  <a:pt x="739454" y="44927"/>
                </a:lnTo>
                <a:lnTo>
                  <a:pt x="778932" y="42802"/>
                </a:lnTo>
                <a:lnTo>
                  <a:pt x="819253" y="42177"/>
                </a:lnTo>
                <a:lnTo>
                  <a:pt x="859406" y="42937"/>
                </a:lnTo>
                <a:lnTo>
                  <a:pt x="899053" y="44944"/>
                </a:lnTo>
                <a:lnTo>
                  <a:pt x="938025" y="48453"/>
                </a:lnTo>
                <a:lnTo>
                  <a:pt x="976491" y="53211"/>
                </a:lnTo>
                <a:lnTo>
                  <a:pt x="1014282" y="59352"/>
                </a:lnTo>
                <a:lnTo>
                  <a:pt x="1051229" y="66741"/>
                </a:lnTo>
                <a:lnTo>
                  <a:pt x="1087502" y="75261"/>
                </a:lnTo>
                <a:lnTo>
                  <a:pt x="1122931" y="85013"/>
                </a:lnTo>
                <a:lnTo>
                  <a:pt x="1157347" y="95911"/>
                </a:lnTo>
                <a:lnTo>
                  <a:pt x="1190920" y="107923"/>
                </a:lnTo>
                <a:lnTo>
                  <a:pt x="1223650" y="121049"/>
                </a:lnTo>
                <a:lnTo>
                  <a:pt x="1255030" y="135170"/>
                </a:lnTo>
                <a:lnTo>
                  <a:pt x="1285567" y="150421"/>
                </a:lnTo>
                <a:lnTo>
                  <a:pt x="1314922" y="166533"/>
                </a:lnTo>
                <a:lnTo>
                  <a:pt x="1343096" y="183640"/>
                </a:lnTo>
                <a:lnTo>
                  <a:pt x="1370090" y="201608"/>
                </a:lnTo>
                <a:lnTo>
                  <a:pt x="1395734" y="220436"/>
                </a:lnTo>
                <a:lnTo>
                  <a:pt x="1420197" y="240107"/>
                </a:lnTo>
                <a:lnTo>
                  <a:pt x="1443141" y="260504"/>
                </a:lnTo>
                <a:lnTo>
                  <a:pt x="1464736" y="281779"/>
                </a:lnTo>
                <a:lnTo>
                  <a:pt x="1484812" y="303643"/>
                </a:lnTo>
                <a:lnTo>
                  <a:pt x="1503370" y="326335"/>
                </a:lnTo>
                <a:lnTo>
                  <a:pt x="1520410" y="349516"/>
                </a:lnTo>
                <a:lnTo>
                  <a:pt x="1535931" y="373405"/>
                </a:lnTo>
                <a:lnTo>
                  <a:pt x="1549597" y="397885"/>
                </a:lnTo>
                <a:lnTo>
                  <a:pt x="1561744" y="422870"/>
                </a:lnTo>
                <a:lnTo>
                  <a:pt x="1572035" y="448295"/>
                </a:lnTo>
                <a:lnTo>
                  <a:pt x="1580639" y="474293"/>
                </a:lnTo>
                <a:lnTo>
                  <a:pt x="1587388" y="500645"/>
                </a:lnTo>
                <a:lnTo>
                  <a:pt x="1592280" y="527521"/>
                </a:lnTo>
                <a:lnTo>
                  <a:pt x="1595317" y="554717"/>
                </a:lnTo>
                <a:lnTo>
                  <a:pt x="1596161" y="582301"/>
                </a:lnTo>
                <a:lnTo>
                  <a:pt x="1595317" y="609885"/>
                </a:lnTo>
                <a:lnTo>
                  <a:pt x="1592280" y="637081"/>
                </a:lnTo>
                <a:lnTo>
                  <a:pt x="1587388" y="663939"/>
                </a:lnTo>
                <a:lnTo>
                  <a:pt x="1580639" y="690309"/>
                </a:lnTo>
                <a:lnTo>
                  <a:pt x="1572035" y="716307"/>
                </a:lnTo>
                <a:lnTo>
                  <a:pt x="1561744" y="741748"/>
                </a:lnTo>
                <a:lnTo>
                  <a:pt x="1549597" y="766835"/>
                </a:lnTo>
                <a:lnTo>
                  <a:pt x="1535931" y="791180"/>
                </a:lnTo>
                <a:lnTo>
                  <a:pt x="1520410" y="815086"/>
                </a:lnTo>
                <a:lnTo>
                  <a:pt x="1503370" y="838385"/>
                </a:lnTo>
                <a:lnTo>
                  <a:pt x="1484812" y="860958"/>
                </a:lnTo>
                <a:lnTo>
                  <a:pt x="1464736" y="882823"/>
                </a:lnTo>
                <a:lnTo>
                  <a:pt x="1443141" y="904097"/>
                </a:lnTo>
                <a:lnTo>
                  <a:pt x="1420197" y="924494"/>
                </a:lnTo>
                <a:lnTo>
                  <a:pt x="1395734" y="944166"/>
                </a:lnTo>
                <a:lnTo>
                  <a:pt x="1370090" y="963011"/>
                </a:lnTo>
                <a:lnTo>
                  <a:pt x="1343096" y="981080"/>
                </a:lnTo>
                <a:lnTo>
                  <a:pt x="1314922" y="998069"/>
                </a:lnTo>
                <a:lnTo>
                  <a:pt x="1285567" y="1014298"/>
                </a:lnTo>
                <a:lnTo>
                  <a:pt x="1255030" y="1029415"/>
                </a:lnTo>
                <a:lnTo>
                  <a:pt x="1223650" y="1043553"/>
                </a:lnTo>
                <a:lnTo>
                  <a:pt x="1190920" y="1056678"/>
                </a:lnTo>
                <a:lnTo>
                  <a:pt x="1157347" y="1068690"/>
                </a:lnTo>
                <a:lnTo>
                  <a:pt x="1122931" y="1079572"/>
                </a:lnTo>
                <a:lnTo>
                  <a:pt x="1087502" y="1089340"/>
                </a:lnTo>
                <a:lnTo>
                  <a:pt x="1051229" y="1097860"/>
                </a:lnTo>
                <a:lnTo>
                  <a:pt x="1014282" y="1105250"/>
                </a:lnTo>
                <a:lnTo>
                  <a:pt x="976491" y="1111391"/>
                </a:lnTo>
                <a:lnTo>
                  <a:pt x="938025" y="1116148"/>
                </a:lnTo>
                <a:lnTo>
                  <a:pt x="899053" y="1119658"/>
                </a:lnTo>
                <a:lnTo>
                  <a:pt x="859406" y="1121665"/>
                </a:lnTo>
                <a:lnTo>
                  <a:pt x="819253" y="1122424"/>
                </a:lnTo>
                <a:lnTo>
                  <a:pt x="779101" y="1121665"/>
                </a:lnTo>
                <a:lnTo>
                  <a:pt x="739454" y="1119658"/>
                </a:lnTo>
                <a:lnTo>
                  <a:pt x="700482" y="1116148"/>
                </a:lnTo>
                <a:lnTo>
                  <a:pt x="662016" y="1111391"/>
                </a:lnTo>
                <a:lnTo>
                  <a:pt x="624394" y="1105250"/>
                </a:lnTo>
                <a:lnTo>
                  <a:pt x="587278" y="1097860"/>
                </a:lnTo>
                <a:lnTo>
                  <a:pt x="551005" y="1089340"/>
                </a:lnTo>
                <a:lnTo>
                  <a:pt x="515745" y="1079589"/>
                </a:lnTo>
                <a:lnTo>
                  <a:pt x="481160" y="1068690"/>
                </a:lnTo>
                <a:lnTo>
                  <a:pt x="447586" y="1056678"/>
                </a:lnTo>
                <a:lnTo>
                  <a:pt x="415025" y="1043553"/>
                </a:lnTo>
                <a:lnTo>
                  <a:pt x="383477" y="1029415"/>
                </a:lnTo>
                <a:lnTo>
                  <a:pt x="352940" y="1014298"/>
                </a:lnTo>
                <a:lnTo>
                  <a:pt x="323585" y="998069"/>
                </a:lnTo>
                <a:lnTo>
                  <a:pt x="295410" y="981080"/>
                </a:lnTo>
                <a:lnTo>
                  <a:pt x="268417" y="963129"/>
                </a:lnTo>
                <a:lnTo>
                  <a:pt x="242773" y="944183"/>
                </a:lnTo>
                <a:lnTo>
                  <a:pt x="218310" y="924494"/>
                </a:lnTo>
                <a:lnTo>
                  <a:pt x="195366" y="904097"/>
                </a:lnTo>
                <a:lnTo>
                  <a:pt x="173771" y="882823"/>
                </a:lnTo>
                <a:lnTo>
                  <a:pt x="153694" y="860958"/>
                </a:lnTo>
                <a:lnTo>
                  <a:pt x="135136" y="838385"/>
                </a:lnTo>
                <a:lnTo>
                  <a:pt x="118097" y="815086"/>
                </a:lnTo>
                <a:lnTo>
                  <a:pt x="102575" y="791180"/>
                </a:lnTo>
                <a:lnTo>
                  <a:pt x="88910" y="766835"/>
                </a:lnTo>
                <a:lnTo>
                  <a:pt x="76763" y="741748"/>
                </a:lnTo>
                <a:lnTo>
                  <a:pt x="66472" y="716307"/>
                </a:lnTo>
                <a:lnTo>
                  <a:pt x="57699" y="690292"/>
                </a:lnTo>
                <a:lnTo>
                  <a:pt x="50950" y="663939"/>
                </a:lnTo>
                <a:lnTo>
                  <a:pt x="46226" y="637115"/>
                </a:lnTo>
                <a:lnTo>
                  <a:pt x="43190" y="609885"/>
                </a:lnTo>
                <a:lnTo>
                  <a:pt x="42346" y="582301"/>
                </a:lnTo>
                <a:close/>
                <a:moveTo>
                  <a:pt x="64278" y="608367"/>
                </a:moveTo>
                <a:lnTo>
                  <a:pt x="67146" y="634112"/>
                </a:lnTo>
                <a:lnTo>
                  <a:pt x="71702" y="659452"/>
                </a:lnTo>
                <a:lnTo>
                  <a:pt x="77944" y="684336"/>
                </a:lnTo>
                <a:lnTo>
                  <a:pt x="86211" y="709002"/>
                </a:lnTo>
                <a:lnTo>
                  <a:pt x="95996" y="733178"/>
                </a:lnTo>
                <a:lnTo>
                  <a:pt x="107637" y="757067"/>
                </a:lnTo>
                <a:lnTo>
                  <a:pt x="120627" y="780265"/>
                </a:lnTo>
                <a:lnTo>
                  <a:pt x="135474" y="803142"/>
                </a:lnTo>
                <a:lnTo>
                  <a:pt x="151670" y="825462"/>
                </a:lnTo>
                <a:lnTo>
                  <a:pt x="169553" y="847090"/>
                </a:lnTo>
                <a:lnTo>
                  <a:pt x="188955" y="868145"/>
                </a:lnTo>
                <a:lnTo>
                  <a:pt x="209875" y="888694"/>
                </a:lnTo>
                <a:lnTo>
                  <a:pt x="231976" y="908400"/>
                </a:lnTo>
                <a:lnTo>
                  <a:pt x="255595" y="927481"/>
                </a:lnTo>
                <a:lnTo>
                  <a:pt x="280564" y="945870"/>
                </a:lnTo>
                <a:lnTo>
                  <a:pt x="306714" y="963264"/>
                </a:lnTo>
                <a:lnTo>
                  <a:pt x="334045" y="979797"/>
                </a:lnTo>
                <a:lnTo>
                  <a:pt x="362725" y="995622"/>
                </a:lnTo>
                <a:lnTo>
                  <a:pt x="392418" y="1010334"/>
                </a:lnTo>
                <a:lnTo>
                  <a:pt x="423292" y="1024134"/>
                </a:lnTo>
                <a:lnTo>
                  <a:pt x="455010" y="1036956"/>
                </a:lnTo>
                <a:lnTo>
                  <a:pt x="487908" y="1048698"/>
                </a:lnTo>
                <a:lnTo>
                  <a:pt x="521819" y="1059361"/>
                </a:lnTo>
                <a:lnTo>
                  <a:pt x="556235" y="1068910"/>
                </a:lnTo>
                <a:lnTo>
                  <a:pt x="591833" y="1077244"/>
                </a:lnTo>
                <a:lnTo>
                  <a:pt x="628106" y="1084499"/>
                </a:lnTo>
                <a:lnTo>
                  <a:pt x="665053" y="1090521"/>
                </a:lnTo>
                <a:lnTo>
                  <a:pt x="702675" y="1095178"/>
                </a:lnTo>
                <a:lnTo>
                  <a:pt x="740972" y="1098619"/>
                </a:lnTo>
                <a:lnTo>
                  <a:pt x="779775" y="1100593"/>
                </a:lnTo>
                <a:lnTo>
                  <a:pt x="819253" y="1101336"/>
                </a:lnTo>
                <a:lnTo>
                  <a:pt x="858563" y="1100593"/>
                </a:lnTo>
                <a:lnTo>
                  <a:pt x="897535" y="1098619"/>
                </a:lnTo>
                <a:lnTo>
                  <a:pt x="935832" y="1095178"/>
                </a:lnTo>
                <a:lnTo>
                  <a:pt x="973623" y="1090521"/>
                </a:lnTo>
                <a:lnTo>
                  <a:pt x="1010570" y="1084499"/>
                </a:lnTo>
                <a:lnTo>
                  <a:pt x="1046674" y="1077261"/>
                </a:lnTo>
                <a:lnTo>
                  <a:pt x="1082272" y="1068910"/>
                </a:lnTo>
                <a:lnTo>
                  <a:pt x="1116857" y="1059344"/>
                </a:lnTo>
                <a:lnTo>
                  <a:pt x="1150599" y="1048698"/>
                </a:lnTo>
                <a:lnTo>
                  <a:pt x="1183497" y="1036956"/>
                </a:lnTo>
                <a:lnTo>
                  <a:pt x="1215383" y="1024134"/>
                </a:lnTo>
                <a:lnTo>
                  <a:pt x="1246088" y="1010351"/>
                </a:lnTo>
                <a:lnTo>
                  <a:pt x="1275781" y="995622"/>
                </a:lnTo>
                <a:lnTo>
                  <a:pt x="1304293" y="979797"/>
                </a:lnTo>
                <a:lnTo>
                  <a:pt x="1331793" y="963281"/>
                </a:lnTo>
                <a:lnTo>
                  <a:pt x="1357943" y="945735"/>
                </a:lnTo>
                <a:lnTo>
                  <a:pt x="1382912" y="927447"/>
                </a:lnTo>
                <a:lnTo>
                  <a:pt x="1406531" y="908383"/>
                </a:lnTo>
                <a:lnTo>
                  <a:pt x="1428801" y="888694"/>
                </a:lnTo>
                <a:lnTo>
                  <a:pt x="1449552" y="868179"/>
                </a:lnTo>
                <a:lnTo>
                  <a:pt x="1468954" y="847090"/>
                </a:lnTo>
                <a:lnTo>
                  <a:pt x="1486837" y="825462"/>
                </a:lnTo>
                <a:lnTo>
                  <a:pt x="1503033" y="803142"/>
                </a:lnTo>
                <a:lnTo>
                  <a:pt x="1517880" y="780265"/>
                </a:lnTo>
                <a:lnTo>
                  <a:pt x="1530870" y="757067"/>
                </a:lnTo>
                <a:lnTo>
                  <a:pt x="1542511" y="733178"/>
                </a:lnTo>
                <a:lnTo>
                  <a:pt x="1552296" y="709002"/>
                </a:lnTo>
                <a:lnTo>
                  <a:pt x="1560394" y="684404"/>
                </a:lnTo>
                <a:lnTo>
                  <a:pt x="1566805" y="659452"/>
                </a:lnTo>
                <a:lnTo>
                  <a:pt x="1571360" y="634044"/>
                </a:lnTo>
                <a:lnTo>
                  <a:pt x="1574228" y="608367"/>
                </a:lnTo>
                <a:lnTo>
                  <a:pt x="1575072" y="582301"/>
                </a:lnTo>
                <a:lnTo>
                  <a:pt x="1574228" y="556235"/>
                </a:lnTo>
                <a:lnTo>
                  <a:pt x="1571360" y="530558"/>
                </a:lnTo>
                <a:lnTo>
                  <a:pt x="1566805" y="505133"/>
                </a:lnTo>
                <a:lnTo>
                  <a:pt x="1560394" y="480198"/>
                </a:lnTo>
                <a:lnTo>
                  <a:pt x="1552296" y="455600"/>
                </a:lnTo>
                <a:lnTo>
                  <a:pt x="1542511" y="431458"/>
                </a:lnTo>
                <a:lnTo>
                  <a:pt x="1530870" y="407653"/>
                </a:lnTo>
                <a:lnTo>
                  <a:pt x="1517880" y="384303"/>
                </a:lnTo>
                <a:lnTo>
                  <a:pt x="1503033" y="361494"/>
                </a:lnTo>
                <a:lnTo>
                  <a:pt x="1486837" y="339258"/>
                </a:lnTo>
                <a:lnTo>
                  <a:pt x="1468954" y="317478"/>
                </a:lnTo>
                <a:lnTo>
                  <a:pt x="1449552" y="296423"/>
                </a:lnTo>
                <a:lnTo>
                  <a:pt x="1428801" y="275908"/>
                </a:lnTo>
                <a:lnTo>
                  <a:pt x="1406531" y="256219"/>
                </a:lnTo>
                <a:lnTo>
                  <a:pt x="1382912" y="237155"/>
                </a:lnTo>
                <a:lnTo>
                  <a:pt x="1357943" y="218884"/>
                </a:lnTo>
                <a:lnTo>
                  <a:pt x="1331793" y="201439"/>
                </a:lnTo>
                <a:lnTo>
                  <a:pt x="1304293" y="184804"/>
                </a:lnTo>
                <a:lnTo>
                  <a:pt x="1275781" y="169098"/>
                </a:lnTo>
                <a:lnTo>
                  <a:pt x="1246088" y="154234"/>
                </a:lnTo>
                <a:lnTo>
                  <a:pt x="1215383" y="140468"/>
                </a:lnTo>
                <a:lnTo>
                  <a:pt x="1183497" y="127629"/>
                </a:lnTo>
                <a:lnTo>
                  <a:pt x="1150599" y="115903"/>
                </a:lnTo>
                <a:lnTo>
                  <a:pt x="1116857" y="105241"/>
                </a:lnTo>
                <a:lnTo>
                  <a:pt x="1082272" y="95692"/>
                </a:lnTo>
                <a:lnTo>
                  <a:pt x="1046674" y="87341"/>
                </a:lnTo>
                <a:lnTo>
                  <a:pt x="1010570" y="80103"/>
                </a:lnTo>
                <a:lnTo>
                  <a:pt x="973623" y="74080"/>
                </a:lnTo>
                <a:lnTo>
                  <a:pt x="935832" y="69424"/>
                </a:lnTo>
                <a:lnTo>
                  <a:pt x="897535" y="65982"/>
                </a:lnTo>
                <a:lnTo>
                  <a:pt x="858563" y="64008"/>
                </a:lnTo>
                <a:lnTo>
                  <a:pt x="819253" y="63266"/>
                </a:lnTo>
                <a:lnTo>
                  <a:pt x="779775" y="63890"/>
                </a:lnTo>
                <a:lnTo>
                  <a:pt x="740972" y="65965"/>
                </a:lnTo>
                <a:lnTo>
                  <a:pt x="702675" y="69424"/>
                </a:lnTo>
                <a:lnTo>
                  <a:pt x="665053" y="74080"/>
                </a:lnTo>
                <a:lnTo>
                  <a:pt x="627937" y="80103"/>
                </a:lnTo>
                <a:lnTo>
                  <a:pt x="591833" y="87341"/>
                </a:lnTo>
                <a:lnTo>
                  <a:pt x="556235" y="95692"/>
                </a:lnTo>
                <a:lnTo>
                  <a:pt x="521650" y="105241"/>
                </a:lnTo>
                <a:lnTo>
                  <a:pt x="487908" y="115903"/>
                </a:lnTo>
                <a:lnTo>
                  <a:pt x="455010" y="127629"/>
                </a:lnTo>
                <a:lnTo>
                  <a:pt x="423292" y="140468"/>
                </a:lnTo>
                <a:lnTo>
                  <a:pt x="392418" y="154251"/>
                </a:lnTo>
                <a:lnTo>
                  <a:pt x="362725" y="169098"/>
                </a:lnTo>
                <a:lnTo>
                  <a:pt x="334214" y="184804"/>
                </a:lnTo>
                <a:lnTo>
                  <a:pt x="306714" y="201439"/>
                </a:lnTo>
                <a:lnTo>
                  <a:pt x="280564" y="218884"/>
                </a:lnTo>
                <a:lnTo>
                  <a:pt x="255595" y="237155"/>
                </a:lnTo>
                <a:lnTo>
                  <a:pt x="231976" y="256202"/>
                </a:lnTo>
                <a:lnTo>
                  <a:pt x="209875" y="275908"/>
                </a:lnTo>
                <a:lnTo>
                  <a:pt x="188955" y="296423"/>
                </a:lnTo>
                <a:lnTo>
                  <a:pt x="169553" y="317596"/>
                </a:lnTo>
                <a:lnTo>
                  <a:pt x="151670" y="339292"/>
                </a:lnTo>
                <a:lnTo>
                  <a:pt x="135474" y="361494"/>
                </a:lnTo>
                <a:lnTo>
                  <a:pt x="120627" y="384303"/>
                </a:lnTo>
                <a:lnTo>
                  <a:pt x="107637" y="407653"/>
                </a:lnTo>
                <a:lnTo>
                  <a:pt x="95996" y="431441"/>
                </a:lnTo>
                <a:lnTo>
                  <a:pt x="86211" y="455718"/>
                </a:lnTo>
                <a:lnTo>
                  <a:pt x="78113" y="480215"/>
                </a:lnTo>
                <a:lnTo>
                  <a:pt x="71702" y="505133"/>
                </a:lnTo>
                <a:lnTo>
                  <a:pt x="67146" y="530558"/>
                </a:lnTo>
                <a:lnTo>
                  <a:pt x="64278" y="556235"/>
                </a:lnTo>
                <a:lnTo>
                  <a:pt x="63435" y="582301"/>
                </a:lnTo>
                <a:lnTo>
                  <a:pt x="64278" y="608367"/>
                </a:lnTo>
                <a:close/>
              </a:path>
            </a:pathLst>
          </a:custGeom>
          <a:solidFill xmlns:a="http://schemas.openxmlformats.org/drawingml/2006/main">
            <a:srgbClr val="54823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4" name="Text z">
            <a:extLst xmlns:a="http://schemas.openxmlformats.org/drawingml/2006/main">
              <a:ext uri="{FF2B5EF4-FFF2-40B4-BE49-F238E27FC236}">
                <a16:creationId xmlns:a16="http://schemas.microsoft.com/office/drawing/2014/main" id="{27B0737F-EBBC-4ACF-B0D7-6BC4CA48C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9547" y="4234060"/>
            <a:ext cx="94603" cy="141162"/>
          </a:xfrm>
          <a:custGeom xmlns:a="http://schemas.openxmlformats.org/drawingml/2006/main">
            <a:pathLst>
              <a:path w="94603" h="141162">
                <a:moveTo>
                  <a:pt x="94603" y="130783"/>
                </a:moveTo>
                <a:cubicBezTo>
                  <a:pt x="94603" y="132661"/>
                  <a:pt x="94454" y="134267"/>
                  <a:pt x="94158" y="135602"/>
                </a:cubicBezTo>
                <a:cubicBezTo>
                  <a:pt x="93861" y="136936"/>
                  <a:pt x="93515" y="138024"/>
                  <a:pt x="93120" y="138864"/>
                </a:cubicBezTo>
                <a:cubicBezTo>
                  <a:pt x="92724" y="139704"/>
                  <a:pt x="92181" y="140297"/>
                  <a:pt x="91489" y="140643"/>
                </a:cubicBezTo>
                <a:cubicBezTo>
                  <a:pt x="90797" y="140989"/>
                  <a:pt x="90055" y="141162"/>
                  <a:pt x="89264" y="141162"/>
                </a:cubicBezTo>
                <a:lnTo>
                  <a:pt x="7117" y="141162"/>
                </a:lnTo>
                <a:cubicBezTo>
                  <a:pt x="5042" y="141162"/>
                  <a:pt x="3336" y="140470"/>
                  <a:pt x="2002" y="139086"/>
                </a:cubicBezTo>
                <a:cubicBezTo>
                  <a:pt x="667" y="137703"/>
                  <a:pt x="0" y="135380"/>
                  <a:pt x="0" y="132117"/>
                </a:cubicBezTo>
                <a:lnTo>
                  <a:pt x="0" y="127076"/>
                </a:lnTo>
                <a:cubicBezTo>
                  <a:pt x="0" y="125692"/>
                  <a:pt x="99" y="124456"/>
                  <a:pt x="297" y="123369"/>
                </a:cubicBezTo>
                <a:cubicBezTo>
                  <a:pt x="494" y="122281"/>
                  <a:pt x="791" y="121194"/>
                  <a:pt x="1186" y="120107"/>
                </a:cubicBezTo>
                <a:cubicBezTo>
                  <a:pt x="1582" y="119019"/>
                  <a:pt x="2125" y="117858"/>
                  <a:pt x="2817" y="116622"/>
                </a:cubicBezTo>
                <a:cubicBezTo>
                  <a:pt x="3509" y="115386"/>
                  <a:pt x="4350" y="113978"/>
                  <a:pt x="5338" y="112396"/>
                </a:cubicBezTo>
                <a:lnTo>
                  <a:pt x="64205" y="20611"/>
                </a:lnTo>
                <a:lnTo>
                  <a:pt x="7117" y="20611"/>
                </a:lnTo>
                <a:cubicBezTo>
                  <a:pt x="5536" y="20611"/>
                  <a:pt x="4275" y="19795"/>
                  <a:pt x="3336" y="18164"/>
                </a:cubicBezTo>
                <a:cubicBezTo>
                  <a:pt x="2397" y="16533"/>
                  <a:pt x="1928" y="13889"/>
                  <a:pt x="1928" y="10231"/>
                </a:cubicBezTo>
                <a:cubicBezTo>
                  <a:pt x="1928" y="8452"/>
                  <a:pt x="2026" y="6895"/>
                  <a:pt x="2224" y="5560"/>
                </a:cubicBezTo>
                <a:cubicBezTo>
                  <a:pt x="2422" y="4226"/>
                  <a:pt x="2743" y="3139"/>
                  <a:pt x="3188" y="2298"/>
                </a:cubicBezTo>
                <a:cubicBezTo>
                  <a:pt x="3633" y="1458"/>
                  <a:pt x="4177" y="865"/>
                  <a:pt x="4819" y="519"/>
                </a:cubicBezTo>
                <a:cubicBezTo>
                  <a:pt x="5462" y="173"/>
                  <a:pt x="6228" y="0"/>
                  <a:pt x="7117" y="0"/>
                </a:cubicBezTo>
                <a:lnTo>
                  <a:pt x="83630" y="0"/>
                </a:lnTo>
                <a:cubicBezTo>
                  <a:pt x="84717" y="0"/>
                  <a:pt x="85681" y="148"/>
                  <a:pt x="86521" y="445"/>
                </a:cubicBezTo>
                <a:cubicBezTo>
                  <a:pt x="87362" y="741"/>
                  <a:pt x="88078" y="1236"/>
                  <a:pt x="88671" y="1928"/>
                </a:cubicBezTo>
                <a:cubicBezTo>
                  <a:pt x="89264" y="2620"/>
                  <a:pt x="89734" y="3509"/>
                  <a:pt x="90080" y="4597"/>
                </a:cubicBezTo>
                <a:cubicBezTo>
                  <a:pt x="90426" y="5684"/>
                  <a:pt x="90599" y="7068"/>
                  <a:pt x="90599" y="8749"/>
                </a:cubicBezTo>
                <a:lnTo>
                  <a:pt x="90599" y="13493"/>
                </a:lnTo>
                <a:cubicBezTo>
                  <a:pt x="90599" y="14877"/>
                  <a:pt x="90500" y="16163"/>
                  <a:pt x="90302" y="17349"/>
                </a:cubicBezTo>
                <a:cubicBezTo>
                  <a:pt x="90105" y="18535"/>
                  <a:pt x="89808" y="19697"/>
                  <a:pt x="89413" y="20833"/>
                </a:cubicBezTo>
                <a:cubicBezTo>
                  <a:pt x="89017" y="21970"/>
                  <a:pt x="88474" y="23181"/>
                  <a:pt x="87782" y="24466"/>
                </a:cubicBezTo>
                <a:cubicBezTo>
                  <a:pt x="87090" y="25751"/>
                  <a:pt x="86249" y="27185"/>
                  <a:pt x="85261" y="28766"/>
                </a:cubicBezTo>
                <a:lnTo>
                  <a:pt x="26690" y="120552"/>
                </a:lnTo>
                <a:lnTo>
                  <a:pt x="89264" y="120552"/>
                </a:lnTo>
                <a:cubicBezTo>
                  <a:pt x="90055" y="120552"/>
                  <a:pt x="90772" y="120725"/>
                  <a:pt x="91415" y="121070"/>
                </a:cubicBezTo>
                <a:cubicBezTo>
                  <a:pt x="92057" y="121416"/>
                  <a:pt x="92601" y="121985"/>
                  <a:pt x="93046" y="122776"/>
                </a:cubicBezTo>
                <a:cubicBezTo>
                  <a:pt x="93490" y="123567"/>
                  <a:pt x="93861" y="124629"/>
                  <a:pt x="94158" y="125964"/>
                </a:cubicBezTo>
                <a:cubicBezTo>
                  <a:pt x="94454" y="127298"/>
                  <a:pt x="94603" y="128905"/>
                  <a:pt x="94603" y="130783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pic>
        <p:nvPicPr>
          <p:cNvPr id="34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52de5e60c114790"/>
          <a:stretch xmlns:a="http://schemas.openxmlformats.org/drawingml/2006/main"/>
        </p:blipFill>
        <p:spPr>
          <a:xfrm xmlns:a="http://schemas.openxmlformats.org/drawingml/2006/main">
            <a:off x="2954960" y="4261445"/>
            <a:ext cx="346192" cy="358339"/>
          </a:xfrm>
          <a:prstGeom xmlns:a="http://schemas.openxmlformats.org/drawingml/2006/main" prst="rect">
            <a:avLst/>
          </a:prstGeom>
        </p:spPr>
      </p:pic>
      <p:pic>
        <p:nvPicPr>
          <p:cNvPr id="35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38ad831f9e2499d"/>
          <a:stretch xmlns:a="http://schemas.openxmlformats.org/drawingml/2006/main"/>
        </p:blipFill>
        <p:spPr>
          <a:xfrm xmlns:a="http://schemas.openxmlformats.org/drawingml/2006/main">
            <a:off x="3588633" y="4261445"/>
            <a:ext cx="346192" cy="358339"/>
          </a:xfrm>
          <a:prstGeom xmlns:a="http://schemas.openxmlformats.org/drawingml/2006/main" prst="rect">
            <a:avLst/>
          </a:prstGeom>
        </p:spPr>
      </p:pic>
      <p:pic>
        <p:nvPicPr>
          <p:cNvPr id="35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7969fc84de44ca3"/>
          <a:stretch xmlns:a="http://schemas.openxmlformats.org/drawingml/2006/main"/>
        </p:blipFill>
        <p:spPr>
          <a:xfrm xmlns:a="http://schemas.openxmlformats.org/drawingml/2006/main">
            <a:off x="3269807" y="3743169"/>
            <a:ext cx="350171" cy="356314"/>
          </a:xfrm>
          <a:prstGeom xmlns:a="http://schemas.openxmlformats.org/drawingml/2006/main" prst="rect">
            <a:avLst/>
          </a:prstGeom>
        </p:spPr>
      </p:pic>
      <p:sp>
        <p:nvSpPr>
          <p:cNvPr id="11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FD521BC-CD3E-4D36-A5E0-CB642D0C3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1800" y="4251322"/>
            <a:ext cx="1008208" cy="404903"/>
          </a:xfrm>
          <a:custGeom xmlns:a="http://schemas.openxmlformats.org/drawingml/2006/main">
            <a:pathLst>
              <a:path w="1008208" h="404903" fill="none">
                <a:moveTo>
                  <a:pt x="0" y="67484"/>
                </a:moveTo>
                <a:cubicBezTo>
                  <a:pt x="0" y="30216"/>
                  <a:pt x="30199" y="0"/>
                  <a:pt x="67484" y="0"/>
                </a:cubicBezTo>
                <a:lnTo>
                  <a:pt x="940724" y="0"/>
                </a:lnTo>
                <a:cubicBezTo>
                  <a:pt x="978009" y="0"/>
                  <a:pt x="1008208" y="30216"/>
                  <a:pt x="1008208" y="67484"/>
                </a:cubicBezTo>
                <a:lnTo>
                  <a:pt x="1008208" y="337419"/>
                </a:lnTo>
                <a:cubicBezTo>
                  <a:pt x="1008208" y="374687"/>
                  <a:pt x="978009" y="404903"/>
                  <a:pt x="940724" y="404903"/>
                </a:cubicBezTo>
                <a:lnTo>
                  <a:pt x="67484" y="404903"/>
                </a:lnTo>
                <a:cubicBezTo>
                  <a:pt x="30199" y="404903"/>
                  <a:pt x="0" y="374687"/>
                  <a:pt x="0" y="337419"/>
                </a:cubicBezTo>
                <a:lnTo>
                  <a:pt x="0" y="67484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6871" cap="flat">
            <a:solidFill>
              <a:srgbClr val="000000"/>
            </a:solidFill>
            <a:miter/>
          </a:ln>
        </p:spPr>
      </p:sp>
      <p:sp>
        <p:nvSpPr>
          <p:cNvPr id="11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4D5465C-7BE9-4242-AB30-820087511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0982" y="4071073"/>
            <a:ext cx="67484" cy="180502"/>
          </a:xfrm>
          <a:custGeom xmlns:a="http://schemas.openxmlformats.org/drawingml/2006/main">
            <a:pathLst>
              <a:path w="67484" h="180502">
                <a:moveTo>
                  <a:pt x="41334" y="0"/>
                </a:moveTo>
                <a:lnTo>
                  <a:pt x="24463" y="118"/>
                </a:lnTo>
                <a:lnTo>
                  <a:pt x="25197" y="113078"/>
                </a:lnTo>
                <a:lnTo>
                  <a:pt x="0" y="113255"/>
                </a:lnTo>
                <a:lnTo>
                  <a:pt x="34248" y="180502"/>
                </a:lnTo>
                <a:lnTo>
                  <a:pt x="67484" y="112782"/>
                </a:lnTo>
                <a:lnTo>
                  <a:pt x="42068" y="112960"/>
                </a:lnTo>
                <a:lnTo>
                  <a:pt x="41334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EB27247-F193-41C4-93EF-F99671036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8605" y="4407885"/>
            <a:ext cx="230288" cy="67484"/>
          </a:xfrm>
          <a:custGeom xmlns:a="http://schemas.openxmlformats.org/drawingml/2006/main">
            <a:pathLst>
              <a:path w="230288" h="67484">
                <a:moveTo>
                  <a:pt x="0" y="25306"/>
                </a:moveTo>
                <a:lnTo>
                  <a:pt x="0" y="42177"/>
                </a:lnTo>
                <a:lnTo>
                  <a:pt x="162805" y="42177"/>
                </a:lnTo>
                <a:lnTo>
                  <a:pt x="162805" y="67484"/>
                </a:lnTo>
                <a:lnTo>
                  <a:pt x="230288" y="33742"/>
                </a:lnTo>
                <a:lnTo>
                  <a:pt x="162805" y="0"/>
                </a:lnTo>
                <a:lnTo>
                  <a:pt x="162805" y="25306"/>
                </a:lnTo>
                <a:lnTo>
                  <a:pt x="0" y="25306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3032124-F766-4E60-839E-6F85C0BD4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26458" y="4486841"/>
            <a:ext cx="226408" cy="67484"/>
          </a:xfrm>
          <a:custGeom xmlns:a="http://schemas.openxmlformats.org/drawingml/2006/main">
            <a:pathLst>
              <a:path w="226408" h="67484">
                <a:moveTo>
                  <a:pt x="67484" y="0"/>
                </a:moveTo>
                <a:lnTo>
                  <a:pt x="0" y="33742"/>
                </a:lnTo>
                <a:lnTo>
                  <a:pt x="67484" y="67484"/>
                </a:lnTo>
                <a:lnTo>
                  <a:pt x="67484" y="42177"/>
                </a:lnTo>
                <a:lnTo>
                  <a:pt x="226408" y="42177"/>
                </a:lnTo>
                <a:lnTo>
                  <a:pt x="226408" y="25306"/>
                </a:lnTo>
                <a:lnTo>
                  <a:pt x="67484" y="25306"/>
                </a:lnTo>
                <a:lnTo>
                  <a:pt x="67484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2" name="Text Police">
            <a:extLst xmlns:a="http://schemas.openxmlformats.org/drawingml/2006/main">
              <a:ext uri="{FF2B5EF4-FFF2-40B4-BE49-F238E27FC236}">
                <a16:creationId xmlns:a16="http://schemas.microsoft.com/office/drawing/2014/main" id="{0153B240-15BB-4CF0-8C0B-7F30CF875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4482" y="3985108"/>
            <a:ext cx="385255" cy="116016"/>
          </a:xfrm>
          <a:custGeom xmlns:a="http://schemas.openxmlformats.org/drawingml/2006/main">
            <a:pathLst>
              <a:path w="385255" h="116016">
                <a:moveTo>
                  <a:pt x="65228" y="39301"/>
                </a:moveTo>
                <a:cubicBezTo>
                  <a:pt x="65228" y="44607"/>
                  <a:pt x="64353" y="49393"/>
                  <a:pt x="62603" y="53660"/>
                </a:cubicBezTo>
                <a:cubicBezTo>
                  <a:pt x="60852" y="57926"/>
                  <a:pt x="58350" y="61563"/>
                  <a:pt x="55095" y="64572"/>
                </a:cubicBezTo>
                <a:cubicBezTo>
                  <a:pt x="51841" y="67580"/>
                  <a:pt x="47848" y="69905"/>
                  <a:pt x="43116" y="71546"/>
                </a:cubicBezTo>
                <a:cubicBezTo>
                  <a:pt x="38385" y="73187"/>
                  <a:pt x="32737" y="74007"/>
                  <a:pt x="26173" y="74007"/>
                </a:cubicBezTo>
                <a:lnTo>
                  <a:pt x="14112" y="74007"/>
                </a:lnTo>
                <a:lnTo>
                  <a:pt x="14112" y="112242"/>
                </a:lnTo>
                <a:cubicBezTo>
                  <a:pt x="14112" y="112680"/>
                  <a:pt x="13989" y="113062"/>
                  <a:pt x="13743" y="113391"/>
                </a:cubicBezTo>
                <a:cubicBezTo>
                  <a:pt x="13497" y="113719"/>
                  <a:pt x="13114" y="113979"/>
                  <a:pt x="12594" y="114170"/>
                </a:cubicBezTo>
                <a:cubicBezTo>
                  <a:pt x="12075" y="114362"/>
                  <a:pt x="11364" y="114526"/>
                  <a:pt x="10461" y="114662"/>
                </a:cubicBezTo>
                <a:cubicBezTo>
                  <a:pt x="9559" y="114799"/>
                  <a:pt x="8424" y="114867"/>
                  <a:pt x="7056" y="114867"/>
                </a:cubicBezTo>
                <a:cubicBezTo>
                  <a:pt x="5689" y="114867"/>
                  <a:pt x="4554" y="114799"/>
                  <a:pt x="3651" y="114662"/>
                </a:cubicBezTo>
                <a:cubicBezTo>
                  <a:pt x="2749" y="114526"/>
                  <a:pt x="2024" y="114362"/>
                  <a:pt x="1477" y="114170"/>
                </a:cubicBezTo>
                <a:cubicBezTo>
                  <a:pt x="930" y="113979"/>
                  <a:pt x="547" y="113719"/>
                  <a:pt x="328" y="113391"/>
                </a:cubicBezTo>
                <a:cubicBezTo>
                  <a:pt x="109" y="113062"/>
                  <a:pt x="0" y="112680"/>
                  <a:pt x="0" y="112242"/>
                </a:cubicBezTo>
                <a:lnTo>
                  <a:pt x="0" y="14276"/>
                </a:lnTo>
                <a:cubicBezTo>
                  <a:pt x="0" y="12088"/>
                  <a:pt x="574" y="10530"/>
                  <a:pt x="1723" y="9600"/>
                </a:cubicBezTo>
                <a:cubicBezTo>
                  <a:pt x="2872" y="8670"/>
                  <a:pt x="4157" y="8205"/>
                  <a:pt x="5579" y="8205"/>
                </a:cubicBezTo>
                <a:lnTo>
                  <a:pt x="28307" y="8205"/>
                </a:lnTo>
                <a:cubicBezTo>
                  <a:pt x="30604" y="8205"/>
                  <a:pt x="32806" y="8301"/>
                  <a:pt x="34912" y="8492"/>
                </a:cubicBezTo>
                <a:cubicBezTo>
                  <a:pt x="37017" y="8683"/>
                  <a:pt x="39506" y="9094"/>
                  <a:pt x="42378" y="9723"/>
                </a:cubicBezTo>
                <a:cubicBezTo>
                  <a:pt x="45250" y="10352"/>
                  <a:pt x="48176" y="11528"/>
                  <a:pt x="51157" y="13251"/>
                </a:cubicBezTo>
                <a:cubicBezTo>
                  <a:pt x="54138" y="14974"/>
                  <a:pt x="56668" y="17093"/>
                  <a:pt x="58747" y="19610"/>
                </a:cubicBezTo>
                <a:cubicBezTo>
                  <a:pt x="60825" y="22126"/>
                  <a:pt x="62425" y="25038"/>
                  <a:pt x="63546" y="28348"/>
                </a:cubicBezTo>
                <a:cubicBezTo>
                  <a:pt x="64668" y="31657"/>
                  <a:pt x="65228" y="35308"/>
                  <a:pt x="65228" y="39301"/>
                </a:cubicBezTo>
                <a:moveTo>
                  <a:pt x="50378" y="40450"/>
                </a:moveTo>
                <a:cubicBezTo>
                  <a:pt x="50378" y="36129"/>
                  <a:pt x="49571" y="32518"/>
                  <a:pt x="47957" y="29619"/>
                </a:cubicBezTo>
                <a:cubicBezTo>
                  <a:pt x="46344" y="26720"/>
                  <a:pt x="44347" y="24560"/>
                  <a:pt x="41968" y="23138"/>
                </a:cubicBezTo>
                <a:cubicBezTo>
                  <a:pt x="39588" y="21715"/>
                  <a:pt x="37127" y="20813"/>
                  <a:pt x="34583" y="20430"/>
                </a:cubicBezTo>
                <a:cubicBezTo>
                  <a:pt x="32040" y="20047"/>
                  <a:pt x="29565" y="19856"/>
                  <a:pt x="27158" y="19856"/>
                </a:cubicBezTo>
                <a:lnTo>
                  <a:pt x="14112" y="19856"/>
                </a:lnTo>
                <a:lnTo>
                  <a:pt x="14112" y="62439"/>
                </a:lnTo>
                <a:lnTo>
                  <a:pt x="26830" y="62439"/>
                </a:lnTo>
                <a:cubicBezTo>
                  <a:pt x="31096" y="62439"/>
                  <a:pt x="34638" y="61892"/>
                  <a:pt x="37455" y="60798"/>
                </a:cubicBezTo>
                <a:cubicBezTo>
                  <a:pt x="40272" y="59704"/>
                  <a:pt x="42638" y="58186"/>
                  <a:pt x="44552" y="56244"/>
                </a:cubicBezTo>
                <a:cubicBezTo>
                  <a:pt x="46467" y="54302"/>
                  <a:pt x="47916" y="51978"/>
                  <a:pt x="48901" y="49270"/>
                </a:cubicBezTo>
                <a:cubicBezTo>
                  <a:pt x="49885" y="46562"/>
                  <a:pt x="50378" y="43622"/>
                  <a:pt x="50378" y="40450"/>
                </a:cubicBezTo>
                <a:close/>
                <a:moveTo>
                  <a:pt x="153989" y="74623"/>
                </a:moveTo>
                <a:cubicBezTo>
                  <a:pt x="153989" y="80645"/>
                  <a:pt x="153196" y="86188"/>
                  <a:pt x="151609" y="91253"/>
                </a:cubicBezTo>
                <a:cubicBezTo>
                  <a:pt x="150023" y="96318"/>
                  <a:pt x="147657" y="100685"/>
                  <a:pt x="144512" y="104355"/>
                </a:cubicBezTo>
                <a:cubicBezTo>
                  <a:pt x="141367" y="108023"/>
                  <a:pt x="137429" y="110884"/>
                  <a:pt x="132697" y="112937"/>
                </a:cubicBezTo>
                <a:cubicBezTo>
                  <a:pt x="127966" y="114990"/>
                  <a:pt x="122482" y="116016"/>
                  <a:pt x="116247" y="116016"/>
                </a:cubicBezTo>
                <a:cubicBezTo>
                  <a:pt x="110175" y="116016"/>
                  <a:pt x="104883" y="115113"/>
                  <a:pt x="100370" y="113306"/>
                </a:cubicBezTo>
                <a:cubicBezTo>
                  <a:pt x="95858" y="111499"/>
                  <a:pt x="92097" y="108871"/>
                  <a:pt x="89089" y="105422"/>
                </a:cubicBezTo>
                <a:cubicBezTo>
                  <a:pt x="86080" y="101972"/>
                  <a:pt x="83838" y="97783"/>
                  <a:pt x="82361" y="92855"/>
                </a:cubicBezTo>
                <a:cubicBezTo>
                  <a:pt x="80884" y="87927"/>
                  <a:pt x="80145" y="82342"/>
                  <a:pt x="80145" y="76100"/>
                </a:cubicBezTo>
                <a:cubicBezTo>
                  <a:pt x="80145" y="70078"/>
                  <a:pt x="80925" y="64534"/>
                  <a:pt x="82484" y="59470"/>
                </a:cubicBezTo>
                <a:cubicBezTo>
                  <a:pt x="84043" y="54405"/>
                  <a:pt x="86395" y="50038"/>
                  <a:pt x="89540" y="46370"/>
                </a:cubicBezTo>
                <a:cubicBezTo>
                  <a:pt x="92685" y="42700"/>
                  <a:pt x="96610" y="39852"/>
                  <a:pt x="101314" y="37827"/>
                </a:cubicBezTo>
                <a:cubicBezTo>
                  <a:pt x="106018" y="35801"/>
                  <a:pt x="111515" y="34788"/>
                  <a:pt x="117806" y="34788"/>
                </a:cubicBezTo>
                <a:cubicBezTo>
                  <a:pt x="123877" y="34788"/>
                  <a:pt x="129169" y="35692"/>
                  <a:pt x="133682" y="37499"/>
                </a:cubicBezTo>
                <a:cubicBezTo>
                  <a:pt x="138195" y="39305"/>
                  <a:pt x="141955" y="41933"/>
                  <a:pt x="144964" y="45383"/>
                </a:cubicBezTo>
                <a:cubicBezTo>
                  <a:pt x="147972" y="48832"/>
                  <a:pt x="150228" y="53021"/>
                  <a:pt x="151733" y="57949"/>
                </a:cubicBezTo>
                <a:cubicBezTo>
                  <a:pt x="153237" y="62877"/>
                  <a:pt x="153989" y="68435"/>
                  <a:pt x="153989" y="74623"/>
                </a:cubicBezTo>
                <a:moveTo>
                  <a:pt x="139712" y="75525"/>
                </a:moveTo>
                <a:cubicBezTo>
                  <a:pt x="139712" y="71527"/>
                  <a:pt x="139343" y="67748"/>
                  <a:pt x="138605" y="64187"/>
                </a:cubicBezTo>
                <a:cubicBezTo>
                  <a:pt x="137866" y="60627"/>
                  <a:pt x="136649" y="57505"/>
                  <a:pt x="134954" y="54821"/>
                </a:cubicBezTo>
                <a:cubicBezTo>
                  <a:pt x="133258" y="52137"/>
                  <a:pt x="130961" y="50015"/>
                  <a:pt x="128062" y="48455"/>
                </a:cubicBezTo>
                <a:cubicBezTo>
                  <a:pt x="125163" y="46892"/>
                  <a:pt x="121552" y="46111"/>
                  <a:pt x="117231" y="46111"/>
                </a:cubicBezTo>
                <a:cubicBezTo>
                  <a:pt x="113238" y="46111"/>
                  <a:pt x="109806" y="46823"/>
                  <a:pt x="106934" y="48247"/>
                </a:cubicBezTo>
                <a:cubicBezTo>
                  <a:pt x="104063" y="49671"/>
                  <a:pt x="101697" y="51684"/>
                  <a:pt x="99837" y="54288"/>
                </a:cubicBezTo>
                <a:cubicBezTo>
                  <a:pt x="97977" y="56889"/>
                  <a:pt x="96596" y="59970"/>
                  <a:pt x="95694" y="63531"/>
                </a:cubicBezTo>
                <a:cubicBezTo>
                  <a:pt x="94791" y="67090"/>
                  <a:pt x="94340" y="70979"/>
                  <a:pt x="94340" y="75197"/>
                </a:cubicBezTo>
                <a:cubicBezTo>
                  <a:pt x="94340" y="79250"/>
                  <a:pt x="94709" y="83057"/>
                  <a:pt x="95447" y="86617"/>
                </a:cubicBezTo>
                <a:cubicBezTo>
                  <a:pt x="96186" y="90178"/>
                  <a:pt x="97417" y="93286"/>
                  <a:pt x="99140" y="95943"/>
                </a:cubicBezTo>
                <a:cubicBezTo>
                  <a:pt x="100863" y="98599"/>
                  <a:pt x="103174" y="100708"/>
                  <a:pt x="106073" y="102271"/>
                </a:cubicBezTo>
                <a:cubicBezTo>
                  <a:pt x="108972" y="103831"/>
                  <a:pt x="112582" y="104611"/>
                  <a:pt x="116903" y="104611"/>
                </a:cubicBezTo>
                <a:cubicBezTo>
                  <a:pt x="120841" y="104611"/>
                  <a:pt x="124260" y="103900"/>
                  <a:pt x="127159" y="102476"/>
                </a:cubicBezTo>
                <a:cubicBezTo>
                  <a:pt x="130058" y="101052"/>
                  <a:pt x="132438" y="99053"/>
                  <a:pt x="134297" y="96478"/>
                </a:cubicBezTo>
                <a:cubicBezTo>
                  <a:pt x="136157" y="93902"/>
                  <a:pt x="137525" y="90835"/>
                  <a:pt x="138400" y="87276"/>
                </a:cubicBezTo>
                <a:cubicBezTo>
                  <a:pt x="139275" y="83716"/>
                  <a:pt x="139712" y="79799"/>
                  <a:pt x="139712" y="75525"/>
                </a:cubicBezTo>
                <a:close/>
                <a:moveTo>
                  <a:pt x="187910" y="112321"/>
                </a:moveTo>
                <a:cubicBezTo>
                  <a:pt x="187910" y="112759"/>
                  <a:pt x="187801" y="113129"/>
                  <a:pt x="187582" y="113432"/>
                </a:cubicBezTo>
                <a:cubicBezTo>
                  <a:pt x="187363" y="113732"/>
                  <a:pt x="187008" y="113992"/>
                  <a:pt x="186515" y="114211"/>
                </a:cubicBezTo>
                <a:cubicBezTo>
                  <a:pt x="186023" y="114430"/>
                  <a:pt x="185339" y="114594"/>
                  <a:pt x="184464" y="114703"/>
                </a:cubicBezTo>
                <a:cubicBezTo>
                  <a:pt x="183589" y="114813"/>
                  <a:pt x="182468" y="114867"/>
                  <a:pt x="181100" y="114867"/>
                </a:cubicBezTo>
                <a:cubicBezTo>
                  <a:pt x="179787" y="114867"/>
                  <a:pt x="178693" y="114813"/>
                  <a:pt x="177818" y="114703"/>
                </a:cubicBezTo>
                <a:cubicBezTo>
                  <a:pt x="176943" y="114594"/>
                  <a:pt x="176246" y="114430"/>
                  <a:pt x="175726" y="114211"/>
                </a:cubicBezTo>
                <a:cubicBezTo>
                  <a:pt x="175206" y="113992"/>
                  <a:pt x="174851" y="113732"/>
                  <a:pt x="174659" y="113432"/>
                </a:cubicBezTo>
                <a:cubicBezTo>
                  <a:pt x="174468" y="113129"/>
                  <a:pt x="174372" y="112759"/>
                  <a:pt x="174372" y="112321"/>
                </a:cubicBezTo>
                <a:lnTo>
                  <a:pt x="174372" y="2628"/>
                </a:lnTo>
                <a:cubicBezTo>
                  <a:pt x="174372" y="2191"/>
                  <a:pt x="174468" y="1808"/>
                  <a:pt x="174659" y="1479"/>
                </a:cubicBezTo>
                <a:cubicBezTo>
                  <a:pt x="174851" y="1150"/>
                  <a:pt x="175206" y="875"/>
                  <a:pt x="175726" y="656"/>
                </a:cubicBezTo>
                <a:cubicBezTo>
                  <a:pt x="176246" y="438"/>
                  <a:pt x="176943" y="273"/>
                  <a:pt x="177818" y="164"/>
                </a:cubicBezTo>
                <a:cubicBezTo>
                  <a:pt x="178693" y="55"/>
                  <a:pt x="179787" y="0"/>
                  <a:pt x="181100" y="0"/>
                </a:cubicBezTo>
                <a:cubicBezTo>
                  <a:pt x="182468" y="0"/>
                  <a:pt x="183589" y="55"/>
                  <a:pt x="184464" y="164"/>
                </a:cubicBezTo>
                <a:cubicBezTo>
                  <a:pt x="185339" y="273"/>
                  <a:pt x="186023" y="438"/>
                  <a:pt x="186515" y="656"/>
                </a:cubicBezTo>
                <a:cubicBezTo>
                  <a:pt x="187008" y="875"/>
                  <a:pt x="187363" y="1150"/>
                  <a:pt x="187582" y="1479"/>
                </a:cubicBezTo>
                <a:cubicBezTo>
                  <a:pt x="187801" y="1808"/>
                  <a:pt x="187910" y="2191"/>
                  <a:pt x="187910" y="2628"/>
                </a:cubicBezTo>
                <a:lnTo>
                  <a:pt x="187910" y="112321"/>
                </a:lnTo>
                <a:close/>
                <a:moveTo>
                  <a:pt x="226558" y="112324"/>
                </a:moveTo>
                <a:cubicBezTo>
                  <a:pt x="226558" y="112762"/>
                  <a:pt x="226448" y="113131"/>
                  <a:pt x="226230" y="113432"/>
                </a:cubicBezTo>
                <a:cubicBezTo>
                  <a:pt x="226011" y="113732"/>
                  <a:pt x="225655" y="113992"/>
                  <a:pt x="225163" y="114211"/>
                </a:cubicBezTo>
                <a:cubicBezTo>
                  <a:pt x="224671" y="114430"/>
                  <a:pt x="223987" y="114594"/>
                  <a:pt x="223112" y="114703"/>
                </a:cubicBezTo>
                <a:cubicBezTo>
                  <a:pt x="222237" y="114813"/>
                  <a:pt x="221115" y="114867"/>
                  <a:pt x="219748" y="114867"/>
                </a:cubicBezTo>
                <a:cubicBezTo>
                  <a:pt x="218435" y="114867"/>
                  <a:pt x="217341" y="114813"/>
                  <a:pt x="216466" y="114703"/>
                </a:cubicBezTo>
                <a:cubicBezTo>
                  <a:pt x="215591" y="114594"/>
                  <a:pt x="214893" y="114430"/>
                  <a:pt x="214374" y="114211"/>
                </a:cubicBezTo>
                <a:cubicBezTo>
                  <a:pt x="213854" y="113992"/>
                  <a:pt x="213499" y="113732"/>
                  <a:pt x="213307" y="113432"/>
                </a:cubicBezTo>
                <a:cubicBezTo>
                  <a:pt x="213116" y="113131"/>
                  <a:pt x="213020" y="112762"/>
                  <a:pt x="213020" y="112324"/>
                </a:cubicBezTo>
                <a:lnTo>
                  <a:pt x="213020" y="38481"/>
                </a:lnTo>
                <a:cubicBezTo>
                  <a:pt x="213020" y="38098"/>
                  <a:pt x="213116" y="37742"/>
                  <a:pt x="213307" y="37414"/>
                </a:cubicBezTo>
                <a:cubicBezTo>
                  <a:pt x="213499" y="37086"/>
                  <a:pt x="213854" y="36812"/>
                  <a:pt x="214374" y="36593"/>
                </a:cubicBezTo>
                <a:cubicBezTo>
                  <a:pt x="214893" y="36375"/>
                  <a:pt x="215591" y="36211"/>
                  <a:pt x="216466" y="36101"/>
                </a:cubicBezTo>
                <a:cubicBezTo>
                  <a:pt x="217341" y="35992"/>
                  <a:pt x="218435" y="35937"/>
                  <a:pt x="219748" y="35937"/>
                </a:cubicBezTo>
                <a:cubicBezTo>
                  <a:pt x="221115" y="35937"/>
                  <a:pt x="222237" y="35992"/>
                  <a:pt x="223112" y="36101"/>
                </a:cubicBezTo>
                <a:cubicBezTo>
                  <a:pt x="223987" y="36211"/>
                  <a:pt x="224671" y="36375"/>
                  <a:pt x="225163" y="36593"/>
                </a:cubicBezTo>
                <a:cubicBezTo>
                  <a:pt x="225655" y="36812"/>
                  <a:pt x="226011" y="37086"/>
                  <a:pt x="226230" y="37414"/>
                </a:cubicBezTo>
                <a:cubicBezTo>
                  <a:pt x="226448" y="37742"/>
                  <a:pt x="226558" y="38098"/>
                  <a:pt x="226558" y="38481"/>
                </a:cubicBezTo>
                <a:lnTo>
                  <a:pt x="226558" y="112324"/>
                </a:lnTo>
                <a:moveTo>
                  <a:pt x="228117" y="13456"/>
                </a:moveTo>
                <a:cubicBezTo>
                  <a:pt x="228117" y="16628"/>
                  <a:pt x="227515" y="18789"/>
                  <a:pt x="226312" y="19938"/>
                </a:cubicBezTo>
                <a:cubicBezTo>
                  <a:pt x="225108" y="21086"/>
                  <a:pt x="222893" y="21661"/>
                  <a:pt x="219666" y="21661"/>
                </a:cubicBezTo>
                <a:cubicBezTo>
                  <a:pt x="216493" y="21661"/>
                  <a:pt x="214319" y="21100"/>
                  <a:pt x="213143" y="19979"/>
                </a:cubicBezTo>
                <a:cubicBezTo>
                  <a:pt x="211967" y="18857"/>
                  <a:pt x="211379" y="16738"/>
                  <a:pt x="211379" y="13620"/>
                </a:cubicBezTo>
                <a:cubicBezTo>
                  <a:pt x="211379" y="10447"/>
                  <a:pt x="211981" y="8287"/>
                  <a:pt x="213184" y="7138"/>
                </a:cubicBezTo>
                <a:cubicBezTo>
                  <a:pt x="214387" y="5990"/>
                  <a:pt x="216603" y="5415"/>
                  <a:pt x="219830" y="5415"/>
                </a:cubicBezTo>
                <a:cubicBezTo>
                  <a:pt x="223002" y="5415"/>
                  <a:pt x="225177" y="5976"/>
                  <a:pt x="226353" y="7097"/>
                </a:cubicBezTo>
                <a:cubicBezTo>
                  <a:pt x="227529" y="8218"/>
                  <a:pt x="228117" y="10338"/>
                  <a:pt x="228117" y="13456"/>
                </a:cubicBezTo>
                <a:close/>
                <a:moveTo>
                  <a:pt x="304752" y="101165"/>
                </a:moveTo>
                <a:cubicBezTo>
                  <a:pt x="304752" y="102095"/>
                  <a:pt x="304725" y="102902"/>
                  <a:pt x="304670" y="103586"/>
                </a:cubicBezTo>
                <a:cubicBezTo>
                  <a:pt x="304616" y="104270"/>
                  <a:pt x="304520" y="104844"/>
                  <a:pt x="304383" y="105309"/>
                </a:cubicBezTo>
                <a:cubicBezTo>
                  <a:pt x="304247" y="105774"/>
                  <a:pt x="304082" y="106184"/>
                  <a:pt x="303891" y="106540"/>
                </a:cubicBezTo>
                <a:cubicBezTo>
                  <a:pt x="303700" y="106895"/>
                  <a:pt x="303262" y="107415"/>
                  <a:pt x="302578" y="108098"/>
                </a:cubicBezTo>
                <a:cubicBezTo>
                  <a:pt x="301894" y="108782"/>
                  <a:pt x="300732" y="109630"/>
                  <a:pt x="299091" y="110642"/>
                </a:cubicBezTo>
                <a:cubicBezTo>
                  <a:pt x="297450" y="111654"/>
                  <a:pt x="295604" y="112556"/>
                  <a:pt x="293553" y="113350"/>
                </a:cubicBezTo>
                <a:cubicBezTo>
                  <a:pt x="291502" y="114143"/>
                  <a:pt x="289273" y="114785"/>
                  <a:pt x="286866" y="115278"/>
                </a:cubicBezTo>
                <a:cubicBezTo>
                  <a:pt x="284459" y="115770"/>
                  <a:pt x="281970" y="116016"/>
                  <a:pt x="279400" y="116016"/>
                </a:cubicBezTo>
                <a:cubicBezTo>
                  <a:pt x="274094" y="116016"/>
                  <a:pt x="269390" y="115139"/>
                  <a:pt x="265287" y="113385"/>
                </a:cubicBezTo>
                <a:cubicBezTo>
                  <a:pt x="261185" y="111632"/>
                  <a:pt x="257753" y="109069"/>
                  <a:pt x="254990" y="105699"/>
                </a:cubicBezTo>
                <a:cubicBezTo>
                  <a:pt x="252228" y="102328"/>
                  <a:pt x="250122" y="98189"/>
                  <a:pt x="248673" y="93284"/>
                </a:cubicBezTo>
                <a:cubicBezTo>
                  <a:pt x="247223" y="88378"/>
                  <a:pt x="246498" y="82719"/>
                  <a:pt x="246498" y="76307"/>
                </a:cubicBezTo>
                <a:cubicBezTo>
                  <a:pt x="246498" y="69017"/>
                  <a:pt x="247387" y="62755"/>
                  <a:pt x="249165" y="57521"/>
                </a:cubicBezTo>
                <a:cubicBezTo>
                  <a:pt x="250943" y="52287"/>
                  <a:pt x="253377" y="47998"/>
                  <a:pt x="256467" y="44655"/>
                </a:cubicBezTo>
                <a:cubicBezTo>
                  <a:pt x="259558" y="41311"/>
                  <a:pt x="263195" y="38831"/>
                  <a:pt x="267380" y="37214"/>
                </a:cubicBezTo>
                <a:cubicBezTo>
                  <a:pt x="271564" y="35597"/>
                  <a:pt x="276090" y="34788"/>
                  <a:pt x="280959" y="34788"/>
                </a:cubicBezTo>
                <a:cubicBezTo>
                  <a:pt x="283311" y="34788"/>
                  <a:pt x="285594" y="35007"/>
                  <a:pt x="287810" y="35445"/>
                </a:cubicBezTo>
                <a:cubicBezTo>
                  <a:pt x="290025" y="35882"/>
                  <a:pt x="292062" y="36457"/>
                  <a:pt x="293922" y="37168"/>
                </a:cubicBezTo>
                <a:cubicBezTo>
                  <a:pt x="295782" y="37879"/>
                  <a:pt x="297437" y="38699"/>
                  <a:pt x="298886" y="39629"/>
                </a:cubicBezTo>
                <a:cubicBezTo>
                  <a:pt x="300336" y="40559"/>
                  <a:pt x="301389" y="41352"/>
                  <a:pt x="302045" y="42009"/>
                </a:cubicBezTo>
                <a:cubicBezTo>
                  <a:pt x="302701" y="42665"/>
                  <a:pt x="303153" y="43185"/>
                  <a:pt x="303399" y="43568"/>
                </a:cubicBezTo>
                <a:cubicBezTo>
                  <a:pt x="303645" y="43950"/>
                  <a:pt x="303850" y="44402"/>
                  <a:pt x="304014" y="44921"/>
                </a:cubicBezTo>
                <a:cubicBezTo>
                  <a:pt x="304178" y="45441"/>
                  <a:pt x="304288" y="46029"/>
                  <a:pt x="304342" y="46685"/>
                </a:cubicBezTo>
                <a:cubicBezTo>
                  <a:pt x="304397" y="47342"/>
                  <a:pt x="304424" y="48162"/>
                  <a:pt x="304424" y="49147"/>
                </a:cubicBezTo>
                <a:cubicBezTo>
                  <a:pt x="304424" y="51280"/>
                  <a:pt x="304178" y="52771"/>
                  <a:pt x="303686" y="53618"/>
                </a:cubicBezTo>
                <a:cubicBezTo>
                  <a:pt x="303194" y="54466"/>
                  <a:pt x="302592" y="54890"/>
                  <a:pt x="301881" y="54890"/>
                </a:cubicBezTo>
                <a:cubicBezTo>
                  <a:pt x="301060" y="54890"/>
                  <a:pt x="300117" y="54439"/>
                  <a:pt x="299050" y="53536"/>
                </a:cubicBezTo>
                <a:cubicBezTo>
                  <a:pt x="297984" y="52634"/>
                  <a:pt x="296630" y="51636"/>
                  <a:pt x="294989" y="50542"/>
                </a:cubicBezTo>
                <a:cubicBezTo>
                  <a:pt x="293348" y="49448"/>
                  <a:pt x="291365" y="48449"/>
                  <a:pt x="289040" y="47547"/>
                </a:cubicBezTo>
                <a:cubicBezTo>
                  <a:pt x="286716" y="46644"/>
                  <a:pt x="283967" y="46193"/>
                  <a:pt x="280794" y="46193"/>
                </a:cubicBezTo>
                <a:cubicBezTo>
                  <a:pt x="274285" y="46193"/>
                  <a:pt x="269294" y="48703"/>
                  <a:pt x="265821" y="53724"/>
                </a:cubicBezTo>
                <a:cubicBezTo>
                  <a:pt x="262347" y="58742"/>
                  <a:pt x="260611" y="66023"/>
                  <a:pt x="260611" y="75566"/>
                </a:cubicBezTo>
                <a:cubicBezTo>
                  <a:pt x="260611" y="80339"/>
                  <a:pt x="261062" y="84522"/>
                  <a:pt x="261964" y="88115"/>
                </a:cubicBezTo>
                <a:cubicBezTo>
                  <a:pt x="262867" y="91708"/>
                  <a:pt x="264193" y="94711"/>
                  <a:pt x="265944" y="97125"/>
                </a:cubicBezTo>
                <a:cubicBezTo>
                  <a:pt x="267694" y="99538"/>
                  <a:pt x="269841" y="101335"/>
                  <a:pt x="272384" y="102514"/>
                </a:cubicBezTo>
                <a:cubicBezTo>
                  <a:pt x="274928" y="103694"/>
                  <a:pt x="277841" y="104283"/>
                  <a:pt x="281123" y="104283"/>
                </a:cubicBezTo>
                <a:cubicBezTo>
                  <a:pt x="284240" y="104283"/>
                  <a:pt x="286975" y="103791"/>
                  <a:pt x="289327" y="102806"/>
                </a:cubicBezTo>
                <a:cubicBezTo>
                  <a:pt x="291679" y="101822"/>
                  <a:pt x="293717" y="100742"/>
                  <a:pt x="295440" y="99565"/>
                </a:cubicBezTo>
                <a:cubicBezTo>
                  <a:pt x="297163" y="98389"/>
                  <a:pt x="298613" y="97323"/>
                  <a:pt x="299789" y="96366"/>
                </a:cubicBezTo>
                <a:cubicBezTo>
                  <a:pt x="300965" y="95408"/>
                  <a:pt x="301881" y="94930"/>
                  <a:pt x="302537" y="94930"/>
                </a:cubicBezTo>
                <a:cubicBezTo>
                  <a:pt x="302920" y="94930"/>
                  <a:pt x="303248" y="95039"/>
                  <a:pt x="303522" y="95258"/>
                </a:cubicBezTo>
                <a:cubicBezTo>
                  <a:pt x="303795" y="95477"/>
                  <a:pt x="304028" y="95846"/>
                  <a:pt x="304219" y="96366"/>
                </a:cubicBezTo>
                <a:cubicBezTo>
                  <a:pt x="304411" y="96885"/>
                  <a:pt x="304547" y="97542"/>
                  <a:pt x="304629" y="98335"/>
                </a:cubicBezTo>
                <a:cubicBezTo>
                  <a:pt x="304711" y="99128"/>
                  <a:pt x="304752" y="100071"/>
                  <a:pt x="304752" y="101165"/>
                </a:cubicBezTo>
                <a:close/>
                <a:moveTo>
                  <a:pt x="385255" y="72202"/>
                </a:moveTo>
                <a:cubicBezTo>
                  <a:pt x="385255" y="74336"/>
                  <a:pt x="384721" y="75854"/>
                  <a:pt x="383655" y="76756"/>
                </a:cubicBezTo>
                <a:cubicBezTo>
                  <a:pt x="382588" y="77659"/>
                  <a:pt x="381371" y="78110"/>
                  <a:pt x="380003" y="78110"/>
                </a:cubicBezTo>
                <a:lnTo>
                  <a:pt x="331595" y="78110"/>
                </a:lnTo>
                <a:cubicBezTo>
                  <a:pt x="331595" y="82224"/>
                  <a:pt x="332005" y="85928"/>
                  <a:pt x="332826" y="89220"/>
                </a:cubicBezTo>
                <a:cubicBezTo>
                  <a:pt x="333646" y="92512"/>
                  <a:pt x="335014" y="95337"/>
                  <a:pt x="336928" y="97696"/>
                </a:cubicBezTo>
                <a:cubicBezTo>
                  <a:pt x="338843" y="100055"/>
                  <a:pt x="341331" y="101866"/>
                  <a:pt x="344395" y="103129"/>
                </a:cubicBezTo>
                <a:cubicBezTo>
                  <a:pt x="347458" y="104391"/>
                  <a:pt x="351205" y="105022"/>
                  <a:pt x="355635" y="105022"/>
                </a:cubicBezTo>
                <a:cubicBezTo>
                  <a:pt x="359136" y="105022"/>
                  <a:pt x="362254" y="104735"/>
                  <a:pt x="364989" y="104160"/>
                </a:cubicBezTo>
                <a:cubicBezTo>
                  <a:pt x="367724" y="103586"/>
                  <a:pt x="370089" y="102943"/>
                  <a:pt x="372086" y="102232"/>
                </a:cubicBezTo>
                <a:cubicBezTo>
                  <a:pt x="374082" y="101521"/>
                  <a:pt x="375723" y="100878"/>
                  <a:pt x="377009" y="100304"/>
                </a:cubicBezTo>
                <a:cubicBezTo>
                  <a:pt x="378294" y="99730"/>
                  <a:pt x="379265" y="99442"/>
                  <a:pt x="379921" y="99442"/>
                </a:cubicBezTo>
                <a:cubicBezTo>
                  <a:pt x="380304" y="99442"/>
                  <a:pt x="380646" y="99538"/>
                  <a:pt x="380947" y="99730"/>
                </a:cubicBezTo>
                <a:cubicBezTo>
                  <a:pt x="381248" y="99921"/>
                  <a:pt x="381480" y="100208"/>
                  <a:pt x="381644" y="100591"/>
                </a:cubicBezTo>
                <a:cubicBezTo>
                  <a:pt x="381809" y="100974"/>
                  <a:pt x="381932" y="101507"/>
                  <a:pt x="382014" y="102191"/>
                </a:cubicBezTo>
                <a:cubicBezTo>
                  <a:pt x="382096" y="102875"/>
                  <a:pt x="382137" y="103709"/>
                  <a:pt x="382137" y="104693"/>
                </a:cubicBezTo>
                <a:cubicBezTo>
                  <a:pt x="382137" y="105405"/>
                  <a:pt x="382109" y="106020"/>
                  <a:pt x="382055" y="106540"/>
                </a:cubicBezTo>
                <a:cubicBezTo>
                  <a:pt x="382000" y="107059"/>
                  <a:pt x="381932" y="107524"/>
                  <a:pt x="381850" y="107934"/>
                </a:cubicBezTo>
                <a:cubicBezTo>
                  <a:pt x="381768" y="108345"/>
                  <a:pt x="381631" y="108714"/>
                  <a:pt x="381439" y="109042"/>
                </a:cubicBezTo>
                <a:cubicBezTo>
                  <a:pt x="381248" y="109370"/>
                  <a:pt x="381002" y="109685"/>
                  <a:pt x="380701" y="109986"/>
                </a:cubicBezTo>
                <a:cubicBezTo>
                  <a:pt x="380400" y="110286"/>
                  <a:pt x="379511" y="110779"/>
                  <a:pt x="378034" y="111462"/>
                </a:cubicBezTo>
                <a:cubicBezTo>
                  <a:pt x="376557" y="112146"/>
                  <a:pt x="374643" y="112816"/>
                  <a:pt x="372291" y="113473"/>
                </a:cubicBezTo>
                <a:cubicBezTo>
                  <a:pt x="369939" y="114129"/>
                  <a:pt x="367218" y="114717"/>
                  <a:pt x="364127" y="115237"/>
                </a:cubicBezTo>
                <a:cubicBezTo>
                  <a:pt x="361037" y="115756"/>
                  <a:pt x="357741" y="116016"/>
                  <a:pt x="354240" y="116016"/>
                </a:cubicBezTo>
                <a:cubicBezTo>
                  <a:pt x="348169" y="116016"/>
                  <a:pt x="342849" y="115167"/>
                  <a:pt x="338282" y="113470"/>
                </a:cubicBezTo>
                <a:cubicBezTo>
                  <a:pt x="333715" y="111773"/>
                  <a:pt x="329872" y="109254"/>
                  <a:pt x="326754" y="105914"/>
                </a:cubicBezTo>
                <a:cubicBezTo>
                  <a:pt x="323636" y="102574"/>
                  <a:pt x="321284" y="98385"/>
                  <a:pt x="319698" y="93348"/>
                </a:cubicBezTo>
                <a:cubicBezTo>
                  <a:pt x="318112" y="88310"/>
                  <a:pt x="317319" y="82452"/>
                  <a:pt x="317319" y="75772"/>
                </a:cubicBezTo>
                <a:cubicBezTo>
                  <a:pt x="317319" y="69420"/>
                  <a:pt x="318139" y="63711"/>
                  <a:pt x="319780" y="58647"/>
                </a:cubicBezTo>
                <a:cubicBezTo>
                  <a:pt x="321421" y="53582"/>
                  <a:pt x="323787" y="49284"/>
                  <a:pt x="326877" y="45752"/>
                </a:cubicBezTo>
                <a:cubicBezTo>
                  <a:pt x="329968" y="42221"/>
                  <a:pt x="333701" y="39510"/>
                  <a:pt x="338077" y="37622"/>
                </a:cubicBezTo>
                <a:cubicBezTo>
                  <a:pt x="342453" y="35733"/>
                  <a:pt x="347348" y="34788"/>
                  <a:pt x="352763" y="34788"/>
                </a:cubicBezTo>
                <a:cubicBezTo>
                  <a:pt x="358562" y="34788"/>
                  <a:pt x="363498" y="35718"/>
                  <a:pt x="367573" y="37578"/>
                </a:cubicBezTo>
                <a:cubicBezTo>
                  <a:pt x="371648" y="39438"/>
                  <a:pt x="374999" y="41940"/>
                  <a:pt x="377624" y="45085"/>
                </a:cubicBezTo>
                <a:cubicBezTo>
                  <a:pt x="380250" y="48231"/>
                  <a:pt x="382178" y="51923"/>
                  <a:pt x="383408" y="56162"/>
                </a:cubicBezTo>
                <a:cubicBezTo>
                  <a:pt x="384639" y="60401"/>
                  <a:pt x="385255" y="64927"/>
                  <a:pt x="385255" y="69741"/>
                </a:cubicBezTo>
                <a:lnTo>
                  <a:pt x="385255" y="72202"/>
                </a:lnTo>
                <a:moveTo>
                  <a:pt x="371635" y="68182"/>
                </a:moveTo>
                <a:cubicBezTo>
                  <a:pt x="371799" y="61071"/>
                  <a:pt x="370226" y="55492"/>
                  <a:pt x="366917" y="51444"/>
                </a:cubicBezTo>
                <a:cubicBezTo>
                  <a:pt x="363608" y="47397"/>
                  <a:pt x="358698" y="45373"/>
                  <a:pt x="352189" y="45373"/>
                </a:cubicBezTo>
                <a:cubicBezTo>
                  <a:pt x="348853" y="45373"/>
                  <a:pt x="345926" y="46002"/>
                  <a:pt x="343410" y="47260"/>
                </a:cubicBezTo>
                <a:cubicBezTo>
                  <a:pt x="340894" y="48518"/>
                  <a:pt x="338788" y="50186"/>
                  <a:pt x="337092" y="52265"/>
                </a:cubicBezTo>
                <a:cubicBezTo>
                  <a:pt x="335397" y="54343"/>
                  <a:pt x="334084" y="56764"/>
                  <a:pt x="333154" y="59526"/>
                </a:cubicBezTo>
                <a:cubicBezTo>
                  <a:pt x="332224" y="62288"/>
                  <a:pt x="331704" y="65174"/>
                  <a:pt x="331595" y="68182"/>
                </a:cubicBezTo>
                <a:lnTo>
                  <a:pt x="371635" y="68182"/>
                </a:lnTo>
                <a:close/>
              </a:path>
            </a:pathLst>
          </a:custGeom>
          <a:solidFill xmlns:a="http://schemas.openxmlformats.org/drawingml/2006/main">
            <a:srgbClr val="54823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3" name="Text Online">
            <a:extLst xmlns:a="http://schemas.openxmlformats.org/drawingml/2006/main">
              <a:ext uri="{FF2B5EF4-FFF2-40B4-BE49-F238E27FC236}">
                <a16:creationId xmlns:a16="http://schemas.microsoft.com/office/drawing/2014/main" id="{64D442DA-139E-4E6F-9A03-ED5710E2E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8247" y="4187560"/>
            <a:ext cx="433254" cy="116016"/>
          </a:xfrm>
          <a:custGeom xmlns:a="http://schemas.openxmlformats.org/drawingml/2006/main">
            <a:pathLst>
              <a:path w="433254" h="116016">
                <a:moveTo>
                  <a:pt x="94930" y="60057"/>
                </a:moveTo>
                <a:cubicBezTo>
                  <a:pt x="94930" y="68658"/>
                  <a:pt x="93918" y="76410"/>
                  <a:pt x="91894" y="83312"/>
                </a:cubicBezTo>
                <a:cubicBezTo>
                  <a:pt x="89870" y="90215"/>
                  <a:pt x="86848" y="96090"/>
                  <a:pt x="82828" y="100937"/>
                </a:cubicBezTo>
                <a:cubicBezTo>
                  <a:pt x="78807" y="105785"/>
                  <a:pt x="73761" y="109510"/>
                  <a:pt x="67690" y="112114"/>
                </a:cubicBezTo>
                <a:cubicBezTo>
                  <a:pt x="61618" y="114715"/>
                  <a:pt x="54535" y="116016"/>
                  <a:pt x="46439" y="116016"/>
                </a:cubicBezTo>
                <a:cubicBezTo>
                  <a:pt x="38453" y="116016"/>
                  <a:pt x="31548" y="114825"/>
                  <a:pt x="25722" y="112442"/>
                </a:cubicBezTo>
                <a:cubicBezTo>
                  <a:pt x="19897" y="110059"/>
                  <a:pt x="15083" y="106594"/>
                  <a:pt x="11282" y="102047"/>
                </a:cubicBezTo>
                <a:cubicBezTo>
                  <a:pt x="7480" y="97501"/>
                  <a:pt x="4649" y="91858"/>
                  <a:pt x="2790" y="85120"/>
                </a:cubicBezTo>
                <a:cubicBezTo>
                  <a:pt x="930" y="78382"/>
                  <a:pt x="0" y="70630"/>
                  <a:pt x="0" y="61864"/>
                </a:cubicBezTo>
                <a:cubicBezTo>
                  <a:pt x="0" y="53483"/>
                  <a:pt x="1012" y="45869"/>
                  <a:pt x="3036" y="39022"/>
                </a:cubicBezTo>
                <a:cubicBezTo>
                  <a:pt x="5060" y="32174"/>
                  <a:pt x="8095" y="26354"/>
                  <a:pt x="12143" y="21561"/>
                </a:cubicBezTo>
                <a:cubicBezTo>
                  <a:pt x="16191" y="16768"/>
                  <a:pt x="21250" y="13070"/>
                  <a:pt x="27322" y="10469"/>
                </a:cubicBezTo>
                <a:cubicBezTo>
                  <a:pt x="33394" y="7866"/>
                  <a:pt x="40477" y="6564"/>
                  <a:pt x="48573" y="6564"/>
                </a:cubicBezTo>
                <a:cubicBezTo>
                  <a:pt x="56394" y="6564"/>
                  <a:pt x="63204" y="7742"/>
                  <a:pt x="69003" y="10097"/>
                </a:cubicBezTo>
                <a:cubicBezTo>
                  <a:pt x="74801" y="12453"/>
                  <a:pt x="79628" y="15890"/>
                  <a:pt x="83484" y="20409"/>
                </a:cubicBezTo>
                <a:cubicBezTo>
                  <a:pt x="87340" y="24929"/>
                  <a:pt x="90212" y="30517"/>
                  <a:pt x="92099" y="37173"/>
                </a:cubicBezTo>
                <a:cubicBezTo>
                  <a:pt x="93986" y="43829"/>
                  <a:pt x="94930" y="51457"/>
                  <a:pt x="94930" y="60057"/>
                </a:cubicBezTo>
                <a:moveTo>
                  <a:pt x="80079" y="61044"/>
                </a:moveTo>
                <a:cubicBezTo>
                  <a:pt x="80079" y="55015"/>
                  <a:pt x="79546" y="49411"/>
                  <a:pt x="78479" y="44232"/>
                </a:cubicBezTo>
                <a:cubicBezTo>
                  <a:pt x="77412" y="39052"/>
                  <a:pt x="75635" y="34559"/>
                  <a:pt x="73146" y="30750"/>
                </a:cubicBezTo>
                <a:cubicBezTo>
                  <a:pt x="70657" y="26942"/>
                  <a:pt x="67334" y="23969"/>
                  <a:pt x="63177" y="21833"/>
                </a:cubicBezTo>
                <a:cubicBezTo>
                  <a:pt x="59020" y="19694"/>
                  <a:pt x="53878" y="18625"/>
                  <a:pt x="47752" y="18625"/>
                </a:cubicBezTo>
                <a:cubicBezTo>
                  <a:pt x="41626" y="18625"/>
                  <a:pt x="36484" y="19776"/>
                  <a:pt x="32327" y="22079"/>
                </a:cubicBezTo>
                <a:cubicBezTo>
                  <a:pt x="28170" y="24379"/>
                  <a:pt x="24792" y="27449"/>
                  <a:pt x="22194" y="31286"/>
                </a:cubicBezTo>
                <a:cubicBezTo>
                  <a:pt x="19596" y="35122"/>
                  <a:pt x="17736" y="39602"/>
                  <a:pt x="16615" y="44727"/>
                </a:cubicBezTo>
                <a:cubicBezTo>
                  <a:pt x="15493" y="49849"/>
                  <a:pt x="14933" y="55234"/>
                  <a:pt x="14933" y="60880"/>
                </a:cubicBezTo>
                <a:cubicBezTo>
                  <a:pt x="14933" y="67127"/>
                  <a:pt x="15452" y="72882"/>
                  <a:pt x="16492" y="78143"/>
                </a:cubicBezTo>
                <a:cubicBezTo>
                  <a:pt x="17531" y="83405"/>
                  <a:pt x="19281" y="87939"/>
                  <a:pt x="21743" y="91748"/>
                </a:cubicBezTo>
                <a:cubicBezTo>
                  <a:pt x="24204" y="95556"/>
                  <a:pt x="27500" y="98516"/>
                  <a:pt x="31630" y="100627"/>
                </a:cubicBezTo>
                <a:cubicBezTo>
                  <a:pt x="35759" y="102736"/>
                  <a:pt x="40942" y="103791"/>
                  <a:pt x="47178" y="103791"/>
                </a:cubicBezTo>
                <a:cubicBezTo>
                  <a:pt x="53359" y="103791"/>
                  <a:pt x="58555" y="102641"/>
                  <a:pt x="62767" y="100340"/>
                </a:cubicBezTo>
                <a:cubicBezTo>
                  <a:pt x="66979" y="98037"/>
                  <a:pt x="70370" y="94927"/>
                  <a:pt x="72941" y="91009"/>
                </a:cubicBezTo>
                <a:cubicBezTo>
                  <a:pt x="75512" y="87090"/>
                  <a:pt x="77344" y="82554"/>
                  <a:pt x="78438" y="77402"/>
                </a:cubicBezTo>
                <a:cubicBezTo>
                  <a:pt x="79532" y="72250"/>
                  <a:pt x="80079" y="66797"/>
                  <a:pt x="80079" y="61044"/>
                </a:cubicBezTo>
                <a:close/>
                <a:moveTo>
                  <a:pt x="179256" y="112324"/>
                </a:moveTo>
                <a:cubicBezTo>
                  <a:pt x="179256" y="112762"/>
                  <a:pt x="179147" y="113131"/>
                  <a:pt x="178928" y="113432"/>
                </a:cubicBezTo>
                <a:cubicBezTo>
                  <a:pt x="178709" y="113732"/>
                  <a:pt x="178354" y="113992"/>
                  <a:pt x="177861" y="114211"/>
                </a:cubicBezTo>
                <a:cubicBezTo>
                  <a:pt x="177369" y="114430"/>
                  <a:pt x="176685" y="114594"/>
                  <a:pt x="175810" y="114703"/>
                </a:cubicBezTo>
                <a:cubicBezTo>
                  <a:pt x="174935" y="114813"/>
                  <a:pt x="173841" y="114867"/>
                  <a:pt x="172528" y="114867"/>
                </a:cubicBezTo>
                <a:cubicBezTo>
                  <a:pt x="171161" y="114867"/>
                  <a:pt x="170039" y="114813"/>
                  <a:pt x="169164" y="114703"/>
                </a:cubicBezTo>
                <a:cubicBezTo>
                  <a:pt x="168289" y="114594"/>
                  <a:pt x="167605" y="114430"/>
                  <a:pt x="167113" y="114211"/>
                </a:cubicBezTo>
                <a:cubicBezTo>
                  <a:pt x="166621" y="113992"/>
                  <a:pt x="166265" y="113732"/>
                  <a:pt x="166046" y="113432"/>
                </a:cubicBezTo>
                <a:cubicBezTo>
                  <a:pt x="165828" y="113131"/>
                  <a:pt x="165718" y="112762"/>
                  <a:pt x="165718" y="112324"/>
                </a:cubicBezTo>
                <a:lnTo>
                  <a:pt x="165718" y="69085"/>
                </a:lnTo>
                <a:cubicBezTo>
                  <a:pt x="165718" y="64873"/>
                  <a:pt x="165390" y="61481"/>
                  <a:pt x="164734" y="58911"/>
                </a:cubicBezTo>
                <a:cubicBezTo>
                  <a:pt x="164077" y="56340"/>
                  <a:pt x="163120" y="54124"/>
                  <a:pt x="161862" y="52265"/>
                </a:cubicBezTo>
                <a:cubicBezTo>
                  <a:pt x="160604" y="50405"/>
                  <a:pt x="158977" y="48983"/>
                  <a:pt x="156980" y="47998"/>
                </a:cubicBezTo>
                <a:cubicBezTo>
                  <a:pt x="154984" y="47014"/>
                  <a:pt x="152673" y="46521"/>
                  <a:pt x="150047" y="46521"/>
                </a:cubicBezTo>
                <a:cubicBezTo>
                  <a:pt x="146656" y="46521"/>
                  <a:pt x="143264" y="47725"/>
                  <a:pt x="139873" y="50131"/>
                </a:cubicBezTo>
                <a:cubicBezTo>
                  <a:pt x="136482" y="52538"/>
                  <a:pt x="132926" y="56066"/>
                  <a:pt x="129207" y="60716"/>
                </a:cubicBezTo>
                <a:lnTo>
                  <a:pt x="129207" y="112324"/>
                </a:lnTo>
                <a:cubicBezTo>
                  <a:pt x="129207" y="112762"/>
                  <a:pt x="129097" y="113131"/>
                  <a:pt x="128879" y="113432"/>
                </a:cubicBezTo>
                <a:cubicBezTo>
                  <a:pt x="128660" y="113732"/>
                  <a:pt x="128304" y="113992"/>
                  <a:pt x="127812" y="114211"/>
                </a:cubicBezTo>
                <a:cubicBezTo>
                  <a:pt x="127320" y="114430"/>
                  <a:pt x="126636" y="114594"/>
                  <a:pt x="125761" y="114703"/>
                </a:cubicBezTo>
                <a:cubicBezTo>
                  <a:pt x="124886" y="114813"/>
                  <a:pt x="123764" y="114867"/>
                  <a:pt x="122397" y="114867"/>
                </a:cubicBezTo>
                <a:cubicBezTo>
                  <a:pt x="121084" y="114867"/>
                  <a:pt x="119990" y="114813"/>
                  <a:pt x="119115" y="114703"/>
                </a:cubicBezTo>
                <a:cubicBezTo>
                  <a:pt x="118240" y="114594"/>
                  <a:pt x="117542" y="114430"/>
                  <a:pt x="117023" y="114211"/>
                </a:cubicBezTo>
                <a:cubicBezTo>
                  <a:pt x="116503" y="113992"/>
                  <a:pt x="116147" y="113732"/>
                  <a:pt x="115956" y="113432"/>
                </a:cubicBezTo>
                <a:cubicBezTo>
                  <a:pt x="115765" y="113131"/>
                  <a:pt x="115669" y="112762"/>
                  <a:pt x="115669" y="112324"/>
                </a:cubicBezTo>
                <a:lnTo>
                  <a:pt x="115669" y="38481"/>
                </a:lnTo>
                <a:cubicBezTo>
                  <a:pt x="115669" y="38043"/>
                  <a:pt x="115751" y="37674"/>
                  <a:pt x="115915" y="37373"/>
                </a:cubicBezTo>
                <a:cubicBezTo>
                  <a:pt x="116079" y="37072"/>
                  <a:pt x="116407" y="36799"/>
                  <a:pt x="116900" y="36552"/>
                </a:cubicBezTo>
                <a:cubicBezTo>
                  <a:pt x="117392" y="36306"/>
                  <a:pt x="118021" y="36142"/>
                  <a:pt x="118787" y="36060"/>
                </a:cubicBezTo>
                <a:cubicBezTo>
                  <a:pt x="119552" y="35978"/>
                  <a:pt x="120564" y="35937"/>
                  <a:pt x="121822" y="35937"/>
                </a:cubicBezTo>
                <a:cubicBezTo>
                  <a:pt x="123026" y="35937"/>
                  <a:pt x="124024" y="35978"/>
                  <a:pt x="124817" y="36060"/>
                </a:cubicBezTo>
                <a:cubicBezTo>
                  <a:pt x="125610" y="36142"/>
                  <a:pt x="126226" y="36306"/>
                  <a:pt x="126663" y="36552"/>
                </a:cubicBezTo>
                <a:cubicBezTo>
                  <a:pt x="127101" y="36799"/>
                  <a:pt x="127415" y="37072"/>
                  <a:pt x="127607" y="37373"/>
                </a:cubicBezTo>
                <a:cubicBezTo>
                  <a:pt x="127798" y="37674"/>
                  <a:pt x="127894" y="38043"/>
                  <a:pt x="127894" y="38481"/>
                </a:cubicBezTo>
                <a:lnTo>
                  <a:pt x="127894" y="48244"/>
                </a:lnTo>
                <a:cubicBezTo>
                  <a:pt x="132051" y="43595"/>
                  <a:pt x="136195" y="40190"/>
                  <a:pt x="140324" y="38029"/>
                </a:cubicBezTo>
                <a:cubicBezTo>
                  <a:pt x="144454" y="35869"/>
                  <a:pt x="148625" y="34788"/>
                  <a:pt x="152837" y="34788"/>
                </a:cubicBezTo>
                <a:cubicBezTo>
                  <a:pt x="157760" y="34788"/>
                  <a:pt x="161903" y="35623"/>
                  <a:pt x="165267" y="37291"/>
                </a:cubicBezTo>
                <a:cubicBezTo>
                  <a:pt x="168631" y="38959"/>
                  <a:pt x="171352" y="41188"/>
                  <a:pt x="173431" y="43978"/>
                </a:cubicBezTo>
                <a:cubicBezTo>
                  <a:pt x="175509" y="46767"/>
                  <a:pt x="177000" y="50036"/>
                  <a:pt x="177902" y="53783"/>
                </a:cubicBezTo>
                <a:cubicBezTo>
                  <a:pt x="178805" y="57529"/>
                  <a:pt x="179256" y="62028"/>
                  <a:pt x="179256" y="67280"/>
                </a:cubicBezTo>
                <a:lnTo>
                  <a:pt x="179256" y="112324"/>
                </a:lnTo>
                <a:close/>
                <a:moveTo>
                  <a:pt x="218266" y="112321"/>
                </a:moveTo>
                <a:cubicBezTo>
                  <a:pt x="218266" y="112759"/>
                  <a:pt x="218156" y="113129"/>
                  <a:pt x="217937" y="113432"/>
                </a:cubicBezTo>
                <a:cubicBezTo>
                  <a:pt x="217719" y="113732"/>
                  <a:pt x="217363" y="113992"/>
                  <a:pt x="216871" y="114211"/>
                </a:cubicBezTo>
                <a:cubicBezTo>
                  <a:pt x="216378" y="114430"/>
                  <a:pt x="215695" y="114594"/>
                  <a:pt x="214820" y="114703"/>
                </a:cubicBezTo>
                <a:cubicBezTo>
                  <a:pt x="213944" y="114813"/>
                  <a:pt x="212823" y="114867"/>
                  <a:pt x="211456" y="114867"/>
                </a:cubicBezTo>
                <a:cubicBezTo>
                  <a:pt x="210143" y="114867"/>
                  <a:pt x="209049" y="114813"/>
                  <a:pt x="208174" y="114703"/>
                </a:cubicBezTo>
                <a:cubicBezTo>
                  <a:pt x="207298" y="114594"/>
                  <a:pt x="206601" y="114430"/>
                  <a:pt x="206081" y="114211"/>
                </a:cubicBezTo>
                <a:cubicBezTo>
                  <a:pt x="205562" y="113992"/>
                  <a:pt x="205206" y="113732"/>
                  <a:pt x="205015" y="113432"/>
                </a:cubicBezTo>
                <a:cubicBezTo>
                  <a:pt x="204823" y="113129"/>
                  <a:pt x="204728" y="112759"/>
                  <a:pt x="204728" y="112321"/>
                </a:cubicBezTo>
                <a:lnTo>
                  <a:pt x="204728" y="2628"/>
                </a:lnTo>
                <a:cubicBezTo>
                  <a:pt x="204728" y="2191"/>
                  <a:pt x="204823" y="1808"/>
                  <a:pt x="205015" y="1479"/>
                </a:cubicBezTo>
                <a:cubicBezTo>
                  <a:pt x="205206" y="1150"/>
                  <a:pt x="205562" y="875"/>
                  <a:pt x="206081" y="656"/>
                </a:cubicBezTo>
                <a:cubicBezTo>
                  <a:pt x="206601" y="438"/>
                  <a:pt x="207298" y="273"/>
                  <a:pt x="208174" y="164"/>
                </a:cubicBezTo>
                <a:cubicBezTo>
                  <a:pt x="209049" y="55"/>
                  <a:pt x="210143" y="0"/>
                  <a:pt x="211456" y="0"/>
                </a:cubicBezTo>
                <a:cubicBezTo>
                  <a:pt x="212823" y="0"/>
                  <a:pt x="213944" y="55"/>
                  <a:pt x="214820" y="164"/>
                </a:cubicBezTo>
                <a:cubicBezTo>
                  <a:pt x="215695" y="273"/>
                  <a:pt x="216378" y="438"/>
                  <a:pt x="216871" y="656"/>
                </a:cubicBezTo>
                <a:cubicBezTo>
                  <a:pt x="217363" y="875"/>
                  <a:pt x="217719" y="1150"/>
                  <a:pt x="217937" y="1479"/>
                </a:cubicBezTo>
                <a:cubicBezTo>
                  <a:pt x="218156" y="1808"/>
                  <a:pt x="218266" y="2191"/>
                  <a:pt x="218266" y="2628"/>
                </a:cubicBezTo>
                <a:lnTo>
                  <a:pt x="218266" y="112321"/>
                </a:lnTo>
                <a:close/>
                <a:moveTo>
                  <a:pt x="256913" y="112324"/>
                </a:moveTo>
                <a:cubicBezTo>
                  <a:pt x="256913" y="112762"/>
                  <a:pt x="256803" y="113131"/>
                  <a:pt x="256585" y="113432"/>
                </a:cubicBezTo>
                <a:cubicBezTo>
                  <a:pt x="256366" y="113732"/>
                  <a:pt x="256010" y="113992"/>
                  <a:pt x="255518" y="114211"/>
                </a:cubicBezTo>
                <a:cubicBezTo>
                  <a:pt x="255026" y="114430"/>
                  <a:pt x="254342" y="114594"/>
                  <a:pt x="253467" y="114703"/>
                </a:cubicBezTo>
                <a:cubicBezTo>
                  <a:pt x="252591" y="114813"/>
                  <a:pt x="251470" y="114867"/>
                  <a:pt x="250103" y="114867"/>
                </a:cubicBezTo>
                <a:cubicBezTo>
                  <a:pt x="248790" y="114867"/>
                  <a:pt x="247696" y="114813"/>
                  <a:pt x="246821" y="114703"/>
                </a:cubicBezTo>
                <a:cubicBezTo>
                  <a:pt x="245946" y="114594"/>
                  <a:pt x="245248" y="114430"/>
                  <a:pt x="244729" y="114211"/>
                </a:cubicBezTo>
                <a:cubicBezTo>
                  <a:pt x="244209" y="113992"/>
                  <a:pt x="243853" y="113732"/>
                  <a:pt x="243662" y="113432"/>
                </a:cubicBezTo>
                <a:cubicBezTo>
                  <a:pt x="243470" y="113131"/>
                  <a:pt x="243375" y="112762"/>
                  <a:pt x="243375" y="112324"/>
                </a:cubicBezTo>
                <a:lnTo>
                  <a:pt x="243375" y="38481"/>
                </a:lnTo>
                <a:cubicBezTo>
                  <a:pt x="243375" y="38098"/>
                  <a:pt x="243470" y="37742"/>
                  <a:pt x="243662" y="37414"/>
                </a:cubicBezTo>
                <a:cubicBezTo>
                  <a:pt x="243853" y="37086"/>
                  <a:pt x="244209" y="36812"/>
                  <a:pt x="244729" y="36593"/>
                </a:cubicBezTo>
                <a:cubicBezTo>
                  <a:pt x="245248" y="36375"/>
                  <a:pt x="245946" y="36211"/>
                  <a:pt x="246821" y="36101"/>
                </a:cubicBezTo>
                <a:cubicBezTo>
                  <a:pt x="247696" y="35992"/>
                  <a:pt x="248790" y="35937"/>
                  <a:pt x="250103" y="35937"/>
                </a:cubicBezTo>
                <a:cubicBezTo>
                  <a:pt x="251470" y="35937"/>
                  <a:pt x="252591" y="35992"/>
                  <a:pt x="253467" y="36101"/>
                </a:cubicBezTo>
                <a:cubicBezTo>
                  <a:pt x="254342" y="36211"/>
                  <a:pt x="255026" y="36375"/>
                  <a:pt x="255518" y="36593"/>
                </a:cubicBezTo>
                <a:cubicBezTo>
                  <a:pt x="256010" y="36812"/>
                  <a:pt x="256366" y="37086"/>
                  <a:pt x="256585" y="37414"/>
                </a:cubicBezTo>
                <a:cubicBezTo>
                  <a:pt x="256803" y="37742"/>
                  <a:pt x="256913" y="38098"/>
                  <a:pt x="256913" y="38481"/>
                </a:cubicBezTo>
                <a:lnTo>
                  <a:pt x="256913" y="112324"/>
                </a:lnTo>
                <a:moveTo>
                  <a:pt x="258472" y="13456"/>
                </a:moveTo>
                <a:cubicBezTo>
                  <a:pt x="258472" y="16628"/>
                  <a:pt x="257870" y="18789"/>
                  <a:pt x="256667" y="19938"/>
                </a:cubicBezTo>
                <a:cubicBezTo>
                  <a:pt x="255463" y="21086"/>
                  <a:pt x="253248" y="21661"/>
                  <a:pt x="250021" y="21661"/>
                </a:cubicBezTo>
                <a:cubicBezTo>
                  <a:pt x="246848" y="21661"/>
                  <a:pt x="244674" y="21100"/>
                  <a:pt x="243498" y="19979"/>
                </a:cubicBezTo>
                <a:cubicBezTo>
                  <a:pt x="242322" y="18857"/>
                  <a:pt x="241734" y="16738"/>
                  <a:pt x="241734" y="13620"/>
                </a:cubicBezTo>
                <a:cubicBezTo>
                  <a:pt x="241734" y="10447"/>
                  <a:pt x="242335" y="8287"/>
                  <a:pt x="243539" y="7138"/>
                </a:cubicBezTo>
                <a:cubicBezTo>
                  <a:pt x="244742" y="5990"/>
                  <a:pt x="246958" y="5415"/>
                  <a:pt x="250185" y="5415"/>
                </a:cubicBezTo>
                <a:cubicBezTo>
                  <a:pt x="253357" y="5415"/>
                  <a:pt x="255532" y="5976"/>
                  <a:pt x="256708" y="7097"/>
                </a:cubicBezTo>
                <a:cubicBezTo>
                  <a:pt x="257884" y="8218"/>
                  <a:pt x="258472" y="10338"/>
                  <a:pt x="258472" y="13456"/>
                </a:cubicBezTo>
                <a:close/>
                <a:moveTo>
                  <a:pt x="345610" y="112324"/>
                </a:moveTo>
                <a:cubicBezTo>
                  <a:pt x="345610" y="112762"/>
                  <a:pt x="345501" y="113131"/>
                  <a:pt x="345282" y="113432"/>
                </a:cubicBezTo>
                <a:cubicBezTo>
                  <a:pt x="345063" y="113732"/>
                  <a:pt x="344708" y="113992"/>
                  <a:pt x="344215" y="114211"/>
                </a:cubicBezTo>
                <a:cubicBezTo>
                  <a:pt x="343723" y="114430"/>
                  <a:pt x="343039" y="114594"/>
                  <a:pt x="342164" y="114703"/>
                </a:cubicBezTo>
                <a:cubicBezTo>
                  <a:pt x="341289" y="114813"/>
                  <a:pt x="340195" y="114867"/>
                  <a:pt x="338882" y="114867"/>
                </a:cubicBezTo>
                <a:cubicBezTo>
                  <a:pt x="337515" y="114867"/>
                  <a:pt x="336393" y="114813"/>
                  <a:pt x="335518" y="114703"/>
                </a:cubicBezTo>
                <a:cubicBezTo>
                  <a:pt x="334643" y="114594"/>
                  <a:pt x="333959" y="114430"/>
                  <a:pt x="333467" y="114211"/>
                </a:cubicBezTo>
                <a:cubicBezTo>
                  <a:pt x="332975" y="113992"/>
                  <a:pt x="332619" y="113732"/>
                  <a:pt x="332400" y="113432"/>
                </a:cubicBezTo>
                <a:cubicBezTo>
                  <a:pt x="332182" y="113131"/>
                  <a:pt x="332072" y="112762"/>
                  <a:pt x="332072" y="112324"/>
                </a:cubicBezTo>
                <a:lnTo>
                  <a:pt x="332072" y="69085"/>
                </a:lnTo>
                <a:cubicBezTo>
                  <a:pt x="332072" y="64873"/>
                  <a:pt x="331744" y="61481"/>
                  <a:pt x="331088" y="58911"/>
                </a:cubicBezTo>
                <a:cubicBezTo>
                  <a:pt x="330431" y="56340"/>
                  <a:pt x="329474" y="54124"/>
                  <a:pt x="328216" y="52265"/>
                </a:cubicBezTo>
                <a:cubicBezTo>
                  <a:pt x="326958" y="50405"/>
                  <a:pt x="325330" y="48983"/>
                  <a:pt x="323334" y="47998"/>
                </a:cubicBezTo>
                <a:cubicBezTo>
                  <a:pt x="321337" y="47014"/>
                  <a:pt x="319026" y="46521"/>
                  <a:pt x="316401" y="46521"/>
                </a:cubicBezTo>
                <a:cubicBezTo>
                  <a:pt x="313010" y="46521"/>
                  <a:pt x="309618" y="47725"/>
                  <a:pt x="306227" y="50131"/>
                </a:cubicBezTo>
                <a:cubicBezTo>
                  <a:pt x="302836" y="52538"/>
                  <a:pt x="299280" y="56066"/>
                  <a:pt x="295561" y="60716"/>
                </a:cubicBezTo>
                <a:lnTo>
                  <a:pt x="295561" y="112324"/>
                </a:lnTo>
                <a:cubicBezTo>
                  <a:pt x="295561" y="112762"/>
                  <a:pt x="295451" y="113131"/>
                  <a:pt x="295232" y="113432"/>
                </a:cubicBezTo>
                <a:cubicBezTo>
                  <a:pt x="295014" y="113732"/>
                  <a:pt x="294658" y="113992"/>
                  <a:pt x="294166" y="114211"/>
                </a:cubicBezTo>
                <a:cubicBezTo>
                  <a:pt x="293674" y="114430"/>
                  <a:pt x="292990" y="114594"/>
                  <a:pt x="292115" y="114703"/>
                </a:cubicBezTo>
                <a:cubicBezTo>
                  <a:pt x="291239" y="114813"/>
                  <a:pt x="290118" y="114867"/>
                  <a:pt x="288751" y="114867"/>
                </a:cubicBezTo>
                <a:cubicBezTo>
                  <a:pt x="287438" y="114867"/>
                  <a:pt x="286344" y="114813"/>
                  <a:pt x="285469" y="114703"/>
                </a:cubicBezTo>
                <a:cubicBezTo>
                  <a:pt x="284594" y="114594"/>
                  <a:pt x="283896" y="114430"/>
                  <a:pt x="283377" y="114211"/>
                </a:cubicBezTo>
                <a:cubicBezTo>
                  <a:pt x="282857" y="113992"/>
                  <a:pt x="282501" y="113732"/>
                  <a:pt x="282310" y="113432"/>
                </a:cubicBezTo>
                <a:cubicBezTo>
                  <a:pt x="282118" y="113131"/>
                  <a:pt x="282023" y="112762"/>
                  <a:pt x="282023" y="112324"/>
                </a:cubicBezTo>
                <a:lnTo>
                  <a:pt x="282023" y="38481"/>
                </a:lnTo>
                <a:cubicBezTo>
                  <a:pt x="282023" y="38043"/>
                  <a:pt x="282105" y="37674"/>
                  <a:pt x="282269" y="37373"/>
                </a:cubicBezTo>
                <a:cubicBezTo>
                  <a:pt x="282433" y="37072"/>
                  <a:pt x="282761" y="36799"/>
                  <a:pt x="283253" y="36552"/>
                </a:cubicBezTo>
                <a:cubicBezTo>
                  <a:pt x="283746" y="36306"/>
                  <a:pt x="284375" y="36142"/>
                  <a:pt x="285141" y="36060"/>
                </a:cubicBezTo>
                <a:cubicBezTo>
                  <a:pt x="285906" y="35978"/>
                  <a:pt x="286918" y="35937"/>
                  <a:pt x="288176" y="35937"/>
                </a:cubicBezTo>
                <a:cubicBezTo>
                  <a:pt x="289380" y="35937"/>
                  <a:pt x="290378" y="35978"/>
                  <a:pt x="291171" y="36060"/>
                </a:cubicBezTo>
                <a:cubicBezTo>
                  <a:pt x="291964" y="36142"/>
                  <a:pt x="292580" y="36306"/>
                  <a:pt x="293017" y="36552"/>
                </a:cubicBezTo>
                <a:cubicBezTo>
                  <a:pt x="293455" y="36799"/>
                  <a:pt x="293769" y="37072"/>
                  <a:pt x="293961" y="37373"/>
                </a:cubicBezTo>
                <a:cubicBezTo>
                  <a:pt x="294152" y="37674"/>
                  <a:pt x="294248" y="38043"/>
                  <a:pt x="294248" y="38481"/>
                </a:cubicBezTo>
                <a:lnTo>
                  <a:pt x="294248" y="48244"/>
                </a:lnTo>
                <a:cubicBezTo>
                  <a:pt x="298405" y="43595"/>
                  <a:pt x="302548" y="40190"/>
                  <a:pt x="306678" y="38029"/>
                </a:cubicBezTo>
                <a:cubicBezTo>
                  <a:pt x="310808" y="35869"/>
                  <a:pt x="314979" y="34788"/>
                  <a:pt x="319191" y="34788"/>
                </a:cubicBezTo>
                <a:cubicBezTo>
                  <a:pt x="324113" y="34788"/>
                  <a:pt x="328257" y="35623"/>
                  <a:pt x="331621" y="37291"/>
                </a:cubicBezTo>
                <a:cubicBezTo>
                  <a:pt x="334985" y="38959"/>
                  <a:pt x="337706" y="41188"/>
                  <a:pt x="339785" y="43978"/>
                </a:cubicBezTo>
                <a:cubicBezTo>
                  <a:pt x="341863" y="46767"/>
                  <a:pt x="343354" y="50036"/>
                  <a:pt x="344256" y="53783"/>
                </a:cubicBezTo>
                <a:cubicBezTo>
                  <a:pt x="345159" y="57529"/>
                  <a:pt x="345610" y="62028"/>
                  <a:pt x="345610" y="67280"/>
                </a:cubicBezTo>
                <a:lnTo>
                  <a:pt x="345610" y="112324"/>
                </a:lnTo>
                <a:close/>
                <a:moveTo>
                  <a:pt x="433254" y="72202"/>
                </a:moveTo>
                <a:cubicBezTo>
                  <a:pt x="433254" y="74336"/>
                  <a:pt x="432721" y="75854"/>
                  <a:pt x="431654" y="76756"/>
                </a:cubicBezTo>
                <a:cubicBezTo>
                  <a:pt x="430587" y="77659"/>
                  <a:pt x="429370" y="78110"/>
                  <a:pt x="428003" y="78110"/>
                </a:cubicBezTo>
                <a:lnTo>
                  <a:pt x="379594" y="78110"/>
                </a:lnTo>
                <a:cubicBezTo>
                  <a:pt x="379594" y="82224"/>
                  <a:pt x="380005" y="85928"/>
                  <a:pt x="380825" y="89220"/>
                </a:cubicBezTo>
                <a:cubicBezTo>
                  <a:pt x="381646" y="92512"/>
                  <a:pt x="383013" y="95337"/>
                  <a:pt x="384928" y="97696"/>
                </a:cubicBezTo>
                <a:cubicBezTo>
                  <a:pt x="386842" y="100055"/>
                  <a:pt x="389331" y="101866"/>
                  <a:pt x="392394" y="103129"/>
                </a:cubicBezTo>
                <a:cubicBezTo>
                  <a:pt x="395457" y="104391"/>
                  <a:pt x="399204" y="105022"/>
                  <a:pt x="403635" y="105022"/>
                </a:cubicBezTo>
                <a:cubicBezTo>
                  <a:pt x="407135" y="105022"/>
                  <a:pt x="410253" y="104735"/>
                  <a:pt x="412988" y="104160"/>
                </a:cubicBezTo>
                <a:cubicBezTo>
                  <a:pt x="415723" y="103586"/>
                  <a:pt x="418089" y="102943"/>
                  <a:pt x="420085" y="102232"/>
                </a:cubicBezTo>
                <a:cubicBezTo>
                  <a:pt x="422082" y="101521"/>
                  <a:pt x="423723" y="100878"/>
                  <a:pt x="425008" y="100304"/>
                </a:cubicBezTo>
                <a:cubicBezTo>
                  <a:pt x="426293" y="99730"/>
                  <a:pt x="427264" y="99442"/>
                  <a:pt x="427921" y="99442"/>
                </a:cubicBezTo>
                <a:cubicBezTo>
                  <a:pt x="428304" y="99442"/>
                  <a:pt x="428646" y="99538"/>
                  <a:pt x="428946" y="99730"/>
                </a:cubicBezTo>
                <a:cubicBezTo>
                  <a:pt x="429247" y="99921"/>
                  <a:pt x="429480" y="100208"/>
                  <a:pt x="429644" y="100591"/>
                </a:cubicBezTo>
                <a:cubicBezTo>
                  <a:pt x="429808" y="100974"/>
                  <a:pt x="429931" y="101507"/>
                  <a:pt x="430013" y="102191"/>
                </a:cubicBezTo>
                <a:cubicBezTo>
                  <a:pt x="430095" y="102875"/>
                  <a:pt x="430136" y="103709"/>
                  <a:pt x="430136" y="104693"/>
                </a:cubicBezTo>
                <a:cubicBezTo>
                  <a:pt x="430136" y="105405"/>
                  <a:pt x="430109" y="106020"/>
                  <a:pt x="430054" y="106540"/>
                </a:cubicBezTo>
                <a:cubicBezTo>
                  <a:pt x="429999" y="107059"/>
                  <a:pt x="429931" y="107524"/>
                  <a:pt x="429849" y="107934"/>
                </a:cubicBezTo>
                <a:cubicBezTo>
                  <a:pt x="429767" y="108345"/>
                  <a:pt x="429630" y="108714"/>
                  <a:pt x="429439" y="109042"/>
                </a:cubicBezTo>
                <a:cubicBezTo>
                  <a:pt x="429247" y="109370"/>
                  <a:pt x="429001" y="109685"/>
                  <a:pt x="428700" y="109986"/>
                </a:cubicBezTo>
                <a:cubicBezTo>
                  <a:pt x="428399" y="110286"/>
                  <a:pt x="427511" y="110779"/>
                  <a:pt x="426034" y="111462"/>
                </a:cubicBezTo>
                <a:cubicBezTo>
                  <a:pt x="424557" y="112146"/>
                  <a:pt x="422642" y="112816"/>
                  <a:pt x="420290" y="113473"/>
                </a:cubicBezTo>
                <a:cubicBezTo>
                  <a:pt x="417938" y="114129"/>
                  <a:pt x="415217" y="114717"/>
                  <a:pt x="412126" y="115237"/>
                </a:cubicBezTo>
                <a:cubicBezTo>
                  <a:pt x="409036" y="115756"/>
                  <a:pt x="405740" y="116016"/>
                  <a:pt x="402240" y="116016"/>
                </a:cubicBezTo>
                <a:cubicBezTo>
                  <a:pt x="396168" y="116016"/>
                  <a:pt x="390849" y="115167"/>
                  <a:pt x="386281" y="113470"/>
                </a:cubicBezTo>
                <a:cubicBezTo>
                  <a:pt x="381714" y="111773"/>
                  <a:pt x="377871" y="109254"/>
                  <a:pt x="374754" y="105914"/>
                </a:cubicBezTo>
                <a:cubicBezTo>
                  <a:pt x="371636" y="102574"/>
                  <a:pt x="369284" y="98385"/>
                  <a:pt x="367697" y="93348"/>
                </a:cubicBezTo>
                <a:cubicBezTo>
                  <a:pt x="366111" y="88310"/>
                  <a:pt x="365318" y="82452"/>
                  <a:pt x="365318" y="75772"/>
                </a:cubicBezTo>
                <a:cubicBezTo>
                  <a:pt x="365318" y="69420"/>
                  <a:pt x="366138" y="63711"/>
                  <a:pt x="367779" y="58647"/>
                </a:cubicBezTo>
                <a:cubicBezTo>
                  <a:pt x="369420" y="53582"/>
                  <a:pt x="371786" y="49284"/>
                  <a:pt x="374877" y="45752"/>
                </a:cubicBezTo>
                <a:cubicBezTo>
                  <a:pt x="377967" y="42221"/>
                  <a:pt x="381700" y="39510"/>
                  <a:pt x="386076" y="37622"/>
                </a:cubicBezTo>
                <a:cubicBezTo>
                  <a:pt x="390452" y="35733"/>
                  <a:pt x="395348" y="34788"/>
                  <a:pt x="400763" y="34788"/>
                </a:cubicBezTo>
                <a:cubicBezTo>
                  <a:pt x="406561" y="34788"/>
                  <a:pt x="411497" y="35718"/>
                  <a:pt x="415573" y="37578"/>
                </a:cubicBezTo>
                <a:cubicBezTo>
                  <a:pt x="419648" y="39438"/>
                  <a:pt x="422998" y="41940"/>
                  <a:pt x="425623" y="45085"/>
                </a:cubicBezTo>
                <a:cubicBezTo>
                  <a:pt x="428249" y="48231"/>
                  <a:pt x="430177" y="51923"/>
                  <a:pt x="431408" y="56162"/>
                </a:cubicBezTo>
                <a:cubicBezTo>
                  <a:pt x="432639" y="60401"/>
                  <a:pt x="433254" y="64927"/>
                  <a:pt x="433254" y="69741"/>
                </a:cubicBezTo>
                <a:lnTo>
                  <a:pt x="433254" y="72202"/>
                </a:lnTo>
                <a:moveTo>
                  <a:pt x="419634" y="68182"/>
                </a:moveTo>
                <a:cubicBezTo>
                  <a:pt x="419798" y="61071"/>
                  <a:pt x="418225" y="55492"/>
                  <a:pt x="414916" y="51444"/>
                </a:cubicBezTo>
                <a:cubicBezTo>
                  <a:pt x="411607" y="47397"/>
                  <a:pt x="406698" y="45373"/>
                  <a:pt x="400188" y="45373"/>
                </a:cubicBezTo>
                <a:cubicBezTo>
                  <a:pt x="396852" y="45373"/>
                  <a:pt x="393925" y="46002"/>
                  <a:pt x="391409" y="47260"/>
                </a:cubicBezTo>
                <a:cubicBezTo>
                  <a:pt x="388893" y="48518"/>
                  <a:pt x="386787" y="50186"/>
                  <a:pt x="385092" y="52265"/>
                </a:cubicBezTo>
                <a:cubicBezTo>
                  <a:pt x="383396" y="54343"/>
                  <a:pt x="382083" y="56764"/>
                  <a:pt x="381153" y="59526"/>
                </a:cubicBezTo>
                <a:cubicBezTo>
                  <a:pt x="380223" y="62288"/>
                  <a:pt x="379704" y="65174"/>
                  <a:pt x="379594" y="68182"/>
                </a:cubicBezTo>
                <a:lnTo>
                  <a:pt x="419634" y="68182"/>
                </a:lnTo>
                <a:close/>
              </a:path>
            </a:pathLst>
          </a:custGeom>
          <a:solidFill xmlns:a="http://schemas.openxmlformats.org/drawingml/2006/main">
            <a:srgbClr val="54823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4" name="Text Defense">
            <a:extLst xmlns:a="http://schemas.openxmlformats.org/drawingml/2006/main">
              <a:ext uri="{FF2B5EF4-FFF2-40B4-BE49-F238E27FC236}">
                <a16:creationId xmlns:a16="http://schemas.microsoft.com/office/drawing/2014/main" id="{2C3DECC6-5231-4504-8A65-F9EDAD271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61345" y="4383156"/>
            <a:ext cx="550606" cy="123369"/>
          </a:xfrm>
          <a:custGeom xmlns:a="http://schemas.openxmlformats.org/drawingml/2006/main">
            <a:pathLst>
              <a:path w="550606" h="123369">
                <a:moveTo>
                  <a:pt x="89155" y="65714"/>
                </a:moveTo>
                <a:cubicBezTo>
                  <a:pt x="89155" y="72130"/>
                  <a:pt x="88360" y="78161"/>
                  <a:pt x="86769" y="83809"/>
                </a:cubicBezTo>
                <a:cubicBezTo>
                  <a:pt x="85179" y="89456"/>
                  <a:pt x="82780" y="94542"/>
                  <a:pt x="79573" y="99065"/>
                </a:cubicBezTo>
                <a:cubicBezTo>
                  <a:pt x="76365" y="103589"/>
                  <a:pt x="72363" y="107495"/>
                  <a:pt x="67565" y="110785"/>
                </a:cubicBezTo>
                <a:cubicBezTo>
                  <a:pt x="62767" y="114075"/>
                  <a:pt x="57161" y="116625"/>
                  <a:pt x="50746" y="118434"/>
                </a:cubicBezTo>
                <a:cubicBezTo>
                  <a:pt x="47072" y="119476"/>
                  <a:pt x="43097" y="120202"/>
                  <a:pt x="38820" y="120614"/>
                </a:cubicBezTo>
                <a:cubicBezTo>
                  <a:pt x="34543" y="121025"/>
                  <a:pt x="29910" y="121230"/>
                  <a:pt x="24921" y="121230"/>
                </a:cubicBezTo>
                <a:lnTo>
                  <a:pt x="0" y="121230"/>
                </a:lnTo>
                <a:lnTo>
                  <a:pt x="0" y="11185"/>
                </a:lnTo>
                <a:lnTo>
                  <a:pt x="25167" y="11185"/>
                </a:lnTo>
                <a:cubicBezTo>
                  <a:pt x="30157" y="11185"/>
                  <a:pt x="34790" y="11391"/>
                  <a:pt x="39067" y="11802"/>
                </a:cubicBezTo>
                <a:cubicBezTo>
                  <a:pt x="43344" y="12214"/>
                  <a:pt x="47319" y="12940"/>
                  <a:pt x="50992" y="13982"/>
                </a:cubicBezTo>
                <a:cubicBezTo>
                  <a:pt x="57408" y="15791"/>
                  <a:pt x="63014" y="18313"/>
                  <a:pt x="67812" y="21548"/>
                </a:cubicBezTo>
                <a:cubicBezTo>
                  <a:pt x="72609" y="24783"/>
                  <a:pt x="76585" y="28608"/>
                  <a:pt x="79737" y="33022"/>
                </a:cubicBezTo>
                <a:cubicBezTo>
                  <a:pt x="82890" y="37436"/>
                  <a:pt x="85248" y="42398"/>
                  <a:pt x="86811" y="47908"/>
                </a:cubicBezTo>
                <a:cubicBezTo>
                  <a:pt x="88373" y="53419"/>
                  <a:pt x="89155" y="59354"/>
                  <a:pt x="89155" y="65714"/>
                </a:cubicBezTo>
                <a:moveTo>
                  <a:pt x="75831" y="65714"/>
                </a:moveTo>
                <a:cubicBezTo>
                  <a:pt x="75831" y="55153"/>
                  <a:pt x="73497" y="46589"/>
                  <a:pt x="68830" y="40023"/>
                </a:cubicBezTo>
                <a:cubicBezTo>
                  <a:pt x="64162" y="33455"/>
                  <a:pt x="57467" y="28803"/>
                  <a:pt x="48744" y="26067"/>
                </a:cubicBezTo>
                <a:cubicBezTo>
                  <a:pt x="45411" y="25027"/>
                  <a:pt x="41688" y="24316"/>
                  <a:pt x="37576" y="23934"/>
                </a:cubicBezTo>
                <a:cubicBezTo>
                  <a:pt x="33464" y="23550"/>
                  <a:pt x="28825" y="23358"/>
                  <a:pt x="23659" y="23358"/>
                </a:cubicBezTo>
                <a:lnTo>
                  <a:pt x="13406" y="23358"/>
                </a:lnTo>
                <a:lnTo>
                  <a:pt x="13406" y="109058"/>
                </a:lnTo>
                <a:lnTo>
                  <a:pt x="23659" y="109058"/>
                </a:lnTo>
                <a:cubicBezTo>
                  <a:pt x="28825" y="109058"/>
                  <a:pt x="33464" y="108867"/>
                  <a:pt x="37576" y="108485"/>
                </a:cubicBezTo>
                <a:cubicBezTo>
                  <a:pt x="41688" y="108101"/>
                  <a:pt x="45411" y="107389"/>
                  <a:pt x="48744" y="106349"/>
                </a:cubicBezTo>
                <a:cubicBezTo>
                  <a:pt x="57467" y="103613"/>
                  <a:pt x="64162" y="98824"/>
                  <a:pt x="68830" y="91984"/>
                </a:cubicBezTo>
                <a:cubicBezTo>
                  <a:pt x="73497" y="85142"/>
                  <a:pt x="75831" y="76386"/>
                  <a:pt x="75831" y="65714"/>
                </a:cubicBezTo>
                <a:close/>
                <a:moveTo>
                  <a:pt x="141830" y="51979"/>
                </a:moveTo>
                <a:cubicBezTo>
                  <a:pt x="138886" y="51979"/>
                  <a:pt x="136152" y="52555"/>
                  <a:pt x="133626" y="53707"/>
                </a:cubicBezTo>
                <a:cubicBezTo>
                  <a:pt x="131100" y="54858"/>
                  <a:pt x="128893" y="56421"/>
                  <a:pt x="127005" y="58395"/>
                </a:cubicBezTo>
                <a:cubicBezTo>
                  <a:pt x="125119" y="60368"/>
                  <a:pt x="123592" y="62685"/>
                  <a:pt x="122425" y="65344"/>
                </a:cubicBezTo>
                <a:cubicBezTo>
                  <a:pt x="121260" y="68004"/>
                  <a:pt x="120538" y="70841"/>
                  <a:pt x="120261" y="73857"/>
                </a:cubicBezTo>
                <a:lnTo>
                  <a:pt x="160232" y="73857"/>
                </a:lnTo>
                <a:cubicBezTo>
                  <a:pt x="160232" y="70786"/>
                  <a:pt x="159830" y="67921"/>
                  <a:pt x="159024" y="65262"/>
                </a:cubicBezTo>
                <a:cubicBezTo>
                  <a:pt x="158219" y="62603"/>
                  <a:pt x="157039" y="60286"/>
                  <a:pt x="155485" y="58312"/>
                </a:cubicBezTo>
                <a:cubicBezTo>
                  <a:pt x="153931" y="56338"/>
                  <a:pt x="152016" y="54789"/>
                  <a:pt x="149738" y="53665"/>
                </a:cubicBezTo>
                <a:cubicBezTo>
                  <a:pt x="147463" y="52541"/>
                  <a:pt x="144827" y="51979"/>
                  <a:pt x="141830" y="51979"/>
                </a:cubicBezTo>
                <a:moveTo>
                  <a:pt x="148553" y="112183"/>
                </a:moveTo>
                <a:cubicBezTo>
                  <a:pt x="152775" y="112183"/>
                  <a:pt x="156627" y="111841"/>
                  <a:pt x="160109" y="111155"/>
                </a:cubicBezTo>
                <a:cubicBezTo>
                  <a:pt x="163591" y="110470"/>
                  <a:pt x="167059" y="109497"/>
                  <a:pt x="170513" y="108236"/>
                </a:cubicBezTo>
                <a:lnTo>
                  <a:pt x="170513" y="118904"/>
                </a:lnTo>
                <a:cubicBezTo>
                  <a:pt x="167717" y="120282"/>
                  <a:pt x="164262" y="121370"/>
                  <a:pt x="160150" y="122169"/>
                </a:cubicBezTo>
                <a:cubicBezTo>
                  <a:pt x="156038" y="122969"/>
                  <a:pt x="151624" y="123369"/>
                  <a:pt x="146909" y="123369"/>
                </a:cubicBezTo>
                <a:cubicBezTo>
                  <a:pt x="141316" y="123369"/>
                  <a:pt x="136066" y="122655"/>
                  <a:pt x="131158" y="121228"/>
                </a:cubicBezTo>
                <a:cubicBezTo>
                  <a:pt x="126251" y="119799"/>
                  <a:pt x="122003" y="117491"/>
                  <a:pt x="118416" y="114304"/>
                </a:cubicBezTo>
                <a:cubicBezTo>
                  <a:pt x="114828" y="111117"/>
                  <a:pt x="112017" y="106955"/>
                  <a:pt x="109985" y="101818"/>
                </a:cubicBezTo>
                <a:cubicBezTo>
                  <a:pt x="107953" y="96681"/>
                  <a:pt x="106937" y="90487"/>
                  <a:pt x="106937" y="83235"/>
                </a:cubicBezTo>
                <a:cubicBezTo>
                  <a:pt x="106937" y="76094"/>
                  <a:pt x="107921" y="69900"/>
                  <a:pt x="109890" y="64653"/>
                </a:cubicBezTo>
                <a:cubicBezTo>
                  <a:pt x="111859" y="59405"/>
                  <a:pt x="114484" y="55023"/>
                  <a:pt x="117765" y="51506"/>
                </a:cubicBezTo>
                <a:cubicBezTo>
                  <a:pt x="121048" y="47990"/>
                  <a:pt x="124823" y="45353"/>
                  <a:pt x="129089" y="43595"/>
                </a:cubicBezTo>
                <a:cubicBezTo>
                  <a:pt x="133356" y="41837"/>
                  <a:pt x="137814" y="40958"/>
                  <a:pt x="142462" y="40958"/>
                </a:cubicBezTo>
                <a:cubicBezTo>
                  <a:pt x="146838" y="40958"/>
                  <a:pt x="150927" y="41688"/>
                  <a:pt x="154727" y="43146"/>
                </a:cubicBezTo>
                <a:cubicBezTo>
                  <a:pt x="158529" y="44604"/>
                  <a:pt x="161825" y="46902"/>
                  <a:pt x="164615" y="50039"/>
                </a:cubicBezTo>
                <a:cubicBezTo>
                  <a:pt x="167404" y="53176"/>
                  <a:pt x="169605" y="57222"/>
                  <a:pt x="171217" y="62175"/>
                </a:cubicBezTo>
                <a:cubicBezTo>
                  <a:pt x="172831" y="67129"/>
                  <a:pt x="173638" y="73073"/>
                  <a:pt x="173638" y="80007"/>
                </a:cubicBezTo>
                <a:cubicBezTo>
                  <a:pt x="173638" y="80667"/>
                  <a:pt x="173638" y="81231"/>
                  <a:pt x="173638" y="81698"/>
                </a:cubicBezTo>
                <a:cubicBezTo>
                  <a:pt x="173638" y="82166"/>
                  <a:pt x="173611" y="83226"/>
                  <a:pt x="173556" y="84878"/>
                </a:cubicBezTo>
                <a:lnTo>
                  <a:pt x="119603" y="84878"/>
                </a:lnTo>
                <a:cubicBezTo>
                  <a:pt x="119603" y="89852"/>
                  <a:pt x="120357" y="94075"/>
                  <a:pt x="121865" y="97546"/>
                </a:cubicBezTo>
                <a:cubicBezTo>
                  <a:pt x="123373" y="101018"/>
                  <a:pt x="125429" y="103833"/>
                  <a:pt x="128033" y="105992"/>
                </a:cubicBezTo>
                <a:cubicBezTo>
                  <a:pt x="130638" y="108151"/>
                  <a:pt x="133694" y="109723"/>
                  <a:pt x="137204" y="110708"/>
                </a:cubicBezTo>
                <a:cubicBezTo>
                  <a:pt x="140713" y="111692"/>
                  <a:pt x="144496" y="112183"/>
                  <a:pt x="148553" y="112183"/>
                </a:cubicBezTo>
                <a:close/>
                <a:moveTo>
                  <a:pt x="240156" y="12172"/>
                </a:moveTo>
                <a:cubicBezTo>
                  <a:pt x="238511" y="11843"/>
                  <a:pt x="236701" y="11597"/>
                  <a:pt x="234727" y="11432"/>
                </a:cubicBezTo>
                <a:cubicBezTo>
                  <a:pt x="232754" y="11268"/>
                  <a:pt x="231054" y="11185"/>
                  <a:pt x="229628" y="11185"/>
                </a:cubicBezTo>
                <a:cubicBezTo>
                  <a:pt x="226777" y="11185"/>
                  <a:pt x="224214" y="11542"/>
                  <a:pt x="221938" y="12255"/>
                </a:cubicBezTo>
                <a:cubicBezTo>
                  <a:pt x="219663" y="12967"/>
                  <a:pt x="217757" y="14105"/>
                  <a:pt x="216222" y="15668"/>
                </a:cubicBezTo>
                <a:cubicBezTo>
                  <a:pt x="214687" y="17231"/>
                  <a:pt x="213508" y="19287"/>
                  <a:pt x="212686" y="21836"/>
                </a:cubicBezTo>
                <a:cubicBezTo>
                  <a:pt x="211863" y="24386"/>
                  <a:pt x="211452" y="27470"/>
                  <a:pt x="211452" y="31089"/>
                </a:cubicBezTo>
                <a:lnTo>
                  <a:pt x="211452" y="43097"/>
                </a:lnTo>
                <a:lnTo>
                  <a:pt x="234727" y="43097"/>
                </a:lnTo>
                <a:lnTo>
                  <a:pt x="234727" y="54118"/>
                </a:lnTo>
                <a:lnTo>
                  <a:pt x="211452" y="54118"/>
                </a:lnTo>
                <a:lnTo>
                  <a:pt x="211452" y="121230"/>
                </a:lnTo>
                <a:lnTo>
                  <a:pt x="198704" y="121230"/>
                </a:lnTo>
                <a:lnTo>
                  <a:pt x="198704" y="54118"/>
                </a:lnTo>
                <a:lnTo>
                  <a:pt x="184969" y="54118"/>
                </a:lnTo>
                <a:lnTo>
                  <a:pt x="184969" y="43097"/>
                </a:lnTo>
                <a:lnTo>
                  <a:pt x="198704" y="43097"/>
                </a:lnTo>
                <a:lnTo>
                  <a:pt x="198704" y="31148"/>
                </a:lnTo>
                <a:cubicBezTo>
                  <a:pt x="198704" y="25490"/>
                  <a:pt x="199458" y="20725"/>
                  <a:pt x="200965" y="16853"/>
                </a:cubicBezTo>
                <a:cubicBezTo>
                  <a:pt x="202473" y="12979"/>
                  <a:pt x="204543" y="9792"/>
                  <a:pt x="207175" y="7294"/>
                </a:cubicBezTo>
                <a:cubicBezTo>
                  <a:pt x="209807" y="4794"/>
                  <a:pt x="212905" y="2954"/>
                  <a:pt x="216469" y="1773"/>
                </a:cubicBezTo>
                <a:cubicBezTo>
                  <a:pt x="220033" y="591"/>
                  <a:pt x="223871" y="0"/>
                  <a:pt x="227983" y="0"/>
                </a:cubicBezTo>
                <a:cubicBezTo>
                  <a:pt x="230615" y="0"/>
                  <a:pt x="233041" y="138"/>
                  <a:pt x="235262" y="414"/>
                </a:cubicBezTo>
                <a:cubicBezTo>
                  <a:pt x="237483" y="690"/>
                  <a:pt x="239114" y="994"/>
                  <a:pt x="240156" y="1326"/>
                </a:cubicBezTo>
                <a:lnTo>
                  <a:pt x="240156" y="12172"/>
                </a:lnTo>
                <a:close/>
                <a:moveTo>
                  <a:pt x="277929" y="51979"/>
                </a:moveTo>
                <a:cubicBezTo>
                  <a:pt x="274985" y="51979"/>
                  <a:pt x="272251" y="52555"/>
                  <a:pt x="269725" y="53707"/>
                </a:cubicBezTo>
                <a:cubicBezTo>
                  <a:pt x="267200" y="54858"/>
                  <a:pt x="264993" y="56421"/>
                  <a:pt x="263104" y="58395"/>
                </a:cubicBezTo>
                <a:cubicBezTo>
                  <a:pt x="261218" y="60368"/>
                  <a:pt x="259691" y="62685"/>
                  <a:pt x="258524" y="65344"/>
                </a:cubicBezTo>
                <a:cubicBezTo>
                  <a:pt x="257359" y="68004"/>
                  <a:pt x="256638" y="70841"/>
                  <a:pt x="256360" y="73857"/>
                </a:cubicBezTo>
                <a:lnTo>
                  <a:pt x="296332" y="73857"/>
                </a:lnTo>
                <a:cubicBezTo>
                  <a:pt x="296332" y="70786"/>
                  <a:pt x="295929" y="67921"/>
                  <a:pt x="295124" y="65262"/>
                </a:cubicBezTo>
                <a:cubicBezTo>
                  <a:pt x="294318" y="62603"/>
                  <a:pt x="293139" y="60286"/>
                  <a:pt x="291585" y="58312"/>
                </a:cubicBezTo>
                <a:cubicBezTo>
                  <a:pt x="290030" y="56338"/>
                  <a:pt x="288115" y="54789"/>
                  <a:pt x="285838" y="53665"/>
                </a:cubicBezTo>
                <a:cubicBezTo>
                  <a:pt x="283562" y="52541"/>
                  <a:pt x="280926" y="51979"/>
                  <a:pt x="277929" y="51979"/>
                </a:cubicBezTo>
                <a:moveTo>
                  <a:pt x="284653" y="112183"/>
                </a:moveTo>
                <a:cubicBezTo>
                  <a:pt x="288875" y="112183"/>
                  <a:pt x="292727" y="111841"/>
                  <a:pt x="296208" y="111155"/>
                </a:cubicBezTo>
                <a:cubicBezTo>
                  <a:pt x="299690" y="110470"/>
                  <a:pt x="303158" y="109497"/>
                  <a:pt x="306612" y="108236"/>
                </a:cubicBezTo>
                <a:lnTo>
                  <a:pt x="306612" y="118904"/>
                </a:lnTo>
                <a:cubicBezTo>
                  <a:pt x="303816" y="120282"/>
                  <a:pt x="300362" y="121370"/>
                  <a:pt x="296249" y="122169"/>
                </a:cubicBezTo>
                <a:cubicBezTo>
                  <a:pt x="292137" y="122969"/>
                  <a:pt x="287723" y="123369"/>
                  <a:pt x="283008" y="123369"/>
                </a:cubicBezTo>
                <a:cubicBezTo>
                  <a:pt x="277415" y="123369"/>
                  <a:pt x="272165" y="122655"/>
                  <a:pt x="267258" y="121228"/>
                </a:cubicBezTo>
                <a:cubicBezTo>
                  <a:pt x="262350" y="119799"/>
                  <a:pt x="258103" y="117491"/>
                  <a:pt x="254515" y="114304"/>
                </a:cubicBezTo>
                <a:cubicBezTo>
                  <a:pt x="250927" y="111117"/>
                  <a:pt x="248117" y="106955"/>
                  <a:pt x="246085" y="101818"/>
                </a:cubicBezTo>
                <a:cubicBezTo>
                  <a:pt x="244052" y="96681"/>
                  <a:pt x="243036" y="90487"/>
                  <a:pt x="243036" y="83235"/>
                </a:cubicBezTo>
                <a:cubicBezTo>
                  <a:pt x="243036" y="76094"/>
                  <a:pt x="244021" y="69900"/>
                  <a:pt x="245990" y="64653"/>
                </a:cubicBezTo>
                <a:cubicBezTo>
                  <a:pt x="247958" y="59405"/>
                  <a:pt x="250583" y="55023"/>
                  <a:pt x="253865" y="51506"/>
                </a:cubicBezTo>
                <a:cubicBezTo>
                  <a:pt x="257148" y="47990"/>
                  <a:pt x="260922" y="45353"/>
                  <a:pt x="265189" y="43595"/>
                </a:cubicBezTo>
                <a:cubicBezTo>
                  <a:pt x="269455" y="41837"/>
                  <a:pt x="273913" y="40958"/>
                  <a:pt x="278561" y="40958"/>
                </a:cubicBezTo>
                <a:cubicBezTo>
                  <a:pt x="282938" y="40958"/>
                  <a:pt x="287026" y="41688"/>
                  <a:pt x="290826" y="43146"/>
                </a:cubicBezTo>
                <a:cubicBezTo>
                  <a:pt x="294629" y="44604"/>
                  <a:pt x="297924" y="46902"/>
                  <a:pt x="300714" y="50039"/>
                </a:cubicBezTo>
                <a:cubicBezTo>
                  <a:pt x="303503" y="53176"/>
                  <a:pt x="305704" y="57222"/>
                  <a:pt x="307317" y="62175"/>
                </a:cubicBezTo>
                <a:cubicBezTo>
                  <a:pt x="308931" y="67129"/>
                  <a:pt x="309738" y="73073"/>
                  <a:pt x="309738" y="80007"/>
                </a:cubicBezTo>
                <a:cubicBezTo>
                  <a:pt x="309738" y="80667"/>
                  <a:pt x="309738" y="81231"/>
                  <a:pt x="309738" y="81698"/>
                </a:cubicBezTo>
                <a:cubicBezTo>
                  <a:pt x="309738" y="82166"/>
                  <a:pt x="309710" y="83226"/>
                  <a:pt x="309656" y="84878"/>
                </a:cubicBezTo>
                <a:lnTo>
                  <a:pt x="255702" y="84878"/>
                </a:lnTo>
                <a:cubicBezTo>
                  <a:pt x="255702" y="89852"/>
                  <a:pt x="256456" y="94075"/>
                  <a:pt x="257964" y="97546"/>
                </a:cubicBezTo>
                <a:cubicBezTo>
                  <a:pt x="259472" y="101018"/>
                  <a:pt x="261528" y="103833"/>
                  <a:pt x="264132" y="105992"/>
                </a:cubicBezTo>
                <a:cubicBezTo>
                  <a:pt x="266737" y="108151"/>
                  <a:pt x="269794" y="109723"/>
                  <a:pt x="273303" y="110708"/>
                </a:cubicBezTo>
                <a:cubicBezTo>
                  <a:pt x="276812" y="111692"/>
                  <a:pt x="280595" y="112183"/>
                  <a:pt x="284653" y="112183"/>
                </a:cubicBezTo>
                <a:close/>
                <a:moveTo>
                  <a:pt x="342855" y="53953"/>
                </a:moveTo>
                <a:lnTo>
                  <a:pt x="343102" y="53953"/>
                </a:lnTo>
                <a:cubicBezTo>
                  <a:pt x="344528" y="52132"/>
                  <a:pt x="346104" y="50436"/>
                  <a:pt x="347831" y="48864"/>
                </a:cubicBezTo>
                <a:cubicBezTo>
                  <a:pt x="349559" y="47291"/>
                  <a:pt x="351491" y="45912"/>
                  <a:pt x="353630" y="44726"/>
                </a:cubicBezTo>
                <a:cubicBezTo>
                  <a:pt x="355768" y="43539"/>
                  <a:pt x="358112" y="42615"/>
                  <a:pt x="360662" y="41953"/>
                </a:cubicBezTo>
                <a:cubicBezTo>
                  <a:pt x="363211" y="41290"/>
                  <a:pt x="365994" y="40958"/>
                  <a:pt x="369010" y="40958"/>
                </a:cubicBezTo>
                <a:cubicBezTo>
                  <a:pt x="372574" y="40958"/>
                  <a:pt x="375918" y="41453"/>
                  <a:pt x="379044" y="42441"/>
                </a:cubicBezTo>
                <a:cubicBezTo>
                  <a:pt x="382169" y="43428"/>
                  <a:pt x="384883" y="45020"/>
                  <a:pt x="387186" y="47217"/>
                </a:cubicBezTo>
                <a:cubicBezTo>
                  <a:pt x="389489" y="49412"/>
                  <a:pt x="391312" y="52279"/>
                  <a:pt x="392655" y="55819"/>
                </a:cubicBezTo>
                <a:cubicBezTo>
                  <a:pt x="393999" y="59359"/>
                  <a:pt x="394670" y="63709"/>
                  <a:pt x="394670" y="68868"/>
                </a:cubicBezTo>
                <a:lnTo>
                  <a:pt x="394670" y="121230"/>
                </a:lnTo>
                <a:lnTo>
                  <a:pt x="381922" y="121230"/>
                </a:lnTo>
                <a:lnTo>
                  <a:pt x="381922" y="70978"/>
                </a:lnTo>
                <a:cubicBezTo>
                  <a:pt x="381922" y="64234"/>
                  <a:pt x="380620" y="59382"/>
                  <a:pt x="378016" y="56421"/>
                </a:cubicBezTo>
                <a:cubicBezTo>
                  <a:pt x="375411" y="53460"/>
                  <a:pt x="371614" y="51979"/>
                  <a:pt x="366625" y="51979"/>
                </a:cubicBezTo>
                <a:cubicBezTo>
                  <a:pt x="362238" y="51979"/>
                  <a:pt x="357989" y="53199"/>
                  <a:pt x="353876" y="55639"/>
                </a:cubicBezTo>
                <a:cubicBezTo>
                  <a:pt x="349764" y="58079"/>
                  <a:pt x="346228" y="61438"/>
                  <a:pt x="343267" y="65714"/>
                </a:cubicBezTo>
                <a:lnTo>
                  <a:pt x="343267" y="121230"/>
                </a:lnTo>
                <a:lnTo>
                  <a:pt x="330519" y="121230"/>
                </a:lnTo>
                <a:lnTo>
                  <a:pt x="330519" y="43097"/>
                </a:lnTo>
                <a:lnTo>
                  <a:pt x="340388" y="43097"/>
                </a:lnTo>
                <a:lnTo>
                  <a:pt x="342855" y="53953"/>
                </a:lnTo>
                <a:close/>
                <a:moveTo>
                  <a:pt x="428498" y="63869"/>
                </a:moveTo>
                <a:cubicBezTo>
                  <a:pt x="428498" y="66011"/>
                  <a:pt x="428954" y="67769"/>
                  <a:pt x="429866" y="69143"/>
                </a:cubicBezTo>
                <a:cubicBezTo>
                  <a:pt x="430777" y="70517"/>
                  <a:pt x="431996" y="71630"/>
                  <a:pt x="433523" y="72482"/>
                </a:cubicBezTo>
                <a:cubicBezTo>
                  <a:pt x="435051" y="73333"/>
                  <a:pt x="436821" y="74034"/>
                  <a:pt x="438831" y="74584"/>
                </a:cubicBezTo>
                <a:cubicBezTo>
                  <a:pt x="440840" y="75132"/>
                  <a:pt x="442918" y="75626"/>
                  <a:pt x="445063" y="76065"/>
                </a:cubicBezTo>
                <a:cubicBezTo>
                  <a:pt x="448012" y="76724"/>
                  <a:pt x="450800" y="77453"/>
                  <a:pt x="453427" y="78249"/>
                </a:cubicBezTo>
                <a:cubicBezTo>
                  <a:pt x="456053" y="79046"/>
                  <a:pt x="458479" y="80241"/>
                  <a:pt x="460703" y="81835"/>
                </a:cubicBezTo>
                <a:cubicBezTo>
                  <a:pt x="462927" y="83428"/>
                  <a:pt x="464723" y="85585"/>
                  <a:pt x="466090" y="88304"/>
                </a:cubicBezTo>
                <a:cubicBezTo>
                  <a:pt x="467457" y="91023"/>
                  <a:pt x="468141" y="94553"/>
                  <a:pt x="468141" y="98893"/>
                </a:cubicBezTo>
                <a:cubicBezTo>
                  <a:pt x="468141" y="102849"/>
                  <a:pt x="467373" y="106353"/>
                  <a:pt x="465838" y="109402"/>
                </a:cubicBezTo>
                <a:cubicBezTo>
                  <a:pt x="464303" y="112451"/>
                  <a:pt x="462137" y="115005"/>
                  <a:pt x="459341" y="117067"/>
                </a:cubicBezTo>
                <a:cubicBezTo>
                  <a:pt x="456544" y="119126"/>
                  <a:pt x="453200" y="120692"/>
                  <a:pt x="449307" y="121762"/>
                </a:cubicBezTo>
                <a:cubicBezTo>
                  <a:pt x="445414" y="122833"/>
                  <a:pt x="441137" y="123369"/>
                  <a:pt x="436476" y="123369"/>
                </a:cubicBezTo>
                <a:cubicBezTo>
                  <a:pt x="433625" y="123369"/>
                  <a:pt x="431034" y="123218"/>
                  <a:pt x="428704" y="122916"/>
                </a:cubicBezTo>
                <a:cubicBezTo>
                  <a:pt x="426374" y="122615"/>
                  <a:pt x="424318" y="122231"/>
                  <a:pt x="422536" y="121765"/>
                </a:cubicBezTo>
                <a:cubicBezTo>
                  <a:pt x="420754" y="121299"/>
                  <a:pt x="419232" y="120819"/>
                  <a:pt x="417971" y="120326"/>
                </a:cubicBezTo>
                <a:cubicBezTo>
                  <a:pt x="416710" y="119832"/>
                  <a:pt x="415668" y="119366"/>
                  <a:pt x="414846" y="118928"/>
                </a:cubicBezTo>
                <a:lnTo>
                  <a:pt x="414846" y="108236"/>
                </a:lnTo>
                <a:cubicBezTo>
                  <a:pt x="418075" y="109552"/>
                  <a:pt x="421278" y="110593"/>
                  <a:pt x="424453" y="111361"/>
                </a:cubicBezTo>
                <a:cubicBezTo>
                  <a:pt x="427630" y="112129"/>
                  <a:pt x="431129" y="112512"/>
                  <a:pt x="434952" y="112512"/>
                </a:cubicBezTo>
                <a:cubicBezTo>
                  <a:pt x="437968" y="112512"/>
                  <a:pt x="440686" y="112237"/>
                  <a:pt x="443107" y="111687"/>
                </a:cubicBezTo>
                <a:cubicBezTo>
                  <a:pt x="445530" y="111137"/>
                  <a:pt x="447616" y="110326"/>
                  <a:pt x="449366" y="109253"/>
                </a:cubicBezTo>
                <a:cubicBezTo>
                  <a:pt x="451115" y="108179"/>
                  <a:pt x="452461" y="106831"/>
                  <a:pt x="453403" y="105208"/>
                </a:cubicBezTo>
                <a:cubicBezTo>
                  <a:pt x="454346" y="103584"/>
                  <a:pt x="454817" y="101699"/>
                  <a:pt x="454817" y="99554"/>
                </a:cubicBezTo>
                <a:cubicBezTo>
                  <a:pt x="454817" y="97355"/>
                  <a:pt x="454386" y="95542"/>
                  <a:pt x="453524" y="94115"/>
                </a:cubicBezTo>
                <a:cubicBezTo>
                  <a:pt x="452664" y="92686"/>
                  <a:pt x="451507" y="91505"/>
                  <a:pt x="450052" y="90571"/>
                </a:cubicBezTo>
                <a:cubicBezTo>
                  <a:pt x="448599" y="89637"/>
                  <a:pt x="446917" y="88868"/>
                  <a:pt x="445007" y="88263"/>
                </a:cubicBezTo>
                <a:cubicBezTo>
                  <a:pt x="443096" y="87658"/>
                  <a:pt x="441091" y="87109"/>
                  <a:pt x="438992" y="86615"/>
                </a:cubicBezTo>
                <a:cubicBezTo>
                  <a:pt x="436247" y="86010"/>
                  <a:pt x="433461" y="85296"/>
                  <a:pt x="430634" y="84472"/>
                </a:cubicBezTo>
                <a:cubicBezTo>
                  <a:pt x="427809" y="83648"/>
                  <a:pt x="425239" y="82494"/>
                  <a:pt x="422924" y="81012"/>
                </a:cubicBezTo>
                <a:cubicBezTo>
                  <a:pt x="420610" y="79528"/>
                  <a:pt x="418740" y="77509"/>
                  <a:pt x="417313" y="74954"/>
                </a:cubicBezTo>
                <a:cubicBezTo>
                  <a:pt x="415887" y="72400"/>
                  <a:pt x="415175" y="69117"/>
                  <a:pt x="415175" y="65105"/>
                </a:cubicBezTo>
                <a:cubicBezTo>
                  <a:pt x="415175" y="60984"/>
                  <a:pt x="415913" y="57414"/>
                  <a:pt x="417390" y="54393"/>
                </a:cubicBezTo>
                <a:cubicBezTo>
                  <a:pt x="418869" y="51370"/>
                  <a:pt x="420867" y="48870"/>
                  <a:pt x="423384" y="46893"/>
                </a:cubicBezTo>
                <a:cubicBezTo>
                  <a:pt x="425902" y="44914"/>
                  <a:pt x="428832" y="43430"/>
                  <a:pt x="432171" y="42441"/>
                </a:cubicBezTo>
                <a:cubicBezTo>
                  <a:pt x="435511" y="41453"/>
                  <a:pt x="439041" y="40958"/>
                  <a:pt x="442763" y="40958"/>
                </a:cubicBezTo>
                <a:cubicBezTo>
                  <a:pt x="447088" y="40958"/>
                  <a:pt x="451097" y="41368"/>
                  <a:pt x="454791" y="42187"/>
                </a:cubicBezTo>
                <a:cubicBezTo>
                  <a:pt x="458487" y="43004"/>
                  <a:pt x="461841" y="44040"/>
                  <a:pt x="464851" y="45294"/>
                </a:cubicBezTo>
                <a:lnTo>
                  <a:pt x="464851" y="56092"/>
                </a:lnTo>
                <a:cubicBezTo>
                  <a:pt x="461649" y="54855"/>
                  <a:pt x="458406" y="53846"/>
                  <a:pt x="455123" y="53067"/>
                </a:cubicBezTo>
                <a:cubicBezTo>
                  <a:pt x="451840" y="52285"/>
                  <a:pt x="448464" y="51868"/>
                  <a:pt x="444994" y="51815"/>
                </a:cubicBezTo>
                <a:cubicBezTo>
                  <a:pt x="442057" y="51815"/>
                  <a:pt x="439548" y="52118"/>
                  <a:pt x="437466" y="52725"/>
                </a:cubicBezTo>
                <a:cubicBezTo>
                  <a:pt x="435384" y="53330"/>
                  <a:pt x="433676" y="54169"/>
                  <a:pt x="432341" y="55244"/>
                </a:cubicBezTo>
                <a:cubicBezTo>
                  <a:pt x="431008" y="56316"/>
                  <a:pt x="430034" y="57582"/>
                  <a:pt x="429419" y="59040"/>
                </a:cubicBezTo>
                <a:cubicBezTo>
                  <a:pt x="428805" y="60498"/>
                  <a:pt x="428498" y="62108"/>
                  <a:pt x="428498" y="63869"/>
                </a:cubicBezTo>
                <a:close/>
                <a:moveTo>
                  <a:pt x="518797" y="51979"/>
                </a:moveTo>
                <a:cubicBezTo>
                  <a:pt x="515853" y="51979"/>
                  <a:pt x="513119" y="52555"/>
                  <a:pt x="510593" y="53707"/>
                </a:cubicBezTo>
                <a:cubicBezTo>
                  <a:pt x="508067" y="54858"/>
                  <a:pt x="505860" y="56421"/>
                  <a:pt x="503972" y="58395"/>
                </a:cubicBezTo>
                <a:cubicBezTo>
                  <a:pt x="502086" y="60368"/>
                  <a:pt x="500559" y="62685"/>
                  <a:pt x="499392" y="65344"/>
                </a:cubicBezTo>
                <a:cubicBezTo>
                  <a:pt x="498227" y="68004"/>
                  <a:pt x="497506" y="70841"/>
                  <a:pt x="497228" y="73857"/>
                </a:cubicBezTo>
                <a:lnTo>
                  <a:pt x="537200" y="73857"/>
                </a:lnTo>
                <a:cubicBezTo>
                  <a:pt x="537200" y="70786"/>
                  <a:pt x="536797" y="67921"/>
                  <a:pt x="535992" y="65262"/>
                </a:cubicBezTo>
                <a:cubicBezTo>
                  <a:pt x="535186" y="62603"/>
                  <a:pt x="534007" y="60286"/>
                  <a:pt x="532452" y="58312"/>
                </a:cubicBezTo>
                <a:cubicBezTo>
                  <a:pt x="530898" y="56338"/>
                  <a:pt x="528983" y="54789"/>
                  <a:pt x="526705" y="53665"/>
                </a:cubicBezTo>
                <a:cubicBezTo>
                  <a:pt x="524430" y="52541"/>
                  <a:pt x="521794" y="51979"/>
                  <a:pt x="518797" y="51979"/>
                </a:cubicBezTo>
                <a:moveTo>
                  <a:pt x="525521" y="112183"/>
                </a:moveTo>
                <a:cubicBezTo>
                  <a:pt x="529743" y="112183"/>
                  <a:pt x="533594" y="111841"/>
                  <a:pt x="537076" y="111155"/>
                </a:cubicBezTo>
                <a:cubicBezTo>
                  <a:pt x="540558" y="110470"/>
                  <a:pt x="544026" y="109497"/>
                  <a:pt x="547480" y="108236"/>
                </a:cubicBezTo>
                <a:lnTo>
                  <a:pt x="547480" y="118904"/>
                </a:lnTo>
                <a:cubicBezTo>
                  <a:pt x="544684" y="120282"/>
                  <a:pt x="541230" y="121370"/>
                  <a:pt x="537117" y="122169"/>
                </a:cubicBezTo>
                <a:cubicBezTo>
                  <a:pt x="533005" y="122969"/>
                  <a:pt x="528591" y="123369"/>
                  <a:pt x="523876" y="123369"/>
                </a:cubicBezTo>
                <a:cubicBezTo>
                  <a:pt x="518283" y="123369"/>
                  <a:pt x="513033" y="122655"/>
                  <a:pt x="508126" y="121228"/>
                </a:cubicBezTo>
                <a:cubicBezTo>
                  <a:pt x="503218" y="119799"/>
                  <a:pt x="498971" y="117491"/>
                  <a:pt x="495383" y="114304"/>
                </a:cubicBezTo>
                <a:cubicBezTo>
                  <a:pt x="491795" y="111117"/>
                  <a:pt x="488985" y="106955"/>
                  <a:pt x="486952" y="101818"/>
                </a:cubicBezTo>
                <a:cubicBezTo>
                  <a:pt x="484920" y="96681"/>
                  <a:pt x="483904" y="90487"/>
                  <a:pt x="483904" y="83235"/>
                </a:cubicBezTo>
                <a:cubicBezTo>
                  <a:pt x="483904" y="76094"/>
                  <a:pt x="484889" y="69900"/>
                  <a:pt x="486857" y="64653"/>
                </a:cubicBezTo>
                <a:cubicBezTo>
                  <a:pt x="488826" y="59405"/>
                  <a:pt x="491451" y="55023"/>
                  <a:pt x="494732" y="51506"/>
                </a:cubicBezTo>
                <a:cubicBezTo>
                  <a:pt x="498015" y="47990"/>
                  <a:pt x="501790" y="45353"/>
                  <a:pt x="506057" y="43595"/>
                </a:cubicBezTo>
                <a:cubicBezTo>
                  <a:pt x="510323" y="41837"/>
                  <a:pt x="514781" y="40958"/>
                  <a:pt x="519429" y="40958"/>
                </a:cubicBezTo>
                <a:cubicBezTo>
                  <a:pt x="523805" y="40958"/>
                  <a:pt x="527894" y="41688"/>
                  <a:pt x="531694" y="43146"/>
                </a:cubicBezTo>
                <a:cubicBezTo>
                  <a:pt x="535496" y="44604"/>
                  <a:pt x="538792" y="46902"/>
                  <a:pt x="541582" y="50039"/>
                </a:cubicBezTo>
                <a:cubicBezTo>
                  <a:pt x="544371" y="53176"/>
                  <a:pt x="546572" y="57222"/>
                  <a:pt x="548184" y="62175"/>
                </a:cubicBezTo>
                <a:cubicBezTo>
                  <a:pt x="549799" y="67129"/>
                  <a:pt x="550606" y="73073"/>
                  <a:pt x="550606" y="80007"/>
                </a:cubicBezTo>
                <a:cubicBezTo>
                  <a:pt x="550606" y="80667"/>
                  <a:pt x="550606" y="81231"/>
                  <a:pt x="550606" y="81698"/>
                </a:cubicBezTo>
                <a:cubicBezTo>
                  <a:pt x="550606" y="82166"/>
                  <a:pt x="550578" y="83226"/>
                  <a:pt x="550523" y="84878"/>
                </a:cubicBezTo>
                <a:lnTo>
                  <a:pt x="496570" y="84878"/>
                </a:lnTo>
                <a:cubicBezTo>
                  <a:pt x="496570" y="89852"/>
                  <a:pt x="497324" y="94075"/>
                  <a:pt x="498832" y="97546"/>
                </a:cubicBezTo>
                <a:cubicBezTo>
                  <a:pt x="500340" y="101018"/>
                  <a:pt x="502396" y="103833"/>
                  <a:pt x="505000" y="105992"/>
                </a:cubicBezTo>
                <a:cubicBezTo>
                  <a:pt x="507605" y="108151"/>
                  <a:pt x="510662" y="109723"/>
                  <a:pt x="514171" y="110708"/>
                </a:cubicBezTo>
                <a:cubicBezTo>
                  <a:pt x="517680" y="111692"/>
                  <a:pt x="521463" y="112183"/>
                  <a:pt x="525521" y="112183"/>
                </a:cubicBezTo>
                <a:close/>
              </a:path>
            </a:pathLst>
          </a:custGeom>
          <a:solidFill xmlns:a="http://schemas.openxmlformats.org/drawingml/2006/main">
            <a:srgbClr val="54823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5" name="Text Defense">
            <a:extLst xmlns:a="http://schemas.openxmlformats.org/drawingml/2006/main">
              <a:ext uri="{FF2B5EF4-FFF2-40B4-BE49-F238E27FC236}">
                <a16:creationId xmlns:a16="http://schemas.microsoft.com/office/drawing/2014/main" id="{D09448D5-FC02-4B0E-9D74-8C194F9B9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21974" y="3379316"/>
            <a:ext cx="919017" cy="197212"/>
          </a:xfrm>
          <a:custGeom xmlns:a="http://schemas.openxmlformats.org/drawingml/2006/main">
            <a:pathLst>
              <a:path w="919017" h="197212">
                <a:moveTo>
                  <a:pt x="0" y="193794"/>
                </a:moveTo>
                <a:lnTo>
                  <a:pt x="0" y="17881"/>
                </a:lnTo>
                <a:lnTo>
                  <a:pt x="46583" y="17881"/>
                </a:lnTo>
                <a:cubicBezTo>
                  <a:pt x="50705" y="17881"/>
                  <a:pt x="54893" y="18012"/>
                  <a:pt x="59147" y="18275"/>
                </a:cubicBezTo>
                <a:cubicBezTo>
                  <a:pt x="63404" y="18538"/>
                  <a:pt x="67549" y="18932"/>
                  <a:pt x="71584" y="19458"/>
                </a:cubicBezTo>
                <a:cubicBezTo>
                  <a:pt x="75619" y="19984"/>
                  <a:pt x="79522" y="20620"/>
                  <a:pt x="83293" y="21365"/>
                </a:cubicBezTo>
                <a:cubicBezTo>
                  <a:pt x="87068" y="22110"/>
                  <a:pt x="90534" y="23008"/>
                  <a:pt x="93692" y="24060"/>
                </a:cubicBezTo>
                <a:cubicBezTo>
                  <a:pt x="103079" y="27040"/>
                  <a:pt x="111369" y="31072"/>
                  <a:pt x="118562" y="36156"/>
                </a:cubicBezTo>
                <a:cubicBezTo>
                  <a:pt x="125754" y="41239"/>
                  <a:pt x="131784" y="47243"/>
                  <a:pt x="136652" y="54168"/>
                </a:cubicBezTo>
                <a:cubicBezTo>
                  <a:pt x="141522" y="61092"/>
                  <a:pt x="145207" y="68827"/>
                  <a:pt x="147708" y="77373"/>
                </a:cubicBezTo>
                <a:cubicBezTo>
                  <a:pt x="150209" y="85919"/>
                  <a:pt x="151459" y="95188"/>
                  <a:pt x="151459" y="105180"/>
                </a:cubicBezTo>
                <a:cubicBezTo>
                  <a:pt x="151459" y="114646"/>
                  <a:pt x="150406" y="123521"/>
                  <a:pt x="148299" y="131803"/>
                </a:cubicBezTo>
                <a:cubicBezTo>
                  <a:pt x="146196" y="140086"/>
                  <a:pt x="142994" y="147646"/>
                  <a:pt x="138694" y="154483"/>
                </a:cubicBezTo>
                <a:cubicBezTo>
                  <a:pt x="134396" y="161320"/>
                  <a:pt x="128980" y="167346"/>
                  <a:pt x="122444" y="172561"/>
                </a:cubicBezTo>
                <a:cubicBezTo>
                  <a:pt x="115909" y="177776"/>
                  <a:pt x="108167" y="182049"/>
                  <a:pt x="99218" y="185379"/>
                </a:cubicBezTo>
                <a:cubicBezTo>
                  <a:pt x="91763" y="188184"/>
                  <a:pt x="83298" y="190288"/>
                  <a:pt x="73823" y="191690"/>
                </a:cubicBezTo>
                <a:cubicBezTo>
                  <a:pt x="64349" y="193093"/>
                  <a:pt x="53690" y="193794"/>
                  <a:pt x="41846" y="193794"/>
                </a:cubicBezTo>
                <a:lnTo>
                  <a:pt x="0" y="193794"/>
                </a:lnTo>
                <a:moveTo>
                  <a:pt x="45622" y="166710"/>
                </a:moveTo>
                <a:cubicBezTo>
                  <a:pt x="64466" y="166710"/>
                  <a:pt x="79192" y="164130"/>
                  <a:pt x="89797" y="158969"/>
                </a:cubicBezTo>
                <a:cubicBezTo>
                  <a:pt x="99176" y="154335"/>
                  <a:pt x="106275" y="147601"/>
                  <a:pt x="111096" y="138768"/>
                </a:cubicBezTo>
                <a:cubicBezTo>
                  <a:pt x="115917" y="129934"/>
                  <a:pt x="118327" y="118651"/>
                  <a:pt x="118327" y="104917"/>
                </a:cubicBezTo>
                <a:cubicBezTo>
                  <a:pt x="118327" y="97746"/>
                  <a:pt x="117538" y="91275"/>
                  <a:pt x="115961" y="85504"/>
                </a:cubicBezTo>
                <a:cubicBezTo>
                  <a:pt x="114383" y="79730"/>
                  <a:pt x="112104" y="74591"/>
                  <a:pt x="109124" y="70088"/>
                </a:cubicBezTo>
                <a:cubicBezTo>
                  <a:pt x="106144" y="65583"/>
                  <a:pt x="102528" y="61712"/>
                  <a:pt x="98277" y="58478"/>
                </a:cubicBezTo>
                <a:cubicBezTo>
                  <a:pt x="94026" y="55240"/>
                  <a:pt x="89228" y="52572"/>
                  <a:pt x="83881" y="50474"/>
                </a:cubicBezTo>
                <a:cubicBezTo>
                  <a:pt x="78885" y="48551"/>
                  <a:pt x="73319" y="47153"/>
                  <a:pt x="67184" y="46279"/>
                </a:cubicBezTo>
                <a:cubicBezTo>
                  <a:pt x="61048" y="45403"/>
                  <a:pt x="54168" y="44964"/>
                  <a:pt x="46542" y="44964"/>
                </a:cubicBezTo>
                <a:lnTo>
                  <a:pt x="32343" y="44964"/>
                </a:lnTo>
                <a:lnTo>
                  <a:pt x="32343" y="166710"/>
                </a:lnTo>
                <a:lnTo>
                  <a:pt x="45622" y="166710"/>
                </a:lnTo>
                <a:close/>
                <a:moveTo>
                  <a:pt x="247314" y="171969"/>
                </a:moveTo>
                <a:cubicBezTo>
                  <a:pt x="253362" y="171969"/>
                  <a:pt x="259672" y="171355"/>
                  <a:pt x="266246" y="170128"/>
                </a:cubicBezTo>
                <a:cubicBezTo>
                  <a:pt x="272820" y="168901"/>
                  <a:pt x="279481" y="167148"/>
                  <a:pt x="286230" y="164869"/>
                </a:cubicBezTo>
                <a:lnTo>
                  <a:pt x="286230" y="189821"/>
                </a:lnTo>
                <a:cubicBezTo>
                  <a:pt x="282198" y="191579"/>
                  <a:pt x="276019" y="193250"/>
                  <a:pt x="267692" y="194833"/>
                </a:cubicBezTo>
                <a:cubicBezTo>
                  <a:pt x="259366" y="196419"/>
                  <a:pt x="250732" y="197212"/>
                  <a:pt x="241792" y="197212"/>
                </a:cubicBezTo>
                <a:cubicBezTo>
                  <a:pt x="232764" y="197212"/>
                  <a:pt x="224193" y="196049"/>
                  <a:pt x="216080" y="193724"/>
                </a:cubicBezTo>
                <a:cubicBezTo>
                  <a:pt x="207970" y="191396"/>
                  <a:pt x="200878" y="187641"/>
                  <a:pt x="194806" y="182458"/>
                </a:cubicBezTo>
                <a:cubicBezTo>
                  <a:pt x="188734" y="177276"/>
                  <a:pt x="183914" y="170557"/>
                  <a:pt x="180348" y="162302"/>
                </a:cubicBezTo>
                <a:cubicBezTo>
                  <a:pt x="176784" y="154046"/>
                  <a:pt x="175003" y="144035"/>
                  <a:pt x="175003" y="132268"/>
                </a:cubicBezTo>
                <a:cubicBezTo>
                  <a:pt x="175003" y="120676"/>
                  <a:pt x="176669" y="110533"/>
                  <a:pt x="180003" y="101840"/>
                </a:cubicBezTo>
                <a:cubicBezTo>
                  <a:pt x="183339" y="93143"/>
                  <a:pt x="187815" y="85941"/>
                  <a:pt x="193430" y="80233"/>
                </a:cubicBezTo>
                <a:cubicBezTo>
                  <a:pt x="199045" y="74524"/>
                  <a:pt x="205472" y="70243"/>
                  <a:pt x="212711" y="67389"/>
                </a:cubicBezTo>
                <a:cubicBezTo>
                  <a:pt x="219951" y="64535"/>
                  <a:pt x="227432" y="63108"/>
                  <a:pt x="235156" y="63108"/>
                </a:cubicBezTo>
                <a:cubicBezTo>
                  <a:pt x="243228" y="63108"/>
                  <a:pt x="250665" y="64338"/>
                  <a:pt x="257466" y="66797"/>
                </a:cubicBezTo>
                <a:cubicBezTo>
                  <a:pt x="264267" y="69254"/>
                  <a:pt x="270147" y="73118"/>
                  <a:pt x="275104" y="78388"/>
                </a:cubicBezTo>
                <a:cubicBezTo>
                  <a:pt x="280062" y="83655"/>
                  <a:pt x="283923" y="90437"/>
                  <a:pt x="286686" y="98733"/>
                </a:cubicBezTo>
                <a:cubicBezTo>
                  <a:pt x="289450" y="107030"/>
                  <a:pt x="290832" y="116841"/>
                  <a:pt x="290832" y="128167"/>
                </a:cubicBezTo>
                <a:cubicBezTo>
                  <a:pt x="290744" y="132558"/>
                  <a:pt x="290613" y="136290"/>
                  <a:pt x="290437" y="139363"/>
                </a:cubicBezTo>
                <a:lnTo>
                  <a:pt x="206951" y="139363"/>
                </a:lnTo>
                <a:cubicBezTo>
                  <a:pt x="207389" y="145236"/>
                  <a:pt x="208704" y="150254"/>
                  <a:pt x="210895" y="154417"/>
                </a:cubicBezTo>
                <a:cubicBezTo>
                  <a:pt x="213086" y="158581"/>
                  <a:pt x="215957" y="161955"/>
                  <a:pt x="219507" y="164541"/>
                </a:cubicBezTo>
                <a:cubicBezTo>
                  <a:pt x="223057" y="167126"/>
                  <a:pt x="227198" y="169011"/>
                  <a:pt x="231931" y="170194"/>
                </a:cubicBezTo>
                <a:cubicBezTo>
                  <a:pt x="236664" y="171377"/>
                  <a:pt x="241792" y="171969"/>
                  <a:pt x="247314" y="171969"/>
                </a:cubicBezTo>
                <a:moveTo>
                  <a:pt x="234754" y="87562"/>
                </a:moveTo>
                <a:cubicBezTo>
                  <a:pt x="230821" y="87562"/>
                  <a:pt x="227324" y="88283"/>
                  <a:pt x="224265" y="89723"/>
                </a:cubicBezTo>
                <a:cubicBezTo>
                  <a:pt x="221205" y="91161"/>
                  <a:pt x="218560" y="93124"/>
                  <a:pt x="216331" y="95611"/>
                </a:cubicBezTo>
                <a:cubicBezTo>
                  <a:pt x="214101" y="98095"/>
                  <a:pt x="212330" y="100996"/>
                  <a:pt x="211018" y="104313"/>
                </a:cubicBezTo>
                <a:cubicBezTo>
                  <a:pt x="209709" y="107627"/>
                  <a:pt x="208835" y="111159"/>
                  <a:pt x="208397" y="114909"/>
                </a:cubicBezTo>
                <a:lnTo>
                  <a:pt x="258358" y="114909"/>
                </a:lnTo>
                <a:cubicBezTo>
                  <a:pt x="258358" y="111159"/>
                  <a:pt x="257855" y="107627"/>
                  <a:pt x="256850" y="104313"/>
                </a:cubicBezTo>
                <a:cubicBezTo>
                  <a:pt x="255845" y="100996"/>
                  <a:pt x="254359" y="98095"/>
                  <a:pt x="252392" y="95611"/>
                </a:cubicBezTo>
                <a:cubicBezTo>
                  <a:pt x="250425" y="93124"/>
                  <a:pt x="247977" y="91161"/>
                  <a:pt x="245046" y="89723"/>
                </a:cubicBezTo>
                <a:cubicBezTo>
                  <a:pt x="242118" y="88283"/>
                  <a:pt x="238687" y="87562"/>
                  <a:pt x="234754" y="87562"/>
                </a:cubicBezTo>
                <a:close/>
                <a:moveTo>
                  <a:pt x="399644" y="28399"/>
                </a:moveTo>
                <a:cubicBezTo>
                  <a:pt x="396225" y="27560"/>
                  <a:pt x="392697" y="26869"/>
                  <a:pt x="389060" y="26324"/>
                </a:cubicBezTo>
                <a:cubicBezTo>
                  <a:pt x="385422" y="25779"/>
                  <a:pt x="381982" y="25506"/>
                  <a:pt x="378739" y="25506"/>
                </a:cubicBezTo>
                <a:cubicBezTo>
                  <a:pt x="375233" y="25506"/>
                  <a:pt x="372122" y="25922"/>
                  <a:pt x="369404" y="26755"/>
                </a:cubicBezTo>
                <a:cubicBezTo>
                  <a:pt x="366687" y="27588"/>
                  <a:pt x="364387" y="28968"/>
                  <a:pt x="362502" y="30897"/>
                </a:cubicBezTo>
                <a:cubicBezTo>
                  <a:pt x="360618" y="32825"/>
                  <a:pt x="359193" y="35323"/>
                  <a:pt x="358229" y="38391"/>
                </a:cubicBezTo>
                <a:cubicBezTo>
                  <a:pt x="357265" y="41458"/>
                  <a:pt x="356783" y="45184"/>
                  <a:pt x="356783" y="49566"/>
                </a:cubicBezTo>
                <a:lnTo>
                  <a:pt x="356783" y="66263"/>
                </a:lnTo>
                <a:lnTo>
                  <a:pt x="392150" y="66263"/>
                </a:lnTo>
                <a:lnTo>
                  <a:pt x="392150" y="92032"/>
                </a:lnTo>
                <a:lnTo>
                  <a:pt x="356783" y="92032"/>
                </a:lnTo>
                <a:lnTo>
                  <a:pt x="356783" y="193794"/>
                </a:lnTo>
                <a:lnTo>
                  <a:pt x="325492" y="193794"/>
                </a:lnTo>
                <a:lnTo>
                  <a:pt x="325492" y="92032"/>
                </a:lnTo>
                <a:lnTo>
                  <a:pt x="303930" y="92032"/>
                </a:lnTo>
                <a:lnTo>
                  <a:pt x="303930" y="66263"/>
                </a:lnTo>
                <a:lnTo>
                  <a:pt x="325492" y="66263"/>
                </a:lnTo>
                <a:lnTo>
                  <a:pt x="325492" y="51144"/>
                </a:lnTo>
                <a:cubicBezTo>
                  <a:pt x="325492" y="42203"/>
                  <a:pt x="326746" y="34512"/>
                  <a:pt x="329255" y="28070"/>
                </a:cubicBezTo>
                <a:cubicBezTo>
                  <a:pt x="331764" y="21628"/>
                  <a:pt x="335262" y="16325"/>
                  <a:pt x="339749" y="12161"/>
                </a:cubicBezTo>
                <a:cubicBezTo>
                  <a:pt x="344238" y="7998"/>
                  <a:pt x="349513" y="4930"/>
                  <a:pt x="355575" y="2958"/>
                </a:cubicBezTo>
                <a:cubicBezTo>
                  <a:pt x="361639" y="986"/>
                  <a:pt x="368221" y="0"/>
                  <a:pt x="375321" y="0"/>
                </a:cubicBezTo>
                <a:cubicBezTo>
                  <a:pt x="379703" y="0"/>
                  <a:pt x="384064" y="371"/>
                  <a:pt x="388403" y="1113"/>
                </a:cubicBezTo>
                <a:cubicBezTo>
                  <a:pt x="392741" y="1853"/>
                  <a:pt x="396488" y="2747"/>
                  <a:pt x="399644" y="3796"/>
                </a:cubicBezTo>
                <a:lnTo>
                  <a:pt x="399644" y="28399"/>
                </a:lnTo>
                <a:close/>
                <a:moveTo>
                  <a:pt x="474570" y="171969"/>
                </a:moveTo>
                <a:cubicBezTo>
                  <a:pt x="480617" y="171969"/>
                  <a:pt x="486928" y="171355"/>
                  <a:pt x="493502" y="170128"/>
                </a:cubicBezTo>
                <a:cubicBezTo>
                  <a:pt x="500076" y="168901"/>
                  <a:pt x="506737" y="167148"/>
                  <a:pt x="513486" y="164869"/>
                </a:cubicBezTo>
                <a:lnTo>
                  <a:pt x="513486" y="189821"/>
                </a:lnTo>
                <a:cubicBezTo>
                  <a:pt x="509454" y="191579"/>
                  <a:pt x="503275" y="193250"/>
                  <a:pt x="494948" y="194833"/>
                </a:cubicBezTo>
                <a:cubicBezTo>
                  <a:pt x="486621" y="196419"/>
                  <a:pt x="477988" y="197212"/>
                  <a:pt x="469048" y="197212"/>
                </a:cubicBezTo>
                <a:cubicBezTo>
                  <a:pt x="460020" y="197212"/>
                  <a:pt x="451449" y="196049"/>
                  <a:pt x="443336" y="193724"/>
                </a:cubicBezTo>
                <a:cubicBezTo>
                  <a:pt x="435226" y="191396"/>
                  <a:pt x="428134" y="187641"/>
                  <a:pt x="422062" y="182458"/>
                </a:cubicBezTo>
                <a:cubicBezTo>
                  <a:pt x="415989" y="177276"/>
                  <a:pt x="411170" y="170557"/>
                  <a:pt x="407604" y="162302"/>
                </a:cubicBezTo>
                <a:cubicBezTo>
                  <a:pt x="404040" y="154046"/>
                  <a:pt x="402258" y="144035"/>
                  <a:pt x="402258" y="132268"/>
                </a:cubicBezTo>
                <a:cubicBezTo>
                  <a:pt x="402258" y="120676"/>
                  <a:pt x="403925" y="110533"/>
                  <a:pt x="407259" y="101840"/>
                </a:cubicBezTo>
                <a:cubicBezTo>
                  <a:pt x="410595" y="93143"/>
                  <a:pt x="415070" y="85941"/>
                  <a:pt x="420685" y="80233"/>
                </a:cubicBezTo>
                <a:cubicBezTo>
                  <a:pt x="426301" y="74524"/>
                  <a:pt x="432728" y="70243"/>
                  <a:pt x="439967" y="67389"/>
                </a:cubicBezTo>
                <a:cubicBezTo>
                  <a:pt x="447206" y="64535"/>
                  <a:pt x="454688" y="63108"/>
                  <a:pt x="462412" y="63108"/>
                </a:cubicBezTo>
                <a:cubicBezTo>
                  <a:pt x="470484" y="63108"/>
                  <a:pt x="477921" y="64338"/>
                  <a:pt x="484722" y="66797"/>
                </a:cubicBezTo>
                <a:cubicBezTo>
                  <a:pt x="491523" y="69254"/>
                  <a:pt x="497402" y="73118"/>
                  <a:pt x="502360" y="78388"/>
                </a:cubicBezTo>
                <a:cubicBezTo>
                  <a:pt x="507318" y="83655"/>
                  <a:pt x="511178" y="90437"/>
                  <a:pt x="513942" y="98733"/>
                </a:cubicBezTo>
                <a:cubicBezTo>
                  <a:pt x="516706" y="107030"/>
                  <a:pt x="518088" y="116841"/>
                  <a:pt x="518088" y="128167"/>
                </a:cubicBezTo>
                <a:cubicBezTo>
                  <a:pt x="518000" y="132558"/>
                  <a:pt x="517869" y="136290"/>
                  <a:pt x="517693" y="139363"/>
                </a:cubicBezTo>
                <a:lnTo>
                  <a:pt x="434207" y="139363"/>
                </a:lnTo>
                <a:cubicBezTo>
                  <a:pt x="434645" y="145236"/>
                  <a:pt x="435960" y="150254"/>
                  <a:pt x="438151" y="154417"/>
                </a:cubicBezTo>
                <a:cubicBezTo>
                  <a:pt x="440342" y="158581"/>
                  <a:pt x="443213" y="161955"/>
                  <a:pt x="446763" y="164541"/>
                </a:cubicBezTo>
                <a:cubicBezTo>
                  <a:pt x="450313" y="167126"/>
                  <a:pt x="454454" y="169011"/>
                  <a:pt x="459187" y="170194"/>
                </a:cubicBezTo>
                <a:cubicBezTo>
                  <a:pt x="463920" y="171377"/>
                  <a:pt x="469048" y="171969"/>
                  <a:pt x="474570" y="171969"/>
                </a:cubicBezTo>
                <a:moveTo>
                  <a:pt x="462010" y="87562"/>
                </a:moveTo>
                <a:cubicBezTo>
                  <a:pt x="458076" y="87562"/>
                  <a:pt x="454580" y="88283"/>
                  <a:pt x="451520" y="89723"/>
                </a:cubicBezTo>
                <a:cubicBezTo>
                  <a:pt x="448461" y="91161"/>
                  <a:pt x="445816" y="93124"/>
                  <a:pt x="443587" y="95611"/>
                </a:cubicBezTo>
                <a:cubicBezTo>
                  <a:pt x="441357" y="98095"/>
                  <a:pt x="439586" y="100996"/>
                  <a:pt x="438274" y="104313"/>
                </a:cubicBezTo>
                <a:cubicBezTo>
                  <a:pt x="436965" y="107627"/>
                  <a:pt x="436091" y="111159"/>
                  <a:pt x="435653" y="114909"/>
                </a:cubicBezTo>
                <a:lnTo>
                  <a:pt x="485613" y="114909"/>
                </a:lnTo>
                <a:cubicBezTo>
                  <a:pt x="485613" y="111159"/>
                  <a:pt x="485111" y="107627"/>
                  <a:pt x="484106" y="104313"/>
                </a:cubicBezTo>
                <a:cubicBezTo>
                  <a:pt x="483100" y="100996"/>
                  <a:pt x="481614" y="98095"/>
                  <a:pt x="479648" y="95611"/>
                </a:cubicBezTo>
                <a:cubicBezTo>
                  <a:pt x="477681" y="93124"/>
                  <a:pt x="475232" y="91161"/>
                  <a:pt x="472302" y="89723"/>
                </a:cubicBezTo>
                <a:cubicBezTo>
                  <a:pt x="469374" y="88283"/>
                  <a:pt x="465943" y="87562"/>
                  <a:pt x="462010" y="87562"/>
                </a:cubicBezTo>
                <a:close/>
                <a:moveTo>
                  <a:pt x="575756" y="84033"/>
                </a:moveTo>
                <a:lnTo>
                  <a:pt x="576281" y="84033"/>
                </a:lnTo>
                <a:cubicBezTo>
                  <a:pt x="578125" y="81401"/>
                  <a:pt x="580450" y="78812"/>
                  <a:pt x="583258" y="76268"/>
                </a:cubicBezTo>
                <a:cubicBezTo>
                  <a:pt x="586068" y="73723"/>
                  <a:pt x="589273" y="71487"/>
                  <a:pt x="592872" y="69558"/>
                </a:cubicBezTo>
                <a:cubicBezTo>
                  <a:pt x="596471" y="67627"/>
                  <a:pt x="600443" y="66070"/>
                  <a:pt x="604787" y="64887"/>
                </a:cubicBezTo>
                <a:cubicBezTo>
                  <a:pt x="609134" y="63701"/>
                  <a:pt x="613766" y="63108"/>
                  <a:pt x="618682" y="63108"/>
                </a:cubicBezTo>
                <a:cubicBezTo>
                  <a:pt x="623333" y="63108"/>
                  <a:pt x="627831" y="63635"/>
                  <a:pt x="632175" y="64690"/>
                </a:cubicBezTo>
                <a:cubicBezTo>
                  <a:pt x="636522" y="65742"/>
                  <a:pt x="640495" y="67386"/>
                  <a:pt x="644094" y="69624"/>
                </a:cubicBezTo>
                <a:cubicBezTo>
                  <a:pt x="647693" y="71859"/>
                  <a:pt x="650874" y="74754"/>
                  <a:pt x="653638" y="78310"/>
                </a:cubicBezTo>
                <a:cubicBezTo>
                  <a:pt x="656404" y="81862"/>
                  <a:pt x="658578" y="86095"/>
                  <a:pt x="660158" y="91009"/>
                </a:cubicBezTo>
                <a:cubicBezTo>
                  <a:pt x="661038" y="93729"/>
                  <a:pt x="661631" y="96690"/>
                  <a:pt x="661937" y="99892"/>
                </a:cubicBezTo>
                <a:cubicBezTo>
                  <a:pt x="662244" y="103094"/>
                  <a:pt x="662397" y="106801"/>
                  <a:pt x="662397" y="111014"/>
                </a:cubicBezTo>
                <a:lnTo>
                  <a:pt x="662397" y="193794"/>
                </a:lnTo>
                <a:lnTo>
                  <a:pt x="631106" y="193794"/>
                </a:lnTo>
                <a:lnTo>
                  <a:pt x="631106" y="115961"/>
                </a:lnTo>
                <a:cubicBezTo>
                  <a:pt x="631106" y="112542"/>
                  <a:pt x="630975" y="109606"/>
                  <a:pt x="630712" y="107152"/>
                </a:cubicBezTo>
                <a:cubicBezTo>
                  <a:pt x="630449" y="104698"/>
                  <a:pt x="629967" y="102550"/>
                  <a:pt x="629266" y="100710"/>
                </a:cubicBezTo>
                <a:cubicBezTo>
                  <a:pt x="627688" y="96678"/>
                  <a:pt x="625300" y="93785"/>
                  <a:pt x="622100" y="92032"/>
                </a:cubicBezTo>
                <a:cubicBezTo>
                  <a:pt x="618901" y="90279"/>
                  <a:pt x="615023" y="89403"/>
                  <a:pt x="610465" y="89403"/>
                </a:cubicBezTo>
                <a:cubicBezTo>
                  <a:pt x="604417" y="89403"/>
                  <a:pt x="598610" y="90820"/>
                  <a:pt x="593045" y="93655"/>
                </a:cubicBezTo>
                <a:cubicBezTo>
                  <a:pt x="587479" y="96487"/>
                  <a:pt x="582548" y="100607"/>
                  <a:pt x="578254" y="106014"/>
                </a:cubicBezTo>
                <a:lnTo>
                  <a:pt x="578254" y="193794"/>
                </a:lnTo>
                <a:lnTo>
                  <a:pt x="546963" y="193794"/>
                </a:lnTo>
                <a:lnTo>
                  <a:pt x="546963" y="66263"/>
                </a:lnTo>
                <a:lnTo>
                  <a:pt x="572851" y="66263"/>
                </a:lnTo>
                <a:lnTo>
                  <a:pt x="575756" y="84033"/>
                </a:lnTo>
                <a:close/>
                <a:moveTo>
                  <a:pt x="752937" y="156903"/>
                </a:moveTo>
                <a:cubicBezTo>
                  <a:pt x="752937" y="154180"/>
                  <a:pt x="752168" y="151941"/>
                  <a:pt x="750632" y="150185"/>
                </a:cubicBezTo>
                <a:cubicBezTo>
                  <a:pt x="749095" y="148430"/>
                  <a:pt x="747053" y="146959"/>
                  <a:pt x="744506" y="145773"/>
                </a:cubicBezTo>
                <a:cubicBezTo>
                  <a:pt x="741958" y="144587"/>
                  <a:pt x="739037" y="143555"/>
                  <a:pt x="735742" y="142679"/>
                </a:cubicBezTo>
                <a:cubicBezTo>
                  <a:pt x="732450" y="141800"/>
                  <a:pt x="729003" y="140920"/>
                  <a:pt x="725401" y="140041"/>
                </a:cubicBezTo>
                <a:cubicBezTo>
                  <a:pt x="720832" y="138811"/>
                  <a:pt x="716440" y="137384"/>
                  <a:pt x="712225" y="135760"/>
                </a:cubicBezTo>
                <a:cubicBezTo>
                  <a:pt x="708009" y="134136"/>
                  <a:pt x="704298" y="132006"/>
                  <a:pt x="701090" y="129371"/>
                </a:cubicBezTo>
                <a:cubicBezTo>
                  <a:pt x="697886" y="126736"/>
                  <a:pt x="695338" y="123421"/>
                  <a:pt x="693448" y="119424"/>
                </a:cubicBezTo>
                <a:cubicBezTo>
                  <a:pt x="691561" y="115428"/>
                  <a:pt x="690618" y="110532"/>
                  <a:pt x="690618" y="104736"/>
                </a:cubicBezTo>
                <a:cubicBezTo>
                  <a:pt x="690618" y="97623"/>
                  <a:pt x="691894" y="91453"/>
                  <a:pt x="694447" y="86227"/>
                </a:cubicBezTo>
                <a:cubicBezTo>
                  <a:pt x="697000" y="81001"/>
                  <a:pt x="700455" y="76676"/>
                  <a:pt x="704813" y="73252"/>
                </a:cubicBezTo>
                <a:cubicBezTo>
                  <a:pt x="709171" y="69825"/>
                  <a:pt x="714227" y="67278"/>
                  <a:pt x="719982" y="65610"/>
                </a:cubicBezTo>
                <a:cubicBezTo>
                  <a:pt x="725736" y="63942"/>
                  <a:pt x="731813" y="63108"/>
                  <a:pt x="738211" y="63108"/>
                </a:cubicBezTo>
                <a:cubicBezTo>
                  <a:pt x="746012" y="63108"/>
                  <a:pt x="753331" y="63741"/>
                  <a:pt x="760168" y="65006"/>
                </a:cubicBezTo>
                <a:cubicBezTo>
                  <a:pt x="767004" y="66272"/>
                  <a:pt x="773184" y="67908"/>
                  <a:pt x="778706" y="69916"/>
                </a:cubicBezTo>
                <a:lnTo>
                  <a:pt x="778706" y="95188"/>
                </a:lnTo>
                <a:cubicBezTo>
                  <a:pt x="775813" y="94243"/>
                  <a:pt x="772767" y="93362"/>
                  <a:pt x="769568" y="92546"/>
                </a:cubicBezTo>
                <a:cubicBezTo>
                  <a:pt x="766369" y="91727"/>
                  <a:pt x="763126" y="91018"/>
                  <a:pt x="759839" y="90418"/>
                </a:cubicBezTo>
                <a:cubicBezTo>
                  <a:pt x="756552" y="89815"/>
                  <a:pt x="753287" y="89321"/>
                  <a:pt x="750044" y="88934"/>
                </a:cubicBezTo>
                <a:cubicBezTo>
                  <a:pt x="746801" y="88546"/>
                  <a:pt x="743733" y="88351"/>
                  <a:pt x="740841" y="88351"/>
                </a:cubicBezTo>
                <a:cubicBezTo>
                  <a:pt x="737160" y="88351"/>
                  <a:pt x="734048" y="88704"/>
                  <a:pt x="731506" y="89411"/>
                </a:cubicBezTo>
                <a:cubicBezTo>
                  <a:pt x="728964" y="90115"/>
                  <a:pt x="726905" y="91063"/>
                  <a:pt x="725327" y="92254"/>
                </a:cubicBezTo>
                <a:cubicBezTo>
                  <a:pt x="723749" y="93443"/>
                  <a:pt x="722610" y="94808"/>
                  <a:pt x="721909" y="96350"/>
                </a:cubicBezTo>
                <a:cubicBezTo>
                  <a:pt x="721207" y="97893"/>
                  <a:pt x="720857" y="99502"/>
                  <a:pt x="720857" y="101178"/>
                </a:cubicBezTo>
                <a:cubicBezTo>
                  <a:pt x="720857" y="104076"/>
                  <a:pt x="721624" y="106448"/>
                  <a:pt x="723158" y="108294"/>
                </a:cubicBezTo>
                <a:cubicBezTo>
                  <a:pt x="724691" y="110138"/>
                  <a:pt x="726817" y="111630"/>
                  <a:pt x="729534" y="112773"/>
                </a:cubicBezTo>
                <a:cubicBezTo>
                  <a:pt x="732251" y="113912"/>
                  <a:pt x="735100" y="114856"/>
                  <a:pt x="738080" y="115603"/>
                </a:cubicBezTo>
                <a:cubicBezTo>
                  <a:pt x="741060" y="116351"/>
                  <a:pt x="743952" y="117076"/>
                  <a:pt x="746757" y="117777"/>
                </a:cubicBezTo>
                <a:cubicBezTo>
                  <a:pt x="751140" y="118831"/>
                  <a:pt x="755522" y="120105"/>
                  <a:pt x="759905" y="121598"/>
                </a:cubicBezTo>
                <a:cubicBezTo>
                  <a:pt x="764287" y="123091"/>
                  <a:pt x="768231" y="125176"/>
                  <a:pt x="771737" y="127855"/>
                </a:cubicBezTo>
                <a:cubicBezTo>
                  <a:pt x="775243" y="130534"/>
                  <a:pt x="778114" y="134003"/>
                  <a:pt x="780349" y="138262"/>
                </a:cubicBezTo>
                <a:cubicBezTo>
                  <a:pt x="782584" y="142521"/>
                  <a:pt x="783702" y="147945"/>
                  <a:pt x="783702" y="154532"/>
                </a:cubicBezTo>
                <a:cubicBezTo>
                  <a:pt x="783702" y="161733"/>
                  <a:pt x="782343" y="168012"/>
                  <a:pt x="779626" y="173370"/>
                </a:cubicBezTo>
                <a:cubicBezTo>
                  <a:pt x="776909" y="178728"/>
                  <a:pt x="773118" y="183185"/>
                  <a:pt x="768253" y="186744"/>
                </a:cubicBezTo>
                <a:cubicBezTo>
                  <a:pt x="763389" y="190299"/>
                  <a:pt x="757560" y="192932"/>
                  <a:pt x="750767" y="194644"/>
                </a:cubicBezTo>
                <a:cubicBezTo>
                  <a:pt x="743974" y="196356"/>
                  <a:pt x="736502" y="197212"/>
                  <a:pt x="728351" y="197212"/>
                </a:cubicBezTo>
                <a:cubicBezTo>
                  <a:pt x="720287" y="197212"/>
                  <a:pt x="713034" y="196577"/>
                  <a:pt x="706592" y="195306"/>
                </a:cubicBezTo>
                <a:cubicBezTo>
                  <a:pt x="700149" y="194035"/>
                  <a:pt x="694825" y="192435"/>
                  <a:pt x="690618" y="190507"/>
                </a:cubicBezTo>
                <a:lnTo>
                  <a:pt x="690618" y="165395"/>
                </a:lnTo>
                <a:cubicBezTo>
                  <a:pt x="697454" y="167937"/>
                  <a:pt x="703765" y="169668"/>
                  <a:pt x="709550" y="170589"/>
                </a:cubicBezTo>
                <a:cubicBezTo>
                  <a:pt x="715335" y="171509"/>
                  <a:pt x="720725" y="171969"/>
                  <a:pt x="725721" y="171969"/>
                </a:cubicBezTo>
                <a:cubicBezTo>
                  <a:pt x="729578" y="171969"/>
                  <a:pt x="733172" y="171683"/>
                  <a:pt x="736502" y="171110"/>
                </a:cubicBezTo>
                <a:cubicBezTo>
                  <a:pt x="739833" y="170538"/>
                  <a:pt x="742703" y="169635"/>
                  <a:pt x="745114" y="168403"/>
                </a:cubicBezTo>
                <a:cubicBezTo>
                  <a:pt x="747524" y="167167"/>
                  <a:pt x="749431" y="165603"/>
                  <a:pt x="750833" y="163711"/>
                </a:cubicBezTo>
                <a:cubicBezTo>
                  <a:pt x="752235" y="161815"/>
                  <a:pt x="752937" y="159546"/>
                  <a:pt x="752937" y="156903"/>
                </a:cubicBezTo>
                <a:close/>
                <a:moveTo>
                  <a:pt x="875499" y="171969"/>
                </a:moveTo>
                <a:cubicBezTo>
                  <a:pt x="881546" y="171969"/>
                  <a:pt x="887857" y="171355"/>
                  <a:pt x="894431" y="170128"/>
                </a:cubicBezTo>
                <a:cubicBezTo>
                  <a:pt x="901005" y="168901"/>
                  <a:pt x="907666" y="167148"/>
                  <a:pt x="914415" y="164869"/>
                </a:cubicBezTo>
                <a:lnTo>
                  <a:pt x="914415" y="189821"/>
                </a:lnTo>
                <a:cubicBezTo>
                  <a:pt x="910383" y="191579"/>
                  <a:pt x="904204" y="193250"/>
                  <a:pt x="895877" y="194833"/>
                </a:cubicBezTo>
                <a:cubicBezTo>
                  <a:pt x="887550" y="196419"/>
                  <a:pt x="878917" y="197212"/>
                  <a:pt x="869977" y="197212"/>
                </a:cubicBezTo>
                <a:cubicBezTo>
                  <a:pt x="860949" y="197212"/>
                  <a:pt x="852378" y="196049"/>
                  <a:pt x="844265" y="193724"/>
                </a:cubicBezTo>
                <a:cubicBezTo>
                  <a:pt x="836155" y="191396"/>
                  <a:pt x="829063" y="187641"/>
                  <a:pt x="822991" y="182458"/>
                </a:cubicBezTo>
                <a:cubicBezTo>
                  <a:pt x="816918" y="177276"/>
                  <a:pt x="812099" y="170557"/>
                  <a:pt x="808533" y="162302"/>
                </a:cubicBezTo>
                <a:cubicBezTo>
                  <a:pt x="804969" y="154046"/>
                  <a:pt x="803187" y="144035"/>
                  <a:pt x="803187" y="132268"/>
                </a:cubicBezTo>
                <a:cubicBezTo>
                  <a:pt x="803187" y="120676"/>
                  <a:pt x="804854" y="110533"/>
                  <a:pt x="808188" y="101840"/>
                </a:cubicBezTo>
                <a:cubicBezTo>
                  <a:pt x="811524" y="93143"/>
                  <a:pt x="815999" y="85941"/>
                  <a:pt x="821614" y="80233"/>
                </a:cubicBezTo>
                <a:cubicBezTo>
                  <a:pt x="827230" y="74524"/>
                  <a:pt x="833657" y="70243"/>
                  <a:pt x="840896" y="67389"/>
                </a:cubicBezTo>
                <a:cubicBezTo>
                  <a:pt x="848135" y="64535"/>
                  <a:pt x="855617" y="63108"/>
                  <a:pt x="863341" y="63108"/>
                </a:cubicBezTo>
                <a:cubicBezTo>
                  <a:pt x="871413" y="63108"/>
                  <a:pt x="878850" y="64338"/>
                  <a:pt x="885651" y="66797"/>
                </a:cubicBezTo>
                <a:cubicBezTo>
                  <a:pt x="892452" y="69254"/>
                  <a:pt x="898331" y="73118"/>
                  <a:pt x="903289" y="78388"/>
                </a:cubicBezTo>
                <a:cubicBezTo>
                  <a:pt x="908247" y="83655"/>
                  <a:pt x="912107" y="90437"/>
                  <a:pt x="914871" y="98733"/>
                </a:cubicBezTo>
                <a:cubicBezTo>
                  <a:pt x="917635" y="107030"/>
                  <a:pt x="919017" y="116841"/>
                  <a:pt x="919017" y="128167"/>
                </a:cubicBezTo>
                <a:cubicBezTo>
                  <a:pt x="918929" y="132558"/>
                  <a:pt x="918798" y="136290"/>
                  <a:pt x="918622" y="139363"/>
                </a:cubicBezTo>
                <a:lnTo>
                  <a:pt x="835136" y="139363"/>
                </a:lnTo>
                <a:cubicBezTo>
                  <a:pt x="835574" y="145236"/>
                  <a:pt x="836889" y="150254"/>
                  <a:pt x="839080" y="154417"/>
                </a:cubicBezTo>
                <a:cubicBezTo>
                  <a:pt x="841271" y="158581"/>
                  <a:pt x="844142" y="161955"/>
                  <a:pt x="847692" y="164541"/>
                </a:cubicBezTo>
                <a:cubicBezTo>
                  <a:pt x="851241" y="167126"/>
                  <a:pt x="855383" y="169011"/>
                  <a:pt x="860116" y="170194"/>
                </a:cubicBezTo>
                <a:cubicBezTo>
                  <a:pt x="864849" y="171377"/>
                  <a:pt x="869977" y="171969"/>
                  <a:pt x="875499" y="171969"/>
                </a:cubicBezTo>
                <a:moveTo>
                  <a:pt x="862939" y="87562"/>
                </a:moveTo>
                <a:cubicBezTo>
                  <a:pt x="859005" y="87562"/>
                  <a:pt x="855509" y="88283"/>
                  <a:pt x="852449" y="89723"/>
                </a:cubicBezTo>
                <a:cubicBezTo>
                  <a:pt x="849390" y="91161"/>
                  <a:pt x="846745" y="93124"/>
                  <a:pt x="844516" y="95611"/>
                </a:cubicBezTo>
                <a:cubicBezTo>
                  <a:pt x="842286" y="98095"/>
                  <a:pt x="840515" y="100996"/>
                  <a:pt x="839203" y="104313"/>
                </a:cubicBezTo>
                <a:cubicBezTo>
                  <a:pt x="837894" y="107627"/>
                  <a:pt x="837020" y="111159"/>
                  <a:pt x="836582" y="114909"/>
                </a:cubicBezTo>
                <a:lnTo>
                  <a:pt x="886542" y="114909"/>
                </a:lnTo>
                <a:cubicBezTo>
                  <a:pt x="886542" y="111159"/>
                  <a:pt x="886040" y="107627"/>
                  <a:pt x="885035" y="104313"/>
                </a:cubicBezTo>
                <a:cubicBezTo>
                  <a:pt x="884029" y="100996"/>
                  <a:pt x="882543" y="98095"/>
                  <a:pt x="880577" y="95611"/>
                </a:cubicBezTo>
                <a:cubicBezTo>
                  <a:pt x="878610" y="93124"/>
                  <a:pt x="876161" y="91161"/>
                  <a:pt x="873231" y="89723"/>
                </a:cubicBezTo>
                <a:cubicBezTo>
                  <a:pt x="870303" y="88283"/>
                  <a:pt x="866872" y="87562"/>
                  <a:pt x="862939" y="87562"/>
                </a:cubicBezTo>
                <a:close/>
              </a:path>
            </a:pathLst>
          </a:custGeom>
          <a:solidFill xmlns:a="http://schemas.openxmlformats.org/drawingml/2006/main">
            <a:srgbClr val="548235"/>
          </a:solidFill>
          <a:ln xmlns:a="http://schemas.openxmlformats.org/drawingml/2006/main" w="0" cap="flat">
            <a:noFill/>
            <a:miter/>
          </a:ln>
        </p:spPr>
      </p:sp>
      <p:pic>
        <p:nvPicPr>
          <p:cNvPr id="36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5a1bef22cb142fa"/>
          <a:stretch xmlns:a="http://schemas.openxmlformats.org/drawingml/2006/main"/>
        </p:blipFill>
        <p:spPr>
          <a:xfrm xmlns:a="http://schemas.openxmlformats.org/drawingml/2006/main">
            <a:off x="2638873" y="3330168"/>
            <a:ext cx="375060" cy="332020"/>
          </a:xfrm>
          <a:prstGeom xmlns:a="http://schemas.openxmlformats.org/drawingml/2006/main" prst="rect">
            <a:avLst/>
          </a:prstGeom>
        </p:spPr>
      </p:pic>
      <p:pic>
        <p:nvPicPr>
          <p:cNvPr id="36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a2a16ca1bcd474c"/>
          <a:stretch xmlns:a="http://schemas.openxmlformats.org/drawingml/2006/main"/>
        </p:blipFill>
        <p:spPr>
          <a:xfrm xmlns:a="http://schemas.openxmlformats.org/drawingml/2006/main">
            <a:off x="6417908" y="4322180"/>
            <a:ext cx="372478" cy="378584"/>
          </a:xfrm>
          <a:prstGeom xmlns:a="http://schemas.openxmlformats.org/drawingml/2006/main" prst="rect">
            <a:avLst/>
          </a:prstGeom>
        </p:spPr>
      </p:pic>
      <p:pic>
        <p:nvPicPr>
          <p:cNvPr id="36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7ea4f174efc4a94"/>
          <a:stretch xmlns:a="http://schemas.openxmlformats.org/drawingml/2006/main"/>
        </p:blipFill>
        <p:spPr>
          <a:xfrm xmlns:a="http://schemas.openxmlformats.org/drawingml/2006/main">
            <a:off x="6413843" y="4327241"/>
            <a:ext cx="374535" cy="374535"/>
          </a:xfrm>
          <a:prstGeom xmlns:a="http://schemas.openxmlformats.org/drawingml/2006/main" prst="rect">
            <a:avLst/>
          </a:prstGeom>
        </p:spPr>
      </p:pic>
      <p:pic>
        <p:nvPicPr>
          <p:cNvPr id="36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7217c99d0254053"/>
          <a:stretch xmlns:a="http://schemas.openxmlformats.org/drawingml/2006/main"/>
        </p:blipFill>
        <p:spPr>
          <a:xfrm xmlns:a="http://schemas.openxmlformats.org/drawingml/2006/main">
            <a:off x="5069581" y="4314082"/>
            <a:ext cx="372478" cy="378584"/>
          </a:xfrm>
          <a:prstGeom xmlns:a="http://schemas.openxmlformats.org/drawingml/2006/main" prst="rect">
            <a:avLst/>
          </a:prstGeom>
        </p:spPr>
      </p:pic>
      <p:pic>
        <p:nvPicPr>
          <p:cNvPr id="36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c94d21545e74912"/>
          <a:stretch xmlns:a="http://schemas.openxmlformats.org/drawingml/2006/main"/>
        </p:blipFill>
        <p:spPr>
          <a:xfrm xmlns:a="http://schemas.openxmlformats.org/drawingml/2006/main">
            <a:off x="5743744" y="4314082"/>
            <a:ext cx="372478" cy="378584"/>
          </a:xfrm>
          <a:prstGeom xmlns:a="http://schemas.openxmlformats.org/drawingml/2006/main" prst="rect">
            <a:avLst/>
          </a:prstGeom>
        </p:spPr>
      </p:pic>
      <p:pic>
        <p:nvPicPr>
          <p:cNvPr id="36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e2c5c49b16b46a1"/>
          <a:stretch xmlns:a="http://schemas.openxmlformats.org/drawingml/2006/main"/>
        </p:blipFill>
        <p:spPr>
          <a:xfrm xmlns:a="http://schemas.openxmlformats.org/drawingml/2006/main">
            <a:off x="5406647" y="3767463"/>
            <a:ext cx="370486" cy="376560"/>
          </a:xfrm>
          <a:prstGeom xmlns:a="http://schemas.openxmlformats.org/drawingml/2006/main" prst="rect">
            <a:avLst/>
          </a:prstGeom>
        </p:spPr>
      </p:pic>
      <p:sp>
        <p:nvSpPr>
          <p:cNvPr id="13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86DD992-9E91-45C2-A6FF-125ADC394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5393" y="4303959"/>
            <a:ext cx="1075017" cy="427172"/>
          </a:xfrm>
          <a:custGeom xmlns:a="http://schemas.openxmlformats.org/drawingml/2006/main">
            <a:pathLst>
              <a:path w="1075017" h="427172" fill="none">
                <a:moveTo>
                  <a:pt x="0" y="71195"/>
                </a:moveTo>
                <a:cubicBezTo>
                  <a:pt x="0" y="31869"/>
                  <a:pt x="31886" y="0"/>
                  <a:pt x="71195" y="0"/>
                </a:cubicBezTo>
                <a:lnTo>
                  <a:pt x="1003822" y="0"/>
                </a:lnTo>
                <a:cubicBezTo>
                  <a:pt x="1043131" y="0"/>
                  <a:pt x="1075017" y="31869"/>
                  <a:pt x="1075017" y="71195"/>
                </a:cubicBezTo>
                <a:lnTo>
                  <a:pt x="1075017" y="355977"/>
                </a:lnTo>
                <a:cubicBezTo>
                  <a:pt x="1075017" y="395303"/>
                  <a:pt x="1043131" y="427172"/>
                  <a:pt x="1003822" y="427172"/>
                </a:cubicBezTo>
                <a:lnTo>
                  <a:pt x="71195" y="427172"/>
                </a:lnTo>
                <a:cubicBezTo>
                  <a:pt x="31886" y="427172"/>
                  <a:pt x="0" y="395303"/>
                  <a:pt x="0" y="355977"/>
                </a:cubicBezTo>
                <a:lnTo>
                  <a:pt x="0" y="71195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6871" cap="flat">
            <a:solidFill>
              <a:srgbClr val="000000"/>
            </a:solidFill>
            <a:miter/>
          </a:ln>
        </p:spPr>
      </p:sp>
      <p:sp>
        <p:nvSpPr>
          <p:cNvPr id="13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8FA6A6F-F013-4832-91A9-9A43929DD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58991" y="4113588"/>
            <a:ext cx="67484" cy="190372"/>
          </a:xfrm>
          <a:custGeom xmlns:a="http://schemas.openxmlformats.org/drawingml/2006/main">
            <a:pathLst>
              <a:path w="67484" h="190372">
                <a:moveTo>
                  <a:pt x="41334" y="0"/>
                </a:moveTo>
                <a:lnTo>
                  <a:pt x="24463" y="135"/>
                </a:lnTo>
                <a:lnTo>
                  <a:pt x="25353" y="122947"/>
                </a:lnTo>
                <a:lnTo>
                  <a:pt x="0" y="123124"/>
                </a:lnTo>
                <a:lnTo>
                  <a:pt x="34248" y="190372"/>
                </a:lnTo>
                <a:lnTo>
                  <a:pt x="67484" y="122652"/>
                </a:lnTo>
                <a:lnTo>
                  <a:pt x="42224" y="122829"/>
                </a:lnTo>
                <a:lnTo>
                  <a:pt x="41334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866F8EC-8AE6-4F21-8A8F-F9B3ED352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8517" y="4470644"/>
            <a:ext cx="245472" cy="67484"/>
          </a:xfrm>
          <a:custGeom xmlns:a="http://schemas.openxmlformats.org/drawingml/2006/main">
            <a:pathLst>
              <a:path w="245472" h="67484">
                <a:moveTo>
                  <a:pt x="0" y="25306"/>
                </a:moveTo>
                <a:lnTo>
                  <a:pt x="0" y="42177"/>
                </a:lnTo>
                <a:lnTo>
                  <a:pt x="177989" y="42177"/>
                </a:lnTo>
                <a:lnTo>
                  <a:pt x="177989" y="67484"/>
                </a:lnTo>
                <a:lnTo>
                  <a:pt x="245472" y="33742"/>
                </a:lnTo>
                <a:lnTo>
                  <a:pt x="177989" y="0"/>
                </a:lnTo>
                <a:lnTo>
                  <a:pt x="177989" y="25306"/>
                </a:lnTo>
                <a:lnTo>
                  <a:pt x="0" y="25306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69C4E55-48FE-418F-BA07-FE2479E40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6370" y="4553650"/>
            <a:ext cx="241255" cy="67484"/>
          </a:xfrm>
          <a:custGeom xmlns:a="http://schemas.openxmlformats.org/drawingml/2006/main">
            <a:pathLst>
              <a:path w="241255" h="67484">
                <a:moveTo>
                  <a:pt x="67484" y="0"/>
                </a:moveTo>
                <a:lnTo>
                  <a:pt x="0" y="33742"/>
                </a:lnTo>
                <a:lnTo>
                  <a:pt x="67484" y="67484"/>
                </a:lnTo>
                <a:lnTo>
                  <a:pt x="67484" y="42177"/>
                </a:lnTo>
                <a:lnTo>
                  <a:pt x="241255" y="42177"/>
                </a:lnTo>
                <a:lnTo>
                  <a:pt x="241255" y="25306"/>
                </a:lnTo>
                <a:lnTo>
                  <a:pt x="67484" y="25306"/>
                </a:lnTo>
                <a:lnTo>
                  <a:pt x="67484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3BC9800-3561-4D76-A56E-72EEC9DAB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0242" y="4481627"/>
            <a:ext cx="283432" cy="67467"/>
          </a:xfrm>
          <a:custGeom xmlns:a="http://schemas.openxmlformats.org/drawingml/2006/main">
            <a:pathLst>
              <a:path w="283432" h="67467">
                <a:moveTo>
                  <a:pt x="283432" y="32881"/>
                </a:moveTo>
                <a:lnTo>
                  <a:pt x="215442" y="0"/>
                </a:lnTo>
                <a:lnTo>
                  <a:pt x="215758" y="25299"/>
                </a:lnTo>
                <a:lnTo>
                  <a:pt x="202451" y="25458"/>
                </a:lnTo>
                <a:lnTo>
                  <a:pt x="202789" y="42329"/>
                </a:lnTo>
                <a:lnTo>
                  <a:pt x="215969" y="42171"/>
                </a:lnTo>
                <a:lnTo>
                  <a:pt x="216286" y="67467"/>
                </a:lnTo>
                <a:lnTo>
                  <a:pt x="283432" y="32881"/>
                </a:lnTo>
                <a:close/>
                <a:moveTo>
                  <a:pt x="168710" y="25897"/>
                </a:moveTo>
                <a:lnTo>
                  <a:pt x="169047" y="42768"/>
                </a:lnTo>
                <a:lnTo>
                  <a:pt x="185918" y="42549"/>
                </a:lnTo>
                <a:lnTo>
                  <a:pt x="185580" y="25678"/>
                </a:lnTo>
                <a:lnTo>
                  <a:pt x="168710" y="25897"/>
                </a:lnTo>
                <a:close/>
                <a:moveTo>
                  <a:pt x="134968" y="26319"/>
                </a:moveTo>
                <a:lnTo>
                  <a:pt x="135305" y="43190"/>
                </a:lnTo>
                <a:lnTo>
                  <a:pt x="152176" y="42970"/>
                </a:lnTo>
                <a:lnTo>
                  <a:pt x="151839" y="26099"/>
                </a:lnTo>
                <a:lnTo>
                  <a:pt x="134968" y="26319"/>
                </a:lnTo>
                <a:close/>
                <a:moveTo>
                  <a:pt x="101226" y="26740"/>
                </a:moveTo>
                <a:lnTo>
                  <a:pt x="101563" y="43611"/>
                </a:lnTo>
                <a:lnTo>
                  <a:pt x="118434" y="43392"/>
                </a:lnTo>
                <a:lnTo>
                  <a:pt x="118097" y="26521"/>
                </a:lnTo>
                <a:lnTo>
                  <a:pt x="101226" y="26740"/>
                </a:lnTo>
                <a:close/>
                <a:moveTo>
                  <a:pt x="67484" y="27162"/>
                </a:moveTo>
                <a:lnTo>
                  <a:pt x="67821" y="44033"/>
                </a:lnTo>
                <a:lnTo>
                  <a:pt x="84692" y="43814"/>
                </a:lnTo>
                <a:lnTo>
                  <a:pt x="84355" y="26960"/>
                </a:lnTo>
                <a:lnTo>
                  <a:pt x="67484" y="27162"/>
                </a:lnTo>
                <a:close/>
                <a:moveTo>
                  <a:pt x="34079" y="44455"/>
                </a:moveTo>
                <a:lnTo>
                  <a:pt x="50950" y="44253"/>
                </a:lnTo>
                <a:lnTo>
                  <a:pt x="50613" y="27382"/>
                </a:lnTo>
                <a:lnTo>
                  <a:pt x="33742" y="27584"/>
                </a:lnTo>
                <a:lnTo>
                  <a:pt x="34079" y="44455"/>
                </a:lnTo>
                <a:close/>
                <a:moveTo>
                  <a:pt x="337" y="44877"/>
                </a:moveTo>
                <a:lnTo>
                  <a:pt x="17208" y="44674"/>
                </a:lnTo>
                <a:lnTo>
                  <a:pt x="16871" y="27803"/>
                </a:lnTo>
                <a:lnTo>
                  <a:pt x="0" y="28023"/>
                </a:lnTo>
                <a:lnTo>
                  <a:pt x="337" y="44877"/>
                </a:lnTo>
                <a:close/>
              </a:path>
            </a:pathLst>
          </a:custGeom>
          <a:solidFill xmlns:a="http://schemas.openxmlformats.org/drawingml/2006/main">
            <a:srgbClr val="548235"/>
          </a:solidFill>
          <a:ln xmlns:a="http://schemas.openxmlformats.org/drawingml/2006/main" w="0" cap="flat">
            <a:noFill/>
            <a:miter/>
          </a:ln>
        </p:spPr>
      </p:sp>
      <p:pic>
        <p:nvPicPr>
          <p:cNvPr id="37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8211f24b5e34986"/>
          <a:stretch xmlns:a="http://schemas.openxmlformats.org/drawingml/2006/main"/>
        </p:blipFill>
        <p:spPr>
          <a:xfrm xmlns:a="http://schemas.openxmlformats.org/drawingml/2006/main">
            <a:off x="7575914" y="4255468"/>
            <a:ext cx="388706" cy="376366"/>
          </a:xfrm>
          <a:prstGeom xmlns:a="http://schemas.openxmlformats.org/drawingml/2006/main" prst="rect">
            <a:avLst/>
          </a:prstGeom>
        </p:spPr>
      </p:pic>
      <p:pic>
        <p:nvPicPr>
          <p:cNvPr id="37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57e5efd10624bb9"/>
          <a:stretch xmlns:a="http://schemas.openxmlformats.org/drawingml/2006/main"/>
        </p:blipFill>
        <p:spPr>
          <a:xfrm xmlns:a="http://schemas.openxmlformats.org/drawingml/2006/main">
            <a:off x="8280445" y="4255468"/>
            <a:ext cx="388706" cy="376366"/>
          </a:xfrm>
          <a:prstGeom xmlns:a="http://schemas.openxmlformats.org/drawingml/2006/main" prst="rect">
            <a:avLst/>
          </a:prstGeom>
        </p:spPr>
      </p:pic>
      <p:pic>
        <p:nvPicPr>
          <p:cNvPr id="37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d19132798fa4470"/>
          <a:stretch xmlns:a="http://schemas.openxmlformats.org/drawingml/2006/main"/>
        </p:blipFill>
        <p:spPr>
          <a:xfrm xmlns:a="http://schemas.openxmlformats.org/drawingml/2006/main">
            <a:off x="7929125" y="3712801"/>
            <a:ext cx="386815" cy="374535"/>
          </a:xfrm>
          <a:prstGeom xmlns:a="http://schemas.openxmlformats.org/drawingml/2006/main" prst="rect">
            <a:avLst/>
          </a:prstGeom>
        </p:spPr>
      </p:pic>
      <p:sp>
        <p:nvSpPr>
          <p:cNvPr id="14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9966A7E-A25C-4271-BCA9-19027FDE4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1742" y="4245249"/>
            <a:ext cx="1123605" cy="425148"/>
          </a:xfrm>
          <a:custGeom xmlns:a="http://schemas.openxmlformats.org/drawingml/2006/main">
            <a:pathLst>
              <a:path w="1123605" h="425148" fill="none">
                <a:moveTo>
                  <a:pt x="0" y="70858"/>
                </a:moveTo>
                <a:cubicBezTo>
                  <a:pt x="0" y="31717"/>
                  <a:pt x="31717" y="0"/>
                  <a:pt x="70858" y="0"/>
                </a:cubicBezTo>
                <a:lnTo>
                  <a:pt x="1052747" y="0"/>
                </a:lnTo>
                <a:cubicBezTo>
                  <a:pt x="1091888" y="0"/>
                  <a:pt x="1123605" y="31717"/>
                  <a:pt x="1123605" y="70858"/>
                </a:cubicBezTo>
                <a:lnTo>
                  <a:pt x="1123605" y="354290"/>
                </a:lnTo>
                <a:cubicBezTo>
                  <a:pt x="1123605" y="393431"/>
                  <a:pt x="1091888" y="425148"/>
                  <a:pt x="1052747" y="425148"/>
                </a:cubicBezTo>
                <a:lnTo>
                  <a:pt x="70858" y="425148"/>
                </a:lnTo>
                <a:cubicBezTo>
                  <a:pt x="31717" y="425148"/>
                  <a:pt x="0" y="393431"/>
                  <a:pt x="0" y="354290"/>
                </a:cubicBezTo>
                <a:lnTo>
                  <a:pt x="0" y="708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6871" cap="flat">
            <a:solidFill>
              <a:srgbClr val="000000"/>
            </a:solidFill>
            <a:miter/>
          </a:ln>
        </p:spPr>
      </p:sp>
      <p:sp>
        <p:nvSpPr>
          <p:cNvPr id="14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CC6A11C-08FF-42DD-B02C-9C2C545AF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9634" y="4056901"/>
            <a:ext cx="67484" cy="189106"/>
          </a:xfrm>
          <a:custGeom xmlns:a="http://schemas.openxmlformats.org/drawingml/2006/main">
            <a:pathLst>
              <a:path w="67484" h="189106">
                <a:moveTo>
                  <a:pt x="41334" y="0"/>
                </a:moveTo>
                <a:lnTo>
                  <a:pt x="24463" y="135"/>
                </a:lnTo>
                <a:lnTo>
                  <a:pt x="25352" y="121692"/>
                </a:lnTo>
                <a:lnTo>
                  <a:pt x="0" y="121876"/>
                </a:lnTo>
                <a:lnTo>
                  <a:pt x="34248" y="189106"/>
                </a:lnTo>
                <a:lnTo>
                  <a:pt x="67484" y="121386"/>
                </a:lnTo>
                <a:lnTo>
                  <a:pt x="42223" y="121570"/>
                </a:lnTo>
                <a:lnTo>
                  <a:pt x="41334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C307A76-706E-41E4-94AD-93F866814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3086" y="4409909"/>
            <a:ext cx="256270" cy="67484"/>
          </a:xfrm>
          <a:custGeom xmlns:a="http://schemas.openxmlformats.org/drawingml/2006/main">
            <a:pathLst>
              <a:path w="256270" h="67484">
                <a:moveTo>
                  <a:pt x="0" y="25306"/>
                </a:moveTo>
                <a:lnTo>
                  <a:pt x="0" y="42177"/>
                </a:lnTo>
                <a:lnTo>
                  <a:pt x="188786" y="42177"/>
                </a:lnTo>
                <a:lnTo>
                  <a:pt x="188786" y="67484"/>
                </a:lnTo>
                <a:lnTo>
                  <a:pt x="256270" y="33742"/>
                </a:lnTo>
                <a:lnTo>
                  <a:pt x="188786" y="0"/>
                </a:lnTo>
                <a:lnTo>
                  <a:pt x="188786" y="25306"/>
                </a:lnTo>
                <a:lnTo>
                  <a:pt x="0" y="25306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A648B18-82D1-42AE-8885-0A4ADD65A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90939" y="4494939"/>
            <a:ext cx="252052" cy="67484"/>
          </a:xfrm>
          <a:custGeom xmlns:a="http://schemas.openxmlformats.org/drawingml/2006/main">
            <a:pathLst>
              <a:path w="252052" h="67484">
                <a:moveTo>
                  <a:pt x="67484" y="0"/>
                </a:moveTo>
                <a:lnTo>
                  <a:pt x="0" y="33742"/>
                </a:lnTo>
                <a:lnTo>
                  <a:pt x="67484" y="67484"/>
                </a:lnTo>
                <a:lnTo>
                  <a:pt x="67484" y="42177"/>
                </a:lnTo>
                <a:lnTo>
                  <a:pt x="252052" y="42177"/>
                </a:lnTo>
                <a:lnTo>
                  <a:pt x="252052" y="25306"/>
                </a:lnTo>
                <a:lnTo>
                  <a:pt x="67484" y="25306"/>
                </a:lnTo>
                <a:lnTo>
                  <a:pt x="67484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pic>
        <p:nvPicPr>
          <p:cNvPr id="37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b538d43e6144baf"/>
          <a:stretch xmlns:a="http://schemas.openxmlformats.org/drawingml/2006/main"/>
        </p:blipFill>
        <p:spPr>
          <a:xfrm xmlns:a="http://schemas.openxmlformats.org/drawingml/2006/main">
            <a:off x="8885775" y="4263566"/>
            <a:ext cx="388706" cy="376366"/>
          </a:xfrm>
          <a:prstGeom xmlns:a="http://schemas.openxmlformats.org/drawingml/2006/main" prst="rect">
            <a:avLst/>
          </a:prstGeom>
        </p:spPr>
      </p:pic>
      <p:pic>
        <p:nvPicPr>
          <p:cNvPr id="37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e9be16f828e45ba"/>
          <a:stretch xmlns:a="http://schemas.openxmlformats.org/drawingml/2006/main"/>
        </p:blipFill>
        <p:spPr>
          <a:xfrm xmlns:a="http://schemas.openxmlformats.org/drawingml/2006/main">
            <a:off x="8901971" y="4270607"/>
            <a:ext cx="360363" cy="342039"/>
          </a:xfrm>
          <a:prstGeom xmlns:a="http://schemas.openxmlformats.org/drawingml/2006/main" prst="rect">
            <a:avLst/>
          </a:prstGeom>
        </p:spPr>
      </p:pic>
      <p:sp>
        <p:nvSpPr>
          <p:cNvPr id="14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3EE8C6D-BE76-4288-BD3D-86CDDCFAC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6886" y="3867289"/>
            <a:ext cx="782812" cy="401360"/>
          </a:xfrm>
          <a:custGeom xmlns:a="http://schemas.openxmlformats.org/drawingml/2006/main">
            <a:pathLst>
              <a:path w="782812" h="401360">
                <a:moveTo>
                  <a:pt x="0" y="31768"/>
                </a:moveTo>
                <a:lnTo>
                  <a:pt x="66472" y="67450"/>
                </a:lnTo>
                <a:lnTo>
                  <a:pt x="67229" y="42209"/>
                </a:lnTo>
                <a:lnTo>
                  <a:pt x="71352" y="42340"/>
                </a:lnTo>
                <a:lnTo>
                  <a:pt x="106776" y="44859"/>
                </a:lnTo>
                <a:lnTo>
                  <a:pt x="142053" y="48504"/>
                </a:lnTo>
                <a:lnTo>
                  <a:pt x="141716" y="48487"/>
                </a:lnTo>
                <a:lnTo>
                  <a:pt x="176976" y="52924"/>
                </a:lnTo>
                <a:lnTo>
                  <a:pt x="176808" y="52874"/>
                </a:lnTo>
                <a:lnTo>
                  <a:pt x="211562" y="58323"/>
                </a:lnTo>
                <a:lnTo>
                  <a:pt x="211224" y="58289"/>
                </a:lnTo>
                <a:lnTo>
                  <a:pt x="245641" y="64616"/>
                </a:lnTo>
                <a:lnTo>
                  <a:pt x="245472" y="64565"/>
                </a:lnTo>
                <a:lnTo>
                  <a:pt x="279383" y="71786"/>
                </a:lnTo>
                <a:lnTo>
                  <a:pt x="279214" y="71735"/>
                </a:lnTo>
                <a:lnTo>
                  <a:pt x="312619" y="79698"/>
                </a:lnTo>
                <a:lnTo>
                  <a:pt x="312450" y="79648"/>
                </a:lnTo>
                <a:lnTo>
                  <a:pt x="345180" y="88387"/>
                </a:lnTo>
                <a:lnTo>
                  <a:pt x="344842" y="88303"/>
                </a:lnTo>
                <a:lnTo>
                  <a:pt x="376728" y="97868"/>
                </a:lnTo>
                <a:lnTo>
                  <a:pt x="407940" y="107991"/>
                </a:lnTo>
                <a:lnTo>
                  <a:pt x="407771" y="107907"/>
                </a:lnTo>
                <a:lnTo>
                  <a:pt x="438139" y="118788"/>
                </a:lnTo>
                <a:lnTo>
                  <a:pt x="437970" y="118704"/>
                </a:lnTo>
                <a:lnTo>
                  <a:pt x="467325" y="130227"/>
                </a:lnTo>
                <a:lnTo>
                  <a:pt x="467157" y="130126"/>
                </a:lnTo>
                <a:lnTo>
                  <a:pt x="495669" y="142273"/>
                </a:lnTo>
                <a:lnTo>
                  <a:pt x="495500" y="142155"/>
                </a:lnTo>
                <a:lnTo>
                  <a:pt x="522999" y="154943"/>
                </a:lnTo>
                <a:lnTo>
                  <a:pt x="522662" y="154825"/>
                </a:lnTo>
                <a:lnTo>
                  <a:pt x="548981" y="168102"/>
                </a:lnTo>
                <a:lnTo>
                  <a:pt x="548812" y="167984"/>
                </a:lnTo>
                <a:lnTo>
                  <a:pt x="573950" y="181768"/>
                </a:lnTo>
                <a:lnTo>
                  <a:pt x="573781" y="181633"/>
                </a:lnTo>
                <a:lnTo>
                  <a:pt x="597259" y="195619"/>
                </a:lnTo>
                <a:lnTo>
                  <a:pt x="619839" y="210280"/>
                </a:lnTo>
                <a:lnTo>
                  <a:pt x="619501" y="210094"/>
                </a:lnTo>
                <a:lnTo>
                  <a:pt x="640590" y="225143"/>
                </a:lnTo>
                <a:lnTo>
                  <a:pt x="640421" y="224907"/>
                </a:lnTo>
                <a:lnTo>
                  <a:pt x="660160" y="240462"/>
                </a:lnTo>
                <a:lnTo>
                  <a:pt x="659823" y="240209"/>
                </a:lnTo>
                <a:lnTo>
                  <a:pt x="677875" y="255899"/>
                </a:lnTo>
                <a:lnTo>
                  <a:pt x="677537" y="255561"/>
                </a:lnTo>
                <a:lnTo>
                  <a:pt x="694071" y="271757"/>
                </a:lnTo>
                <a:lnTo>
                  <a:pt x="708561" y="287696"/>
                </a:lnTo>
                <a:lnTo>
                  <a:pt x="721402" y="303863"/>
                </a:lnTo>
                <a:lnTo>
                  <a:pt x="720896" y="303323"/>
                </a:lnTo>
                <a:lnTo>
                  <a:pt x="732172" y="320103"/>
                </a:lnTo>
                <a:lnTo>
                  <a:pt x="740807" y="335880"/>
                </a:lnTo>
                <a:lnTo>
                  <a:pt x="741339" y="337828"/>
                </a:lnTo>
                <a:lnTo>
                  <a:pt x="717184" y="343628"/>
                </a:lnTo>
                <a:lnTo>
                  <a:pt x="765772" y="401360"/>
                </a:lnTo>
                <a:lnTo>
                  <a:pt x="782812" y="327870"/>
                </a:lnTo>
                <a:lnTo>
                  <a:pt x="757748" y="333888"/>
                </a:lnTo>
                <a:lnTo>
                  <a:pt x="756493" y="329220"/>
                </a:lnTo>
                <a:lnTo>
                  <a:pt x="746371" y="311067"/>
                </a:lnTo>
                <a:lnTo>
                  <a:pt x="734730" y="293656"/>
                </a:lnTo>
                <a:lnTo>
                  <a:pt x="721233" y="276582"/>
                </a:lnTo>
                <a:lnTo>
                  <a:pt x="706049" y="259863"/>
                </a:lnTo>
                <a:lnTo>
                  <a:pt x="689178" y="243313"/>
                </a:lnTo>
                <a:lnTo>
                  <a:pt x="670620" y="227336"/>
                </a:lnTo>
                <a:lnTo>
                  <a:pt x="650713" y="211528"/>
                </a:lnTo>
                <a:lnTo>
                  <a:pt x="629118" y="196243"/>
                </a:lnTo>
                <a:lnTo>
                  <a:pt x="606342" y="181380"/>
                </a:lnTo>
                <a:lnTo>
                  <a:pt x="582217" y="167039"/>
                </a:lnTo>
                <a:lnTo>
                  <a:pt x="556741" y="153104"/>
                </a:lnTo>
                <a:lnTo>
                  <a:pt x="530254" y="139708"/>
                </a:lnTo>
                <a:lnTo>
                  <a:pt x="502417" y="126802"/>
                </a:lnTo>
                <a:lnTo>
                  <a:pt x="473568" y="114554"/>
                </a:lnTo>
                <a:lnTo>
                  <a:pt x="443875" y="102947"/>
                </a:lnTo>
                <a:lnTo>
                  <a:pt x="413338" y="91980"/>
                </a:lnTo>
                <a:lnTo>
                  <a:pt x="381790" y="81790"/>
                </a:lnTo>
                <a:lnTo>
                  <a:pt x="349566" y="72106"/>
                </a:lnTo>
                <a:lnTo>
                  <a:pt x="316668" y="63317"/>
                </a:lnTo>
                <a:lnTo>
                  <a:pt x="283095" y="55303"/>
                </a:lnTo>
                <a:lnTo>
                  <a:pt x="248847" y="48032"/>
                </a:lnTo>
                <a:lnTo>
                  <a:pt x="214261" y="41671"/>
                </a:lnTo>
                <a:lnTo>
                  <a:pt x="179170" y="36188"/>
                </a:lnTo>
                <a:lnTo>
                  <a:pt x="143741" y="31734"/>
                </a:lnTo>
                <a:lnTo>
                  <a:pt x="108143" y="28040"/>
                </a:lnTo>
                <a:lnTo>
                  <a:pt x="72208" y="25492"/>
                </a:lnTo>
                <a:lnTo>
                  <a:pt x="67735" y="25348"/>
                </a:lnTo>
                <a:lnTo>
                  <a:pt x="68496" y="0"/>
                </a:lnTo>
                <a:lnTo>
                  <a:pt x="0" y="31768"/>
                </a:lnTo>
                <a:close/>
              </a:path>
            </a:pathLst>
          </a:custGeom>
          <a:solidFill xmlns:a="http://schemas.openxmlformats.org/drawingml/2006/main">
            <a:srgbClr val="54823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099E77D-1D23-4891-982F-9126E39BD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0267" y="4631931"/>
            <a:ext cx="1310029" cy="207346"/>
          </a:xfrm>
          <a:custGeom xmlns:a="http://schemas.openxmlformats.org/drawingml/2006/main">
            <a:pathLst>
              <a:path w="1310029" h="207346">
                <a:moveTo>
                  <a:pt x="29891" y="60806"/>
                </a:moveTo>
                <a:lnTo>
                  <a:pt x="37791" y="70554"/>
                </a:lnTo>
                <a:lnTo>
                  <a:pt x="51794" y="80086"/>
                </a:lnTo>
                <a:lnTo>
                  <a:pt x="66303" y="89028"/>
                </a:lnTo>
                <a:lnTo>
                  <a:pt x="81993" y="97700"/>
                </a:lnTo>
                <a:lnTo>
                  <a:pt x="99201" y="106203"/>
                </a:lnTo>
                <a:lnTo>
                  <a:pt x="117591" y="114419"/>
                </a:lnTo>
                <a:lnTo>
                  <a:pt x="137161" y="122365"/>
                </a:lnTo>
                <a:lnTo>
                  <a:pt x="157743" y="130176"/>
                </a:lnTo>
                <a:lnTo>
                  <a:pt x="179507" y="137583"/>
                </a:lnTo>
                <a:lnTo>
                  <a:pt x="202283" y="144854"/>
                </a:lnTo>
                <a:lnTo>
                  <a:pt x="225902" y="151737"/>
                </a:lnTo>
                <a:lnTo>
                  <a:pt x="250534" y="158233"/>
                </a:lnTo>
                <a:lnTo>
                  <a:pt x="275840" y="164610"/>
                </a:lnTo>
                <a:lnTo>
                  <a:pt x="301990" y="170464"/>
                </a:lnTo>
                <a:lnTo>
                  <a:pt x="356483" y="181143"/>
                </a:lnTo>
                <a:lnTo>
                  <a:pt x="413338" y="190186"/>
                </a:lnTo>
                <a:lnTo>
                  <a:pt x="472049" y="197427"/>
                </a:lnTo>
                <a:lnTo>
                  <a:pt x="532279" y="202895"/>
                </a:lnTo>
                <a:lnTo>
                  <a:pt x="593351" y="206200"/>
                </a:lnTo>
                <a:lnTo>
                  <a:pt x="655099" y="207346"/>
                </a:lnTo>
                <a:lnTo>
                  <a:pt x="716678" y="206200"/>
                </a:lnTo>
                <a:lnTo>
                  <a:pt x="777751" y="203022"/>
                </a:lnTo>
                <a:lnTo>
                  <a:pt x="837980" y="197810"/>
                </a:lnTo>
                <a:lnTo>
                  <a:pt x="896691" y="190827"/>
                </a:lnTo>
                <a:lnTo>
                  <a:pt x="953377" y="182173"/>
                </a:lnTo>
                <a:lnTo>
                  <a:pt x="1007871" y="171881"/>
                </a:lnTo>
                <a:lnTo>
                  <a:pt x="1034021" y="166263"/>
                </a:lnTo>
                <a:lnTo>
                  <a:pt x="1059496" y="160274"/>
                </a:lnTo>
                <a:lnTo>
                  <a:pt x="1084127" y="153914"/>
                </a:lnTo>
                <a:lnTo>
                  <a:pt x="1107747" y="147283"/>
                </a:lnTo>
                <a:lnTo>
                  <a:pt x="1130522" y="140400"/>
                </a:lnTo>
                <a:lnTo>
                  <a:pt x="1152117" y="133247"/>
                </a:lnTo>
                <a:lnTo>
                  <a:pt x="1172700" y="125824"/>
                </a:lnTo>
                <a:lnTo>
                  <a:pt x="1192439" y="118130"/>
                </a:lnTo>
                <a:lnTo>
                  <a:pt x="1210659" y="110167"/>
                </a:lnTo>
                <a:lnTo>
                  <a:pt x="1227868" y="102052"/>
                </a:lnTo>
                <a:lnTo>
                  <a:pt x="1243558" y="93651"/>
                </a:lnTo>
                <a:lnTo>
                  <a:pt x="1258067" y="85114"/>
                </a:lnTo>
                <a:lnTo>
                  <a:pt x="1272070" y="75953"/>
                </a:lnTo>
                <a:lnTo>
                  <a:pt x="1278680" y="67988"/>
                </a:lnTo>
                <a:lnTo>
                  <a:pt x="1301425" y="82803"/>
                </a:lnTo>
                <a:lnTo>
                  <a:pt x="1310029" y="7845"/>
                </a:lnTo>
                <a:lnTo>
                  <a:pt x="1244908" y="45990"/>
                </a:lnTo>
                <a:lnTo>
                  <a:pt x="1264475" y="58736"/>
                </a:lnTo>
                <a:lnTo>
                  <a:pt x="1260800" y="63170"/>
                </a:lnTo>
                <a:lnTo>
                  <a:pt x="1249176" y="70841"/>
                </a:lnTo>
                <a:lnTo>
                  <a:pt x="1235291" y="79024"/>
                </a:lnTo>
                <a:lnTo>
                  <a:pt x="1235460" y="78855"/>
                </a:lnTo>
                <a:lnTo>
                  <a:pt x="1220257" y="86991"/>
                </a:lnTo>
                <a:lnTo>
                  <a:pt x="1203574" y="94865"/>
                </a:lnTo>
                <a:lnTo>
                  <a:pt x="1203911" y="94747"/>
                </a:lnTo>
                <a:lnTo>
                  <a:pt x="1185859" y="102592"/>
                </a:lnTo>
                <a:lnTo>
                  <a:pt x="1186028" y="102474"/>
                </a:lnTo>
                <a:lnTo>
                  <a:pt x="1166626" y="110066"/>
                </a:lnTo>
                <a:lnTo>
                  <a:pt x="1166964" y="109999"/>
                </a:lnTo>
                <a:lnTo>
                  <a:pt x="1146550" y="117337"/>
                </a:lnTo>
                <a:lnTo>
                  <a:pt x="1146719" y="117253"/>
                </a:lnTo>
                <a:lnTo>
                  <a:pt x="1125292" y="124339"/>
                </a:lnTo>
                <a:lnTo>
                  <a:pt x="1125461" y="124288"/>
                </a:lnTo>
                <a:lnTo>
                  <a:pt x="1102854" y="131121"/>
                </a:lnTo>
                <a:lnTo>
                  <a:pt x="1103192" y="131054"/>
                </a:lnTo>
                <a:lnTo>
                  <a:pt x="1079572" y="137633"/>
                </a:lnTo>
                <a:lnTo>
                  <a:pt x="1079741" y="137599"/>
                </a:lnTo>
                <a:lnTo>
                  <a:pt x="1055278" y="143926"/>
                </a:lnTo>
                <a:lnTo>
                  <a:pt x="1055447" y="143875"/>
                </a:lnTo>
                <a:lnTo>
                  <a:pt x="1030309" y="149831"/>
                </a:lnTo>
                <a:lnTo>
                  <a:pt x="1030478" y="149797"/>
                </a:lnTo>
                <a:lnTo>
                  <a:pt x="1004496" y="155365"/>
                </a:lnTo>
                <a:lnTo>
                  <a:pt x="1004665" y="155314"/>
                </a:lnTo>
                <a:lnTo>
                  <a:pt x="950509" y="165572"/>
                </a:lnTo>
                <a:lnTo>
                  <a:pt x="950678" y="165521"/>
                </a:lnTo>
                <a:lnTo>
                  <a:pt x="894640" y="174078"/>
                </a:lnTo>
                <a:lnTo>
                  <a:pt x="836264" y="181026"/>
                </a:lnTo>
                <a:lnTo>
                  <a:pt x="776401" y="186205"/>
                </a:lnTo>
                <a:lnTo>
                  <a:pt x="776739" y="186188"/>
                </a:lnTo>
                <a:lnTo>
                  <a:pt x="716003" y="189343"/>
                </a:lnTo>
                <a:lnTo>
                  <a:pt x="716341" y="189343"/>
                </a:lnTo>
                <a:lnTo>
                  <a:pt x="655099" y="190470"/>
                </a:lnTo>
                <a:lnTo>
                  <a:pt x="593857" y="189343"/>
                </a:lnTo>
                <a:lnTo>
                  <a:pt x="594195" y="189343"/>
                </a:lnTo>
                <a:lnTo>
                  <a:pt x="533291" y="186053"/>
                </a:lnTo>
                <a:lnTo>
                  <a:pt x="533628" y="186087"/>
                </a:lnTo>
                <a:lnTo>
                  <a:pt x="473980" y="180659"/>
                </a:lnTo>
                <a:lnTo>
                  <a:pt x="415617" y="173461"/>
                </a:lnTo>
                <a:lnTo>
                  <a:pt x="359351" y="164509"/>
                </a:lnTo>
                <a:lnTo>
                  <a:pt x="359520" y="164559"/>
                </a:lnTo>
                <a:lnTo>
                  <a:pt x="305364" y="153931"/>
                </a:lnTo>
                <a:lnTo>
                  <a:pt x="305702" y="153981"/>
                </a:lnTo>
                <a:lnTo>
                  <a:pt x="279720" y="148161"/>
                </a:lnTo>
                <a:lnTo>
                  <a:pt x="279889" y="148211"/>
                </a:lnTo>
                <a:lnTo>
                  <a:pt x="254583" y="141885"/>
                </a:lnTo>
                <a:lnTo>
                  <a:pt x="254751" y="141918"/>
                </a:lnTo>
                <a:lnTo>
                  <a:pt x="230288" y="135457"/>
                </a:lnTo>
                <a:lnTo>
                  <a:pt x="230457" y="135507"/>
                </a:lnTo>
                <a:lnTo>
                  <a:pt x="207175" y="128675"/>
                </a:lnTo>
                <a:lnTo>
                  <a:pt x="207344" y="128742"/>
                </a:lnTo>
                <a:lnTo>
                  <a:pt x="184737" y="121538"/>
                </a:lnTo>
                <a:lnTo>
                  <a:pt x="184906" y="121572"/>
                </a:lnTo>
                <a:lnTo>
                  <a:pt x="163311" y="114233"/>
                </a:lnTo>
                <a:lnTo>
                  <a:pt x="163480" y="114334"/>
                </a:lnTo>
                <a:lnTo>
                  <a:pt x="143266" y="106636"/>
                </a:lnTo>
                <a:lnTo>
                  <a:pt x="124001" y="98847"/>
                </a:lnTo>
                <a:lnTo>
                  <a:pt x="124339" y="98965"/>
                </a:lnTo>
                <a:lnTo>
                  <a:pt x="106419" y="91000"/>
                </a:lnTo>
                <a:lnTo>
                  <a:pt x="89585" y="82668"/>
                </a:lnTo>
                <a:lnTo>
                  <a:pt x="89922" y="82820"/>
                </a:lnTo>
                <a:lnTo>
                  <a:pt x="74651" y="74395"/>
                </a:lnTo>
                <a:lnTo>
                  <a:pt x="60897" y="65930"/>
                </a:lnTo>
                <a:lnTo>
                  <a:pt x="49394" y="58090"/>
                </a:lnTo>
                <a:lnTo>
                  <a:pt x="44379" y="51939"/>
                </a:lnTo>
                <a:lnTo>
                  <a:pt x="63941" y="39967"/>
                </a:lnTo>
                <a:lnTo>
                  <a:pt x="0" y="0"/>
                </a:lnTo>
                <a:lnTo>
                  <a:pt x="6411" y="75177"/>
                </a:lnTo>
                <a:lnTo>
                  <a:pt x="29891" y="60806"/>
                </a:lnTo>
                <a:close/>
              </a:path>
            </a:pathLst>
          </a:custGeom>
          <a:solidFill xmlns:a="http://schemas.openxmlformats.org/drawingml/2006/main">
            <a:srgbClr val="54823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1356CE2-DD51-4ACD-8883-7007D2C8D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9151" y="4408171"/>
            <a:ext cx="232819" cy="69441"/>
          </a:xfrm>
          <a:custGeom xmlns:a="http://schemas.openxmlformats.org/drawingml/2006/main">
            <a:pathLst>
              <a:path w="232819" h="69441">
                <a:moveTo>
                  <a:pt x="232819" y="33455"/>
                </a:moveTo>
                <a:lnTo>
                  <a:pt x="165167" y="0"/>
                </a:lnTo>
                <a:lnTo>
                  <a:pt x="165293" y="25326"/>
                </a:lnTo>
                <a:lnTo>
                  <a:pt x="152682" y="25391"/>
                </a:lnTo>
                <a:lnTo>
                  <a:pt x="144921" y="25526"/>
                </a:lnTo>
                <a:lnTo>
                  <a:pt x="137836" y="25661"/>
                </a:lnTo>
                <a:lnTo>
                  <a:pt x="138004" y="25644"/>
                </a:lnTo>
                <a:lnTo>
                  <a:pt x="131593" y="25644"/>
                </a:lnTo>
                <a:lnTo>
                  <a:pt x="126195" y="25779"/>
                </a:lnTo>
                <a:lnTo>
                  <a:pt x="121808" y="25914"/>
                </a:lnTo>
                <a:lnTo>
                  <a:pt x="118603" y="26049"/>
                </a:lnTo>
                <a:lnTo>
                  <a:pt x="115903" y="26217"/>
                </a:lnTo>
                <a:lnTo>
                  <a:pt x="114722" y="26454"/>
                </a:lnTo>
                <a:lnTo>
                  <a:pt x="114722" y="26454"/>
                </a:lnTo>
                <a:lnTo>
                  <a:pt x="113204" y="26555"/>
                </a:lnTo>
                <a:lnTo>
                  <a:pt x="113373" y="26538"/>
                </a:lnTo>
                <a:lnTo>
                  <a:pt x="110336" y="26673"/>
                </a:lnTo>
                <a:lnTo>
                  <a:pt x="110505" y="26673"/>
                </a:lnTo>
                <a:lnTo>
                  <a:pt x="106118" y="26791"/>
                </a:lnTo>
                <a:lnTo>
                  <a:pt x="106287" y="26791"/>
                </a:lnTo>
                <a:lnTo>
                  <a:pt x="100888" y="26926"/>
                </a:lnTo>
                <a:lnTo>
                  <a:pt x="101057" y="26909"/>
                </a:lnTo>
                <a:lnTo>
                  <a:pt x="94815" y="26909"/>
                </a:lnTo>
                <a:lnTo>
                  <a:pt x="87729" y="27044"/>
                </a:lnTo>
                <a:lnTo>
                  <a:pt x="79968" y="27179"/>
                </a:lnTo>
                <a:lnTo>
                  <a:pt x="79968" y="27162"/>
                </a:lnTo>
                <a:lnTo>
                  <a:pt x="67441" y="27234"/>
                </a:lnTo>
                <a:lnTo>
                  <a:pt x="67315" y="1957"/>
                </a:lnTo>
                <a:lnTo>
                  <a:pt x="0" y="35986"/>
                </a:lnTo>
                <a:lnTo>
                  <a:pt x="67653" y="69441"/>
                </a:lnTo>
                <a:lnTo>
                  <a:pt x="67526" y="44105"/>
                </a:lnTo>
                <a:lnTo>
                  <a:pt x="80137" y="44033"/>
                </a:lnTo>
                <a:lnTo>
                  <a:pt x="87898" y="43915"/>
                </a:lnTo>
                <a:lnTo>
                  <a:pt x="94983" y="43780"/>
                </a:lnTo>
                <a:lnTo>
                  <a:pt x="101226" y="43780"/>
                </a:lnTo>
                <a:lnTo>
                  <a:pt x="106624" y="43662"/>
                </a:lnTo>
                <a:lnTo>
                  <a:pt x="111011" y="43527"/>
                </a:lnTo>
                <a:lnTo>
                  <a:pt x="114216" y="43392"/>
                </a:lnTo>
                <a:lnTo>
                  <a:pt x="116916" y="43223"/>
                </a:lnTo>
                <a:lnTo>
                  <a:pt x="118097" y="42987"/>
                </a:lnTo>
                <a:lnTo>
                  <a:pt x="118205" y="42968"/>
                </a:lnTo>
                <a:lnTo>
                  <a:pt x="119615" y="42886"/>
                </a:lnTo>
                <a:lnTo>
                  <a:pt x="119446" y="42903"/>
                </a:lnTo>
                <a:lnTo>
                  <a:pt x="122483" y="42768"/>
                </a:lnTo>
                <a:lnTo>
                  <a:pt x="122314" y="42768"/>
                </a:lnTo>
                <a:lnTo>
                  <a:pt x="126701" y="42650"/>
                </a:lnTo>
                <a:lnTo>
                  <a:pt x="126532" y="42650"/>
                </a:lnTo>
                <a:lnTo>
                  <a:pt x="131931" y="42515"/>
                </a:lnTo>
                <a:lnTo>
                  <a:pt x="138004" y="42515"/>
                </a:lnTo>
                <a:lnTo>
                  <a:pt x="145090" y="42397"/>
                </a:lnTo>
                <a:lnTo>
                  <a:pt x="153020" y="42262"/>
                </a:lnTo>
                <a:lnTo>
                  <a:pt x="152851" y="42262"/>
                </a:lnTo>
                <a:lnTo>
                  <a:pt x="165378" y="42197"/>
                </a:lnTo>
                <a:lnTo>
                  <a:pt x="165504" y="67484"/>
                </a:lnTo>
                <a:lnTo>
                  <a:pt x="232819" y="33455"/>
                </a:lnTo>
                <a:close/>
              </a:path>
            </a:pathLst>
          </a:custGeom>
          <a:solidFill xmlns:a="http://schemas.openxmlformats.org/drawingml/2006/main">
            <a:srgbClr val="54823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AAC43E7-E798-4710-A191-F1C1265BF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7414" y="99044"/>
            <a:ext cx="2787756" cy="4810246"/>
          </a:xfrm>
          <a:custGeom xmlns:a="http://schemas.openxmlformats.org/drawingml/2006/main">
            <a:pathLst>
              <a:path w="2787756" h="4810246">
                <a:moveTo>
                  <a:pt x="0" y="99032"/>
                </a:moveTo>
                <a:cubicBezTo>
                  <a:pt x="0" y="44371"/>
                  <a:pt x="44371" y="0"/>
                  <a:pt x="99032" y="0"/>
                </a:cubicBezTo>
                <a:lnTo>
                  <a:pt x="2688724" y="0"/>
                </a:lnTo>
                <a:cubicBezTo>
                  <a:pt x="2743385" y="0"/>
                  <a:pt x="2787756" y="44371"/>
                  <a:pt x="2787756" y="99032"/>
                </a:cubicBezTo>
                <a:lnTo>
                  <a:pt x="2787756" y="4711196"/>
                </a:lnTo>
                <a:cubicBezTo>
                  <a:pt x="2787756" y="4765899"/>
                  <a:pt x="2743385" y="4810246"/>
                  <a:pt x="2688724" y="4810246"/>
                </a:cubicBezTo>
                <a:lnTo>
                  <a:pt x="99032" y="4810246"/>
                </a:lnTo>
                <a:cubicBezTo>
                  <a:pt x="44371" y="4810246"/>
                  <a:pt x="0" y="4765899"/>
                  <a:pt x="0" y="4711196"/>
                </a:cubicBezTo>
                <a:lnTo>
                  <a:pt x="0" y="99032"/>
                </a:lnTo>
                <a:close/>
              </a:path>
            </a:pathLst>
          </a:custGeom>
          <a:solidFill xmlns:a="http://schemas.openxmlformats.org/drawingml/2006/main">
            <a:srgbClr val="5B9BD5">
              <a:alpha val="14902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50" name="Text Evaluation">
            <a:extLst xmlns:a="http://schemas.openxmlformats.org/drawingml/2006/main">
              <a:ext uri="{FF2B5EF4-FFF2-40B4-BE49-F238E27FC236}">
                <a16:creationId xmlns:a16="http://schemas.microsoft.com/office/drawing/2014/main" id="{45EC91ED-EE3F-4C05-B442-71849CF07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7335" y="278048"/>
            <a:ext cx="1203613" cy="194057"/>
          </a:xfrm>
          <a:custGeom xmlns:a="http://schemas.openxmlformats.org/drawingml/2006/main">
            <a:pathLst>
              <a:path w="1203613" h="194057">
                <a:moveTo>
                  <a:pt x="32343" y="163555"/>
                </a:moveTo>
                <a:lnTo>
                  <a:pt x="118853" y="163555"/>
                </a:lnTo>
                <a:lnTo>
                  <a:pt x="118853" y="190638"/>
                </a:lnTo>
                <a:lnTo>
                  <a:pt x="0" y="190638"/>
                </a:lnTo>
                <a:lnTo>
                  <a:pt x="0" y="14725"/>
                </a:lnTo>
                <a:lnTo>
                  <a:pt x="114120" y="14725"/>
                </a:lnTo>
                <a:lnTo>
                  <a:pt x="114120" y="41809"/>
                </a:lnTo>
                <a:lnTo>
                  <a:pt x="32343" y="41809"/>
                </a:lnTo>
                <a:lnTo>
                  <a:pt x="32343" y="87036"/>
                </a:lnTo>
                <a:lnTo>
                  <a:pt x="102550" y="87036"/>
                </a:lnTo>
                <a:lnTo>
                  <a:pt x="102550" y="114120"/>
                </a:lnTo>
                <a:lnTo>
                  <a:pt x="32343" y="114120"/>
                </a:lnTo>
                <a:lnTo>
                  <a:pt x="32343" y="163555"/>
                </a:lnTo>
                <a:close/>
                <a:moveTo>
                  <a:pt x="263392" y="63108"/>
                </a:moveTo>
                <a:lnTo>
                  <a:pt x="214089" y="190638"/>
                </a:lnTo>
                <a:lnTo>
                  <a:pt x="183192" y="190638"/>
                </a:lnTo>
                <a:lnTo>
                  <a:pt x="133758" y="63108"/>
                </a:lnTo>
                <a:lnTo>
                  <a:pt x="166627" y="63108"/>
                </a:lnTo>
                <a:lnTo>
                  <a:pt x="184376" y="111803"/>
                </a:lnTo>
                <a:cubicBezTo>
                  <a:pt x="189459" y="125493"/>
                  <a:pt x="194105" y="139181"/>
                  <a:pt x="198312" y="152868"/>
                </a:cubicBezTo>
                <a:lnTo>
                  <a:pt x="198838" y="152868"/>
                </a:lnTo>
                <a:cubicBezTo>
                  <a:pt x="202519" y="141022"/>
                  <a:pt x="207077" y="127598"/>
                  <a:pt x="212511" y="112596"/>
                </a:cubicBezTo>
                <a:lnTo>
                  <a:pt x="230260" y="63108"/>
                </a:lnTo>
                <a:lnTo>
                  <a:pt x="263392" y="63108"/>
                </a:lnTo>
                <a:close/>
                <a:moveTo>
                  <a:pt x="356909" y="177097"/>
                </a:moveTo>
                <a:lnTo>
                  <a:pt x="356383" y="177097"/>
                </a:lnTo>
                <a:cubicBezTo>
                  <a:pt x="354630" y="178937"/>
                  <a:pt x="352524" y="180822"/>
                  <a:pt x="350064" y="182750"/>
                </a:cubicBezTo>
                <a:cubicBezTo>
                  <a:pt x="347607" y="184678"/>
                  <a:pt x="344800" y="186498"/>
                  <a:pt x="341642" y="188210"/>
                </a:cubicBezTo>
                <a:cubicBezTo>
                  <a:pt x="338484" y="189919"/>
                  <a:pt x="334973" y="191320"/>
                  <a:pt x="331111" y="192413"/>
                </a:cubicBezTo>
                <a:cubicBezTo>
                  <a:pt x="327249" y="193509"/>
                  <a:pt x="323080" y="194057"/>
                  <a:pt x="318605" y="194057"/>
                </a:cubicBezTo>
                <a:cubicBezTo>
                  <a:pt x="312552" y="194057"/>
                  <a:pt x="306891" y="193113"/>
                  <a:pt x="301624" y="191226"/>
                </a:cubicBezTo>
                <a:cubicBezTo>
                  <a:pt x="296360" y="189339"/>
                  <a:pt x="291840" y="186618"/>
                  <a:pt x="288066" y="183062"/>
                </a:cubicBezTo>
                <a:cubicBezTo>
                  <a:pt x="284294" y="179507"/>
                  <a:pt x="281333" y="175205"/>
                  <a:pt x="279183" y="170157"/>
                </a:cubicBezTo>
                <a:cubicBezTo>
                  <a:pt x="277033" y="165109"/>
                  <a:pt x="275958" y="159469"/>
                  <a:pt x="275958" y="153238"/>
                </a:cubicBezTo>
                <a:cubicBezTo>
                  <a:pt x="275958" y="146390"/>
                  <a:pt x="277207" y="140245"/>
                  <a:pt x="279705" y="134803"/>
                </a:cubicBezTo>
                <a:cubicBezTo>
                  <a:pt x="282203" y="129360"/>
                  <a:pt x="285687" y="124752"/>
                  <a:pt x="290157" y="120977"/>
                </a:cubicBezTo>
                <a:cubicBezTo>
                  <a:pt x="294627" y="117200"/>
                  <a:pt x="299974" y="114324"/>
                  <a:pt x="306197" y="112349"/>
                </a:cubicBezTo>
                <a:cubicBezTo>
                  <a:pt x="312420" y="110374"/>
                  <a:pt x="319301" y="109387"/>
                  <a:pt x="326838" y="109387"/>
                </a:cubicBezTo>
                <a:cubicBezTo>
                  <a:pt x="332360" y="109387"/>
                  <a:pt x="337444" y="109738"/>
                  <a:pt x="342090" y="110439"/>
                </a:cubicBezTo>
                <a:cubicBezTo>
                  <a:pt x="346735" y="111140"/>
                  <a:pt x="350811" y="111973"/>
                  <a:pt x="354317" y="112937"/>
                </a:cubicBezTo>
                <a:lnTo>
                  <a:pt x="354317" y="107801"/>
                </a:lnTo>
                <a:cubicBezTo>
                  <a:pt x="354317" y="104805"/>
                  <a:pt x="353813" y="101919"/>
                  <a:pt x="352805" y="99144"/>
                </a:cubicBezTo>
                <a:cubicBezTo>
                  <a:pt x="351797" y="96367"/>
                  <a:pt x="350175" y="93899"/>
                  <a:pt x="347940" y="91741"/>
                </a:cubicBezTo>
                <a:cubicBezTo>
                  <a:pt x="345705" y="89582"/>
                  <a:pt x="342791" y="87865"/>
                  <a:pt x="339197" y="86588"/>
                </a:cubicBezTo>
                <a:cubicBezTo>
                  <a:pt x="335603" y="85309"/>
                  <a:pt x="331221" y="84670"/>
                  <a:pt x="326050" y="84670"/>
                </a:cubicBezTo>
                <a:cubicBezTo>
                  <a:pt x="319739" y="84670"/>
                  <a:pt x="313428" y="85371"/>
                  <a:pt x="307117" y="86773"/>
                </a:cubicBezTo>
                <a:cubicBezTo>
                  <a:pt x="300806" y="88176"/>
                  <a:pt x="293970" y="90279"/>
                  <a:pt x="286607" y="93084"/>
                </a:cubicBezTo>
                <a:lnTo>
                  <a:pt x="286607" y="68761"/>
                </a:lnTo>
                <a:cubicBezTo>
                  <a:pt x="293006" y="65957"/>
                  <a:pt x="299798" y="63809"/>
                  <a:pt x="306986" y="62319"/>
                </a:cubicBezTo>
                <a:cubicBezTo>
                  <a:pt x="314173" y="60829"/>
                  <a:pt x="321711" y="60040"/>
                  <a:pt x="329599" y="59953"/>
                </a:cubicBezTo>
                <a:cubicBezTo>
                  <a:pt x="338890" y="59953"/>
                  <a:pt x="347027" y="61093"/>
                  <a:pt x="354009" y="63375"/>
                </a:cubicBezTo>
                <a:cubicBezTo>
                  <a:pt x="360990" y="65657"/>
                  <a:pt x="366836" y="68794"/>
                  <a:pt x="371544" y="72788"/>
                </a:cubicBezTo>
                <a:cubicBezTo>
                  <a:pt x="376252" y="76779"/>
                  <a:pt x="379772" y="81494"/>
                  <a:pt x="382103" y="86934"/>
                </a:cubicBezTo>
                <a:cubicBezTo>
                  <a:pt x="384437" y="92373"/>
                  <a:pt x="385604" y="98295"/>
                  <a:pt x="385604" y="104699"/>
                </a:cubicBezTo>
                <a:lnTo>
                  <a:pt x="385604" y="152737"/>
                </a:lnTo>
                <a:cubicBezTo>
                  <a:pt x="385604" y="161159"/>
                  <a:pt x="385691" y="168397"/>
                  <a:pt x="385867" y="174451"/>
                </a:cubicBezTo>
                <a:cubicBezTo>
                  <a:pt x="386045" y="180504"/>
                  <a:pt x="386221" y="185900"/>
                  <a:pt x="386397" y="190638"/>
                </a:cubicBezTo>
                <a:lnTo>
                  <a:pt x="358228" y="190638"/>
                </a:lnTo>
                <a:lnTo>
                  <a:pt x="356909" y="177097"/>
                </a:lnTo>
                <a:moveTo>
                  <a:pt x="354317" y="136339"/>
                </a:moveTo>
                <a:cubicBezTo>
                  <a:pt x="351345" y="135638"/>
                  <a:pt x="347936" y="135003"/>
                  <a:pt x="344090" y="134433"/>
                </a:cubicBezTo>
                <a:cubicBezTo>
                  <a:pt x="340245" y="133863"/>
                  <a:pt x="336355" y="133578"/>
                  <a:pt x="332422" y="133578"/>
                </a:cubicBezTo>
                <a:cubicBezTo>
                  <a:pt x="324818" y="133578"/>
                  <a:pt x="318809" y="135090"/>
                  <a:pt x="314394" y="138114"/>
                </a:cubicBezTo>
                <a:cubicBezTo>
                  <a:pt x="309981" y="141138"/>
                  <a:pt x="307775" y="145762"/>
                  <a:pt x="307775" y="151985"/>
                </a:cubicBezTo>
                <a:cubicBezTo>
                  <a:pt x="307775" y="154877"/>
                  <a:pt x="308277" y="157397"/>
                  <a:pt x="309282" y="159545"/>
                </a:cubicBezTo>
                <a:cubicBezTo>
                  <a:pt x="310288" y="161692"/>
                  <a:pt x="311642" y="163467"/>
                  <a:pt x="313346" y="164869"/>
                </a:cubicBezTo>
                <a:cubicBezTo>
                  <a:pt x="315050" y="166272"/>
                  <a:pt x="317038" y="167324"/>
                  <a:pt x="319312" y="168025"/>
                </a:cubicBezTo>
                <a:cubicBezTo>
                  <a:pt x="321585" y="168726"/>
                  <a:pt x="323988" y="169077"/>
                  <a:pt x="326522" y="169077"/>
                </a:cubicBezTo>
                <a:cubicBezTo>
                  <a:pt x="329669" y="169077"/>
                  <a:pt x="332641" y="168660"/>
                  <a:pt x="335438" y="167828"/>
                </a:cubicBezTo>
                <a:cubicBezTo>
                  <a:pt x="338234" y="166995"/>
                  <a:pt x="340812" y="165943"/>
                  <a:pt x="343170" y="164672"/>
                </a:cubicBezTo>
                <a:cubicBezTo>
                  <a:pt x="345531" y="163401"/>
                  <a:pt x="347651" y="161977"/>
                  <a:pt x="349530" y="160399"/>
                </a:cubicBezTo>
                <a:cubicBezTo>
                  <a:pt x="351409" y="158822"/>
                  <a:pt x="353005" y="157288"/>
                  <a:pt x="354317" y="155798"/>
                </a:cubicBezTo>
                <a:lnTo>
                  <a:pt x="354317" y="136339"/>
                </a:lnTo>
                <a:close/>
                <a:moveTo>
                  <a:pt x="420111" y="190638"/>
                </a:moveTo>
                <a:lnTo>
                  <a:pt x="420111" y="263"/>
                </a:lnTo>
                <a:lnTo>
                  <a:pt x="451402" y="263"/>
                </a:lnTo>
                <a:lnTo>
                  <a:pt x="451402" y="190638"/>
                </a:lnTo>
                <a:lnTo>
                  <a:pt x="420111" y="190638"/>
                </a:lnTo>
                <a:close/>
                <a:moveTo>
                  <a:pt x="543860" y="194057"/>
                </a:moveTo>
                <a:cubicBezTo>
                  <a:pt x="531033" y="194057"/>
                  <a:pt x="520402" y="191883"/>
                  <a:pt x="511969" y="187536"/>
                </a:cubicBezTo>
                <a:cubicBezTo>
                  <a:pt x="503535" y="183190"/>
                  <a:pt x="497167" y="177327"/>
                  <a:pt x="492864" y="169948"/>
                </a:cubicBezTo>
                <a:cubicBezTo>
                  <a:pt x="490579" y="165995"/>
                  <a:pt x="488888" y="161648"/>
                  <a:pt x="487790" y="156907"/>
                </a:cubicBezTo>
                <a:cubicBezTo>
                  <a:pt x="486691" y="152163"/>
                  <a:pt x="486142" y="146893"/>
                  <a:pt x="486142" y="141097"/>
                </a:cubicBezTo>
                <a:lnTo>
                  <a:pt x="486142" y="63108"/>
                </a:lnTo>
                <a:lnTo>
                  <a:pt x="517433" y="63108"/>
                </a:lnTo>
                <a:lnTo>
                  <a:pt x="517433" y="137839"/>
                </a:lnTo>
                <a:cubicBezTo>
                  <a:pt x="517433" y="142145"/>
                  <a:pt x="517740" y="145858"/>
                  <a:pt x="518353" y="148977"/>
                </a:cubicBezTo>
                <a:cubicBezTo>
                  <a:pt x="518967" y="152097"/>
                  <a:pt x="519887" y="154799"/>
                  <a:pt x="521114" y="157084"/>
                </a:cubicBezTo>
                <a:cubicBezTo>
                  <a:pt x="523218" y="160951"/>
                  <a:pt x="526198" y="163830"/>
                  <a:pt x="530055" y="165720"/>
                </a:cubicBezTo>
                <a:cubicBezTo>
                  <a:pt x="533911" y="167607"/>
                  <a:pt x="538513" y="168551"/>
                  <a:pt x="543860" y="168551"/>
                </a:cubicBezTo>
                <a:cubicBezTo>
                  <a:pt x="549469" y="168551"/>
                  <a:pt x="554268" y="167496"/>
                  <a:pt x="558256" y="165387"/>
                </a:cubicBezTo>
                <a:cubicBezTo>
                  <a:pt x="562244" y="163278"/>
                  <a:pt x="565246" y="160071"/>
                  <a:pt x="567262" y="155765"/>
                </a:cubicBezTo>
                <a:cubicBezTo>
                  <a:pt x="569278" y="151634"/>
                  <a:pt x="570286" y="145880"/>
                  <a:pt x="570286" y="138500"/>
                </a:cubicBezTo>
                <a:lnTo>
                  <a:pt x="570286" y="63108"/>
                </a:lnTo>
                <a:lnTo>
                  <a:pt x="601577" y="63108"/>
                </a:lnTo>
                <a:lnTo>
                  <a:pt x="601577" y="141097"/>
                </a:lnTo>
                <a:cubicBezTo>
                  <a:pt x="601577" y="151462"/>
                  <a:pt x="599776" y="160201"/>
                  <a:pt x="596174" y="167314"/>
                </a:cubicBezTo>
                <a:cubicBezTo>
                  <a:pt x="594153" y="171354"/>
                  <a:pt x="591538" y="175022"/>
                  <a:pt x="588331" y="178317"/>
                </a:cubicBezTo>
                <a:cubicBezTo>
                  <a:pt x="585126" y="181609"/>
                  <a:pt x="581349" y="184419"/>
                  <a:pt x="576999" y="186748"/>
                </a:cubicBezTo>
                <a:cubicBezTo>
                  <a:pt x="572653" y="189073"/>
                  <a:pt x="567733" y="190873"/>
                  <a:pt x="562241" y="192146"/>
                </a:cubicBezTo>
                <a:cubicBezTo>
                  <a:pt x="556752" y="193420"/>
                  <a:pt x="550625" y="194057"/>
                  <a:pt x="543860" y="194057"/>
                </a:cubicBezTo>
                <a:close/>
                <a:moveTo>
                  <a:pt x="708293" y="177097"/>
                </a:moveTo>
                <a:lnTo>
                  <a:pt x="707768" y="177097"/>
                </a:lnTo>
                <a:cubicBezTo>
                  <a:pt x="706015" y="178937"/>
                  <a:pt x="703908" y="180822"/>
                  <a:pt x="701449" y="182750"/>
                </a:cubicBezTo>
                <a:cubicBezTo>
                  <a:pt x="698992" y="184678"/>
                  <a:pt x="696184" y="186498"/>
                  <a:pt x="693026" y="188210"/>
                </a:cubicBezTo>
                <a:cubicBezTo>
                  <a:pt x="689868" y="189919"/>
                  <a:pt x="686358" y="191320"/>
                  <a:pt x="682496" y="192413"/>
                </a:cubicBezTo>
                <a:cubicBezTo>
                  <a:pt x="678634" y="193509"/>
                  <a:pt x="674465" y="194057"/>
                  <a:pt x="669989" y="194057"/>
                </a:cubicBezTo>
                <a:cubicBezTo>
                  <a:pt x="663936" y="194057"/>
                  <a:pt x="658275" y="193113"/>
                  <a:pt x="653008" y="191226"/>
                </a:cubicBezTo>
                <a:cubicBezTo>
                  <a:pt x="647744" y="189339"/>
                  <a:pt x="643224" y="186618"/>
                  <a:pt x="639450" y="183062"/>
                </a:cubicBezTo>
                <a:cubicBezTo>
                  <a:pt x="635678" y="179507"/>
                  <a:pt x="632717" y="175205"/>
                  <a:pt x="630567" y="170157"/>
                </a:cubicBezTo>
                <a:cubicBezTo>
                  <a:pt x="628417" y="165109"/>
                  <a:pt x="627342" y="159469"/>
                  <a:pt x="627342" y="153238"/>
                </a:cubicBezTo>
                <a:cubicBezTo>
                  <a:pt x="627342" y="146390"/>
                  <a:pt x="628591" y="140245"/>
                  <a:pt x="631089" y="134803"/>
                </a:cubicBezTo>
                <a:cubicBezTo>
                  <a:pt x="633587" y="129360"/>
                  <a:pt x="637071" y="124752"/>
                  <a:pt x="641541" y="120977"/>
                </a:cubicBezTo>
                <a:cubicBezTo>
                  <a:pt x="646011" y="117200"/>
                  <a:pt x="651358" y="114324"/>
                  <a:pt x="657581" y="112349"/>
                </a:cubicBezTo>
                <a:cubicBezTo>
                  <a:pt x="663804" y="110374"/>
                  <a:pt x="670685" y="109387"/>
                  <a:pt x="678223" y="109387"/>
                </a:cubicBezTo>
                <a:cubicBezTo>
                  <a:pt x="683745" y="109387"/>
                  <a:pt x="688828" y="109738"/>
                  <a:pt x="693474" y="110439"/>
                </a:cubicBezTo>
                <a:cubicBezTo>
                  <a:pt x="698119" y="111140"/>
                  <a:pt x="702195" y="111973"/>
                  <a:pt x="705701" y="112937"/>
                </a:cubicBezTo>
                <a:lnTo>
                  <a:pt x="705701" y="107801"/>
                </a:lnTo>
                <a:cubicBezTo>
                  <a:pt x="705701" y="104805"/>
                  <a:pt x="705197" y="101919"/>
                  <a:pt x="704189" y="99144"/>
                </a:cubicBezTo>
                <a:cubicBezTo>
                  <a:pt x="703181" y="96367"/>
                  <a:pt x="701559" y="93899"/>
                  <a:pt x="699324" y="91741"/>
                </a:cubicBezTo>
                <a:cubicBezTo>
                  <a:pt x="697089" y="89582"/>
                  <a:pt x="694175" y="87865"/>
                  <a:pt x="690581" y="86588"/>
                </a:cubicBezTo>
                <a:cubicBezTo>
                  <a:pt x="686988" y="85309"/>
                  <a:pt x="682605" y="84670"/>
                  <a:pt x="677434" y="84670"/>
                </a:cubicBezTo>
                <a:cubicBezTo>
                  <a:pt x="671123" y="84670"/>
                  <a:pt x="664812" y="85371"/>
                  <a:pt x="658501" y="86773"/>
                </a:cubicBezTo>
                <a:cubicBezTo>
                  <a:pt x="652191" y="88176"/>
                  <a:pt x="645354" y="90279"/>
                  <a:pt x="637991" y="93084"/>
                </a:cubicBezTo>
                <a:lnTo>
                  <a:pt x="637991" y="68761"/>
                </a:lnTo>
                <a:cubicBezTo>
                  <a:pt x="644390" y="65957"/>
                  <a:pt x="651183" y="63809"/>
                  <a:pt x="658370" y="62319"/>
                </a:cubicBezTo>
                <a:cubicBezTo>
                  <a:pt x="665557" y="60829"/>
                  <a:pt x="673095" y="60040"/>
                  <a:pt x="680984" y="59953"/>
                </a:cubicBezTo>
                <a:cubicBezTo>
                  <a:pt x="690275" y="59953"/>
                  <a:pt x="698411" y="61093"/>
                  <a:pt x="705393" y="63375"/>
                </a:cubicBezTo>
                <a:cubicBezTo>
                  <a:pt x="712375" y="65657"/>
                  <a:pt x="718220" y="68794"/>
                  <a:pt x="722928" y="72788"/>
                </a:cubicBezTo>
                <a:cubicBezTo>
                  <a:pt x="727637" y="76779"/>
                  <a:pt x="731156" y="81494"/>
                  <a:pt x="733487" y="86934"/>
                </a:cubicBezTo>
                <a:cubicBezTo>
                  <a:pt x="735821" y="92373"/>
                  <a:pt x="736988" y="98295"/>
                  <a:pt x="736988" y="104699"/>
                </a:cubicBezTo>
                <a:lnTo>
                  <a:pt x="736988" y="152737"/>
                </a:lnTo>
                <a:cubicBezTo>
                  <a:pt x="736988" y="161159"/>
                  <a:pt x="737075" y="168397"/>
                  <a:pt x="737251" y="174451"/>
                </a:cubicBezTo>
                <a:cubicBezTo>
                  <a:pt x="737429" y="180504"/>
                  <a:pt x="737605" y="185900"/>
                  <a:pt x="737781" y="190638"/>
                </a:cubicBezTo>
                <a:lnTo>
                  <a:pt x="709612" y="190638"/>
                </a:lnTo>
                <a:lnTo>
                  <a:pt x="708293" y="177097"/>
                </a:lnTo>
                <a:moveTo>
                  <a:pt x="705701" y="136339"/>
                </a:moveTo>
                <a:cubicBezTo>
                  <a:pt x="702729" y="135638"/>
                  <a:pt x="699320" y="135003"/>
                  <a:pt x="695475" y="134433"/>
                </a:cubicBezTo>
                <a:cubicBezTo>
                  <a:pt x="691629" y="133863"/>
                  <a:pt x="687740" y="133578"/>
                  <a:pt x="683806" y="133578"/>
                </a:cubicBezTo>
                <a:cubicBezTo>
                  <a:pt x="676203" y="133578"/>
                  <a:pt x="670193" y="135090"/>
                  <a:pt x="665778" y="138114"/>
                </a:cubicBezTo>
                <a:cubicBezTo>
                  <a:pt x="661365" y="141138"/>
                  <a:pt x="659159" y="145762"/>
                  <a:pt x="659159" y="151985"/>
                </a:cubicBezTo>
                <a:cubicBezTo>
                  <a:pt x="659159" y="154877"/>
                  <a:pt x="659661" y="157397"/>
                  <a:pt x="660667" y="159545"/>
                </a:cubicBezTo>
                <a:cubicBezTo>
                  <a:pt x="661672" y="161692"/>
                  <a:pt x="663026" y="163467"/>
                  <a:pt x="664730" y="164869"/>
                </a:cubicBezTo>
                <a:cubicBezTo>
                  <a:pt x="666434" y="166272"/>
                  <a:pt x="668422" y="167324"/>
                  <a:pt x="670696" y="168025"/>
                </a:cubicBezTo>
                <a:cubicBezTo>
                  <a:pt x="672969" y="168726"/>
                  <a:pt x="675373" y="169077"/>
                  <a:pt x="677906" y="169077"/>
                </a:cubicBezTo>
                <a:cubicBezTo>
                  <a:pt x="681053" y="169077"/>
                  <a:pt x="684025" y="168660"/>
                  <a:pt x="686822" y="167828"/>
                </a:cubicBezTo>
                <a:cubicBezTo>
                  <a:pt x="689619" y="166995"/>
                  <a:pt x="692196" y="165943"/>
                  <a:pt x="694554" y="164672"/>
                </a:cubicBezTo>
                <a:cubicBezTo>
                  <a:pt x="696915" y="163401"/>
                  <a:pt x="699035" y="161977"/>
                  <a:pt x="700914" y="160399"/>
                </a:cubicBezTo>
                <a:cubicBezTo>
                  <a:pt x="702793" y="158822"/>
                  <a:pt x="704389" y="157288"/>
                  <a:pt x="705701" y="155798"/>
                </a:cubicBezTo>
                <a:lnTo>
                  <a:pt x="705701" y="136339"/>
                </a:lnTo>
                <a:close/>
                <a:moveTo>
                  <a:pt x="848814" y="190622"/>
                </a:moveTo>
                <a:cubicBezTo>
                  <a:pt x="845308" y="191679"/>
                  <a:pt x="841123" y="192516"/>
                  <a:pt x="836258" y="193132"/>
                </a:cubicBezTo>
                <a:cubicBezTo>
                  <a:pt x="831394" y="193749"/>
                  <a:pt x="826858" y="194057"/>
                  <a:pt x="822651" y="194057"/>
                </a:cubicBezTo>
                <a:cubicBezTo>
                  <a:pt x="811947" y="194057"/>
                  <a:pt x="803183" y="192324"/>
                  <a:pt x="796360" y="188859"/>
                </a:cubicBezTo>
                <a:cubicBezTo>
                  <a:pt x="789540" y="185392"/>
                  <a:pt x="784722" y="180411"/>
                  <a:pt x="781906" y="173917"/>
                </a:cubicBezTo>
                <a:cubicBezTo>
                  <a:pt x="779882" y="169266"/>
                  <a:pt x="778870" y="162947"/>
                  <a:pt x="778870" y="154959"/>
                </a:cubicBezTo>
                <a:lnTo>
                  <a:pt x="778870" y="88877"/>
                </a:lnTo>
                <a:lnTo>
                  <a:pt x="755073" y="88877"/>
                </a:lnTo>
                <a:lnTo>
                  <a:pt x="755073" y="63108"/>
                </a:lnTo>
                <a:lnTo>
                  <a:pt x="778870" y="63108"/>
                </a:lnTo>
                <a:lnTo>
                  <a:pt x="778870" y="27347"/>
                </a:lnTo>
                <a:lnTo>
                  <a:pt x="810161" y="27347"/>
                </a:lnTo>
                <a:lnTo>
                  <a:pt x="810161" y="63108"/>
                </a:lnTo>
                <a:lnTo>
                  <a:pt x="846974" y="63108"/>
                </a:lnTo>
                <a:lnTo>
                  <a:pt x="846974" y="88877"/>
                </a:lnTo>
                <a:lnTo>
                  <a:pt x="810161" y="88877"/>
                </a:lnTo>
                <a:lnTo>
                  <a:pt x="810161" y="150802"/>
                </a:lnTo>
                <a:cubicBezTo>
                  <a:pt x="810161" y="155710"/>
                  <a:pt x="810906" y="159347"/>
                  <a:pt x="812396" y="161714"/>
                </a:cubicBezTo>
                <a:cubicBezTo>
                  <a:pt x="815025" y="165746"/>
                  <a:pt x="820240" y="167762"/>
                  <a:pt x="828041" y="167762"/>
                </a:cubicBezTo>
                <a:cubicBezTo>
                  <a:pt x="831635" y="167762"/>
                  <a:pt x="835207" y="167477"/>
                  <a:pt x="838756" y="166907"/>
                </a:cubicBezTo>
                <a:cubicBezTo>
                  <a:pt x="842306" y="166338"/>
                  <a:pt x="845659" y="165614"/>
                  <a:pt x="848814" y="164738"/>
                </a:cubicBezTo>
                <a:lnTo>
                  <a:pt x="848814" y="190622"/>
                </a:lnTo>
                <a:close/>
                <a:moveTo>
                  <a:pt x="872750" y="63108"/>
                </a:moveTo>
                <a:lnTo>
                  <a:pt x="904041" y="63108"/>
                </a:lnTo>
                <a:lnTo>
                  <a:pt x="904041" y="190638"/>
                </a:lnTo>
                <a:lnTo>
                  <a:pt x="872750" y="190638"/>
                </a:lnTo>
                <a:lnTo>
                  <a:pt x="872750" y="63108"/>
                </a:lnTo>
                <a:moveTo>
                  <a:pt x="871961" y="0"/>
                </a:moveTo>
                <a:lnTo>
                  <a:pt x="904830" y="0"/>
                </a:lnTo>
                <a:lnTo>
                  <a:pt x="904830" y="33920"/>
                </a:lnTo>
                <a:lnTo>
                  <a:pt x="871961" y="33920"/>
                </a:lnTo>
                <a:lnTo>
                  <a:pt x="871961" y="0"/>
                </a:lnTo>
                <a:close/>
                <a:moveTo>
                  <a:pt x="1028410" y="127005"/>
                </a:moveTo>
                <a:cubicBezTo>
                  <a:pt x="1028410" y="120234"/>
                  <a:pt x="1027621" y="114254"/>
                  <a:pt x="1026043" y="109067"/>
                </a:cubicBezTo>
                <a:cubicBezTo>
                  <a:pt x="1024466" y="103879"/>
                  <a:pt x="1022274" y="99526"/>
                  <a:pt x="1019470" y="96009"/>
                </a:cubicBezTo>
                <a:cubicBezTo>
                  <a:pt x="1016665" y="92493"/>
                  <a:pt x="1013290" y="89855"/>
                  <a:pt x="1009346" y="88096"/>
                </a:cubicBezTo>
                <a:cubicBezTo>
                  <a:pt x="1005402" y="86338"/>
                  <a:pt x="1001107" y="85459"/>
                  <a:pt x="996462" y="85459"/>
                </a:cubicBezTo>
                <a:cubicBezTo>
                  <a:pt x="991904" y="85459"/>
                  <a:pt x="987675" y="86338"/>
                  <a:pt x="983774" y="88096"/>
                </a:cubicBezTo>
                <a:cubicBezTo>
                  <a:pt x="979874" y="89855"/>
                  <a:pt x="976521" y="92493"/>
                  <a:pt x="973716" y="96009"/>
                </a:cubicBezTo>
                <a:cubicBezTo>
                  <a:pt x="970912" y="99526"/>
                  <a:pt x="968720" y="103879"/>
                  <a:pt x="967143" y="109067"/>
                </a:cubicBezTo>
                <a:cubicBezTo>
                  <a:pt x="965565" y="114254"/>
                  <a:pt x="964776" y="120234"/>
                  <a:pt x="964776" y="127005"/>
                </a:cubicBezTo>
                <a:cubicBezTo>
                  <a:pt x="964776" y="133776"/>
                  <a:pt x="965565" y="139755"/>
                  <a:pt x="967143" y="144943"/>
                </a:cubicBezTo>
                <a:cubicBezTo>
                  <a:pt x="968720" y="150131"/>
                  <a:pt x="970934" y="154461"/>
                  <a:pt x="973782" y="157934"/>
                </a:cubicBezTo>
                <a:cubicBezTo>
                  <a:pt x="976631" y="161407"/>
                  <a:pt x="980005" y="164045"/>
                  <a:pt x="983906" y="165847"/>
                </a:cubicBezTo>
                <a:cubicBezTo>
                  <a:pt x="987806" y="167650"/>
                  <a:pt x="992079" y="168551"/>
                  <a:pt x="996724" y="168551"/>
                </a:cubicBezTo>
                <a:cubicBezTo>
                  <a:pt x="1001370" y="168551"/>
                  <a:pt x="1005621" y="167650"/>
                  <a:pt x="1009478" y="165847"/>
                </a:cubicBezTo>
                <a:cubicBezTo>
                  <a:pt x="1013334" y="164045"/>
                  <a:pt x="1016665" y="161407"/>
                  <a:pt x="1019470" y="157934"/>
                </a:cubicBezTo>
                <a:cubicBezTo>
                  <a:pt x="1022274" y="154461"/>
                  <a:pt x="1024466" y="150131"/>
                  <a:pt x="1026043" y="144943"/>
                </a:cubicBezTo>
                <a:cubicBezTo>
                  <a:pt x="1027621" y="139755"/>
                  <a:pt x="1028410" y="133776"/>
                  <a:pt x="1028410" y="127005"/>
                </a:cubicBezTo>
                <a:moveTo>
                  <a:pt x="1060753" y="127005"/>
                </a:moveTo>
                <a:cubicBezTo>
                  <a:pt x="1060753" y="137016"/>
                  <a:pt x="1059260" y="146149"/>
                  <a:pt x="1056274" y="154405"/>
                </a:cubicBezTo>
                <a:cubicBezTo>
                  <a:pt x="1053289" y="162660"/>
                  <a:pt x="1049006" y="169730"/>
                  <a:pt x="1043427" y="175613"/>
                </a:cubicBezTo>
                <a:cubicBezTo>
                  <a:pt x="1037850" y="181497"/>
                  <a:pt x="1031109" y="186042"/>
                  <a:pt x="1023204" y="189250"/>
                </a:cubicBezTo>
                <a:cubicBezTo>
                  <a:pt x="1015299" y="192454"/>
                  <a:pt x="1006473" y="194057"/>
                  <a:pt x="996724" y="194057"/>
                </a:cubicBezTo>
                <a:cubicBezTo>
                  <a:pt x="986713" y="194057"/>
                  <a:pt x="977733" y="192454"/>
                  <a:pt x="969784" y="189250"/>
                </a:cubicBezTo>
                <a:cubicBezTo>
                  <a:pt x="961836" y="186042"/>
                  <a:pt x="955094" y="181497"/>
                  <a:pt x="949558" y="175613"/>
                </a:cubicBezTo>
                <a:cubicBezTo>
                  <a:pt x="944025" y="169730"/>
                  <a:pt x="939788" y="162660"/>
                  <a:pt x="936846" y="154405"/>
                </a:cubicBezTo>
                <a:cubicBezTo>
                  <a:pt x="933904" y="146149"/>
                  <a:pt x="932433" y="137016"/>
                  <a:pt x="932433" y="127005"/>
                </a:cubicBezTo>
                <a:cubicBezTo>
                  <a:pt x="932433" y="116993"/>
                  <a:pt x="933926" y="107860"/>
                  <a:pt x="936912" y="99604"/>
                </a:cubicBezTo>
                <a:cubicBezTo>
                  <a:pt x="939897" y="91349"/>
                  <a:pt x="944178" y="84279"/>
                  <a:pt x="949755" y="78396"/>
                </a:cubicBezTo>
                <a:cubicBezTo>
                  <a:pt x="955335" y="72512"/>
                  <a:pt x="962077" y="67968"/>
                  <a:pt x="969982" y="64764"/>
                </a:cubicBezTo>
                <a:cubicBezTo>
                  <a:pt x="977887" y="61556"/>
                  <a:pt x="986713" y="59953"/>
                  <a:pt x="996462" y="59953"/>
                </a:cubicBezTo>
                <a:cubicBezTo>
                  <a:pt x="1006473" y="59953"/>
                  <a:pt x="1015453" y="61556"/>
                  <a:pt x="1023402" y="64764"/>
                </a:cubicBezTo>
                <a:cubicBezTo>
                  <a:pt x="1031350" y="67968"/>
                  <a:pt x="1038091" y="72512"/>
                  <a:pt x="1043624" y="78396"/>
                </a:cubicBezTo>
                <a:cubicBezTo>
                  <a:pt x="1049160" y="84279"/>
                  <a:pt x="1053398" y="91349"/>
                  <a:pt x="1056340" y="99604"/>
                </a:cubicBezTo>
                <a:cubicBezTo>
                  <a:pt x="1059282" y="107860"/>
                  <a:pt x="1060753" y="116993"/>
                  <a:pt x="1060753" y="127005"/>
                </a:cubicBezTo>
                <a:close/>
                <a:moveTo>
                  <a:pt x="1116971" y="80878"/>
                </a:moveTo>
                <a:lnTo>
                  <a:pt x="1117497" y="80878"/>
                </a:lnTo>
                <a:cubicBezTo>
                  <a:pt x="1119340" y="78245"/>
                  <a:pt x="1121666" y="75657"/>
                  <a:pt x="1124473" y="73112"/>
                </a:cubicBezTo>
                <a:cubicBezTo>
                  <a:pt x="1127284" y="70568"/>
                  <a:pt x="1130488" y="68331"/>
                  <a:pt x="1134087" y="66403"/>
                </a:cubicBezTo>
                <a:cubicBezTo>
                  <a:pt x="1137686" y="64472"/>
                  <a:pt x="1141658" y="62915"/>
                  <a:pt x="1146002" y="61732"/>
                </a:cubicBezTo>
                <a:cubicBezTo>
                  <a:pt x="1150349" y="60546"/>
                  <a:pt x="1154981" y="59953"/>
                  <a:pt x="1159897" y="59953"/>
                </a:cubicBezTo>
                <a:cubicBezTo>
                  <a:pt x="1164548" y="59953"/>
                  <a:pt x="1169046" y="60480"/>
                  <a:pt x="1173390" y="61534"/>
                </a:cubicBezTo>
                <a:cubicBezTo>
                  <a:pt x="1177737" y="62586"/>
                  <a:pt x="1181710" y="64231"/>
                  <a:pt x="1185309" y="66469"/>
                </a:cubicBezTo>
                <a:cubicBezTo>
                  <a:pt x="1188908" y="68704"/>
                  <a:pt x="1192090" y="71599"/>
                  <a:pt x="1194853" y="75154"/>
                </a:cubicBezTo>
                <a:cubicBezTo>
                  <a:pt x="1197620" y="78707"/>
                  <a:pt x="1199793" y="82940"/>
                  <a:pt x="1201374" y="87854"/>
                </a:cubicBezTo>
                <a:cubicBezTo>
                  <a:pt x="1202253" y="90574"/>
                  <a:pt x="1202846" y="93535"/>
                  <a:pt x="1203153" y="96737"/>
                </a:cubicBezTo>
                <a:cubicBezTo>
                  <a:pt x="1203459" y="99939"/>
                  <a:pt x="1203613" y="103646"/>
                  <a:pt x="1203613" y="107859"/>
                </a:cubicBezTo>
                <a:lnTo>
                  <a:pt x="1203613" y="190638"/>
                </a:lnTo>
                <a:lnTo>
                  <a:pt x="1172322" y="190638"/>
                </a:lnTo>
                <a:lnTo>
                  <a:pt x="1172322" y="112805"/>
                </a:lnTo>
                <a:cubicBezTo>
                  <a:pt x="1172322" y="109387"/>
                  <a:pt x="1172190" y="106451"/>
                  <a:pt x="1171927" y="103997"/>
                </a:cubicBezTo>
                <a:cubicBezTo>
                  <a:pt x="1171664" y="101542"/>
                  <a:pt x="1171182" y="99395"/>
                  <a:pt x="1170481" y="97554"/>
                </a:cubicBezTo>
                <a:cubicBezTo>
                  <a:pt x="1168903" y="93522"/>
                  <a:pt x="1166515" y="90630"/>
                  <a:pt x="1163316" y="88877"/>
                </a:cubicBezTo>
                <a:cubicBezTo>
                  <a:pt x="1160117" y="87124"/>
                  <a:pt x="1156238" y="86247"/>
                  <a:pt x="1151680" y="86247"/>
                </a:cubicBezTo>
                <a:cubicBezTo>
                  <a:pt x="1145632" y="86247"/>
                  <a:pt x="1139826" y="87665"/>
                  <a:pt x="1134260" y="90500"/>
                </a:cubicBezTo>
                <a:cubicBezTo>
                  <a:pt x="1128694" y="93332"/>
                  <a:pt x="1123764" y="97452"/>
                  <a:pt x="1119469" y="102858"/>
                </a:cubicBezTo>
                <a:lnTo>
                  <a:pt x="1119469" y="190638"/>
                </a:lnTo>
                <a:lnTo>
                  <a:pt x="1088178" y="190638"/>
                </a:lnTo>
                <a:lnTo>
                  <a:pt x="1088178" y="63108"/>
                </a:lnTo>
                <a:lnTo>
                  <a:pt x="1114066" y="63108"/>
                </a:lnTo>
                <a:lnTo>
                  <a:pt x="1116971" y="80878"/>
                </a:lnTo>
                <a:close/>
              </a:path>
            </a:pathLst>
          </a:custGeom>
          <a:solidFill xmlns:a="http://schemas.openxmlformats.org/drawingml/2006/main">
            <a:srgbClr val="0070C0"/>
          </a:solidFill>
          <a:ln xmlns:a="http://schemas.openxmlformats.org/drawingml/2006/main" w="0" cap="flat">
            <a:noFill/>
            <a:miter/>
          </a:ln>
        </p:spPr>
      </p:sp>
      <p:pic>
        <p:nvPicPr>
          <p:cNvPr id="38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b070198e829414f"/>
          <a:stretch xmlns:a="http://schemas.openxmlformats.org/drawingml/2006/main"/>
        </p:blipFill>
        <p:spPr>
          <a:xfrm xmlns:a="http://schemas.openxmlformats.org/drawingml/2006/main">
            <a:off x="10628882" y="240920"/>
            <a:ext cx="352264" cy="333724"/>
          </a:xfrm>
          <a:prstGeom xmlns:a="http://schemas.openxmlformats.org/drawingml/2006/main" prst="rect">
            <a:avLst/>
          </a:prstGeom>
        </p:spPr>
      </p:pic>
      <p:sp>
        <p:nvSpPr>
          <p:cNvPr id="152" name="Text Psy.">
            <a:extLst xmlns:a="http://schemas.openxmlformats.org/drawingml/2006/main">
              <a:ext uri="{FF2B5EF4-FFF2-40B4-BE49-F238E27FC236}">
                <a16:creationId xmlns:a16="http://schemas.microsoft.com/office/drawing/2014/main" id="{4CF60602-AB21-4533-812C-6AB4800C1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9411" y="4524580"/>
            <a:ext cx="261048" cy="148015"/>
          </a:xfrm>
          <a:custGeom xmlns:a="http://schemas.openxmlformats.org/drawingml/2006/main">
            <a:pathLst>
              <a:path w="261048" h="148015">
                <a:moveTo>
                  <a:pt x="13374" y="109780"/>
                </a:moveTo>
                <a:lnTo>
                  <a:pt x="0" y="109780"/>
                </a:lnTo>
                <a:lnTo>
                  <a:pt x="0" y="0"/>
                </a:lnTo>
                <a:lnTo>
                  <a:pt x="30507" y="0"/>
                </a:lnTo>
                <a:cubicBezTo>
                  <a:pt x="35057" y="0"/>
                  <a:pt x="39264" y="273"/>
                  <a:pt x="43129" y="820"/>
                </a:cubicBezTo>
                <a:cubicBezTo>
                  <a:pt x="46994" y="1367"/>
                  <a:pt x="50544" y="2215"/>
                  <a:pt x="53780" y="3364"/>
                </a:cubicBezTo>
                <a:cubicBezTo>
                  <a:pt x="60358" y="5716"/>
                  <a:pt x="65345" y="9230"/>
                  <a:pt x="68744" y="13907"/>
                </a:cubicBezTo>
                <a:cubicBezTo>
                  <a:pt x="72143" y="18584"/>
                  <a:pt x="73843" y="24341"/>
                  <a:pt x="73843" y="31178"/>
                </a:cubicBezTo>
                <a:cubicBezTo>
                  <a:pt x="73843" y="36758"/>
                  <a:pt x="72732" y="41667"/>
                  <a:pt x="70510" y="45906"/>
                </a:cubicBezTo>
                <a:cubicBezTo>
                  <a:pt x="68290" y="50145"/>
                  <a:pt x="65068" y="53687"/>
                  <a:pt x="60844" y="56531"/>
                </a:cubicBezTo>
                <a:cubicBezTo>
                  <a:pt x="56622" y="59376"/>
                  <a:pt x="51480" y="61522"/>
                  <a:pt x="45419" y="62972"/>
                </a:cubicBezTo>
                <a:cubicBezTo>
                  <a:pt x="39357" y="64421"/>
                  <a:pt x="32488" y="65146"/>
                  <a:pt x="24809" y="65146"/>
                </a:cubicBezTo>
                <a:cubicBezTo>
                  <a:pt x="21134" y="65146"/>
                  <a:pt x="17322" y="64982"/>
                  <a:pt x="13374" y="64654"/>
                </a:cubicBezTo>
                <a:lnTo>
                  <a:pt x="13374" y="109780"/>
                </a:lnTo>
                <a:moveTo>
                  <a:pt x="13374" y="52349"/>
                </a:moveTo>
                <a:cubicBezTo>
                  <a:pt x="15182" y="52568"/>
                  <a:pt x="17073" y="52732"/>
                  <a:pt x="19045" y="52842"/>
                </a:cubicBezTo>
                <a:cubicBezTo>
                  <a:pt x="21018" y="52949"/>
                  <a:pt x="22881" y="53003"/>
                  <a:pt x="24635" y="53003"/>
                </a:cubicBezTo>
                <a:cubicBezTo>
                  <a:pt x="30936" y="53003"/>
                  <a:pt x="36305" y="52513"/>
                  <a:pt x="40745" y="51534"/>
                </a:cubicBezTo>
                <a:cubicBezTo>
                  <a:pt x="45184" y="50553"/>
                  <a:pt x="48800" y="49122"/>
                  <a:pt x="51593" y="47242"/>
                </a:cubicBezTo>
                <a:cubicBezTo>
                  <a:pt x="54388" y="45362"/>
                  <a:pt x="56415" y="43074"/>
                  <a:pt x="57675" y="40378"/>
                </a:cubicBezTo>
                <a:cubicBezTo>
                  <a:pt x="58936" y="37681"/>
                  <a:pt x="59567" y="34616"/>
                  <a:pt x="59567" y="31183"/>
                </a:cubicBezTo>
                <a:cubicBezTo>
                  <a:pt x="59567" y="26934"/>
                  <a:pt x="58540" y="23448"/>
                  <a:pt x="56485" y="20725"/>
                </a:cubicBezTo>
                <a:cubicBezTo>
                  <a:pt x="54430" y="18000"/>
                  <a:pt x="51513" y="15929"/>
                  <a:pt x="47732" y="14512"/>
                </a:cubicBezTo>
                <a:cubicBezTo>
                  <a:pt x="45374" y="13641"/>
                  <a:pt x="42662" y="13028"/>
                  <a:pt x="39593" y="12674"/>
                </a:cubicBezTo>
                <a:cubicBezTo>
                  <a:pt x="36525" y="12320"/>
                  <a:pt x="32964" y="12143"/>
                  <a:pt x="28909" y="12143"/>
                </a:cubicBezTo>
                <a:lnTo>
                  <a:pt x="13374" y="12143"/>
                </a:lnTo>
                <a:lnTo>
                  <a:pt x="13374" y="52349"/>
                </a:lnTo>
                <a:close/>
                <a:moveTo>
                  <a:pt x="102655" y="52557"/>
                </a:moveTo>
                <a:cubicBezTo>
                  <a:pt x="102655" y="54694"/>
                  <a:pt x="103110" y="56447"/>
                  <a:pt x="104020" y="57818"/>
                </a:cubicBezTo>
                <a:cubicBezTo>
                  <a:pt x="104929" y="59189"/>
                  <a:pt x="106145" y="60299"/>
                  <a:pt x="107668" y="61149"/>
                </a:cubicBezTo>
                <a:cubicBezTo>
                  <a:pt x="109193" y="61999"/>
                  <a:pt x="110958" y="62698"/>
                  <a:pt x="112963" y="63246"/>
                </a:cubicBezTo>
                <a:cubicBezTo>
                  <a:pt x="114968" y="63793"/>
                  <a:pt x="117040" y="64286"/>
                  <a:pt x="119180" y="64723"/>
                </a:cubicBezTo>
                <a:cubicBezTo>
                  <a:pt x="122122" y="65381"/>
                  <a:pt x="124903" y="66108"/>
                  <a:pt x="127524" y="66903"/>
                </a:cubicBezTo>
                <a:cubicBezTo>
                  <a:pt x="130144" y="67697"/>
                  <a:pt x="132564" y="68890"/>
                  <a:pt x="134782" y="70479"/>
                </a:cubicBezTo>
                <a:cubicBezTo>
                  <a:pt x="137001" y="72069"/>
                  <a:pt x="138793" y="74220"/>
                  <a:pt x="140157" y="76933"/>
                </a:cubicBezTo>
                <a:cubicBezTo>
                  <a:pt x="141521" y="79646"/>
                  <a:pt x="142203" y="83167"/>
                  <a:pt x="142203" y="87497"/>
                </a:cubicBezTo>
                <a:cubicBezTo>
                  <a:pt x="142203" y="91444"/>
                  <a:pt x="141437" y="94938"/>
                  <a:pt x="139905" y="97981"/>
                </a:cubicBezTo>
                <a:cubicBezTo>
                  <a:pt x="138374" y="101022"/>
                  <a:pt x="136213" y="103570"/>
                  <a:pt x="133424" y="105627"/>
                </a:cubicBezTo>
                <a:cubicBezTo>
                  <a:pt x="130634" y="107681"/>
                  <a:pt x="127297" y="109243"/>
                  <a:pt x="123414" y="110311"/>
                </a:cubicBezTo>
                <a:cubicBezTo>
                  <a:pt x="119530" y="111380"/>
                  <a:pt x="115264" y="111914"/>
                  <a:pt x="110614" y="111914"/>
                </a:cubicBezTo>
                <a:cubicBezTo>
                  <a:pt x="107770" y="111914"/>
                  <a:pt x="105185" y="111763"/>
                  <a:pt x="102861" y="111462"/>
                </a:cubicBezTo>
                <a:cubicBezTo>
                  <a:pt x="100536" y="111162"/>
                  <a:pt x="98485" y="110779"/>
                  <a:pt x="96707" y="110314"/>
                </a:cubicBezTo>
                <a:cubicBezTo>
                  <a:pt x="94929" y="109849"/>
                  <a:pt x="93411" y="109370"/>
                  <a:pt x="92153" y="108878"/>
                </a:cubicBezTo>
                <a:cubicBezTo>
                  <a:pt x="90895" y="108386"/>
                  <a:pt x="89856" y="107921"/>
                  <a:pt x="89035" y="107483"/>
                </a:cubicBezTo>
                <a:lnTo>
                  <a:pt x="89035" y="96817"/>
                </a:lnTo>
                <a:cubicBezTo>
                  <a:pt x="92258" y="98130"/>
                  <a:pt x="95452" y="99169"/>
                  <a:pt x="98620" y="99935"/>
                </a:cubicBezTo>
                <a:cubicBezTo>
                  <a:pt x="101789" y="100700"/>
                  <a:pt x="105280" y="101083"/>
                  <a:pt x="109094" y="101083"/>
                </a:cubicBezTo>
                <a:cubicBezTo>
                  <a:pt x="112102" y="101083"/>
                  <a:pt x="114814" y="100809"/>
                  <a:pt x="117229" y="100260"/>
                </a:cubicBezTo>
                <a:cubicBezTo>
                  <a:pt x="119646" y="99712"/>
                  <a:pt x="121727" y="98902"/>
                  <a:pt x="123473" y="97832"/>
                </a:cubicBezTo>
                <a:cubicBezTo>
                  <a:pt x="125218" y="96760"/>
                  <a:pt x="126561" y="95415"/>
                  <a:pt x="127501" y="93796"/>
                </a:cubicBezTo>
                <a:cubicBezTo>
                  <a:pt x="128441" y="92176"/>
                  <a:pt x="128911" y="90296"/>
                  <a:pt x="128911" y="88156"/>
                </a:cubicBezTo>
                <a:cubicBezTo>
                  <a:pt x="128911" y="85963"/>
                  <a:pt x="128481" y="84154"/>
                  <a:pt x="127621" y="82730"/>
                </a:cubicBezTo>
                <a:cubicBezTo>
                  <a:pt x="126763" y="81305"/>
                  <a:pt x="125608" y="80126"/>
                  <a:pt x="124157" y="79194"/>
                </a:cubicBezTo>
                <a:cubicBezTo>
                  <a:pt x="122708" y="78263"/>
                  <a:pt x="121030" y="77495"/>
                  <a:pt x="119124" y="76892"/>
                </a:cubicBezTo>
                <a:cubicBezTo>
                  <a:pt x="117218" y="76289"/>
                  <a:pt x="115218" y="75741"/>
                  <a:pt x="113124" y="75248"/>
                </a:cubicBezTo>
                <a:cubicBezTo>
                  <a:pt x="110386" y="74645"/>
                  <a:pt x="107607" y="73932"/>
                  <a:pt x="104786" y="73110"/>
                </a:cubicBezTo>
                <a:cubicBezTo>
                  <a:pt x="101967" y="72288"/>
                  <a:pt x="99403" y="71137"/>
                  <a:pt x="97094" y="69659"/>
                </a:cubicBezTo>
                <a:cubicBezTo>
                  <a:pt x="94787" y="68179"/>
                  <a:pt x="92921" y="66164"/>
                  <a:pt x="91497" y="63616"/>
                </a:cubicBezTo>
                <a:cubicBezTo>
                  <a:pt x="90075" y="61067"/>
                  <a:pt x="89364" y="57792"/>
                  <a:pt x="89364" y="53790"/>
                </a:cubicBezTo>
                <a:cubicBezTo>
                  <a:pt x="89364" y="49679"/>
                  <a:pt x="90100" y="46117"/>
                  <a:pt x="91574" y="43104"/>
                </a:cubicBezTo>
                <a:cubicBezTo>
                  <a:pt x="93049" y="40088"/>
                  <a:pt x="95042" y="37594"/>
                  <a:pt x="97553" y="35622"/>
                </a:cubicBezTo>
                <a:cubicBezTo>
                  <a:pt x="100066" y="33647"/>
                  <a:pt x="102988" y="32167"/>
                  <a:pt x="106319" y="31181"/>
                </a:cubicBezTo>
                <a:cubicBezTo>
                  <a:pt x="109651" y="30195"/>
                  <a:pt x="113173" y="29701"/>
                  <a:pt x="116886" y="29701"/>
                </a:cubicBezTo>
                <a:cubicBezTo>
                  <a:pt x="121200" y="29701"/>
                  <a:pt x="125200" y="30110"/>
                  <a:pt x="128885" y="30927"/>
                </a:cubicBezTo>
                <a:cubicBezTo>
                  <a:pt x="132572" y="31742"/>
                  <a:pt x="135917" y="32776"/>
                  <a:pt x="138921" y="34027"/>
                </a:cubicBezTo>
                <a:lnTo>
                  <a:pt x="138921" y="44798"/>
                </a:lnTo>
                <a:cubicBezTo>
                  <a:pt x="135726" y="43564"/>
                  <a:pt x="132491" y="42558"/>
                  <a:pt x="129216" y="41780"/>
                </a:cubicBezTo>
                <a:cubicBezTo>
                  <a:pt x="125941" y="41001"/>
                  <a:pt x="122573" y="40585"/>
                  <a:pt x="119111" y="40532"/>
                </a:cubicBezTo>
                <a:cubicBezTo>
                  <a:pt x="116181" y="40532"/>
                  <a:pt x="113678" y="40834"/>
                  <a:pt x="111601" y="41439"/>
                </a:cubicBezTo>
                <a:cubicBezTo>
                  <a:pt x="109524" y="42043"/>
                  <a:pt x="107820" y="42880"/>
                  <a:pt x="106489" y="43952"/>
                </a:cubicBezTo>
                <a:cubicBezTo>
                  <a:pt x="105159" y="45022"/>
                  <a:pt x="104187" y="46285"/>
                  <a:pt x="103573" y="47739"/>
                </a:cubicBezTo>
                <a:cubicBezTo>
                  <a:pt x="102961" y="49194"/>
                  <a:pt x="102655" y="50800"/>
                  <a:pt x="102655" y="52557"/>
                </a:cubicBezTo>
                <a:close/>
                <a:moveTo>
                  <a:pt x="152348" y="31835"/>
                </a:moveTo>
                <a:lnTo>
                  <a:pt x="165065" y="31835"/>
                </a:lnTo>
                <a:lnTo>
                  <a:pt x="189316" y="93004"/>
                </a:lnTo>
                <a:lnTo>
                  <a:pt x="189816" y="93004"/>
                </a:lnTo>
                <a:lnTo>
                  <a:pt x="214704" y="31835"/>
                </a:lnTo>
                <a:lnTo>
                  <a:pt x="227422" y="31835"/>
                </a:lnTo>
                <a:lnTo>
                  <a:pt x="179106" y="148015"/>
                </a:lnTo>
                <a:lnTo>
                  <a:pt x="166470" y="148015"/>
                </a:lnTo>
                <a:lnTo>
                  <a:pt x="183126" y="108275"/>
                </a:lnTo>
                <a:lnTo>
                  <a:pt x="152348" y="31835"/>
                </a:lnTo>
                <a:close/>
                <a:moveTo>
                  <a:pt x="245459" y="109780"/>
                </a:moveTo>
                <a:lnTo>
                  <a:pt x="245459" y="93699"/>
                </a:lnTo>
                <a:lnTo>
                  <a:pt x="261048" y="93699"/>
                </a:lnTo>
                <a:lnTo>
                  <a:pt x="261048" y="109780"/>
                </a:lnTo>
                <a:lnTo>
                  <a:pt x="245459" y="109780"/>
                </a:lnTo>
                <a:close/>
              </a:path>
            </a:pathLst>
          </a:custGeom>
          <a:solidFill xmlns:a="http://schemas.openxmlformats.org/drawingml/2006/main">
            <a:srgbClr val="0070C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3" name="Text Score">
            <a:extLst xmlns:a="http://schemas.openxmlformats.org/drawingml/2006/main">
              <a:ext uri="{FF2B5EF4-FFF2-40B4-BE49-F238E27FC236}">
                <a16:creationId xmlns:a16="http://schemas.microsoft.com/office/drawing/2014/main" id="{F8CD7779-BD8C-4954-BF87-F1932E73A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73328" y="4724898"/>
            <a:ext cx="375284" cy="114047"/>
          </a:xfrm>
          <a:custGeom xmlns:a="http://schemas.openxmlformats.org/drawingml/2006/main">
            <a:pathLst>
              <a:path w="375284" h="114047">
                <a:moveTo>
                  <a:pt x="14276" y="31140"/>
                </a:moveTo>
                <a:cubicBezTo>
                  <a:pt x="14276" y="34372"/>
                  <a:pt x="14931" y="37043"/>
                  <a:pt x="16240" y="39152"/>
                </a:cubicBezTo>
                <a:cubicBezTo>
                  <a:pt x="17550" y="41260"/>
                  <a:pt x="19309" y="42999"/>
                  <a:pt x="21517" y="44370"/>
                </a:cubicBezTo>
                <a:cubicBezTo>
                  <a:pt x="23726" y="45739"/>
                  <a:pt x="26289" y="46862"/>
                  <a:pt x="29207" y="47739"/>
                </a:cubicBezTo>
                <a:cubicBezTo>
                  <a:pt x="32126" y="48614"/>
                  <a:pt x="35168" y="49436"/>
                  <a:pt x="38332" y="50203"/>
                </a:cubicBezTo>
                <a:cubicBezTo>
                  <a:pt x="42586" y="51244"/>
                  <a:pt x="46773" y="52395"/>
                  <a:pt x="50890" y="53654"/>
                </a:cubicBezTo>
                <a:cubicBezTo>
                  <a:pt x="55008" y="54914"/>
                  <a:pt x="58676" y="56653"/>
                  <a:pt x="61895" y="58872"/>
                </a:cubicBezTo>
                <a:cubicBezTo>
                  <a:pt x="65114" y="61091"/>
                  <a:pt x="67718" y="63980"/>
                  <a:pt x="69708" y="67541"/>
                </a:cubicBezTo>
                <a:cubicBezTo>
                  <a:pt x="71699" y="71102"/>
                  <a:pt x="72695" y="75676"/>
                  <a:pt x="72695" y="81264"/>
                </a:cubicBezTo>
                <a:cubicBezTo>
                  <a:pt x="72695" y="86961"/>
                  <a:pt x="71604" y="91878"/>
                  <a:pt x="69423" y="96014"/>
                </a:cubicBezTo>
                <a:cubicBezTo>
                  <a:pt x="67242" y="100149"/>
                  <a:pt x="64233" y="103545"/>
                  <a:pt x="60398" y="106201"/>
                </a:cubicBezTo>
                <a:cubicBezTo>
                  <a:pt x="56562" y="108857"/>
                  <a:pt x="52046" y="110829"/>
                  <a:pt x="46850" y="112116"/>
                </a:cubicBezTo>
                <a:cubicBezTo>
                  <a:pt x="41653" y="113403"/>
                  <a:pt x="35964" y="114047"/>
                  <a:pt x="29783" y="114047"/>
                </a:cubicBezTo>
                <a:cubicBezTo>
                  <a:pt x="26939" y="114047"/>
                  <a:pt x="24026" y="113869"/>
                  <a:pt x="21045" y="113514"/>
                </a:cubicBezTo>
                <a:cubicBezTo>
                  <a:pt x="18064" y="113158"/>
                  <a:pt x="15220" y="112680"/>
                  <a:pt x="12512" y="112078"/>
                </a:cubicBezTo>
                <a:cubicBezTo>
                  <a:pt x="9805" y="111476"/>
                  <a:pt x="7357" y="110792"/>
                  <a:pt x="5169" y="110027"/>
                </a:cubicBezTo>
                <a:cubicBezTo>
                  <a:pt x="2981" y="109261"/>
                  <a:pt x="1258" y="108495"/>
                  <a:pt x="0" y="107729"/>
                </a:cubicBezTo>
                <a:lnTo>
                  <a:pt x="0" y="95504"/>
                </a:lnTo>
                <a:cubicBezTo>
                  <a:pt x="1969" y="96477"/>
                  <a:pt x="4184" y="97368"/>
                  <a:pt x="6646" y="98178"/>
                </a:cubicBezTo>
                <a:cubicBezTo>
                  <a:pt x="9107" y="98989"/>
                  <a:pt x="11651" y="99677"/>
                  <a:pt x="14276" y="100245"/>
                </a:cubicBezTo>
                <a:cubicBezTo>
                  <a:pt x="16902" y="100812"/>
                  <a:pt x="19555" y="101259"/>
                  <a:pt x="22235" y="101583"/>
                </a:cubicBezTo>
                <a:cubicBezTo>
                  <a:pt x="24915" y="101906"/>
                  <a:pt x="27431" y="102068"/>
                  <a:pt x="29783" y="102068"/>
                </a:cubicBezTo>
                <a:cubicBezTo>
                  <a:pt x="33612" y="102068"/>
                  <a:pt x="37264" y="101741"/>
                  <a:pt x="40737" y="101086"/>
                </a:cubicBezTo>
                <a:cubicBezTo>
                  <a:pt x="44210" y="100430"/>
                  <a:pt x="47260" y="99337"/>
                  <a:pt x="49885" y="97809"/>
                </a:cubicBezTo>
                <a:cubicBezTo>
                  <a:pt x="52511" y="96279"/>
                  <a:pt x="54589" y="94190"/>
                  <a:pt x="56121" y="91543"/>
                </a:cubicBezTo>
                <a:cubicBezTo>
                  <a:pt x="57653" y="88895"/>
                  <a:pt x="58418" y="85578"/>
                  <a:pt x="58418" y="81592"/>
                </a:cubicBezTo>
                <a:cubicBezTo>
                  <a:pt x="58418" y="78305"/>
                  <a:pt x="57748" y="75594"/>
                  <a:pt x="56408" y="73459"/>
                </a:cubicBezTo>
                <a:cubicBezTo>
                  <a:pt x="55068" y="71322"/>
                  <a:pt x="53277" y="69555"/>
                  <a:pt x="51034" y="68159"/>
                </a:cubicBezTo>
                <a:cubicBezTo>
                  <a:pt x="48791" y="66761"/>
                  <a:pt x="46207" y="65624"/>
                  <a:pt x="43280" y="64749"/>
                </a:cubicBezTo>
                <a:cubicBezTo>
                  <a:pt x="40354" y="63872"/>
                  <a:pt x="37277" y="63050"/>
                  <a:pt x="34050" y="62282"/>
                </a:cubicBezTo>
                <a:cubicBezTo>
                  <a:pt x="29783" y="61296"/>
                  <a:pt x="25613" y="60187"/>
                  <a:pt x="21538" y="58954"/>
                </a:cubicBezTo>
                <a:cubicBezTo>
                  <a:pt x="17463" y="57722"/>
                  <a:pt x="13825" y="56010"/>
                  <a:pt x="10625" y="53818"/>
                </a:cubicBezTo>
                <a:cubicBezTo>
                  <a:pt x="7425" y="51627"/>
                  <a:pt x="4855" y="48807"/>
                  <a:pt x="2913" y="45357"/>
                </a:cubicBezTo>
                <a:cubicBezTo>
                  <a:pt x="971" y="41906"/>
                  <a:pt x="0" y="37496"/>
                  <a:pt x="0" y="32127"/>
                </a:cubicBezTo>
                <a:cubicBezTo>
                  <a:pt x="0" y="26539"/>
                  <a:pt x="1032" y="21733"/>
                  <a:pt x="3095" y="17707"/>
                </a:cubicBezTo>
                <a:cubicBezTo>
                  <a:pt x="5160" y="13682"/>
                  <a:pt x="7949" y="10354"/>
                  <a:pt x="11464" y="7725"/>
                </a:cubicBezTo>
                <a:cubicBezTo>
                  <a:pt x="14980" y="5095"/>
                  <a:pt x="19008" y="3149"/>
                  <a:pt x="23548" y="1890"/>
                </a:cubicBezTo>
                <a:cubicBezTo>
                  <a:pt x="28088" y="630"/>
                  <a:pt x="32929" y="0"/>
                  <a:pt x="38070" y="0"/>
                </a:cubicBezTo>
                <a:cubicBezTo>
                  <a:pt x="43923" y="0"/>
                  <a:pt x="49379" y="563"/>
                  <a:pt x="54439" y="1690"/>
                </a:cubicBezTo>
                <a:cubicBezTo>
                  <a:pt x="59499" y="2816"/>
                  <a:pt x="64134" y="4286"/>
                  <a:pt x="68346" y="6100"/>
                </a:cubicBezTo>
                <a:lnTo>
                  <a:pt x="68346" y="18543"/>
                </a:lnTo>
                <a:cubicBezTo>
                  <a:pt x="63806" y="16628"/>
                  <a:pt x="59116" y="15070"/>
                  <a:pt x="54275" y="13866"/>
                </a:cubicBezTo>
                <a:cubicBezTo>
                  <a:pt x="49434" y="12663"/>
                  <a:pt x="44251" y="12034"/>
                  <a:pt x="38727" y="11979"/>
                </a:cubicBezTo>
                <a:cubicBezTo>
                  <a:pt x="34570" y="11979"/>
                  <a:pt x="30960" y="12429"/>
                  <a:pt x="27896" y="13330"/>
                </a:cubicBezTo>
                <a:cubicBezTo>
                  <a:pt x="24833" y="14231"/>
                  <a:pt x="22290" y="15514"/>
                  <a:pt x="20266" y="17179"/>
                </a:cubicBezTo>
                <a:cubicBezTo>
                  <a:pt x="18242" y="18844"/>
                  <a:pt x="16738" y="20863"/>
                  <a:pt x="15753" y="23238"/>
                </a:cubicBezTo>
                <a:cubicBezTo>
                  <a:pt x="14769" y="25612"/>
                  <a:pt x="14276" y="28246"/>
                  <a:pt x="14276" y="31140"/>
                </a:cubicBezTo>
                <a:close/>
                <a:moveTo>
                  <a:pt x="128118" y="31835"/>
                </a:moveTo>
                <a:cubicBezTo>
                  <a:pt x="131892" y="31835"/>
                  <a:pt x="135502" y="32231"/>
                  <a:pt x="138948" y="33024"/>
                </a:cubicBezTo>
                <a:cubicBezTo>
                  <a:pt x="142394" y="33818"/>
                  <a:pt x="145348" y="34925"/>
                  <a:pt x="147810" y="36347"/>
                </a:cubicBezTo>
                <a:lnTo>
                  <a:pt x="147810" y="46932"/>
                </a:lnTo>
                <a:cubicBezTo>
                  <a:pt x="144364" y="45619"/>
                  <a:pt x="141191" y="44634"/>
                  <a:pt x="138292" y="43978"/>
                </a:cubicBezTo>
                <a:cubicBezTo>
                  <a:pt x="135393" y="43321"/>
                  <a:pt x="132439" y="42993"/>
                  <a:pt x="129431" y="42993"/>
                </a:cubicBezTo>
                <a:cubicBezTo>
                  <a:pt x="126258" y="42993"/>
                  <a:pt x="123113" y="43514"/>
                  <a:pt x="119995" y="44555"/>
                </a:cubicBezTo>
                <a:cubicBezTo>
                  <a:pt x="116877" y="45596"/>
                  <a:pt x="114088" y="47308"/>
                  <a:pt x="111626" y="49690"/>
                </a:cubicBezTo>
                <a:cubicBezTo>
                  <a:pt x="109165" y="52072"/>
                  <a:pt x="107182" y="55221"/>
                  <a:pt x="105678" y="59139"/>
                </a:cubicBezTo>
                <a:cubicBezTo>
                  <a:pt x="104174" y="63055"/>
                  <a:pt x="103422" y="67915"/>
                  <a:pt x="103422" y="73720"/>
                </a:cubicBezTo>
                <a:cubicBezTo>
                  <a:pt x="103422" y="77939"/>
                  <a:pt x="103982" y="81829"/>
                  <a:pt x="105104" y="85389"/>
                </a:cubicBezTo>
                <a:cubicBezTo>
                  <a:pt x="106225" y="88950"/>
                  <a:pt x="107893" y="92031"/>
                  <a:pt x="110108" y="94632"/>
                </a:cubicBezTo>
                <a:cubicBezTo>
                  <a:pt x="112324" y="97234"/>
                  <a:pt x="115100" y="99260"/>
                  <a:pt x="118436" y="100712"/>
                </a:cubicBezTo>
                <a:cubicBezTo>
                  <a:pt x="121773" y="102163"/>
                  <a:pt x="125629" y="102888"/>
                  <a:pt x="130005" y="102888"/>
                </a:cubicBezTo>
                <a:cubicBezTo>
                  <a:pt x="133178" y="102888"/>
                  <a:pt x="136378" y="102547"/>
                  <a:pt x="139605" y="101863"/>
                </a:cubicBezTo>
                <a:cubicBezTo>
                  <a:pt x="142832" y="101179"/>
                  <a:pt x="145977" y="100208"/>
                  <a:pt x="149040" y="98950"/>
                </a:cubicBezTo>
                <a:lnTo>
                  <a:pt x="149040" y="109593"/>
                </a:lnTo>
                <a:cubicBezTo>
                  <a:pt x="148110" y="110142"/>
                  <a:pt x="146893" y="110692"/>
                  <a:pt x="145389" y="111242"/>
                </a:cubicBezTo>
                <a:cubicBezTo>
                  <a:pt x="143885" y="111792"/>
                  <a:pt x="142230" y="112274"/>
                  <a:pt x="140425" y="112685"/>
                </a:cubicBezTo>
                <a:cubicBezTo>
                  <a:pt x="138620" y="113097"/>
                  <a:pt x="136706" y="113427"/>
                  <a:pt x="134682" y="113675"/>
                </a:cubicBezTo>
                <a:cubicBezTo>
                  <a:pt x="132658" y="113923"/>
                  <a:pt x="130634" y="114047"/>
                  <a:pt x="128610" y="114047"/>
                </a:cubicBezTo>
                <a:cubicBezTo>
                  <a:pt x="123359" y="114047"/>
                  <a:pt x="118395" y="113252"/>
                  <a:pt x="113719" y="111662"/>
                </a:cubicBezTo>
                <a:cubicBezTo>
                  <a:pt x="109042" y="110073"/>
                  <a:pt x="104953" y="107634"/>
                  <a:pt x="101452" y="104347"/>
                </a:cubicBezTo>
                <a:cubicBezTo>
                  <a:pt x="97952" y="101059"/>
                  <a:pt x="95189" y="96893"/>
                  <a:pt x="93166" y="91850"/>
                </a:cubicBezTo>
                <a:cubicBezTo>
                  <a:pt x="91142" y="86808"/>
                  <a:pt x="90130" y="80834"/>
                  <a:pt x="90130" y="73928"/>
                </a:cubicBezTo>
                <a:cubicBezTo>
                  <a:pt x="90130" y="68776"/>
                  <a:pt x="90663" y="64145"/>
                  <a:pt x="91730" y="60034"/>
                </a:cubicBezTo>
                <a:cubicBezTo>
                  <a:pt x="92796" y="55923"/>
                  <a:pt x="94260" y="52306"/>
                  <a:pt x="96119" y="49183"/>
                </a:cubicBezTo>
                <a:cubicBezTo>
                  <a:pt x="97979" y="46058"/>
                  <a:pt x="100153" y="43400"/>
                  <a:pt x="102642" y="41209"/>
                </a:cubicBezTo>
                <a:cubicBezTo>
                  <a:pt x="105131" y="39016"/>
                  <a:pt x="107784" y="37220"/>
                  <a:pt x="110601" y="35822"/>
                </a:cubicBezTo>
                <a:cubicBezTo>
                  <a:pt x="113418" y="34423"/>
                  <a:pt x="116330" y="33410"/>
                  <a:pt x="119339" y="32781"/>
                </a:cubicBezTo>
                <a:cubicBezTo>
                  <a:pt x="122347" y="32150"/>
                  <a:pt x="125274" y="31835"/>
                  <a:pt x="128118" y="31835"/>
                </a:cubicBezTo>
                <a:close/>
                <a:moveTo>
                  <a:pt x="224445" y="73023"/>
                </a:moveTo>
                <a:cubicBezTo>
                  <a:pt x="224445" y="68196"/>
                  <a:pt x="223857" y="63904"/>
                  <a:pt x="222681" y="60149"/>
                </a:cubicBezTo>
                <a:cubicBezTo>
                  <a:pt x="221505" y="56392"/>
                  <a:pt x="219864" y="53211"/>
                  <a:pt x="217758" y="50606"/>
                </a:cubicBezTo>
                <a:cubicBezTo>
                  <a:pt x="215652" y="47999"/>
                  <a:pt x="213150" y="46024"/>
                  <a:pt x="210251" y="44680"/>
                </a:cubicBezTo>
                <a:cubicBezTo>
                  <a:pt x="207352" y="43337"/>
                  <a:pt x="204179" y="42665"/>
                  <a:pt x="200733" y="42665"/>
                </a:cubicBezTo>
                <a:cubicBezTo>
                  <a:pt x="197287" y="42665"/>
                  <a:pt x="194114" y="43337"/>
                  <a:pt x="191215" y="44680"/>
                </a:cubicBezTo>
                <a:cubicBezTo>
                  <a:pt x="188316" y="46024"/>
                  <a:pt x="185814" y="47999"/>
                  <a:pt x="183708" y="50606"/>
                </a:cubicBezTo>
                <a:cubicBezTo>
                  <a:pt x="181602" y="53211"/>
                  <a:pt x="179961" y="56392"/>
                  <a:pt x="178785" y="60149"/>
                </a:cubicBezTo>
                <a:cubicBezTo>
                  <a:pt x="177609" y="63904"/>
                  <a:pt x="177021" y="68196"/>
                  <a:pt x="177021" y="73023"/>
                </a:cubicBezTo>
                <a:cubicBezTo>
                  <a:pt x="177021" y="77795"/>
                  <a:pt x="177609" y="82060"/>
                  <a:pt x="178785" y="85817"/>
                </a:cubicBezTo>
                <a:cubicBezTo>
                  <a:pt x="179961" y="89574"/>
                  <a:pt x="181616" y="92742"/>
                  <a:pt x="183749" y="95319"/>
                </a:cubicBezTo>
                <a:cubicBezTo>
                  <a:pt x="185882" y="97897"/>
                  <a:pt x="188398" y="99858"/>
                  <a:pt x="191297" y="101201"/>
                </a:cubicBezTo>
                <a:cubicBezTo>
                  <a:pt x="194196" y="102545"/>
                  <a:pt x="197369" y="103217"/>
                  <a:pt x="200815" y="103217"/>
                </a:cubicBezTo>
                <a:cubicBezTo>
                  <a:pt x="204261" y="103217"/>
                  <a:pt x="207420" y="102545"/>
                  <a:pt x="210292" y="101201"/>
                </a:cubicBezTo>
                <a:cubicBezTo>
                  <a:pt x="213163" y="99858"/>
                  <a:pt x="215652" y="97897"/>
                  <a:pt x="217758" y="95319"/>
                </a:cubicBezTo>
                <a:cubicBezTo>
                  <a:pt x="219864" y="92742"/>
                  <a:pt x="221505" y="89574"/>
                  <a:pt x="222681" y="85817"/>
                </a:cubicBezTo>
                <a:cubicBezTo>
                  <a:pt x="223857" y="82060"/>
                  <a:pt x="224445" y="77795"/>
                  <a:pt x="224445" y="73023"/>
                </a:cubicBezTo>
                <a:moveTo>
                  <a:pt x="237737" y="73023"/>
                </a:moveTo>
                <a:cubicBezTo>
                  <a:pt x="237737" y="79161"/>
                  <a:pt x="236862" y="84751"/>
                  <a:pt x="235111" y="89794"/>
                </a:cubicBezTo>
                <a:cubicBezTo>
                  <a:pt x="233361" y="94837"/>
                  <a:pt x="230886" y="99153"/>
                  <a:pt x="227686" y="102742"/>
                </a:cubicBezTo>
                <a:cubicBezTo>
                  <a:pt x="224486" y="106332"/>
                  <a:pt x="220616" y="109114"/>
                  <a:pt x="216076" y="111088"/>
                </a:cubicBezTo>
                <a:cubicBezTo>
                  <a:pt x="211536" y="113061"/>
                  <a:pt x="206449" y="114047"/>
                  <a:pt x="200815" y="114047"/>
                </a:cubicBezTo>
                <a:cubicBezTo>
                  <a:pt x="195017" y="114047"/>
                  <a:pt x="189834" y="113061"/>
                  <a:pt x="185267" y="111088"/>
                </a:cubicBezTo>
                <a:cubicBezTo>
                  <a:pt x="180700" y="109114"/>
                  <a:pt x="176816" y="106332"/>
                  <a:pt x="173616" y="102742"/>
                </a:cubicBezTo>
                <a:cubicBezTo>
                  <a:pt x="170416" y="99153"/>
                  <a:pt x="167968" y="94837"/>
                  <a:pt x="166273" y="89794"/>
                </a:cubicBezTo>
                <a:cubicBezTo>
                  <a:pt x="164577" y="84751"/>
                  <a:pt x="163729" y="79161"/>
                  <a:pt x="163729" y="73023"/>
                </a:cubicBezTo>
                <a:cubicBezTo>
                  <a:pt x="163729" y="66830"/>
                  <a:pt x="164604" y="61212"/>
                  <a:pt x="166355" y="56170"/>
                </a:cubicBezTo>
                <a:cubicBezTo>
                  <a:pt x="168105" y="51127"/>
                  <a:pt x="170580" y="46797"/>
                  <a:pt x="173780" y="43180"/>
                </a:cubicBezTo>
                <a:cubicBezTo>
                  <a:pt x="176980" y="39563"/>
                  <a:pt x="180864" y="36769"/>
                  <a:pt x="185431" y="34796"/>
                </a:cubicBezTo>
                <a:cubicBezTo>
                  <a:pt x="189998" y="32822"/>
                  <a:pt x="195099" y="31835"/>
                  <a:pt x="200733" y="31835"/>
                </a:cubicBezTo>
                <a:cubicBezTo>
                  <a:pt x="206476" y="31835"/>
                  <a:pt x="211645" y="32822"/>
                  <a:pt x="216240" y="34796"/>
                </a:cubicBezTo>
                <a:cubicBezTo>
                  <a:pt x="220835" y="36769"/>
                  <a:pt x="224718" y="39563"/>
                  <a:pt x="227891" y="43180"/>
                </a:cubicBezTo>
                <a:cubicBezTo>
                  <a:pt x="231063" y="46797"/>
                  <a:pt x="233498" y="51127"/>
                  <a:pt x="235193" y="56170"/>
                </a:cubicBezTo>
                <a:cubicBezTo>
                  <a:pt x="236889" y="61212"/>
                  <a:pt x="237737" y="66830"/>
                  <a:pt x="237737" y="73023"/>
                </a:cubicBezTo>
                <a:close/>
                <a:moveTo>
                  <a:pt x="299629" y="44306"/>
                </a:moveTo>
                <a:lnTo>
                  <a:pt x="298645" y="44306"/>
                </a:lnTo>
                <a:cubicBezTo>
                  <a:pt x="295636" y="44306"/>
                  <a:pt x="292682" y="44580"/>
                  <a:pt x="289783" y="45126"/>
                </a:cubicBezTo>
                <a:cubicBezTo>
                  <a:pt x="286884" y="45673"/>
                  <a:pt x="284163" y="46508"/>
                  <a:pt x="281620" y="47629"/>
                </a:cubicBezTo>
                <a:cubicBezTo>
                  <a:pt x="279076" y="48750"/>
                  <a:pt x="276779" y="50131"/>
                  <a:pt x="274728" y="51772"/>
                </a:cubicBezTo>
                <a:cubicBezTo>
                  <a:pt x="272676" y="53413"/>
                  <a:pt x="270967" y="55355"/>
                  <a:pt x="269600" y="57598"/>
                </a:cubicBezTo>
                <a:lnTo>
                  <a:pt x="269600" y="111914"/>
                </a:lnTo>
                <a:lnTo>
                  <a:pt x="256882" y="111914"/>
                </a:lnTo>
                <a:lnTo>
                  <a:pt x="256882" y="33968"/>
                </a:lnTo>
                <a:lnTo>
                  <a:pt x="266728" y="33968"/>
                </a:lnTo>
                <a:lnTo>
                  <a:pt x="269189" y="46357"/>
                </a:lnTo>
                <a:lnTo>
                  <a:pt x="269435" y="46357"/>
                </a:lnTo>
                <a:cubicBezTo>
                  <a:pt x="270694" y="44321"/>
                  <a:pt x="272239" y="42424"/>
                  <a:pt x="274071" y="40665"/>
                </a:cubicBezTo>
                <a:cubicBezTo>
                  <a:pt x="275904" y="38905"/>
                  <a:pt x="277968" y="37364"/>
                  <a:pt x="280266" y="36045"/>
                </a:cubicBezTo>
                <a:cubicBezTo>
                  <a:pt x="282563" y="34723"/>
                  <a:pt x="285079" y="33692"/>
                  <a:pt x="287814" y="32950"/>
                </a:cubicBezTo>
                <a:cubicBezTo>
                  <a:pt x="290549" y="32206"/>
                  <a:pt x="293421" y="31835"/>
                  <a:pt x="296429" y="31835"/>
                </a:cubicBezTo>
                <a:cubicBezTo>
                  <a:pt x="296976" y="31835"/>
                  <a:pt x="297537" y="31848"/>
                  <a:pt x="298111" y="31876"/>
                </a:cubicBezTo>
                <a:cubicBezTo>
                  <a:pt x="298686" y="31903"/>
                  <a:pt x="299192" y="31944"/>
                  <a:pt x="299629" y="31999"/>
                </a:cubicBezTo>
                <a:lnTo>
                  <a:pt x="299629" y="44306"/>
                </a:lnTo>
                <a:close/>
                <a:moveTo>
                  <a:pt x="343551" y="42829"/>
                </a:moveTo>
                <a:cubicBezTo>
                  <a:pt x="340615" y="42829"/>
                  <a:pt x="337887" y="43403"/>
                  <a:pt x="335367" y="44552"/>
                </a:cubicBezTo>
                <a:cubicBezTo>
                  <a:pt x="332848" y="45701"/>
                  <a:pt x="330646" y="47260"/>
                  <a:pt x="328762" y="49229"/>
                </a:cubicBezTo>
                <a:cubicBezTo>
                  <a:pt x="326880" y="51198"/>
                  <a:pt x="325357" y="53509"/>
                  <a:pt x="324193" y="56162"/>
                </a:cubicBezTo>
                <a:cubicBezTo>
                  <a:pt x="323031" y="58815"/>
                  <a:pt x="322311" y="61646"/>
                  <a:pt x="322034" y="64654"/>
                </a:cubicBezTo>
                <a:lnTo>
                  <a:pt x="361910" y="64654"/>
                </a:lnTo>
                <a:cubicBezTo>
                  <a:pt x="361910" y="61591"/>
                  <a:pt x="361508" y="58733"/>
                  <a:pt x="360705" y="56080"/>
                </a:cubicBezTo>
                <a:cubicBezTo>
                  <a:pt x="359901" y="53427"/>
                  <a:pt x="358724" y="51116"/>
                  <a:pt x="357174" y="49147"/>
                </a:cubicBezTo>
                <a:cubicBezTo>
                  <a:pt x="355624" y="47178"/>
                  <a:pt x="353713" y="45632"/>
                  <a:pt x="351441" y="44511"/>
                </a:cubicBezTo>
                <a:cubicBezTo>
                  <a:pt x="349171" y="43390"/>
                  <a:pt x="346541" y="42829"/>
                  <a:pt x="343551" y="42829"/>
                </a:cubicBezTo>
                <a:moveTo>
                  <a:pt x="350259" y="102888"/>
                </a:moveTo>
                <a:cubicBezTo>
                  <a:pt x="354471" y="102888"/>
                  <a:pt x="358313" y="102547"/>
                  <a:pt x="361787" y="101863"/>
                </a:cubicBezTo>
                <a:cubicBezTo>
                  <a:pt x="365260" y="101179"/>
                  <a:pt x="368720" y="100208"/>
                  <a:pt x="372166" y="98950"/>
                </a:cubicBezTo>
                <a:lnTo>
                  <a:pt x="372166" y="109593"/>
                </a:lnTo>
                <a:cubicBezTo>
                  <a:pt x="369376" y="110968"/>
                  <a:pt x="365930" y="112053"/>
                  <a:pt x="361828" y="112850"/>
                </a:cubicBezTo>
                <a:cubicBezTo>
                  <a:pt x="357725" y="113648"/>
                  <a:pt x="353322" y="114047"/>
                  <a:pt x="348618" y="114047"/>
                </a:cubicBezTo>
                <a:cubicBezTo>
                  <a:pt x="343039" y="114047"/>
                  <a:pt x="337801" y="113335"/>
                  <a:pt x="332906" y="111911"/>
                </a:cubicBezTo>
                <a:cubicBezTo>
                  <a:pt x="328010" y="110486"/>
                  <a:pt x="323773" y="108183"/>
                  <a:pt x="320193" y="105004"/>
                </a:cubicBezTo>
                <a:cubicBezTo>
                  <a:pt x="316614" y="101824"/>
                  <a:pt x="313811" y="97672"/>
                  <a:pt x="311783" y="92548"/>
                </a:cubicBezTo>
                <a:cubicBezTo>
                  <a:pt x="309756" y="87423"/>
                  <a:pt x="308743" y="81244"/>
                  <a:pt x="308743" y="74010"/>
                </a:cubicBezTo>
                <a:cubicBezTo>
                  <a:pt x="308743" y="66886"/>
                  <a:pt x="309725" y="60706"/>
                  <a:pt x="311689" y="55472"/>
                </a:cubicBezTo>
                <a:cubicBezTo>
                  <a:pt x="313653" y="50237"/>
                  <a:pt x="316271" y="45865"/>
                  <a:pt x="319545" y="42357"/>
                </a:cubicBezTo>
                <a:cubicBezTo>
                  <a:pt x="322820" y="38850"/>
                  <a:pt x="326585" y="36219"/>
                  <a:pt x="330842" y="34465"/>
                </a:cubicBezTo>
                <a:cubicBezTo>
                  <a:pt x="335098" y="32712"/>
                  <a:pt x="339545" y="31835"/>
                  <a:pt x="344182" y="31835"/>
                </a:cubicBezTo>
                <a:cubicBezTo>
                  <a:pt x="348548" y="31835"/>
                  <a:pt x="352626" y="32562"/>
                  <a:pt x="356418" y="34017"/>
                </a:cubicBezTo>
                <a:cubicBezTo>
                  <a:pt x="360211" y="35471"/>
                  <a:pt x="363499" y="37764"/>
                  <a:pt x="366281" y="40893"/>
                </a:cubicBezTo>
                <a:cubicBezTo>
                  <a:pt x="369064" y="44023"/>
                  <a:pt x="371260" y="48059"/>
                  <a:pt x="372868" y="53001"/>
                </a:cubicBezTo>
                <a:cubicBezTo>
                  <a:pt x="374479" y="57942"/>
                  <a:pt x="375284" y="63872"/>
                  <a:pt x="375284" y="70790"/>
                </a:cubicBezTo>
                <a:cubicBezTo>
                  <a:pt x="375284" y="71448"/>
                  <a:pt x="375284" y="72010"/>
                  <a:pt x="375284" y="72477"/>
                </a:cubicBezTo>
                <a:cubicBezTo>
                  <a:pt x="375284" y="72943"/>
                  <a:pt x="375256" y="74001"/>
                  <a:pt x="375202" y="75648"/>
                </a:cubicBezTo>
                <a:lnTo>
                  <a:pt x="321378" y="75648"/>
                </a:lnTo>
                <a:cubicBezTo>
                  <a:pt x="321378" y="80611"/>
                  <a:pt x="322130" y="84823"/>
                  <a:pt x="323634" y="88286"/>
                </a:cubicBezTo>
                <a:cubicBezTo>
                  <a:pt x="325138" y="91750"/>
                  <a:pt x="327190" y="94558"/>
                  <a:pt x="329788" y="96712"/>
                </a:cubicBezTo>
                <a:cubicBezTo>
                  <a:pt x="332386" y="98865"/>
                  <a:pt x="335436" y="100434"/>
                  <a:pt x="338936" y="101417"/>
                </a:cubicBezTo>
                <a:cubicBezTo>
                  <a:pt x="342437" y="102398"/>
                  <a:pt x="346211" y="102888"/>
                  <a:pt x="350259" y="102888"/>
                </a:cubicBezTo>
                <a:close/>
              </a:path>
            </a:pathLst>
          </a:custGeom>
          <a:solidFill xmlns:a="http://schemas.openxmlformats.org/drawingml/2006/main">
            <a:srgbClr val="0070C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4" name="Text Agent">
            <a:extLst xmlns:a="http://schemas.openxmlformats.org/drawingml/2006/main">
              <a:ext uri="{FF2B5EF4-FFF2-40B4-BE49-F238E27FC236}">
                <a16:creationId xmlns:a16="http://schemas.microsoft.com/office/drawing/2014/main" id="{B1689BBF-D230-4E80-947D-A7066927E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99987" y="727873"/>
            <a:ext cx="418705" cy="149984"/>
          </a:xfrm>
          <a:custGeom xmlns:a="http://schemas.openxmlformats.org/drawingml/2006/main">
            <a:pathLst>
              <a:path w="418705" h="149984">
                <a:moveTo>
                  <a:pt x="0" y="109780"/>
                </a:moveTo>
                <a:lnTo>
                  <a:pt x="44716" y="0"/>
                </a:lnTo>
                <a:lnTo>
                  <a:pt x="56367" y="0"/>
                </a:lnTo>
                <a:lnTo>
                  <a:pt x="101083" y="109780"/>
                </a:lnTo>
                <a:lnTo>
                  <a:pt x="86561" y="109780"/>
                </a:lnTo>
                <a:lnTo>
                  <a:pt x="73482" y="76797"/>
                </a:lnTo>
                <a:lnTo>
                  <a:pt x="27376" y="76797"/>
                </a:lnTo>
                <a:lnTo>
                  <a:pt x="14358" y="109780"/>
                </a:lnTo>
                <a:lnTo>
                  <a:pt x="0" y="109780"/>
                </a:lnTo>
                <a:moveTo>
                  <a:pt x="50460" y="17066"/>
                </a:moveTo>
                <a:cubicBezTo>
                  <a:pt x="45595" y="30763"/>
                  <a:pt x="40879" y="43175"/>
                  <a:pt x="36311" y="54303"/>
                </a:cubicBezTo>
                <a:lnTo>
                  <a:pt x="32281" y="64654"/>
                </a:lnTo>
                <a:lnTo>
                  <a:pt x="68797" y="64654"/>
                </a:lnTo>
                <a:lnTo>
                  <a:pt x="64616" y="54267"/>
                </a:lnTo>
                <a:cubicBezTo>
                  <a:pt x="60111" y="42897"/>
                  <a:pt x="55502" y="30496"/>
                  <a:pt x="50788" y="17066"/>
                </a:cubicBezTo>
                <a:lnTo>
                  <a:pt x="50460" y="17066"/>
                </a:lnTo>
                <a:close/>
                <a:moveTo>
                  <a:pt x="125503" y="71341"/>
                </a:moveTo>
                <a:cubicBezTo>
                  <a:pt x="125503" y="77476"/>
                  <a:pt x="126240" y="82487"/>
                  <a:pt x="127713" y="86376"/>
                </a:cubicBezTo>
                <a:cubicBezTo>
                  <a:pt x="129189" y="90265"/>
                  <a:pt x="131059" y="93291"/>
                  <a:pt x="133324" y="95455"/>
                </a:cubicBezTo>
                <a:cubicBezTo>
                  <a:pt x="135590" y="97619"/>
                  <a:pt x="138061" y="99099"/>
                  <a:pt x="140736" y="99894"/>
                </a:cubicBezTo>
                <a:cubicBezTo>
                  <a:pt x="143411" y="100687"/>
                  <a:pt x="145950" y="101083"/>
                  <a:pt x="148351" y="101083"/>
                </a:cubicBezTo>
                <a:cubicBezTo>
                  <a:pt x="152283" y="101083"/>
                  <a:pt x="155968" y="100289"/>
                  <a:pt x="159407" y="98699"/>
                </a:cubicBezTo>
                <a:cubicBezTo>
                  <a:pt x="162846" y="97109"/>
                  <a:pt x="165876" y="94943"/>
                  <a:pt x="168497" y="92202"/>
                </a:cubicBezTo>
                <a:lnTo>
                  <a:pt x="168497" y="51383"/>
                </a:lnTo>
                <a:cubicBezTo>
                  <a:pt x="167787" y="50396"/>
                  <a:pt x="166804" y="49273"/>
                  <a:pt x="165548" y="48014"/>
                </a:cubicBezTo>
                <a:cubicBezTo>
                  <a:pt x="164293" y="46752"/>
                  <a:pt x="162833" y="45587"/>
                  <a:pt x="161166" y="44519"/>
                </a:cubicBezTo>
                <a:cubicBezTo>
                  <a:pt x="159501" y="43450"/>
                  <a:pt x="157604" y="42546"/>
                  <a:pt x="155474" y="41806"/>
                </a:cubicBezTo>
                <a:cubicBezTo>
                  <a:pt x="153346" y="41066"/>
                  <a:pt x="151026" y="40696"/>
                  <a:pt x="148515" y="40696"/>
                </a:cubicBezTo>
                <a:cubicBezTo>
                  <a:pt x="144748" y="40696"/>
                  <a:pt x="141431" y="41449"/>
                  <a:pt x="138564" y="42955"/>
                </a:cubicBezTo>
                <a:cubicBezTo>
                  <a:pt x="135698" y="44461"/>
                  <a:pt x="133295" y="46556"/>
                  <a:pt x="131357" y="49242"/>
                </a:cubicBezTo>
                <a:cubicBezTo>
                  <a:pt x="129420" y="51925"/>
                  <a:pt x="127960" y="55143"/>
                  <a:pt x="126978" y="58895"/>
                </a:cubicBezTo>
                <a:cubicBezTo>
                  <a:pt x="125995" y="62647"/>
                  <a:pt x="125503" y="66796"/>
                  <a:pt x="125503" y="71341"/>
                </a:cubicBezTo>
                <a:moveTo>
                  <a:pt x="146877" y="29701"/>
                </a:moveTo>
                <a:cubicBezTo>
                  <a:pt x="150265" y="29756"/>
                  <a:pt x="153215" y="30197"/>
                  <a:pt x="155728" y="31024"/>
                </a:cubicBezTo>
                <a:cubicBezTo>
                  <a:pt x="158241" y="31852"/>
                  <a:pt x="160399" y="32887"/>
                  <a:pt x="162202" y="34129"/>
                </a:cubicBezTo>
                <a:cubicBezTo>
                  <a:pt x="164005" y="35370"/>
                  <a:pt x="165439" y="36598"/>
                  <a:pt x="166504" y="37811"/>
                </a:cubicBezTo>
                <a:cubicBezTo>
                  <a:pt x="167569" y="39023"/>
                  <a:pt x="168293" y="39988"/>
                  <a:pt x="168676" y="40706"/>
                </a:cubicBezTo>
                <a:lnTo>
                  <a:pt x="169004" y="40706"/>
                </a:lnTo>
                <a:lnTo>
                  <a:pt x="171625" y="31835"/>
                </a:lnTo>
                <a:lnTo>
                  <a:pt x="181214" y="31835"/>
                </a:lnTo>
                <a:lnTo>
                  <a:pt x="181214" y="114375"/>
                </a:lnTo>
                <a:cubicBezTo>
                  <a:pt x="181214" y="120392"/>
                  <a:pt x="180230" y="125629"/>
                  <a:pt x="178263" y="130087"/>
                </a:cubicBezTo>
                <a:cubicBezTo>
                  <a:pt x="176297" y="134545"/>
                  <a:pt x="173539" y="138251"/>
                  <a:pt x="169989" y="141205"/>
                </a:cubicBezTo>
                <a:cubicBezTo>
                  <a:pt x="166438" y="144159"/>
                  <a:pt x="162164" y="146360"/>
                  <a:pt x="157166" y="147810"/>
                </a:cubicBezTo>
                <a:cubicBezTo>
                  <a:pt x="152168" y="149259"/>
                  <a:pt x="146638" y="149984"/>
                  <a:pt x="140575" y="149984"/>
                </a:cubicBezTo>
                <a:cubicBezTo>
                  <a:pt x="135440" y="149984"/>
                  <a:pt x="130851" y="149530"/>
                  <a:pt x="126808" y="148623"/>
                </a:cubicBezTo>
                <a:cubicBezTo>
                  <a:pt x="122766" y="147715"/>
                  <a:pt x="119596" y="146629"/>
                  <a:pt x="117298" y="145364"/>
                </a:cubicBezTo>
                <a:lnTo>
                  <a:pt x="117298" y="134559"/>
                </a:lnTo>
                <a:cubicBezTo>
                  <a:pt x="119158" y="135325"/>
                  <a:pt x="120962" y="135968"/>
                  <a:pt x="122709" y="136487"/>
                </a:cubicBezTo>
                <a:cubicBezTo>
                  <a:pt x="124457" y="137007"/>
                  <a:pt x="126260" y="137444"/>
                  <a:pt x="128116" y="137800"/>
                </a:cubicBezTo>
                <a:cubicBezTo>
                  <a:pt x="129972" y="138155"/>
                  <a:pt x="131870" y="138415"/>
                  <a:pt x="133808" y="138579"/>
                </a:cubicBezTo>
                <a:cubicBezTo>
                  <a:pt x="135746" y="138743"/>
                  <a:pt x="137890" y="138826"/>
                  <a:pt x="140239" y="138826"/>
                </a:cubicBezTo>
                <a:cubicBezTo>
                  <a:pt x="149358" y="138826"/>
                  <a:pt x="156347" y="136701"/>
                  <a:pt x="161207" y="132451"/>
                </a:cubicBezTo>
                <a:cubicBezTo>
                  <a:pt x="166067" y="128204"/>
                  <a:pt x="168497" y="121723"/>
                  <a:pt x="168497" y="113009"/>
                </a:cubicBezTo>
                <a:lnTo>
                  <a:pt x="168497" y="102632"/>
                </a:lnTo>
                <a:lnTo>
                  <a:pt x="168250" y="102632"/>
                </a:lnTo>
                <a:cubicBezTo>
                  <a:pt x="165466" y="105699"/>
                  <a:pt x="162230" y="108012"/>
                  <a:pt x="158543" y="109573"/>
                </a:cubicBezTo>
                <a:cubicBezTo>
                  <a:pt x="154856" y="111133"/>
                  <a:pt x="150637" y="111914"/>
                  <a:pt x="145885" y="111914"/>
                </a:cubicBezTo>
                <a:cubicBezTo>
                  <a:pt x="143700" y="111914"/>
                  <a:pt x="141351" y="111667"/>
                  <a:pt x="138839" y="111173"/>
                </a:cubicBezTo>
                <a:cubicBezTo>
                  <a:pt x="136326" y="110680"/>
                  <a:pt x="133813" y="109845"/>
                  <a:pt x="131301" y="108668"/>
                </a:cubicBezTo>
                <a:cubicBezTo>
                  <a:pt x="128788" y="107488"/>
                  <a:pt x="126384" y="105926"/>
                  <a:pt x="124091" y="103981"/>
                </a:cubicBezTo>
                <a:cubicBezTo>
                  <a:pt x="121797" y="102035"/>
                  <a:pt x="119775" y="99597"/>
                  <a:pt x="118027" y="96666"/>
                </a:cubicBezTo>
                <a:cubicBezTo>
                  <a:pt x="116280" y="93732"/>
                  <a:pt x="114874" y="90265"/>
                  <a:pt x="113809" y="86263"/>
                </a:cubicBezTo>
                <a:cubicBezTo>
                  <a:pt x="112744" y="82262"/>
                  <a:pt x="112211" y="77630"/>
                  <a:pt x="112211" y="72369"/>
                </a:cubicBezTo>
                <a:cubicBezTo>
                  <a:pt x="112211" y="65080"/>
                  <a:pt x="113194" y="58764"/>
                  <a:pt x="115160" y="53421"/>
                </a:cubicBezTo>
                <a:cubicBezTo>
                  <a:pt x="117128" y="48076"/>
                  <a:pt x="119723" y="43650"/>
                  <a:pt x="122947" y="40142"/>
                </a:cubicBezTo>
                <a:cubicBezTo>
                  <a:pt x="126171" y="36635"/>
                  <a:pt x="129859" y="34018"/>
                  <a:pt x="134011" y="32291"/>
                </a:cubicBezTo>
                <a:cubicBezTo>
                  <a:pt x="138163" y="30565"/>
                  <a:pt x="142451" y="29701"/>
                  <a:pt x="146877" y="29701"/>
                </a:cubicBezTo>
                <a:close/>
                <a:moveTo>
                  <a:pt x="236247" y="40696"/>
                </a:moveTo>
                <a:cubicBezTo>
                  <a:pt x="233310" y="40696"/>
                  <a:pt x="230582" y="41270"/>
                  <a:pt x="228063" y="42419"/>
                </a:cubicBezTo>
                <a:cubicBezTo>
                  <a:pt x="225543" y="43568"/>
                  <a:pt x="223342" y="45127"/>
                  <a:pt x="221458" y="47096"/>
                </a:cubicBezTo>
                <a:cubicBezTo>
                  <a:pt x="219576" y="49065"/>
                  <a:pt x="218053" y="51376"/>
                  <a:pt x="216889" y="54029"/>
                </a:cubicBezTo>
                <a:cubicBezTo>
                  <a:pt x="215726" y="56682"/>
                  <a:pt x="215007" y="59512"/>
                  <a:pt x="214730" y="62521"/>
                </a:cubicBezTo>
                <a:lnTo>
                  <a:pt x="254605" y="62521"/>
                </a:lnTo>
                <a:cubicBezTo>
                  <a:pt x="254605" y="59458"/>
                  <a:pt x="254204" y="56600"/>
                  <a:pt x="253400" y="53947"/>
                </a:cubicBezTo>
                <a:cubicBezTo>
                  <a:pt x="252597" y="51294"/>
                  <a:pt x="251420" y="48983"/>
                  <a:pt x="249870" y="47014"/>
                </a:cubicBezTo>
                <a:cubicBezTo>
                  <a:pt x="248319" y="45044"/>
                  <a:pt x="246408" y="43499"/>
                  <a:pt x="244136" y="42378"/>
                </a:cubicBezTo>
                <a:cubicBezTo>
                  <a:pt x="241866" y="41257"/>
                  <a:pt x="239237" y="40696"/>
                  <a:pt x="236247" y="40696"/>
                </a:cubicBezTo>
                <a:moveTo>
                  <a:pt x="242954" y="100755"/>
                </a:moveTo>
                <a:cubicBezTo>
                  <a:pt x="247166" y="100755"/>
                  <a:pt x="251009" y="100413"/>
                  <a:pt x="254482" y="99730"/>
                </a:cubicBezTo>
                <a:cubicBezTo>
                  <a:pt x="257956" y="99046"/>
                  <a:pt x="261415" y="98075"/>
                  <a:pt x="264861" y="96817"/>
                </a:cubicBezTo>
                <a:lnTo>
                  <a:pt x="264861" y="107460"/>
                </a:lnTo>
                <a:cubicBezTo>
                  <a:pt x="262072" y="108834"/>
                  <a:pt x="258626" y="109920"/>
                  <a:pt x="254523" y="110716"/>
                </a:cubicBezTo>
                <a:cubicBezTo>
                  <a:pt x="250421" y="111515"/>
                  <a:pt x="246018" y="111914"/>
                  <a:pt x="241313" y="111914"/>
                </a:cubicBezTo>
                <a:cubicBezTo>
                  <a:pt x="235734" y="111914"/>
                  <a:pt x="230497" y="111202"/>
                  <a:pt x="225601" y="109778"/>
                </a:cubicBezTo>
                <a:cubicBezTo>
                  <a:pt x="220706" y="108352"/>
                  <a:pt x="216468" y="106050"/>
                  <a:pt x="212889" y="102870"/>
                </a:cubicBezTo>
                <a:cubicBezTo>
                  <a:pt x="209310" y="99691"/>
                  <a:pt x="206506" y="95539"/>
                  <a:pt x="204479" y="90415"/>
                </a:cubicBezTo>
                <a:cubicBezTo>
                  <a:pt x="202452" y="85290"/>
                  <a:pt x="201438" y="79111"/>
                  <a:pt x="201438" y="71877"/>
                </a:cubicBezTo>
                <a:cubicBezTo>
                  <a:pt x="201438" y="64752"/>
                  <a:pt x="202420" y="58573"/>
                  <a:pt x="204384" y="53339"/>
                </a:cubicBezTo>
                <a:cubicBezTo>
                  <a:pt x="206348" y="48103"/>
                  <a:pt x="208967" y="43732"/>
                  <a:pt x="212240" y="40224"/>
                </a:cubicBezTo>
                <a:cubicBezTo>
                  <a:pt x="215515" y="36717"/>
                  <a:pt x="219281" y="34086"/>
                  <a:pt x="223537" y="32332"/>
                </a:cubicBezTo>
                <a:cubicBezTo>
                  <a:pt x="227793" y="30578"/>
                  <a:pt x="232240" y="29701"/>
                  <a:pt x="236878" y="29701"/>
                </a:cubicBezTo>
                <a:cubicBezTo>
                  <a:pt x="241243" y="29701"/>
                  <a:pt x="245322" y="30429"/>
                  <a:pt x="249113" y="31883"/>
                </a:cubicBezTo>
                <a:cubicBezTo>
                  <a:pt x="252906" y="33338"/>
                  <a:pt x="256194" y="35630"/>
                  <a:pt x="258977" y="38760"/>
                </a:cubicBezTo>
                <a:cubicBezTo>
                  <a:pt x="261760" y="41890"/>
                  <a:pt x="263955" y="45926"/>
                  <a:pt x="265564" y="50867"/>
                </a:cubicBezTo>
                <a:cubicBezTo>
                  <a:pt x="267174" y="55809"/>
                  <a:pt x="267979" y="61739"/>
                  <a:pt x="267979" y="68656"/>
                </a:cubicBezTo>
                <a:cubicBezTo>
                  <a:pt x="267979" y="69314"/>
                  <a:pt x="267979" y="69877"/>
                  <a:pt x="267979" y="70343"/>
                </a:cubicBezTo>
                <a:cubicBezTo>
                  <a:pt x="267979" y="70810"/>
                  <a:pt x="267952" y="71867"/>
                  <a:pt x="267897" y="73515"/>
                </a:cubicBezTo>
                <a:lnTo>
                  <a:pt x="214073" y="73515"/>
                </a:lnTo>
                <a:cubicBezTo>
                  <a:pt x="214073" y="78477"/>
                  <a:pt x="214826" y="82690"/>
                  <a:pt x="216330" y="86153"/>
                </a:cubicBezTo>
                <a:cubicBezTo>
                  <a:pt x="217834" y="89616"/>
                  <a:pt x="219885" y="92425"/>
                  <a:pt x="222483" y="94578"/>
                </a:cubicBezTo>
                <a:cubicBezTo>
                  <a:pt x="225082" y="96732"/>
                  <a:pt x="228131" y="98301"/>
                  <a:pt x="231632" y="99283"/>
                </a:cubicBezTo>
                <a:cubicBezTo>
                  <a:pt x="235133" y="100265"/>
                  <a:pt x="238907" y="100755"/>
                  <a:pt x="242954" y="100755"/>
                </a:cubicBezTo>
                <a:close/>
                <a:moveTo>
                  <a:pt x="301017" y="42665"/>
                </a:moveTo>
                <a:lnTo>
                  <a:pt x="301263" y="42665"/>
                </a:lnTo>
                <a:cubicBezTo>
                  <a:pt x="302685" y="40848"/>
                  <a:pt x="304257" y="39156"/>
                  <a:pt x="305980" y="37588"/>
                </a:cubicBezTo>
                <a:cubicBezTo>
                  <a:pt x="307703" y="36019"/>
                  <a:pt x="309632" y="34643"/>
                  <a:pt x="311765" y="33460"/>
                </a:cubicBezTo>
                <a:cubicBezTo>
                  <a:pt x="313898" y="32276"/>
                  <a:pt x="316236" y="31354"/>
                  <a:pt x="318780" y="30694"/>
                </a:cubicBezTo>
                <a:cubicBezTo>
                  <a:pt x="321323" y="30032"/>
                  <a:pt x="324099" y="29701"/>
                  <a:pt x="327108" y="29701"/>
                </a:cubicBezTo>
                <a:cubicBezTo>
                  <a:pt x="330663" y="29701"/>
                  <a:pt x="334000" y="30195"/>
                  <a:pt x="337118" y="31181"/>
                </a:cubicBezTo>
                <a:cubicBezTo>
                  <a:pt x="340236" y="32165"/>
                  <a:pt x="342943" y="33753"/>
                  <a:pt x="345241" y="35945"/>
                </a:cubicBezTo>
                <a:cubicBezTo>
                  <a:pt x="347538" y="38134"/>
                  <a:pt x="349357" y="40995"/>
                  <a:pt x="350697" y="44527"/>
                </a:cubicBezTo>
                <a:cubicBezTo>
                  <a:pt x="352037" y="48058"/>
                  <a:pt x="352707" y="52397"/>
                  <a:pt x="352707" y="57544"/>
                </a:cubicBezTo>
                <a:lnTo>
                  <a:pt x="352707" y="109780"/>
                </a:lnTo>
                <a:lnTo>
                  <a:pt x="339989" y="109780"/>
                </a:lnTo>
                <a:lnTo>
                  <a:pt x="339989" y="59649"/>
                </a:lnTo>
                <a:cubicBezTo>
                  <a:pt x="339989" y="52921"/>
                  <a:pt x="338690" y="48080"/>
                  <a:pt x="336092" y="45127"/>
                </a:cubicBezTo>
                <a:cubicBezTo>
                  <a:pt x="333494" y="42173"/>
                  <a:pt x="329706" y="40696"/>
                  <a:pt x="324728" y="40696"/>
                </a:cubicBezTo>
                <a:cubicBezTo>
                  <a:pt x="320353" y="40696"/>
                  <a:pt x="316113" y="41913"/>
                  <a:pt x="312011" y="44347"/>
                </a:cubicBezTo>
                <a:cubicBezTo>
                  <a:pt x="307909" y="46781"/>
                  <a:pt x="304381" y="50131"/>
                  <a:pt x="301427" y="54398"/>
                </a:cubicBezTo>
                <a:lnTo>
                  <a:pt x="301427" y="109780"/>
                </a:lnTo>
                <a:lnTo>
                  <a:pt x="288709" y="109780"/>
                </a:lnTo>
                <a:lnTo>
                  <a:pt x="288709" y="31835"/>
                </a:lnTo>
                <a:lnTo>
                  <a:pt x="298555" y="31835"/>
                </a:lnTo>
                <a:lnTo>
                  <a:pt x="301017" y="42665"/>
                </a:lnTo>
                <a:close/>
                <a:moveTo>
                  <a:pt x="418705" y="110014"/>
                </a:moveTo>
                <a:cubicBezTo>
                  <a:pt x="417611" y="110453"/>
                  <a:pt x="415943" y="110866"/>
                  <a:pt x="413700" y="111252"/>
                </a:cubicBezTo>
                <a:cubicBezTo>
                  <a:pt x="411458" y="111639"/>
                  <a:pt x="408778" y="111859"/>
                  <a:pt x="405660" y="111914"/>
                </a:cubicBezTo>
                <a:cubicBezTo>
                  <a:pt x="401557" y="111914"/>
                  <a:pt x="398002" y="111408"/>
                  <a:pt x="394993" y="110396"/>
                </a:cubicBezTo>
                <a:cubicBezTo>
                  <a:pt x="391985" y="109384"/>
                  <a:pt x="389483" y="107934"/>
                  <a:pt x="387486" y="106047"/>
                </a:cubicBezTo>
                <a:cubicBezTo>
                  <a:pt x="385490" y="104160"/>
                  <a:pt x="383999" y="101876"/>
                  <a:pt x="383014" y="99196"/>
                </a:cubicBezTo>
                <a:cubicBezTo>
                  <a:pt x="382030" y="96516"/>
                  <a:pt x="381538" y="93535"/>
                  <a:pt x="381538" y="90253"/>
                </a:cubicBezTo>
                <a:lnTo>
                  <a:pt x="381538" y="42829"/>
                </a:lnTo>
                <a:lnTo>
                  <a:pt x="366523" y="42829"/>
                </a:lnTo>
                <a:lnTo>
                  <a:pt x="366523" y="31835"/>
                </a:lnTo>
                <a:lnTo>
                  <a:pt x="381538" y="31835"/>
                </a:lnTo>
                <a:lnTo>
                  <a:pt x="381538" y="10502"/>
                </a:lnTo>
                <a:lnTo>
                  <a:pt x="394255" y="10502"/>
                </a:lnTo>
                <a:lnTo>
                  <a:pt x="394255" y="31835"/>
                </a:lnTo>
                <a:lnTo>
                  <a:pt x="417557" y="31835"/>
                </a:lnTo>
                <a:lnTo>
                  <a:pt x="417557" y="42829"/>
                </a:lnTo>
                <a:lnTo>
                  <a:pt x="394255" y="42829"/>
                </a:lnTo>
                <a:lnTo>
                  <a:pt x="394255" y="88220"/>
                </a:lnTo>
                <a:cubicBezTo>
                  <a:pt x="394255" y="90021"/>
                  <a:pt x="394515" y="91687"/>
                  <a:pt x="395035" y="93217"/>
                </a:cubicBezTo>
                <a:cubicBezTo>
                  <a:pt x="395554" y="94747"/>
                  <a:pt x="396375" y="96072"/>
                  <a:pt x="397496" y="97191"/>
                </a:cubicBezTo>
                <a:cubicBezTo>
                  <a:pt x="398617" y="98311"/>
                  <a:pt x="400053" y="99185"/>
                  <a:pt x="401803" y="99814"/>
                </a:cubicBezTo>
                <a:cubicBezTo>
                  <a:pt x="403554" y="100442"/>
                  <a:pt x="405660" y="100755"/>
                  <a:pt x="408121" y="100755"/>
                </a:cubicBezTo>
                <a:cubicBezTo>
                  <a:pt x="409817" y="100755"/>
                  <a:pt x="411608" y="100618"/>
                  <a:pt x="413495" y="100345"/>
                </a:cubicBezTo>
                <a:cubicBezTo>
                  <a:pt x="415382" y="100071"/>
                  <a:pt x="417119" y="99716"/>
                  <a:pt x="418705" y="99278"/>
                </a:cubicBezTo>
                <a:lnTo>
                  <a:pt x="418705" y="110014"/>
                </a:lnTo>
                <a:close/>
              </a:path>
            </a:pathLst>
          </a:custGeom>
          <a:solidFill xmlns:a="http://schemas.openxmlformats.org/drawingml/2006/main">
            <a:srgbClr val="0070C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5" name="Text Behavior">
            <a:extLst xmlns:a="http://schemas.openxmlformats.org/drawingml/2006/main">
              <a:ext uri="{FF2B5EF4-FFF2-40B4-BE49-F238E27FC236}">
                <a16:creationId xmlns:a16="http://schemas.microsoft.com/office/drawing/2014/main" id="{29A467FA-FD1F-486E-8B13-1049C9471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3007" y="924613"/>
            <a:ext cx="668774" cy="134053"/>
          </a:xfrm>
          <a:custGeom xmlns:a="http://schemas.openxmlformats.org/drawingml/2006/main">
            <a:pathLst>
              <a:path w="668774" h="134053">
                <a:moveTo>
                  <a:pt x="59205" y="68706"/>
                </a:moveTo>
                <a:cubicBezTo>
                  <a:pt x="62964" y="69252"/>
                  <a:pt x="66344" y="70253"/>
                  <a:pt x="69346" y="71710"/>
                </a:cubicBezTo>
                <a:cubicBezTo>
                  <a:pt x="72347" y="73165"/>
                  <a:pt x="74918" y="75031"/>
                  <a:pt x="77059" y="77306"/>
                </a:cubicBezTo>
                <a:cubicBezTo>
                  <a:pt x="79202" y="79582"/>
                  <a:pt x="80839" y="82282"/>
                  <a:pt x="81970" y="85409"/>
                </a:cubicBezTo>
                <a:cubicBezTo>
                  <a:pt x="83103" y="88533"/>
                  <a:pt x="83669" y="92097"/>
                  <a:pt x="83669" y="96100"/>
                </a:cubicBezTo>
                <a:cubicBezTo>
                  <a:pt x="83669" y="98954"/>
                  <a:pt x="83250" y="101943"/>
                  <a:pt x="82410" y="105067"/>
                </a:cubicBezTo>
                <a:cubicBezTo>
                  <a:pt x="81571" y="108191"/>
                  <a:pt x="80177" y="111225"/>
                  <a:pt x="78227" y="114167"/>
                </a:cubicBezTo>
                <a:cubicBezTo>
                  <a:pt x="76277" y="117110"/>
                  <a:pt x="73728" y="119825"/>
                  <a:pt x="70579" y="122312"/>
                </a:cubicBezTo>
                <a:cubicBezTo>
                  <a:pt x="67430" y="124800"/>
                  <a:pt x="63517" y="126833"/>
                  <a:pt x="58839" y="128411"/>
                </a:cubicBezTo>
                <a:cubicBezTo>
                  <a:pt x="55241" y="129626"/>
                  <a:pt x="51252" y="130476"/>
                  <a:pt x="46874" y="130961"/>
                </a:cubicBezTo>
                <a:cubicBezTo>
                  <a:pt x="42495" y="131446"/>
                  <a:pt x="37247" y="131688"/>
                  <a:pt x="31129" y="131688"/>
                </a:cubicBezTo>
                <a:lnTo>
                  <a:pt x="0" y="131688"/>
                </a:lnTo>
                <a:lnTo>
                  <a:pt x="0" y="10004"/>
                </a:lnTo>
                <a:lnTo>
                  <a:pt x="30063" y="10004"/>
                </a:lnTo>
                <a:cubicBezTo>
                  <a:pt x="32824" y="10004"/>
                  <a:pt x="35328" y="10049"/>
                  <a:pt x="37577" y="10140"/>
                </a:cubicBezTo>
                <a:cubicBezTo>
                  <a:pt x="39828" y="10231"/>
                  <a:pt x="41898" y="10368"/>
                  <a:pt x="43787" y="10550"/>
                </a:cubicBezTo>
                <a:cubicBezTo>
                  <a:pt x="45678" y="10732"/>
                  <a:pt x="47433" y="10959"/>
                  <a:pt x="49053" y="11232"/>
                </a:cubicBezTo>
                <a:cubicBezTo>
                  <a:pt x="50673" y="11503"/>
                  <a:pt x="52203" y="11820"/>
                  <a:pt x="53643" y="12184"/>
                </a:cubicBezTo>
                <a:cubicBezTo>
                  <a:pt x="57425" y="13214"/>
                  <a:pt x="60861" y="14623"/>
                  <a:pt x="63951" y="16410"/>
                </a:cubicBezTo>
                <a:cubicBezTo>
                  <a:pt x="67042" y="18197"/>
                  <a:pt x="69667" y="20332"/>
                  <a:pt x="71827" y="22816"/>
                </a:cubicBezTo>
                <a:cubicBezTo>
                  <a:pt x="73987" y="25300"/>
                  <a:pt x="75651" y="28117"/>
                  <a:pt x="76820" y="31268"/>
                </a:cubicBezTo>
                <a:cubicBezTo>
                  <a:pt x="77991" y="34417"/>
                  <a:pt x="78576" y="37839"/>
                  <a:pt x="78576" y="41533"/>
                </a:cubicBezTo>
                <a:cubicBezTo>
                  <a:pt x="78576" y="44502"/>
                  <a:pt x="78228" y="47350"/>
                  <a:pt x="77531" y="50077"/>
                </a:cubicBezTo>
                <a:cubicBezTo>
                  <a:pt x="76833" y="52801"/>
                  <a:pt x="75712" y="55314"/>
                  <a:pt x="74166" y="57616"/>
                </a:cubicBezTo>
                <a:cubicBezTo>
                  <a:pt x="72620" y="59919"/>
                  <a:pt x="70619" y="61979"/>
                  <a:pt x="68163" y="63798"/>
                </a:cubicBezTo>
                <a:cubicBezTo>
                  <a:pt x="65708" y="65615"/>
                  <a:pt x="62722" y="67129"/>
                  <a:pt x="59205" y="68339"/>
                </a:cubicBezTo>
                <a:lnTo>
                  <a:pt x="59205" y="68706"/>
                </a:lnTo>
                <a:moveTo>
                  <a:pt x="37421" y="62570"/>
                </a:moveTo>
                <a:cubicBezTo>
                  <a:pt x="40337" y="62570"/>
                  <a:pt x="42858" y="62435"/>
                  <a:pt x="44984" y="62164"/>
                </a:cubicBezTo>
                <a:cubicBezTo>
                  <a:pt x="47110" y="61891"/>
                  <a:pt x="49022" y="61484"/>
                  <a:pt x="50722" y="60942"/>
                </a:cubicBezTo>
                <a:cubicBezTo>
                  <a:pt x="55278" y="59432"/>
                  <a:pt x="58605" y="57077"/>
                  <a:pt x="60700" y="53879"/>
                </a:cubicBezTo>
                <a:cubicBezTo>
                  <a:pt x="62796" y="50681"/>
                  <a:pt x="63843" y="46910"/>
                  <a:pt x="63843" y="42565"/>
                </a:cubicBezTo>
                <a:cubicBezTo>
                  <a:pt x="63843" y="38099"/>
                  <a:pt x="62750" y="34448"/>
                  <a:pt x="60564" y="31612"/>
                </a:cubicBezTo>
                <a:cubicBezTo>
                  <a:pt x="58377" y="28776"/>
                  <a:pt x="54945" y="26663"/>
                  <a:pt x="50267" y="25274"/>
                </a:cubicBezTo>
                <a:cubicBezTo>
                  <a:pt x="47959" y="24611"/>
                  <a:pt x="45287" y="24144"/>
                  <a:pt x="42250" y="23873"/>
                </a:cubicBezTo>
                <a:cubicBezTo>
                  <a:pt x="39212" y="23600"/>
                  <a:pt x="35629" y="23464"/>
                  <a:pt x="31498" y="23464"/>
                </a:cubicBezTo>
                <a:lnTo>
                  <a:pt x="14824" y="23464"/>
                </a:lnTo>
                <a:lnTo>
                  <a:pt x="14824" y="62570"/>
                </a:lnTo>
                <a:lnTo>
                  <a:pt x="37421" y="62570"/>
                </a:lnTo>
                <a:moveTo>
                  <a:pt x="14824" y="76030"/>
                </a:moveTo>
                <a:lnTo>
                  <a:pt x="14824" y="118228"/>
                </a:lnTo>
                <a:lnTo>
                  <a:pt x="32740" y="118228"/>
                </a:lnTo>
                <a:cubicBezTo>
                  <a:pt x="36984" y="118228"/>
                  <a:pt x="40925" y="118032"/>
                  <a:pt x="44563" y="117640"/>
                </a:cubicBezTo>
                <a:cubicBezTo>
                  <a:pt x="48201" y="117246"/>
                  <a:pt x="51293" y="116626"/>
                  <a:pt x="53839" y="115779"/>
                </a:cubicBezTo>
                <a:cubicBezTo>
                  <a:pt x="56628" y="114871"/>
                  <a:pt x="58993" y="113707"/>
                  <a:pt x="60933" y="112286"/>
                </a:cubicBezTo>
                <a:cubicBezTo>
                  <a:pt x="62873" y="110863"/>
                  <a:pt x="64435" y="109289"/>
                  <a:pt x="65617" y="107565"/>
                </a:cubicBezTo>
                <a:cubicBezTo>
                  <a:pt x="66799" y="105841"/>
                  <a:pt x="67648" y="104011"/>
                  <a:pt x="68163" y="102074"/>
                </a:cubicBezTo>
                <a:cubicBezTo>
                  <a:pt x="68679" y="100138"/>
                  <a:pt x="68936" y="98172"/>
                  <a:pt x="68936" y="96177"/>
                </a:cubicBezTo>
                <a:cubicBezTo>
                  <a:pt x="68936" y="93877"/>
                  <a:pt x="68663" y="91714"/>
                  <a:pt x="68118" y="89689"/>
                </a:cubicBezTo>
                <a:cubicBezTo>
                  <a:pt x="67572" y="87661"/>
                  <a:pt x="66678" y="85846"/>
                  <a:pt x="65435" y="84243"/>
                </a:cubicBezTo>
                <a:cubicBezTo>
                  <a:pt x="64192" y="82641"/>
                  <a:pt x="62555" y="81234"/>
                  <a:pt x="60524" y="80023"/>
                </a:cubicBezTo>
                <a:cubicBezTo>
                  <a:pt x="58493" y="78812"/>
                  <a:pt x="55961" y="77874"/>
                  <a:pt x="52930" y="77209"/>
                </a:cubicBezTo>
                <a:cubicBezTo>
                  <a:pt x="51111" y="76787"/>
                  <a:pt x="49035" y="76485"/>
                  <a:pt x="46700" y="76303"/>
                </a:cubicBezTo>
                <a:cubicBezTo>
                  <a:pt x="44366" y="76121"/>
                  <a:pt x="41471" y="76030"/>
                  <a:pt x="38015" y="76030"/>
                </a:cubicBezTo>
                <a:lnTo>
                  <a:pt x="14824" y="76030"/>
                </a:lnTo>
                <a:close/>
                <a:moveTo>
                  <a:pt x="143048" y="55113"/>
                </a:moveTo>
                <a:cubicBezTo>
                  <a:pt x="139793" y="55113"/>
                  <a:pt x="136769" y="55749"/>
                  <a:pt x="133976" y="57023"/>
                </a:cubicBezTo>
                <a:cubicBezTo>
                  <a:pt x="131184" y="58296"/>
                  <a:pt x="128743" y="60024"/>
                  <a:pt x="126655" y="62206"/>
                </a:cubicBezTo>
                <a:cubicBezTo>
                  <a:pt x="124569" y="64389"/>
                  <a:pt x="122881" y="66951"/>
                  <a:pt x="121591" y="69891"/>
                </a:cubicBezTo>
                <a:cubicBezTo>
                  <a:pt x="120303" y="72832"/>
                  <a:pt x="119505" y="75969"/>
                  <a:pt x="119198" y="79304"/>
                </a:cubicBezTo>
                <a:lnTo>
                  <a:pt x="163397" y="79304"/>
                </a:lnTo>
                <a:cubicBezTo>
                  <a:pt x="163397" y="75909"/>
                  <a:pt x="162952" y="72741"/>
                  <a:pt x="162061" y="69800"/>
                </a:cubicBezTo>
                <a:cubicBezTo>
                  <a:pt x="161171" y="66860"/>
                  <a:pt x="159866" y="64298"/>
                  <a:pt x="158148" y="62115"/>
                </a:cubicBezTo>
                <a:cubicBezTo>
                  <a:pt x="156429" y="59933"/>
                  <a:pt x="154311" y="58220"/>
                  <a:pt x="151793" y="56977"/>
                </a:cubicBezTo>
                <a:cubicBezTo>
                  <a:pt x="149277" y="55734"/>
                  <a:pt x="146362" y="55113"/>
                  <a:pt x="143048" y="55113"/>
                </a:cubicBezTo>
                <a:moveTo>
                  <a:pt x="150483" y="121684"/>
                </a:moveTo>
                <a:cubicBezTo>
                  <a:pt x="155151" y="121684"/>
                  <a:pt x="159411" y="121305"/>
                  <a:pt x="163261" y="120548"/>
                </a:cubicBezTo>
                <a:cubicBezTo>
                  <a:pt x="167111" y="119790"/>
                  <a:pt x="170946" y="118714"/>
                  <a:pt x="174765" y="117319"/>
                </a:cubicBezTo>
                <a:lnTo>
                  <a:pt x="174765" y="129116"/>
                </a:lnTo>
                <a:cubicBezTo>
                  <a:pt x="171673" y="130640"/>
                  <a:pt x="167853" y="131843"/>
                  <a:pt x="163306" y="132726"/>
                </a:cubicBezTo>
                <a:cubicBezTo>
                  <a:pt x="158759" y="133610"/>
                  <a:pt x="153878" y="134053"/>
                  <a:pt x="148664" y="134053"/>
                </a:cubicBezTo>
                <a:cubicBezTo>
                  <a:pt x="142480" y="134053"/>
                  <a:pt x="136675" y="133264"/>
                  <a:pt x="131248" y="131685"/>
                </a:cubicBezTo>
                <a:cubicBezTo>
                  <a:pt x="125822" y="130105"/>
                  <a:pt x="121125" y="127553"/>
                  <a:pt x="117157" y="124029"/>
                </a:cubicBezTo>
                <a:cubicBezTo>
                  <a:pt x="113190" y="120505"/>
                  <a:pt x="110083" y="115903"/>
                  <a:pt x="107835" y="110222"/>
                </a:cubicBezTo>
                <a:cubicBezTo>
                  <a:pt x="105588" y="104542"/>
                  <a:pt x="104465" y="97693"/>
                  <a:pt x="104465" y="89675"/>
                </a:cubicBezTo>
                <a:cubicBezTo>
                  <a:pt x="104465" y="81778"/>
                  <a:pt x="105553" y="74928"/>
                  <a:pt x="107730" y="69127"/>
                </a:cubicBezTo>
                <a:cubicBezTo>
                  <a:pt x="109907" y="63323"/>
                  <a:pt x="112810" y="58478"/>
                  <a:pt x="116438" y="54590"/>
                </a:cubicBezTo>
                <a:cubicBezTo>
                  <a:pt x="120069" y="50702"/>
                  <a:pt x="124243" y="47786"/>
                  <a:pt x="128960" y="45842"/>
                </a:cubicBezTo>
                <a:cubicBezTo>
                  <a:pt x="133678" y="43898"/>
                  <a:pt x="138607" y="42926"/>
                  <a:pt x="143747" y="42926"/>
                </a:cubicBezTo>
                <a:cubicBezTo>
                  <a:pt x="148586" y="42926"/>
                  <a:pt x="153107" y="43732"/>
                  <a:pt x="157310" y="45345"/>
                </a:cubicBezTo>
                <a:cubicBezTo>
                  <a:pt x="161514" y="46957"/>
                  <a:pt x="165158" y="49498"/>
                  <a:pt x="168243" y="52967"/>
                </a:cubicBezTo>
                <a:cubicBezTo>
                  <a:pt x="171327" y="56436"/>
                  <a:pt x="173761" y="60909"/>
                  <a:pt x="175544" y="66387"/>
                </a:cubicBezTo>
                <a:cubicBezTo>
                  <a:pt x="177329" y="71865"/>
                  <a:pt x="178221" y="78437"/>
                  <a:pt x="178221" y="86105"/>
                </a:cubicBezTo>
                <a:cubicBezTo>
                  <a:pt x="178221" y="86834"/>
                  <a:pt x="178221" y="87458"/>
                  <a:pt x="178221" y="87975"/>
                </a:cubicBezTo>
                <a:cubicBezTo>
                  <a:pt x="178221" y="88492"/>
                  <a:pt x="178191" y="89664"/>
                  <a:pt x="178130" y="91491"/>
                </a:cubicBezTo>
                <a:lnTo>
                  <a:pt x="118470" y="91491"/>
                </a:lnTo>
                <a:cubicBezTo>
                  <a:pt x="118470" y="96991"/>
                  <a:pt x="119304" y="101660"/>
                  <a:pt x="120971" y="105499"/>
                </a:cubicBezTo>
                <a:cubicBezTo>
                  <a:pt x="122639" y="109338"/>
                  <a:pt x="124912" y="112451"/>
                  <a:pt x="127792" y="114838"/>
                </a:cubicBezTo>
                <a:cubicBezTo>
                  <a:pt x="130672" y="117225"/>
                  <a:pt x="134052" y="118964"/>
                  <a:pt x="137933" y="120053"/>
                </a:cubicBezTo>
                <a:cubicBezTo>
                  <a:pt x="141813" y="121141"/>
                  <a:pt x="145996" y="121684"/>
                  <a:pt x="150483" y="121684"/>
                </a:cubicBezTo>
                <a:close/>
                <a:moveTo>
                  <a:pt x="217137" y="57023"/>
                </a:moveTo>
                <a:lnTo>
                  <a:pt x="217410" y="57023"/>
                </a:lnTo>
                <a:cubicBezTo>
                  <a:pt x="218988" y="55022"/>
                  <a:pt x="220749" y="53157"/>
                  <a:pt x="222693" y="51429"/>
                </a:cubicBezTo>
                <a:cubicBezTo>
                  <a:pt x="224637" y="49701"/>
                  <a:pt x="226793" y="48216"/>
                  <a:pt x="229162" y="46973"/>
                </a:cubicBezTo>
                <a:cubicBezTo>
                  <a:pt x="231530" y="45730"/>
                  <a:pt x="234080" y="44745"/>
                  <a:pt x="236812" y="44017"/>
                </a:cubicBezTo>
                <a:cubicBezTo>
                  <a:pt x="239545" y="43290"/>
                  <a:pt x="242490" y="42926"/>
                  <a:pt x="245648" y="42926"/>
                </a:cubicBezTo>
                <a:cubicBezTo>
                  <a:pt x="248928" y="42926"/>
                  <a:pt x="252207" y="43367"/>
                  <a:pt x="255485" y="44248"/>
                </a:cubicBezTo>
                <a:cubicBezTo>
                  <a:pt x="258764" y="45127"/>
                  <a:pt x="261801" y="46689"/>
                  <a:pt x="264593" y="48934"/>
                </a:cubicBezTo>
                <a:cubicBezTo>
                  <a:pt x="267388" y="51179"/>
                  <a:pt x="269665" y="54306"/>
                  <a:pt x="271426" y="58313"/>
                </a:cubicBezTo>
                <a:cubicBezTo>
                  <a:pt x="273188" y="62318"/>
                  <a:pt x="274069" y="67476"/>
                  <a:pt x="274069" y="73788"/>
                </a:cubicBezTo>
                <a:lnTo>
                  <a:pt x="274069" y="131688"/>
                </a:lnTo>
                <a:lnTo>
                  <a:pt x="259972" y="131688"/>
                </a:lnTo>
                <a:lnTo>
                  <a:pt x="259972" y="76121"/>
                </a:lnTo>
                <a:cubicBezTo>
                  <a:pt x="259972" y="69148"/>
                  <a:pt x="258651" y="63904"/>
                  <a:pt x="256008" y="60387"/>
                </a:cubicBezTo>
                <a:cubicBezTo>
                  <a:pt x="253364" y="56871"/>
                  <a:pt x="249035" y="55113"/>
                  <a:pt x="243019" y="55113"/>
                </a:cubicBezTo>
                <a:cubicBezTo>
                  <a:pt x="238038" y="55113"/>
                  <a:pt x="233300" y="56462"/>
                  <a:pt x="228804" y="59160"/>
                </a:cubicBezTo>
                <a:cubicBezTo>
                  <a:pt x="224308" y="61858"/>
                  <a:pt x="220419" y="65571"/>
                  <a:pt x="217137" y="70300"/>
                </a:cubicBezTo>
                <a:lnTo>
                  <a:pt x="217137" y="131688"/>
                </a:lnTo>
                <a:lnTo>
                  <a:pt x="203041" y="131688"/>
                </a:lnTo>
                <a:lnTo>
                  <a:pt x="203041" y="0"/>
                </a:lnTo>
                <a:lnTo>
                  <a:pt x="217137" y="0"/>
                </a:lnTo>
                <a:lnTo>
                  <a:pt x="217137" y="57023"/>
                </a:lnTo>
                <a:close/>
                <a:moveTo>
                  <a:pt x="351801" y="122139"/>
                </a:moveTo>
                <a:lnTo>
                  <a:pt x="351438" y="122139"/>
                </a:lnTo>
                <a:cubicBezTo>
                  <a:pt x="350288" y="123594"/>
                  <a:pt x="348834" y="125034"/>
                  <a:pt x="347078" y="126459"/>
                </a:cubicBezTo>
                <a:cubicBezTo>
                  <a:pt x="345324" y="127884"/>
                  <a:pt x="343295" y="129159"/>
                  <a:pt x="340993" y="130284"/>
                </a:cubicBezTo>
                <a:cubicBezTo>
                  <a:pt x="338693" y="131410"/>
                  <a:pt x="336181" y="132319"/>
                  <a:pt x="333456" y="133013"/>
                </a:cubicBezTo>
                <a:cubicBezTo>
                  <a:pt x="330732" y="133706"/>
                  <a:pt x="327825" y="134053"/>
                  <a:pt x="324737" y="134053"/>
                </a:cubicBezTo>
                <a:cubicBezTo>
                  <a:pt x="320559" y="134053"/>
                  <a:pt x="316729" y="133430"/>
                  <a:pt x="313246" y="132186"/>
                </a:cubicBezTo>
                <a:cubicBezTo>
                  <a:pt x="309766" y="130941"/>
                  <a:pt x="306769" y="129119"/>
                  <a:pt x="304254" y="126720"/>
                </a:cubicBezTo>
                <a:cubicBezTo>
                  <a:pt x="301742" y="124322"/>
                  <a:pt x="299789" y="121392"/>
                  <a:pt x="298397" y="117930"/>
                </a:cubicBezTo>
                <a:cubicBezTo>
                  <a:pt x="297004" y="114468"/>
                  <a:pt x="296308" y="110551"/>
                  <a:pt x="296308" y="106178"/>
                </a:cubicBezTo>
                <a:cubicBezTo>
                  <a:pt x="296308" y="101866"/>
                  <a:pt x="297079" y="98009"/>
                  <a:pt x="298621" y="94608"/>
                </a:cubicBezTo>
                <a:cubicBezTo>
                  <a:pt x="300166" y="91207"/>
                  <a:pt x="302329" y="88323"/>
                  <a:pt x="305113" y="85954"/>
                </a:cubicBezTo>
                <a:cubicBezTo>
                  <a:pt x="307898" y="83586"/>
                  <a:pt x="311243" y="81764"/>
                  <a:pt x="315148" y="80489"/>
                </a:cubicBezTo>
                <a:cubicBezTo>
                  <a:pt x="319053" y="79214"/>
                  <a:pt x="323365" y="78576"/>
                  <a:pt x="328085" y="78576"/>
                </a:cubicBezTo>
                <a:cubicBezTo>
                  <a:pt x="332564" y="78637"/>
                  <a:pt x="336710" y="79031"/>
                  <a:pt x="340524" y="79759"/>
                </a:cubicBezTo>
                <a:cubicBezTo>
                  <a:pt x="344338" y="80486"/>
                  <a:pt x="347728" y="81396"/>
                  <a:pt x="350693" y="82487"/>
                </a:cubicBezTo>
                <a:lnTo>
                  <a:pt x="351057" y="82487"/>
                </a:lnTo>
                <a:lnTo>
                  <a:pt x="351057" y="76485"/>
                </a:lnTo>
                <a:cubicBezTo>
                  <a:pt x="351057" y="74120"/>
                  <a:pt x="350905" y="72028"/>
                  <a:pt x="350602" y="70210"/>
                </a:cubicBezTo>
                <a:cubicBezTo>
                  <a:pt x="350299" y="68391"/>
                  <a:pt x="349784" y="66784"/>
                  <a:pt x="349056" y="65389"/>
                </a:cubicBezTo>
                <a:cubicBezTo>
                  <a:pt x="347480" y="62479"/>
                  <a:pt x="344964" y="60069"/>
                  <a:pt x="341508" y="58159"/>
                </a:cubicBezTo>
                <a:cubicBezTo>
                  <a:pt x="338052" y="56249"/>
                  <a:pt x="333383" y="55295"/>
                  <a:pt x="327502" y="55295"/>
                </a:cubicBezTo>
                <a:cubicBezTo>
                  <a:pt x="323137" y="55295"/>
                  <a:pt x="319029" y="55696"/>
                  <a:pt x="315179" y="56500"/>
                </a:cubicBezTo>
                <a:cubicBezTo>
                  <a:pt x="311329" y="57301"/>
                  <a:pt x="307494" y="58415"/>
                  <a:pt x="303674" y="59842"/>
                </a:cubicBezTo>
                <a:lnTo>
                  <a:pt x="303674" y="48019"/>
                </a:lnTo>
                <a:cubicBezTo>
                  <a:pt x="305130" y="47291"/>
                  <a:pt x="306842" y="46609"/>
                  <a:pt x="308813" y="45973"/>
                </a:cubicBezTo>
                <a:cubicBezTo>
                  <a:pt x="310783" y="45336"/>
                  <a:pt x="312860" y="44790"/>
                  <a:pt x="315043" y="44336"/>
                </a:cubicBezTo>
                <a:cubicBezTo>
                  <a:pt x="317225" y="43881"/>
                  <a:pt x="319529" y="43532"/>
                  <a:pt x="321954" y="43290"/>
                </a:cubicBezTo>
                <a:cubicBezTo>
                  <a:pt x="324380" y="43047"/>
                  <a:pt x="326805" y="42926"/>
                  <a:pt x="329230" y="42926"/>
                </a:cubicBezTo>
                <a:cubicBezTo>
                  <a:pt x="337961" y="42926"/>
                  <a:pt x="345100" y="44474"/>
                  <a:pt x="350648" y="47570"/>
                </a:cubicBezTo>
                <a:cubicBezTo>
                  <a:pt x="356195" y="50664"/>
                  <a:pt x="360182" y="54760"/>
                  <a:pt x="362607" y="59859"/>
                </a:cubicBezTo>
                <a:cubicBezTo>
                  <a:pt x="363516" y="61801"/>
                  <a:pt x="364168" y="63941"/>
                  <a:pt x="364562" y="66279"/>
                </a:cubicBezTo>
                <a:cubicBezTo>
                  <a:pt x="364956" y="68615"/>
                  <a:pt x="365153" y="71179"/>
                  <a:pt x="365153" y="73970"/>
                </a:cubicBezTo>
                <a:lnTo>
                  <a:pt x="365153" y="131688"/>
                </a:lnTo>
                <a:lnTo>
                  <a:pt x="353345" y="131688"/>
                </a:lnTo>
                <a:lnTo>
                  <a:pt x="351801" y="122139"/>
                </a:lnTo>
                <a:moveTo>
                  <a:pt x="351057" y="93773"/>
                </a:moveTo>
                <a:cubicBezTo>
                  <a:pt x="348467" y="93043"/>
                  <a:pt x="345395" y="92344"/>
                  <a:pt x="341843" y="91675"/>
                </a:cubicBezTo>
                <a:cubicBezTo>
                  <a:pt x="338290" y="91007"/>
                  <a:pt x="334376" y="90642"/>
                  <a:pt x="330100" y="90581"/>
                </a:cubicBezTo>
                <a:cubicBezTo>
                  <a:pt x="324139" y="90581"/>
                  <a:pt x="319472" y="91858"/>
                  <a:pt x="316100" y="94412"/>
                </a:cubicBezTo>
                <a:cubicBezTo>
                  <a:pt x="312727" y="96966"/>
                  <a:pt x="311041" y="100888"/>
                  <a:pt x="311041" y="106178"/>
                </a:cubicBezTo>
                <a:cubicBezTo>
                  <a:pt x="311041" y="108854"/>
                  <a:pt x="311463" y="111194"/>
                  <a:pt x="312306" y="113201"/>
                </a:cubicBezTo>
                <a:cubicBezTo>
                  <a:pt x="313149" y="115207"/>
                  <a:pt x="314307" y="116864"/>
                  <a:pt x="315782" y="118172"/>
                </a:cubicBezTo>
                <a:cubicBezTo>
                  <a:pt x="317258" y="119479"/>
                  <a:pt x="319004" y="120452"/>
                  <a:pt x="321022" y="121090"/>
                </a:cubicBezTo>
                <a:cubicBezTo>
                  <a:pt x="323040" y="121729"/>
                  <a:pt x="325193" y="122048"/>
                  <a:pt x="327482" y="122048"/>
                </a:cubicBezTo>
                <a:cubicBezTo>
                  <a:pt x="330493" y="122048"/>
                  <a:pt x="333292" y="121608"/>
                  <a:pt x="335880" y="120727"/>
                </a:cubicBezTo>
                <a:cubicBezTo>
                  <a:pt x="338470" y="119844"/>
                  <a:pt x="340774" y="118795"/>
                  <a:pt x="342792" y="117580"/>
                </a:cubicBezTo>
                <a:cubicBezTo>
                  <a:pt x="344810" y="116364"/>
                  <a:pt x="346526" y="115148"/>
                  <a:pt x="347939" y="113931"/>
                </a:cubicBezTo>
                <a:cubicBezTo>
                  <a:pt x="349354" y="112715"/>
                  <a:pt x="350394" y="111772"/>
                  <a:pt x="351057" y="111104"/>
                </a:cubicBezTo>
                <a:lnTo>
                  <a:pt x="351057" y="93773"/>
                </a:lnTo>
                <a:close/>
                <a:moveTo>
                  <a:pt x="421632" y="117410"/>
                </a:moveTo>
                <a:cubicBezTo>
                  <a:pt x="423720" y="111104"/>
                  <a:pt x="426544" y="103071"/>
                  <a:pt x="430104" y="93310"/>
                </a:cubicBezTo>
                <a:lnTo>
                  <a:pt x="447415" y="45291"/>
                </a:lnTo>
                <a:lnTo>
                  <a:pt x="461512" y="45291"/>
                </a:lnTo>
                <a:lnTo>
                  <a:pt x="428851" y="131688"/>
                </a:lnTo>
                <a:lnTo>
                  <a:pt x="414232" y="131688"/>
                </a:lnTo>
                <a:lnTo>
                  <a:pt x="381571" y="45291"/>
                </a:lnTo>
                <a:lnTo>
                  <a:pt x="395667" y="45291"/>
                </a:lnTo>
                <a:lnTo>
                  <a:pt x="412856" y="93310"/>
                </a:lnTo>
                <a:cubicBezTo>
                  <a:pt x="416268" y="102768"/>
                  <a:pt x="419072" y="110801"/>
                  <a:pt x="421266" y="117410"/>
                </a:cubicBezTo>
                <a:lnTo>
                  <a:pt x="421632" y="117410"/>
                </a:lnTo>
                <a:close/>
                <a:moveTo>
                  <a:pt x="480560" y="131688"/>
                </a:moveTo>
                <a:lnTo>
                  <a:pt x="480560" y="45291"/>
                </a:lnTo>
                <a:lnTo>
                  <a:pt x="494657" y="45291"/>
                </a:lnTo>
                <a:lnTo>
                  <a:pt x="494657" y="131688"/>
                </a:lnTo>
                <a:lnTo>
                  <a:pt x="480560" y="131688"/>
                </a:lnTo>
                <a:moveTo>
                  <a:pt x="480197" y="25101"/>
                </a:moveTo>
                <a:lnTo>
                  <a:pt x="480197" y="9276"/>
                </a:lnTo>
                <a:lnTo>
                  <a:pt x="494293" y="9276"/>
                </a:lnTo>
                <a:lnTo>
                  <a:pt x="494293" y="25101"/>
                </a:lnTo>
                <a:lnTo>
                  <a:pt x="480197" y="25101"/>
                </a:lnTo>
                <a:close/>
                <a:moveTo>
                  <a:pt x="584505" y="88580"/>
                </a:moveTo>
                <a:cubicBezTo>
                  <a:pt x="584505" y="83230"/>
                  <a:pt x="583853" y="78473"/>
                  <a:pt x="582550" y="74311"/>
                </a:cubicBezTo>
                <a:cubicBezTo>
                  <a:pt x="581246" y="70146"/>
                  <a:pt x="579427" y="66620"/>
                  <a:pt x="577093" y="63733"/>
                </a:cubicBezTo>
                <a:cubicBezTo>
                  <a:pt x="574759" y="60843"/>
                  <a:pt x="571985" y="58654"/>
                  <a:pt x="568771" y="57165"/>
                </a:cubicBezTo>
                <a:cubicBezTo>
                  <a:pt x="565558" y="55675"/>
                  <a:pt x="562041" y="54931"/>
                  <a:pt x="558222" y="54931"/>
                </a:cubicBezTo>
                <a:cubicBezTo>
                  <a:pt x="554402" y="54931"/>
                  <a:pt x="550886" y="55675"/>
                  <a:pt x="547672" y="57165"/>
                </a:cubicBezTo>
                <a:cubicBezTo>
                  <a:pt x="544459" y="58654"/>
                  <a:pt x="541685" y="60843"/>
                  <a:pt x="539351" y="63733"/>
                </a:cubicBezTo>
                <a:cubicBezTo>
                  <a:pt x="537016" y="66620"/>
                  <a:pt x="535198" y="70146"/>
                  <a:pt x="533894" y="74311"/>
                </a:cubicBezTo>
                <a:cubicBezTo>
                  <a:pt x="532590" y="78473"/>
                  <a:pt x="531939" y="83230"/>
                  <a:pt x="531939" y="88580"/>
                </a:cubicBezTo>
                <a:cubicBezTo>
                  <a:pt x="531939" y="93870"/>
                  <a:pt x="532590" y="98598"/>
                  <a:pt x="533894" y="102762"/>
                </a:cubicBezTo>
                <a:cubicBezTo>
                  <a:pt x="535198" y="106927"/>
                  <a:pt x="537032" y="110438"/>
                  <a:pt x="539396" y="113295"/>
                </a:cubicBezTo>
                <a:cubicBezTo>
                  <a:pt x="541761" y="116152"/>
                  <a:pt x="544550" y="118325"/>
                  <a:pt x="547763" y="119814"/>
                </a:cubicBezTo>
                <a:cubicBezTo>
                  <a:pt x="550976" y="121304"/>
                  <a:pt x="554493" y="122048"/>
                  <a:pt x="558313" y="122048"/>
                </a:cubicBezTo>
                <a:cubicBezTo>
                  <a:pt x="562132" y="122048"/>
                  <a:pt x="565634" y="121304"/>
                  <a:pt x="568817" y="119814"/>
                </a:cubicBezTo>
                <a:cubicBezTo>
                  <a:pt x="572000" y="118325"/>
                  <a:pt x="574759" y="116152"/>
                  <a:pt x="577093" y="113295"/>
                </a:cubicBezTo>
                <a:cubicBezTo>
                  <a:pt x="579427" y="110438"/>
                  <a:pt x="581246" y="106927"/>
                  <a:pt x="582550" y="102762"/>
                </a:cubicBezTo>
                <a:cubicBezTo>
                  <a:pt x="583853" y="98598"/>
                  <a:pt x="584505" y="93870"/>
                  <a:pt x="584505" y="88580"/>
                </a:cubicBezTo>
                <a:moveTo>
                  <a:pt x="599238" y="88580"/>
                </a:moveTo>
                <a:cubicBezTo>
                  <a:pt x="599238" y="95384"/>
                  <a:pt x="598268" y="101581"/>
                  <a:pt x="596328" y="107170"/>
                </a:cubicBezTo>
                <a:cubicBezTo>
                  <a:pt x="594388" y="112759"/>
                  <a:pt x="591644" y="117544"/>
                  <a:pt x="588097" y="121522"/>
                </a:cubicBezTo>
                <a:cubicBezTo>
                  <a:pt x="584550" y="125501"/>
                  <a:pt x="580261" y="128585"/>
                  <a:pt x="575228" y="130773"/>
                </a:cubicBezTo>
                <a:cubicBezTo>
                  <a:pt x="570196" y="132960"/>
                  <a:pt x="564558" y="134053"/>
                  <a:pt x="558313" y="134053"/>
                </a:cubicBezTo>
                <a:cubicBezTo>
                  <a:pt x="551886" y="134053"/>
                  <a:pt x="546141" y="132960"/>
                  <a:pt x="541079" y="130773"/>
                </a:cubicBezTo>
                <a:cubicBezTo>
                  <a:pt x="536016" y="128585"/>
                  <a:pt x="531711" y="125501"/>
                  <a:pt x="528164" y="121522"/>
                </a:cubicBezTo>
                <a:cubicBezTo>
                  <a:pt x="524618" y="117544"/>
                  <a:pt x="521904" y="112759"/>
                  <a:pt x="520025" y="107170"/>
                </a:cubicBezTo>
                <a:cubicBezTo>
                  <a:pt x="518145" y="101581"/>
                  <a:pt x="517206" y="95384"/>
                  <a:pt x="517206" y="88580"/>
                </a:cubicBezTo>
                <a:cubicBezTo>
                  <a:pt x="517206" y="81716"/>
                  <a:pt x="518176" y="75489"/>
                  <a:pt x="520116" y="69900"/>
                </a:cubicBezTo>
                <a:cubicBezTo>
                  <a:pt x="522056" y="64310"/>
                  <a:pt x="524799" y="59511"/>
                  <a:pt x="528346" y="55502"/>
                </a:cubicBezTo>
                <a:cubicBezTo>
                  <a:pt x="531893" y="51493"/>
                  <a:pt x="536198" y="48395"/>
                  <a:pt x="541261" y="46209"/>
                </a:cubicBezTo>
                <a:cubicBezTo>
                  <a:pt x="546323" y="44020"/>
                  <a:pt x="551977" y="42926"/>
                  <a:pt x="558222" y="42926"/>
                </a:cubicBezTo>
                <a:cubicBezTo>
                  <a:pt x="564588" y="42926"/>
                  <a:pt x="570317" y="44020"/>
                  <a:pt x="575410" y="46209"/>
                </a:cubicBezTo>
                <a:cubicBezTo>
                  <a:pt x="580503" y="48395"/>
                  <a:pt x="584808" y="51493"/>
                  <a:pt x="588325" y="55502"/>
                </a:cubicBezTo>
                <a:cubicBezTo>
                  <a:pt x="591841" y="59511"/>
                  <a:pt x="594539" y="64310"/>
                  <a:pt x="596419" y="69900"/>
                </a:cubicBezTo>
                <a:cubicBezTo>
                  <a:pt x="598298" y="75489"/>
                  <a:pt x="599238" y="81716"/>
                  <a:pt x="599238" y="88580"/>
                </a:cubicBezTo>
                <a:close/>
                <a:moveTo>
                  <a:pt x="668774" y="56750"/>
                </a:moveTo>
                <a:lnTo>
                  <a:pt x="667683" y="56750"/>
                </a:lnTo>
                <a:cubicBezTo>
                  <a:pt x="664348" y="56750"/>
                  <a:pt x="661074" y="57053"/>
                  <a:pt x="657861" y="57659"/>
                </a:cubicBezTo>
                <a:cubicBezTo>
                  <a:pt x="654647" y="58265"/>
                  <a:pt x="651631" y="59190"/>
                  <a:pt x="648811" y="60433"/>
                </a:cubicBezTo>
                <a:cubicBezTo>
                  <a:pt x="645992" y="61676"/>
                  <a:pt x="643446" y="63207"/>
                  <a:pt x="641172" y="65026"/>
                </a:cubicBezTo>
                <a:cubicBezTo>
                  <a:pt x="638898" y="66845"/>
                  <a:pt x="637004" y="68997"/>
                  <a:pt x="635488" y="71483"/>
                </a:cubicBezTo>
                <a:lnTo>
                  <a:pt x="635488" y="131688"/>
                </a:lnTo>
                <a:lnTo>
                  <a:pt x="621392" y="131688"/>
                </a:lnTo>
                <a:lnTo>
                  <a:pt x="621392" y="45291"/>
                </a:lnTo>
                <a:lnTo>
                  <a:pt x="632305" y="45291"/>
                </a:lnTo>
                <a:lnTo>
                  <a:pt x="635033" y="59023"/>
                </a:lnTo>
                <a:lnTo>
                  <a:pt x="635306" y="59023"/>
                </a:lnTo>
                <a:cubicBezTo>
                  <a:pt x="636701" y="56767"/>
                  <a:pt x="638413" y="54664"/>
                  <a:pt x="640445" y="52714"/>
                </a:cubicBezTo>
                <a:cubicBezTo>
                  <a:pt x="642476" y="50762"/>
                  <a:pt x="644764" y="49055"/>
                  <a:pt x="647311" y="47593"/>
                </a:cubicBezTo>
                <a:cubicBezTo>
                  <a:pt x="649857" y="46128"/>
                  <a:pt x="652646" y="44985"/>
                  <a:pt x="655678" y="44162"/>
                </a:cubicBezTo>
                <a:cubicBezTo>
                  <a:pt x="658709" y="43338"/>
                  <a:pt x="661892" y="42926"/>
                  <a:pt x="665227" y="42926"/>
                </a:cubicBezTo>
                <a:cubicBezTo>
                  <a:pt x="665833" y="42926"/>
                  <a:pt x="666455" y="42941"/>
                  <a:pt x="667091" y="42972"/>
                </a:cubicBezTo>
                <a:cubicBezTo>
                  <a:pt x="667728" y="43002"/>
                  <a:pt x="668289" y="43047"/>
                  <a:pt x="668774" y="43108"/>
                </a:cubicBezTo>
                <a:lnTo>
                  <a:pt x="668774" y="56750"/>
                </a:lnTo>
                <a:close/>
              </a:path>
            </a:pathLst>
          </a:custGeom>
          <a:solidFill xmlns:a="http://schemas.openxmlformats.org/drawingml/2006/main">
            <a:srgbClr val="0070C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6" name="Text Safe">
            <a:extLst xmlns:a="http://schemas.openxmlformats.org/drawingml/2006/main">
              <a:ext uri="{FF2B5EF4-FFF2-40B4-BE49-F238E27FC236}">
                <a16:creationId xmlns:a16="http://schemas.microsoft.com/office/drawing/2014/main" id="{12510F64-E0A3-4F21-A623-A4A18E6E9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48782" y="2131850"/>
            <a:ext cx="292442" cy="123072"/>
          </a:xfrm>
          <a:custGeom xmlns:a="http://schemas.openxmlformats.org/drawingml/2006/main">
            <a:pathLst>
              <a:path w="292442" h="123072">
                <a:moveTo>
                  <a:pt x="14276" y="40165"/>
                </a:moveTo>
                <a:cubicBezTo>
                  <a:pt x="14276" y="43398"/>
                  <a:pt x="14931" y="46068"/>
                  <a:pt x="16240" y="48178"/>
                </a:cubicBezTo>
                <a:cubicBezTo>
                  <a:pt x="17550" y="50285"/>
                  <a:pt x="19309" y="52025"/>
                  <a:pt x="21517" y="53395"/>
                </a:cubicBezTo>
                <a:cubicBezTo>
                  <a:pt x="23726" y="54765"/>
                  <a:pt x="26289" y="55888"/>
                  <a:pt x="29207" y="56765"/>
                </a:cubicBezTo>
                <a:cubicBezTo>
                  <a:pt x="32126" y="57640"/>
                  <a:pt x="35168" y="58461"/>
                  <a:pt x="38332" y="59229"/>
                </a:cubicBezTo>
                <a:cubicBezTo>
                  <a:pt x="42586" y="60270"/>
                  <a:pt x="46773" y="61420"/>
                  <a:pt x="50890" y="62680"/>
                </a:cubicBezTo>
                <a:cubicBezTo>
                  <a:pt x="55008" y="63939"/>
                  <a:pt x="58676" y="65679"/>
                  <a:pt x="61895" y="67897"/>
                </a:cubicBezTo>
                <a:cubicBezTo>
                  <a:pt x="65114" y="70116"/>
                  <a:pt x="67718" y="73006"/>
                  <a:pt x="69708" y="76566"/>
                </a:cubicBezTo>
                <a:cubicBezTo>
                  <a:pt x="71699" y="80127"/>
                  <a:pt x="72695" y="84701"/>
                  <a:pt x="72695" y="90289"/>
                </a:cubicBezTo>
                <a:cubicBezTo>
                  <a:pt x="72695" y="95986"/>
                  <a:pt x="71604" y="100903"/>
                  <a:pt x="69423" y="105040"/>
                </a:cubicBezTo>
                <a:cubicBezTo>
                  <a:pt x="67242" y="109175"/>
                  <a:pt x="64233" y="112570"/>
                  <a:pt x="60398" y="115226"/>
                </a:cubicBezTo>
                <a:cubicBezTo>
                  <a:pt x="56562" y="117883"/>
                  <a:pt x="52046" y="119854"/>
                  <a:pt x="46850" y="121142"/>
                </a:cubicBezTo>
                <a:cubicBezTo>
                  <a:pt x="41653" y="122429"/>
                  <a:pt x="35964" y="123072"/>
                  <a:pt x="29783" y="123072"/>
                </a:cubicBezTo>
                <a:cubicBezTo>
                  <a:pt x="26939" y="123072"/>
                  <a:pt x="24026" y="122895"/>
                  <a:pt x="21045" y="122539"/>
                </a:cubicBezTo>
                <a:cubicBezTo>
                  <a:pt x="18064" y="122183"/>
                  <a:pt x="15220" y="121705"/>
                  <a:pt x="12512" y="121103"/>
                </a:cubicBezTo>
                <a:cubicBezTo>
                  <a:pt x="9805" y="120501"/>
                  <a:pt x="7357" y="119818"/>
                  <a:pt x="5169" y="119052"/>
                </a:cubicBezTo>
                <a:cubicBezTo>
                  <a:pt x="2981" y="118286"/>
                  <a:pt x="1258" y="117520"/>
                  <a:pt x="0" y="116755"/>
                </a:cubicBezTo>
                <a:lnTo>
                  <a:pt x="0" y="104529"/>
                </a:lnTo>
                <a:cubicBezTo>
                  <a:pt x="1969" y="105502"/>
                  <a:pt x="4184" y="106393"/>
                  <a:pt x="6646" y="107204"/>
                </a:cubicBezTo>
                <a:cubicBezTo>
                  <a:pt x="9107" y="108014"/>
                  <a:pt x="11651" y="108703"/>
                  <a:pt x="14276" y="109270"/>
                </a:cubicBezTo>
                <a:cubicBezTo>
                  <a:pt x="16902" y="109838"/>
                  <a:pt x="19555" y="110284"/>
                  <a:pt x="22235" y="110609"/>
                </a:cubicBezTo>
                <a:cubicBezTo>
                  <a:pt x="24915" y="110932"/>
                  <a:pt x="27431" y="111093"/>
                  <a:pt x="29783" y="111093"/>
                </a:cubicBezTo>
                <a:cubicBezTo>
                  <a:pt x="33612" y="111093"/>
                  <a:pt x="37264" y="110766"/>
                  <a:pt x="40737" y="110111"/>
                </a:cubicBezTo>
                <a:cubicBezTo>
                  <a:pt x="44210" y="109455"/>
                  <a:pt x="47260" y="108363"/>
                  <a:pt x="49885" y="106834"/>
                </a:cubicBezTo>
                <a:cubicBezTo>
                  <a:pt x="52511" y="105305"/>
                  <a:pt x="54589" y="103216"/>
                  <a:pt x="56121" y="100568"/>
                </a:cubicBezTo>
                <a:cubicBezTo>
                  <a:pt x="57653" y="97920"/>
                  <a:pt x="58418" y="94603"/>
                  <a:pt x="58418" y="90617"/>
                </a:cubicBezTo>
                <a:cubicBezTo>
                  <a:pt x="58418" y="87330"/>
                  <a:pt x="57748" y="84619"/>
                  <a:pt x="56408" y="82484"/>
                </a:cubicBezTo>
                <a:cubicBezTo>
                  <a:pt x="55068" y="80347"/>
                  <a:pt x="53277" y="78581"/>
                  <a:pt x="51034" y="77184"/>
                </a:cubicBezTo>
                <a:cubicBezTo>
                  <a:pt x="48791" y="75786"/>
                  <a:pt x="46207" y="74649"/>
                  <a:pt x="43280" y="73774"/>
                </a:cubicBezTo>
                <a:cubicBezTo>
                  <a:pt x="40354" y="72897"/>
                  <a:pt x="37277" y="72075"/>
                  <a:pt x="34050" y="71308"/>
                </a:cubicBezTo>
                <a:cubicBezTo>
                  <a:pt x="29783" y="70321"/>
                  <a:pt x="25613" y="69212"/>
                  <a:pt x="21538" y="67979"/>
                </a:cubicBezTo>
                <a:cubicBezTo>
                  <a:pt x="17463" y="66747"/>
                  <a:pt x="13825" y="65035"/>
                  <a:pt x="10625" y="62844"/>
                </a:cubicBezTo>
                <a:cubicBezTo>
                  <a:pt x="7425" y="60652"/>
                  <a:pt x="4855" y="57832"/>
                  <a:pt x="2913" y="54383"/>
                </a:cubicBezTo>
                <a:cubicBezTo>
                  <a:pt x="971" y="50931"/>
                  <a:pt x="0" y="46521"/>
                  <a:pt x="0" y="41152"/>
                </a:cubicBezTo>
                <a:cubicBezTo>
                  <a:pt x="0" y="35564"/>
                  <a:pt x="1032" y="30758"/>
                  <a:pt x="3095" y="26732"/>
                </a:cubicBezTo>
                <a:cubicBezTo>
                  <a:pt x="5160" y="22707"/>
                  <a:pt x="7949" y="19380"/>
                  <a:pt x="11464" y="16751"/>
                </a:cubicBezTo>
                <a:cubicBezTo>
                  <a:pt x="14980" y="14120"/>
                  <a:pt x="19008" y="12175"/>
                  <a:pt x="23548" y="10915"/>
                </a:cubicBezTo>
                <a:cubicBezTo>
                  <a:pt x="28088" y="9655"/>
                  <a:pt x="32929" y="9025"/>
                  <a:pt x="38070" y="9025"/>
                </a:cubicBezTo>
                <a:cubicBezTo>
                  <a:pt x="43923" y="9025"/>
                  <a:pt x="49379" y="9589"/>
                  <a:pt x="54439" y="10715"/>
                </a:cubicBezTo>
                <a:cubicBezTo>
                  <a:pt x="59499" y="11841"/>
                  <a:pt x="64134" y="13311"/>
                  <a:pt x="68346" y="15125"/>
                </a:cubicBezTo>
                <a:lnTo>
                  <a:pt x="68346" y="27568"/>
                </a:lnTo>
                <a:cubicBezTo>
                  <a:pt x="63806" y="25654"/>
                  <a:pt x="59116" y="24095"/>
                  <a:pt x="54275" y="22891"/>
                </a:cubicBezTo>
                <a:cubicBezTo>
                  <a:pt x="49434" y="21688"/>
                  <a:pt x="44251" y="21059"/>
                  <a:pt x="38727" y="21004"/>
                </a:cubicBezTo>
                <a:cubicBezTo>
                  <a:pt x="34570" y="21004"/>
                  <a:pt x="30960" y="21455"/>
                  <a:pt x="27896" y="22356"/>
                </a:cubicBezTo>
                <a:cubicBezTo>
                  <a:pt x="24833" y="23256"/>
                  <a:pt x="22290" y="24539"/>
                  <a:pt x="20266" y="26204"/>
                </a:cubicBezTo>
                <a:cubicBezTo>
                  <a:pt x="18242" y="27869"/>
                  <a:pt x="16738" y="29889"/>
                  <a:pt x="15753" y="32263"/>
                </a:cubicBezTo>
                <a:cubicBezTo>
                  <a:pt x="14769" y="34637"/>
                  <a:pt x="14276" y="37271"/>
                  <a:pt x="14276" y="40165"/>
                </a:cubicBezTo>
                <a:close/>
                <a:moveTo>
                  <a:pt x="140195" y="112324"/>
                </a:moveTo>
                <a:lnTo>
                  <a:pt x="139866" y="112324"/>
                </a:lnTo>
                <a:cubicBezTo>
                  <a:pt x="138829" y="113637"/>
                  <a:pt x="137518" y="114936"/>
                  <a:pt x="135933" y="116221"/>
                </a:cubicBezTo>
                <a:cubicBezTo>
                  <a:pt x="134350" y="117507"/>
                  <a:pt x="132520" y="118657"/>
                  <a:pt x="130444" y="119672"/>
                </a:cubicBezTo>
                <a:cubicBezTo>
                  <a:pt x="128368" y="120688"/>
                  <a:pt x="126102" y="121508"/>
                  <a:pt x="123644" y="122134"/>
                </a:cubicBezTo>
                <a:cubicBezTo>
                  <a:pt x="121186" y="122759"/>
                  <a:pt x="118564" y="123072"/>
                  <a:pt x="115778" y="123072"/>
                </a:cubicBezTo>
                <a:cubicBezTo>
                  <a:pt x="112008" y="123072"/>
                  <a:pt x="108553" y="122511"/>
                  <a:pt x="105411" y="121388"/>
                </a:cubicBezTo>
                <a:cubicBezTo>
                  <a:pt x="102271" y="120265"/>
                  <a:pt x="99567" y="118621"/>
                  <a:pt x="97299" y="116457"/>
                </a:cubicBezTo>
                <a:cubicBezTo>
                  <a:pt x="95032" y="114293"/>
                  <a:pt x="93271" y="111650"/>
                  <a:pt x="92014" y="108527"/>
                </a:cubicBezTo>
                <a:cubicBezTo>
                  <a:pt x="90758" y="105404"/>
                  <a:pt x="90130" y="101870"/>
                  <a:pt x="90130" y="97925"/>
                </a:cubicBezTo>
                <a:cubicBezTo>
                  <a:pt x="90130" y="94034"/>
                  <a:pt x="90825" y="90555"/>
                  <a:pt x="92217" y="87486"/>
                </a:cubicBezTo>
                <a:cubicBezTo>
                  <a:pt x="93610" y="84418"/>
                  <a:pt x="95562" y="81816"/>
                  <a:pt x="98073" y="79679"/>
                </a:cubicBezTo>
                <a:cubicBezTo>
                  <a:pt x="100586" y="77542"/>
                  <a:pt x="103604" y="75899"/>
                  <a:pt x="107127" y="74748"/>
                </a:cubicBezTo>
                <a:cubicBezTo>
                  <a:pt x="110650" y="73598"/>
                  <a:pt x="114540" y="73023"/>
                  <a:pt x="118798" y="73023"/>
                </a:cubicBezTo>
                <a:cubicBezTo>
                  <a:pt x="122839" y="73078"/>
                  <a:pt x="126580" y="73433"/>
                  <a:pt x="130021" y="74090"/>
                </a:cubicBezTo>
                <a:cubicBezTo>
                  <a:pt x="133461" y="74746"/>
                  <a:pt x="136519" y="75566"/>
                  <a:pt x="139195" y="76551"/>
                </a:cubicBezTo>
                <a:lnTo>
                  <a:pt x="139523" y="76551"/>
                </a:lnTo>
                <a:lnTo>
                  <a:pt x="139523" y="71136"/>
                </a:lnTo>
                <a:cubicBezTo>
                  <a:pt x="139523" y="69003"/>
                  <a:pt x="139386" y="67115"/>
                  <a:pt x="139113" y="65474"/>
                </a:cubicBezTo>
                <a:cubicBezTo>
                  <a:pt x="138839" y="63833"/>
                  <a:pt x="138374" y="62384"/>
                  <a:pt x="137718" y="61126"/>
                </a:cubicBezTo>
                <a:cubicBezTo>
                  <a:pt x="136296" y="58500"/>
                  <a:pt x="134026" y="56326"/>
                  <a:pt x="130908" y="54603"/>
                </a:cubicBezTo>
                <a:cubicBezTo>
                  <a:pt x="127790" y="52880"/>
                  <a:pt x="123578" y="52019"/>
                  <a:pt x="118272" y="52019"/>
                </a:cubicBezTo>
                <a:cubicBezTo>
                  <a:pt x="114334" y="52019"/>
                  <a:pt x="110628" y="52381"/>
                  <a:pt x="107155" y="53106"/>
                </a:cubicBezTo>
                <a:cubicBezTo>
                  <a:pt x="103681" y="53829"/>
                  <a:pt x="100222" y="54834"/>
                  <a:pt x="96776" y="56121"/>
                </a:cubicBezTo>
                <a:lnTo>
                  <a:pt x="96776" y="45455"/>
                </a:lnTo>
                <a:cubicBezTo>
                  <a:pt x="98088" y="44798"/>
                  <a:pt x="99634" y="44183"/>
                  <a:pt x="101411" y="43609"/>
                </a:cubicBezTo>
                <a:cubicBezTo>
                  <a:pt x="103189" y="43034"/>
                  <a:pt x="105063" y="42542"/>
                  <a:pt x="107032" y="42132"/>
                </a:cubicBezTo>
                <a:cubicBezTo>
                  <a:pt x="109001" y="41722"/>
                  <a:pt x="111079" y="41407"/>
                  <a:pt x="113267" y="41188"/>
                </a:cubicBezTo>
                <a:cubicBezTo>
                  <a:pt x="115455" y="40969"/>
                  <a:pt x="117643" y="40860"/>
                  <a:pt x="119831" y="40860"/>
                </a:cubicBezTo>
                <a:cubicBezTo>
                  <a:pt x="127708" y="40860"/>
                  <a:pt x="134149" y="42257"/>
                  <a:pt x="139154" y="45050"/>
                </a:cubicBezTo>
                <a:cubicBezTo>
                  <a:pt x="144158" y="47841"/>
                  <a:pt x="147755" y="51537"/>
                  <a:pt x="149943" y="56136"/>
                </a:cubicBezTo>
                <a:cubicBezTo>
                  <a:pt x="150763" y="57888"/>
                  <a:pt x="151351" y="59819"/>
                  <a:pt x="151707" y="61928"/>
                </a:cubicBezTo>
                <a:cubicBezTo>
                  <a:pt x="152062" y="64036"/>
                  <a:pt x="152240" y="66349"/>
                  <a:pt x="152240" y="68867"/>
                </a:cubicBezTo>
                <a:lnTo>
                  <a:pt x="152240" y="120939"/>
                </a:lnTo>
                <a:lnTo>
                  <a:pt x="141587" y="120939"/>
                </a:lnTo>
                <a:lnTo>
                  <a:pt x="140195" y="112324"/>
                </a:lnTo>
                <a:moveTo>
                  <a:pt x="139523" y="86733"/>
                </a:moveTo>
                <a:cubicBezTo>
                  <a:pt x="137186" y="86075"/>
                  <a:pt x="134415" y="85444"/>
                  <a:pt x="131210" y="84840"/>
                </a:cubicBezTo>
                <a:cubicBezTo>
                  <a:pt x="128005" y="84237"/>
                  <a:pt x="124474" y="83908"/>
                  <a:pt x="120616" y="83853"/>
                </a:cubicBezTo>
                <a:cubicBezTo>
                  <a:pt x="115238" y="83853"/>
                  <a:pt x="111028" y="85005"/>
                  <a:pt x="107986" y="87310"/>
                </a:cubicBezTo>
                <a:cubicBezTo>
                  <a:pt x="104943" y="89614"/>
                  <a:pt x="103422" y="93152"/>
                  <a:pt x="103422" y="97925"/>
                </a:cubicBezTo>
                <a:cubicBezTo>
                  <a:pt x="103422" y="100338"/>
                  <a:pt x="103802" y="102450"/>
                  <a:pt x="104563" y="104260"/>
                </a:cubicBezTo>
                <a:cubicBezTo>
                  <a:pt x="105323" y="106070"/>
                  <a:pt x="106368" y="107565"/>
                  <a:pt x="107698" y="108745"/>
                </a:cubicBezTo>
                <a:cubicBezTo>
                  <a:pt x="109030" y="109924"/>
                  <a:pt x="110606" y="110802"/>
                  <a:pt x="112426" y="111378"/>
                </a:cubicBezTo>
                <a:cubicBezTo>
                  <a:pt x="114247" y="111954"/>
                  <a:pt x="116189" y="112242"/>
                  <a:pt x="118254" y="112242"/>
                </a:cubicBezTo>
                <a:cubicBezTo>
                  <a:pt x="120970" y="112242"/>
                  <a:pt x="123496" y="111845"/>
                  <a:pt x="125831" y="111050"/>
                </a:cubicBezTo>
                <a:cubicBezTo>
                  <a:pt x="128168" y="110253"/>
                  <a:pt x="130246" y="109307"/>
                  <a:pt x="132067" y="108211"/>
                </a:cubicBezTo>
                <a:cubicBezTo>
                  <a:pt x="133887" y="107114"/>
                  <a:pt x="135435" y="106017"/>
                  <a:pt x="136710" y="104919"/>
                </a:cubicBezTo>
                <a:cubicBezTo>
                  <a:pt x="137987" y="103822"/>
                  <a:pt x="138925" y="102971"/>
                  <a:pt x="139523" y="102368"/>
                </a:cubicBezTo>
                <a:lnTo>
                  <a:pt x="139523" y="86733"/>
                </a:lnTo>
                <a:close/>
                <a:moveTo>
                  <a:pt x="223028" y="12143"/>
                </a:moveTo>
                <a:cubicBezTo>
                  <a:pt x="221387" y="11815"/>
                  <a:pt x="219582" y="11569"/>
                  <a:pt x="217612" y="11405"/>
                </a:cubicBezTo>
                <a:cubicBezTo>
                  <a:pt x="215643" y="11241"/>
                  <a:pt x="213948" y="11159"/>
                  <a:pt x="212525" y="11159"/>
                </a:cubicBezTo>
                <a:cubicBezTo>
                  <a:pt x="209681" y="11159"/>
                  <a:pt x="207124" y="11514"/>
                  <a:pt x="204854" y="12225"/>
                </a:cubicBezTo>
                <a:cubicBezTo>
                  <a:pt x="202584" y="12936"/>
                  <a:pt x="200683" y="14071"/>
                  <a:pt x="199152" y="15630"/>
                </a:cubicBezTo>
                <a:cubicBezTo>
                  <a:pt x="197620" y="17189"/>
                  <a:pt x="196444" y="19240"/>
                  <a:pt x="195624" y="21784"/>
                </a:cubicBezTo>
                <a:cubicBezTo>
                  <a:pt x="194803" y="24327"/>
                  <a:pt x="194393" y="27404"/>
                  <a:pt x="194393" y="31014"/>
                </a:cubicBezTo>
                <a:lnTo>
                  <a:pt x="194393" y="42993"/>
                </a:lnTo>
                <a:lnTo>
                  <a:pt x="217612" y="42993"/>
                </a:lnTo>
                <a:lnTo>
                  <a:pt x="217612" y="53988"/>
                </a:lnTo>
                <a:lnTo>
                  <a:pt x="194393" y="53988"/>
                </a:lnTo>
                <a:lnTo>
                  <a:pt x="194393" y="120939"/>
                </a:lnTo>
                <a:lnTo>
                  <a:pt x="181675" y="120939"/>
                </a:lnTo>
                <a:lnTo>
                  <a:pt x="181675" y="53988"/>
                </a:lnTo>
                <a:lnTo>
                  <a:pt x="167973" y="53988"/>
                </a:lnTo>
                <a:lnTo>
                  <a:pt x="167973" y="42993"/>
                </a:lnTo>
                <a:lnTo>
                  <a:pt x="181675" y="42993"/>
                </a:lnTo>
                <a:lnTo>
                  <a:pt x="181675" y="31073"/>
                </a:lnTo>
                <a:cubicBezTo>
                  <a:pt x="181675" y="25429"/>
                  <a:pt x="182427" y="20675"/>
                  <a:pt x="183932" y="16812"/>
                </a:cubicBezTo>
                <a:cubicBezTo>
                  <a:pt x="185436" y="12947"/>
                  <a:pt x="187501" y="9769"/>
                  <a:pt x="190126" y="7277"/>
                </a:cubicBezTo>
                <a:cubicBezTo>
                  <a:pt x="192752" y="4783"/>
                  <a:pt x="195842" y="2947"/>
                  <a:pt x="199398" y="1769"/>
                </a:cubicBezTo>
                <a:cubicBezTo>
                  <a:pt x="202953" y="590"/>
                  <a:pt x="206782" y="0"/>
                  <a:pt x="210885" y="0"/>
                </a:cubicBezTo>
                <a:cubicBezTo>
                  <a:pt x="213510" y="0"/>
                  <a:pt x="215930" y="138"/>
                  <a:pt x="218146" y="413"/>
                </a:cubicBezTo>
                <a:cubicBezTo>
                  <a:pt x="220361" y="688"/>
                  <a:pt x="221988" y="991"/>
                  <a:pt x="223028" y="1323"/>
                </a:cubicBezTo>
                <a:lnTo>
                  <a:pt x="223028" y="12143"/>
                </a:lnTo>
                <a:close/>
                <a:moveTo>
                  <a:pt x="260710" y="51854"/>
                </a:moveTo>
                <a:cubicBezTo>
                  <a:pt x="257774" y="51854"/>
                  <a:pt x="255046" y="52429"/>
                  <a:pt x="252526" y="53577"/>
                </a:cubicBezTo>
                <a:cubicBezTo>
                  <a:pt x="250006" y="54726"/>
                  <a:pt x="247805" y="56285"/>
                  <a:pt x="245921" y="58254"/>
                </a:cubicBezTo>
                <a:cubicBezTo>
                  <a:pt x="244039" y="60223"/>
                  <a:pt x="242516" y="62534"/>
                  <a:pt x="241352" y="65187"/>
                </a:cubicBezTo>
                <a:cubicBezTo>
                  <a:pt x="240190" y="67840"/>
                  <a:pt x="239470" y="70671"/>
                  <a:pt x="239193" y="73679"/>
                </a:cubicBezTo>
                <a:lnTo>
                  <a:pt x="279069" y="73679"/>
                </a:lnTo>
                <a:cubicBezTo>
                  <a:pt x="279069" y="70616"/>
                  <a:pt x="278667" y="67758"/>
                  <a:pt x="277863" y="65105"/>
                </a:cubicBezTo>
                <a:cubicBezTo>
                  <a:pt x="277060" y="62452"/>
                  <a:pt x="275883" y="60141"/>
                  <a:pt x="274333" y="58172"/>
                </a:cubicBezTo>
                <a:cubicBezTo>
                  <a:pt x="272782" y="56203"/>
                  <a:pt x="270871" y="54658"/>
                  <a:pt x="268600" y="53536"/>
                </a:cubicBezTo>
                <a:cubicBezTo>
                  <a:pt x="266330" y="52415"/>
                  <a:pt x="263700" y="51854"/>
                  <a:pt x="260710" y="51854"/>
                </a:cubicBezTo>
                <a:moveTo>
                  <a:pt x="267418" y="111914"/>
                </a:moveTo>
                <a:cubicBezTo>
                  <a:pt x="271629" y="111914"/>
                  <a:pt x="275472" y="111572"/>
                  <a:pt x="278945" y="110888"/>
                </a:cubicBezTo>
                <a:cubicBezTo>
                  <a:pt x="282419" y="110204"/>
                  <a:pt x="285879" y="109233"/>
                  <a:pt x="289325" y="107975"/>
                </a:cubicBezTo>
                <a:lnTo>
                  <a:pt x="289325" y="118619"/>
                </a:lnTo>
                <a:cubicBezTo>
                  <a:pt x="286535" y="119993"/>
                  <a:pt x="283089" y="121078"/>
                  <a:pt x="278986" y="121875"/>
                </a:cubicBezTo>
                <a:cubicBezTo>
                  <a:pt x="274884" y="122673"/>
                  <a:pt x="270481" y="123072"/>
                  <a:pt x="265777" y="123072"/>
                </a:cubicBezTo>
                <a:cubicBezTo>
                  <a:pt x="260197" y="123072"/>
                  <a:pt x="254960" y="122360"/>
                  <a:pt x="250064" y="120936"/>
                </a:cubicBezTo>
                <a:cubicBezTo>
                  <a:pt x="245169" y="119511"/>
                  <a:pt x="240932" y="117208"/>
                  <a:pt x="237352" y="114029"/>
                </a:cubicBezTo>
                <a:cubicBezTo>
                  <a:pt x="233773" y="110850"/>
                  <a:pt x="230969" y="106698"/>
                  <a:pt x="228942" y="101573"/>
                </a:cubicBezTo>
                <a:cubicBezTo>
                  <a:pt x="226915" y="96449"/>
                  <a:pt x="225901" y="90269"/>
                  <a:pt x="225901" y="83035"/>
                </a:cubicBezTo>
                <a:cubicBezTo>
                  <a:pt x="225901" y="75911"/>
                  <a:pt x="226883" y="69732"/>
                  <a:pt x="228847" y="64498"/>
                </a:cubicBezTo>
                <a:cubicBezTo>
                  <a:pt x="230811" y="59262"/>
                  <a:pt x="233430" y="54890"/>
                  <a:pt x="236703" y="51383"/>
                </a:cubicBezTo>
                <a:cubicBezTo>
                  <a:pt x="239979" y="47875"/>
                  <a:pt x="243744" y="45244"/>
                  <a:pt x="248000" y="43491"/>
                </a:cubicBezTo>
                <a:cubicBezTo>
                  <a:pt x="252257" y="41737"/>
                  <a:pt x="256704" y="40860"/>
                  <a:pt x="261341" y="40860"/>
                </a:cubicBezTo>
                <a:cubicBezTo>
                  <a:pt x="265707" y="40860"/>
                  <a:pt x="269785" y="41587"/>
                  <a:pt x="273576" y="43042"/>
                </a:cubicBezTo>
                <a:cubicBezTo>
                  <a:pt x="277369" y="44497"/>
                  <a:pt x="280657" y="46789"/>
                  <a:pt x="283440" y="49919"/>
                </a:cubicBezTo>
                <a:cubicBezTo>
                  <a:pt x="286223" y="53048"/>
                  <a:pt x="288419" y="57084"/>
                  <a:pt x="290027" y="62026"/>
                </a:cubicBezTo>
                <a:cubicBezTo>
                  <a:pt x="291637" y="66968"/>
                  <a:pt x="292442" y="72897"/>
                  <a:pt x="292442" y="79815"/>
                </a:cubicBezTo>
                <a:cubicBezTo>
                  <a:pt x="292442" y="80473"/>
                  <a:pt x="292442" y="81035"/>
                  <a:pt x="292442" y="81502"/>
                </a:cubicBezTo>
                <a:cubicBezTo>
                  <a:pt x="292442" y="81969"/>
                  <a:pt x="292415" y="83026"/>
                  <a:pt x="292360" y="84674"/>
                </a:cubicBezTo>
                <a:lnTo>
                  <a:pt x="238537" y="84674"/>
                </a:lnTo>
                <a:cubicBezTo>
                  <a:pt x="238537" y="89636"/>
                  <a:pt x="239289" y="93849"/>
                  <a:pt x="240793" y="97312"/>
                </a:cubicBezTo>
                <a:cubicBezTo>
                  <a:pt x="242297" y="100775"/>
                  <a:pt x="244348" y="103583"/>
                  <a:pt x="246947" y="105737"/>
                </a:cubicBezTo>
                <a:cubicBezTo>
                  <a:pt x="249545" y="107891"/>
                  <a:pt x="252594" y="109459"/>
                  <a:pt x="256095" y="110442"/>
                </a:cubicBezTo>
                <a:cubicBezTo>
                  <a:pt x="259596" y="111423"/>
                  <a:pt x="263370" y="111914"/>
                  <a:pt x="267418" y="111914"/>
                </a:cubicBezTo>
                <a:close/>
              </a:path>
            </a:pathLst>
          </a:custGeom>
          <a:solidFill xmlns:a="http://schemas.openxmlformats.org/drawingml/2006/main">
            <a:srgbClr val="0070C0"/>
          </a:solidFill>
          <a:ln xmlns:a="http://schemas.openxmlformats.org/drawingml/2006/main" w="0" cap="flat">
            <a:noFill/>
            <a:miter/>
          </a:ln>
        </p:spPr>
      </p:sp>
      <p:pic>
        <p:nvPicPr>
          <p:cNvPr id="39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5d6182cd8044187"/>
          <a:stretch xmlns:a="http://schemas.openxmlformats.org/drawingml/2006/main"/>
        </p:blipFill>
        <p:spPr>
          <a:xfrm xmlns:a="http://schemas.openxmlformats.org/drawingml/2006/main">
            <a:off x="12355792" y="1275314"/>
            <a:ext cx="226745" cy="220617"/>
          </a:xfrm>
          <a:prstGeom xmlns:a="http://schemas.openxmlformats.org/drawingml/2006/main" prst="rect">
            <a:avLst/>
          </a:prstGeom>
        </p:spPr>
      </p:pic>
      <p:pic>
        <p:nvPicPr>
          <p:cNvPr id="39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8744ab615e04c51"/>
          <a:stretch xmlns:a="http://schemas.openxmlformats.org/drawingml/2006/main"/>
        </p:blipFill>
        <p:spPr>
          <a:xfrm xmlns:a="http://schemas.openxmlformats.org/drawingml/2006/main">
            <a:off x="11752486" y="1633645"/>
            <a:ext cx="311775" cy="305662"/>
          </a:xfrm>
          <a:prstGeom xmlns:a="http://schemas.openxmlformats.org/drawingml/2006/main" prst="rect">
            <a:avLst/>
          </a:prstGeom>
        </p:spPr>
      </p:pic>
      <p:pic>
        <p:nvPicPr>
          <p:cNvPr id="39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a5730d1f244492c"/>
          <a:stretch xmlns:a="http://schemas.openxmlformats.org/drawingml/2006/main"/>
        </p:blipFill>
        <p:spPr>
          <a:xfrm xmlns:a="http://schemas.openxmlformats.org/drawingml/2006/main">
            <a:off x="12317327" y="1633646"/>
            <a:ext cx="311774" cy="305661"/>
          </a:xfrm>
          <a:prstGeom xmlns:a="http://schemas.openxmlformats.org/drawingml/2006/main" prst="rect">
            <a:avLst/>
          </a:prstGeom>
        </p:spPr>
      </p:pic>
      <p:pic>
        <p:nvPicPr>
          <p:cNvPr id="39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551efdd2ea94bb1"/>
          <a:stretch xmlns:a="http://schemas.openxmlformats.org/drawingml/2006/main"/>
        </p:blipFill>
        <p:spPr>
          <a:xfrm xmlns:a="http://schemas.openxmlformats.org/drawingml/2006/main">
            <a:off x="12033895" y="1190277"/>
            <a:ext cx="311774" cy="305661"/>
          </a:xfrm>
          <a:prstGeom xmlns:a="http://schemas.openxmlformats.org/drawingml/2006/main" prst="rect">
            <a:avLst/>
          </a:prstGeom>
        </p:spPr>
      </p:pic>
      <p:sp>
        <p:nvSpPr>
          <p:cNvPr id="16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90A0575-1557-4E6E-9AEC-785F650EF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42364" y="1625527"/>
            <a:ext cx="898884" cy="344167"/>
          </a:xfrm>
          <a:custGeom xmlns:a="http://schemas.openxmlformats.org/drawingml/2006/main">
            <a:pathLst>
              <a:path w="898884" h="344167" fill="none">
                <a:moveTo>
                  <a:pt x="0" y="57361"/>
                </a:moveTo>
                <a:cubicBezTo>
                  <a:pt x="0" y="25644"/>
                  <a:pt x="25644" y="0"/>
                  <a:pt x="57361" y="0"/>
                </a:cubicBezTo>
                <a:lnTo>
                  <a:pt x="841523" y="0"/>
                </a:lnTo>
                <a:cubicBezTo>
                  <a:pt x="873240" y="0"/>
                  <a:pt x="898884" y="25644"/>
                  <a:pt x="898884" y="57361"/>
                </a:cubicBezTo>
                <a:lnTo>
                  <a:pt x="898884" y="286806"/>
                </a:lnTo>
                <a:cubicBezTo>
                  <a:pt x="898884" y="318524"/>
                  <a:pt x="873240" y="344167"/>
                  <a:pt x="841523" y="344167"/>
                </a:cubicBezTo>
                <a:lnTo>
                  <a:pt x="57361" y="344167"/>
                </a:lnTo>
                <a:cubicBezTo>
                  <a:pt x="25644" y="344167"/>
                  <a:pt x="0" y="318524"/>
                  <a:pt x="0" y="286806"/>
                </a:cubicBezTo>
                <a:lnTo>
                  <a:pt x="0" y="57361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6871" cap="flat">
            <a:solidFill>
              <a:srgbClr val="000000"/>
            </a:solidFill>
            <a:miter/>
          </a:ln>
        </p:spPr>
      </p:sp>
      <p:sp>
        <p:nvSpPr>
          <p:cNvPr id="16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1282A6D-C808-49BF-BEB9-4A3B10DB2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56714" y="1471664"/>
            <a:ext cx="67484" cy="154032"/>
          </a:xfrm>
          <a:custGeom xmlns:a="http://schemas.openxmlformats.org/drawingml/2006/main">
            <a:pathLst>
              <a:path w="67484" h="154032">
                <a:moveTo>
                  <a:pt x="41503" y="0"/>
                </a:moveTo>
                <a:lnTo>
                  <a:pt x="24632" y="0"/>
                </a:lnTo>
                <a:lnTo>
                  <a:pt x="25197" y="86696"/>
                </a:lnTo>
                <a:lnTo>
                  <a:pt x="0" y="86885"/>
                </a:lnTo>
                <a:lnTo>
                  <a:pt x="34248" y="154032"/>
                </a:lnTo>
                <a:lnTo>
                  <a:pt x="67484" y="86379"/>
                </a:lnTo>
                <a:lnTo>
                  <a:pt x="42067" y="86570"/>
                </a:lnTo>
                <a:lnTo>
                  <a:pt x="41503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56AD2EC-6626-4AE2-ACD5-E279BBF85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94629" y="1753746"/>
            <a:ext cx="205319" cy="67484"/>
          </a:xfrm>
          <a:custGeom xmlns:a="http://schemas.openxmlformats.org/drawingml/2006/main">
            <a:pathLst>
              <a:path w="205319" h="67484">
                <a:moveTo>
                  <a:pt x="0" y="25306"/>
                </a:moveTo>
                <a:lnTo>
                  <a:pt x="0" y="42177"/>
                </a:lnTo>
                <a:lnTo>
                  <a:pt x="137836" y="42177"/>
                </a:lnTo>
                <a:lnTo>
                  <a:pt x="137836" y="67484"/>
                </a:lnTo>
                <a:lnTo>
                  <a:pt x="205319" y="33742"/>
                </a:lnTo>
                <a:lnTo>
                  <a:pt x="137836" y="0"/>
                </a:lnTo>
                <a:lnTo>
                  <a:pt x="137836" y="25306"/>
                </a:lnTo>
                <a:lnTo>
                  <a:pt x="0" y="25306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FFF7BBC-8447-4691-8EFF-35EBE4D02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84506" y="1820555"/>
            <a:ext cx="201945" cy="67484"/>
          </a:xfrm>
          <a:custGeom xmlns:a="http://schemas.openxmlformats.org/drawingml/2006/main">
            <a:pathLst>
              <a:path w="201945" h="67484">
                <a:moveTo>
                  <a:pt x="201945" y="42177"/>
                </a:moveTo>
                <a:lnTo>
                  <a:pt x="201945" y="25306"/>
                </a:lnTo>
                <a:lnTo>
                  <a:pt x="67484" y="25306"/>
                </a:lnTo>
                <a:lnTo>
                  <a:pt x="67484" y="0"/>
                </a:lnTo>
                <a:lnTo>
                  <a:pt x="0" y="33742"/>
                </a:lnTo>
                <a:lnTo>
                  <a:pt x="67484" y="67484"/>
                </a:lnTo>
                <a:lnTo>
                  <a:pt x="67484" y="42177"/>
                </a:lnTo>
                <a:lnTo>
                  <a:pt x="201945" y="42177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pic>
        <p:nvPicPr>
          <p:cNvPr id="39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b2da5b8406c4ee4"/>
          <a:stretch xmlns:a="http://schemas.openxmlformats.org/drawingml/2006/main"/>
        </p:blipFill>
        <p:spPr>
          <a:xfrm xmlns:a="http://schemas.openxmlformats.org/drawingml/2006/main">
            <a:off x="11503472" y="1718683"/>
            <a:ext cx="226744" cy="220616"/>
          </a:xfrm>
          <a:prstGeom xmlns:a="http://schemas.openxmlformats.org/drawingml/2006/main" prst="rect">
            <a:avLst/>
          </a:prstGeom>
        </p:spPr>
      </p:pic>
      <p:pic>
        <p:nvPicPr>
          <p:cNvPr id="40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56151ad04384469"/>
          <a:stretch xmlns:a="http://schemas.openxmlformats.org/drawingml/2006/main"/>
        </p:blipFill>
        <p:spPr>
          <a:xfrm xmlns:a="http://schemas.openxmlformats.org/drawingml/2006/main">
            <a:off x="12654379" y="1718655"/>
            <a:ext cx="226802" cy="220672"/>
          </a:xfrm>
          <a:prstGeom xmlns:a="http://schemas.openxmlformats.org/drawingml/2006/main" prst="rect">
            <a:avLst/>
          </a:prstGeom>
        </p:spPr>
      </p:pic>
      <p:sp>
        <p:nvSpPr>
          <p:cNvPr id="167" name="Text ProcessDanger">
            <a:extLst xmlns:a="http://schemas.openxmlformats.org/drawingml/2006/main">
              <a:ext uri="{FF2B5EF4-FFF2-40B4-BE49-F238E27FC236}">
                <a16:creationId xmlns:a16="http://schemas.microsoft.com/office/drawing/2014/main" id="{CA986D7D-4592-404B-8103-4EFDE4838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65208" y="3367368"/>
            <a:ext cx="1068639" cy="149984"/>
          </a:xfrm>
          <a:custGeom xmlns:a="http://schemas.openxmlformats.org/drawingml/2006/main">
            <a:pathLst>
              <a:path w="1068639" h="149984">
                <a:moveTo>
                  <a:pt x="13374" y="109780"/>
                </a:moveTo>
                <a:lnTo>
                  <a:pt x="0" y="109780"/>
                </a:lnTo>
                <a:lnTo>
                  <a:pt x="0" y="0"/>
                </a:lnTo>
                <a:lnTo>
                  <a:pt x="30507" y="0"/>
                </a:lnTo>
                <a:cubicBezTo>
                  <a:pt x="35057" y="0"/>
                  <a:pt x="39264" y="273"/>
                  <a:pt x="43129" y="820"/>
                </a:cubicBezTo>
                <a:cubicBezTo>
                  <a:pt x="46994" y="1367"/>
                  <a:pt x="50544" y="2215"/>
                  <a:pt x="53780" y="3364"/>
                </a:cubicBezTo>
                <a:cubicBezTo>
                  <a:pt x="60358" y="5716"/>
                  <a:pt x="65345" y="9230"/>
                  <a:pt x="68744" y="13907"/>
                </a:cubicBezTo>
                <a:cubicBezTo>
                  <a:pt x="72143" y="18584"/>
                  <a:pt x="73843" y="24341"/>
                  <a:pt x="73843" y="31178"/>
                </a:cubicBezTo>
                <a:cubicBezTo>
                  <a:pt x="73843" y="36758"/>
                  <a:pt x="72732" y="41667"/>
                  <a:pt x="70510" y="45906"/>
                </a:cubicBezTo>
                <a:cubicBezTo>
                  <a:pt x="68290" y="50145"/>
                  <a:pt x="65068" y="53687"/>
                  <a:pt x="60844" y="56531"/>
                </a:cubicBezTo>
                <a:cubicBezTo>
                  <a:pt x="56622" y="59376"/>
                  <a:pt x="51480" y="61522"/>
                  <a:pt x="45419" y="62972"/>
                </a:cubicBezTo>
                <a:cubicBezTo>
                  <a:pt x="39357" y="64421"/>
                  <a:pt x="32488" y="65146"/>
                  <a:pt x="24809" y="65146"/>
                </a:cubicBezTo>
                <a:cubicBezTo>
                  <a:pt x="21134" y="65146"/>
                  <a:pt x="17322" y="64982"/>
                  <a:pt x="13374" y="64654"/>
                </a:cubicBezTo>
                <a:lnTo>
                  <a:pt x="13374" y="109780"/>
                </a:lnTo>
                <a:moveTo>
                  <a:pt x="13374" y="52349"/>
                </a:moveTo>
                <a:cubicBezTo>
                  <a:pt x="15182" y="52568"/>
                  <a:pt x="17073" y="52732"/>
                  <a:pt x="19045" y="52842"/>
                </a:cubicBezTo>
                <a:cubicBezTo>
                  <a:pt x="21018" y="52949"/>
                  <a:pt x="22881" y="53003"/>
                  <a:pt x="24635" y="53003"/>
                </a:cubicBezTo>
                <a:cubicBezTo>
                  <a:pt x="30936" y="53003"/>
                  <a:pt x="36305" y="52513"/>
                  <a:pt x="40745" y="51534"/>
                </a:cubicBezTo>
                <a:cubicBezTo>
                  <a:pt x="45184" y="50553"/>
                  <a:pt x="48800" y="49122"/>
                  <a:pt x="51593" y="47242"/>
                </a:cubicBezTo>
                <a:cubicBezTo>
                  <a:pt x="54388" y="45362"/>
                  <a:pt x="56415" y="43074"/>
                  <a:pt x="57675" y="40378"/>
                </a:cubicBezTo>
                <a:cubicBezTo>
                  <a:pt x="58936" y="37681"/>
                  <a:pt x="59567" y="34616"/>
                  <a:pt x="59567" y="31183"/>
                </a:cubicBezTo>
                <a:cubicBezTo>
                  <a:pt x="59567" y="26934"/>
                  <a:pt x="58540" y="23448"/>
                  <a:pt x="56485" y="20725"/>
                </a:cubicBezTo>
                <a:cubicBezTo>
                  <a:pt x="54430" y="18000"/>
                  <a:pt x="51513" y="15929"/>
                  <a:pt x="47732" y="14512"/>
                </a:cubicBezTo>
                <a:cubicBezTo>
                  <a:pt x="45374" y="13641"/>
                  <a:pt x="42662" y="13028"/>
                  <a:pt x="39593" y="12674"/>
                </a:cubicBezTo>
                <a:cubicBezTo>
                  <a:pt x="36525" y="12320"/>
                  <a:pt x="32964" y="12143"/>
                  <a:pt x="28909" y="12143"/>
                </a:cubicBezTo>
                <a:lnTo>
                  <a:pt x="13374" y="12143"/>
                </a:lnTo>
                <a:lnTo>
                  <a:pt x="13374" y="52349"/>
                </a:lnTo>
                <a:close/>
                <a:moveTo>
                  <a:pt x="136213" y="42173"/>
                </a:moveTo>
                <a:lnTo>
                  <a:pt x="135229" y="42173"/>
                </a:lnTo>
                <a:cubicBezTo>
                  <a:pt x="132220" y="42173"/>
                  <a:pt x="129267" y="42446"/>
                  <a:pt x="126368" y="42993"/>
                </a:cubicBezTo>
                <a:cubicBezTo>
                  <a:pt x="123469" y="43540"/>
                  <a:pt x="120747" y="44374"/>
                  <a:pt x="118204" y="45496"/>
                </a:cubicBezTo>
                <a:cubicBezTo>
                  <a:pt x="115660" y="46617"/>
                  <a:pt x="113363" y="47998"/>
                  <a:pt x="111312" y="49639"/>
                </a:cubicBezTo>
                <a:cubicBezTo>
                  <a:pt x="109261" y="51280"/>
                  <a:pt x="107551" y="53222"/>
                  <a:pt x="106184" y="55465"/>
                </a:cubicBezTo>
                <a:lnTo>
                  <a:pt x="106184" y="109780"/>
                </a:lnTo>
                <a:lnTo>
                  <a:pt x="93466" y="109780"/>
                </a:lnTo>
                <a:lnTo>
                  <a:pt x="93466" y="31835"/>
                </a:lnTo>
                <a:lnTo>
                  <a:pt x="103312" y="31835"/>
                </a:lnTo>
                <a:lnTo>
                  <a:pt x="105774" y="44224"/>
                </a:lnTo>
                <a:lnTo>
                  <a:pt x="106020" y="44224"/>
                </a:lnTo>
                <a:cubicBezTo>
                  <a:pt x="107278" y="42188"/>
                  <a:pt x="108823" y="40291"/>
                  <a:pt x="110655" y="38532"/>
                </a:cubicBezTo>
                <a:cubicBezTo>
                  <a:pt x="112488" y="36771"/>
                  <a:pt x="114553" y="35231"/>
                  <a:pt x="116850" y="33912"/>
                </a:cubicBezTo>
                <a:cubicBezTo>
                  <a:pt x="119147" y="32590"/>
                  <a:pt x="121664" y="31559"/>
                  <a:pt x="124399" y="30817"/>
                </a:cubicBezTo>
                <a:cubicBezTo>
                  <a:pt x="127133" y="30073"/>
                  <a:pt x="130005" y="29701"/>
                  <a:pt x="133014" y="29701"/>
                </a:cubicBezTo>
                <a:cubicBezTo>
                  <a:pt x="133561" y="29701"/>
                  <a:pt x="134121" y="29715"/>
                  <a:pt x="134696" y="29742"/>
                </a:cubicBezTo>
                <a:cubicBezTo>
                  <a:pt x="135270" y="29770"/>
                  <a:pt x="135776" y="29811"/>
                  <a:pt x="136213" y="29866"/>
                </a:cubicBezTo>
                <a:lnTo>
                  <a:pt x="136213" y="42173"/>
                </a:lnTo>
                <a:close/>
                <a:moveTo>
                  <a:pt x="206043" y="70890"/>
                </a:moveTo>
                <a:cubicBezTo>
                  <a:pt x="206043" y="66062"/>
                  <a:pt x="205455" y="61771"/>
                  <a:pt x="204279" y="58016"/>
                </a:cubicBezTo>
                <a:cubicBezTo>
                  <a:pt x="203103" y="54259"/>
                  <a:pt x="201462" y="51078"/>
                  <a:pt x="199356" y="48473"/>
                </a:cubicBezTo>
                <a:cubicBezTo>
                  <a:pt x="197250" y="45866"/>
                  <a:pt x="194748" y="43891"/>
                  <a:pt x="191849" y="42547"/>
                </a:cubicBezTo>
                <a:cubicBezTo>
                  <a:pt x="188950" y="41204"/>
                  <a:pt x="185777" y="40532"/>
                  <a:pt x="182331" y="40532"/>
                </a:cubicBezTo>
                <a:cubicBezTo>
                  <a:pt x="178885" y="40532"/>
                  <a:pt x="175713" y="41204"/>
                  <a:pt x="172814" y="42547"/>
                </a:cubicBezTo>
                <a:cubicBezTo>
                  <a:pt x="169915" y="43891"/>
                  <a:pt x="167412" y="45866"/>
                  <a:pt x="165306" y="48473"/>
                </a:cubicBezTo>
                <a:cubicBezTo>
                  <a:pt x="163200" y="51078"/>
                  <a:pt x="161560" y="54259"/>
                  <a:pt x="160383" y="58016"/>
                </a:cubicBezTo>
                <a:cubicBezTo>
                  <a:pt x="159207" y="61771"/>
                  <a:pt x="158619" y="66062"/>
                  <a:pt x="158619" y="70890"/>
                </a:cubicBezTo>
                <a:cubicBezTo>
                  <a:pt x="158619" y="75662"/>
                  <a:pt x="159207" y="79927"/>
                  <a:pt x="160383" y="83684"/>
                </a:cubicBezTo>
                <a:cubicBezTo>
                  <a:pt x="161560" y="87441"/>
                  <a:pt x="163214" y="90609"/>
                  <a:pt x="165347" y="93186"/>
                </a:cubicBezTo>
                <a:cubicBezTo>
                  <a:pt x="167481" y="95764"/>
                  <a:pt x="169997" y="97725"/>
                  <a:pt x="172896" y="99068"/>
                </a:cubicBezTo>
                <a:cubicBezTo>
                  <a:pt x="175795" y="100412"/>
                  <a:pt x="178967" y="101083"/>
                  <a:pt x="182413" y="101083"/>
                </a:cubicBezTo>
                <a:cubicBezTo>
                  <a:pt x="185859" y="101083"/>
                  <a:pt x="189018" y="100412"/>
                  <a:pt x="191890" y="99068"/>
                </a:cubicBezTo>
                <a:cubicBezTo>
                  <a:pt x="194762" y="97725"/>
                  <a:pt x="197250" y="95764"/>
                  <a:pt x="199356" y="93186"/>
                </a:cubicBezTo>
                <a:cubicBezTo>
                  <a:pt x="201462" y="90609"/>
                  <a:pt x="203103" y="87441"/>
                  <a:pt x="204279" y="83684"/>
                </a:cubicBezTo>
                <a:cubicBezTo>
                  <a:pt x="205455" y="79927"/>
                  <a:pt x="206043" y="75662"/>
                  <a:pt x="206043" y="70890"/>
                </a:cubicBezTo>
                <a:moveTo>
                  <a:pt x="219335" y="70890"/>
                </a:moveTo>
                <a:cubicBezTo>
                  <a:pt x="219335" y="77028"/>
                  <a:pt x="218460" y="82618"/>
                  <a:pt x="216710" y="87661"/>
                </a:cubicBezTo>
                <a:cubicBezTo>
                  <a:pt x="214959" y="92703"/>
                  <a:pt x="212484" y="97019"/>
                  <a:pt x="209284" y="100609"/>
                </a:cubicBezTo>
                <a:cubicBezTo>
                  <a:pt x="206084" y="104199"/>
                  <a:pt x="202214" y="106981"/>
                  <a:pt x="197674" y="108955"/>
                </a:cubicBezTo>
                <a:cubicBezTo>
                  <a:pt x="193134" y="110927"/>
                  <a:pt x="188047" y="111914"/>
                  <a:pt x="182413" y="111914"/>
                </a:cubicBezTo>
                <a:cubicBezTo>
                  <a:pt x="176615" y="111914"/>
                  <a:pt x="171433" y="110927"/>
                  <a:pt x="166865" y="108955"/>
                </a:cubicBezTo>
                <a:cubicBezTo>
                  <a:pt x="162298" y="106981"/>
                  <a:pt x="158414" y="104199"/>
                  <a:pt x="155214" y="100609"/>
                </a:cubicBezTo>
                <a:cubicBezTo>
                  <a:pt x="152015" y="97019"/>
                  <a:pt x="149567" y="92703"/>
                  <a:pt x="147871" y="87661"/>
                </a:cubicBezTo>
                <a:cubicBezTo>
                  <a:pt x="146175" y="82618"/>
                  <a:pt x="145328" y="77028"/>
                  <a:pt x="145328" y="70890"/>
                </a:cubicBezTo>
                <a:cubicBezTo>
                  <a:pt x="145328" y="64697"/>
                  <a:pt x="146203" y="59079"/>
                  <a:pt x="147953" y="54036"/>
                </a:cubicBezTo>
                <a:cubicBezTo>
                  <a:pt x="149704" y="48994"/>
                  <a:pt x="152179" y="44664"/>
                  <a:pt x="155379" y="41047"/>
                </a:cubicBezTo>
                <a:cubicBezTo>
                  <a:pt x="158578" y="37430"/>
                  <a:pt x="162462" y="34635"/>
                  <a:pt x="167029" y="32663"/>
                </a:cubicBezTo>
                <a:cubicBezTo>
                  <a:pt x="171597" y="30689"/>
                  <a:pt x="176697" y="29701"/>
                  <a:pt x="182331" y="29701"/>
                </a:cubicBezTo>
                <a:cubicBezTo>
                  <a:pt x="188075" y="29701"/>
                  <a:pt x="193244" y="30689"/>
                  <a:pt x="197838" y="32663"/>
                </a:cubicBezTo>
                <a:cubicBezTo>
                  <a:pt x="202433" y="34635"/>
                  <a:pt x="206317" y="37430"/>
                  <a:pt x="209489" y="41047"/>
                </a:cubicBezTo>
                <a:cubicBezTo>
                  <a:pt x="212662" y="44664"/>
                  <a:pt x="215096" y="48994"/>
                  <a:pt x="216792" y="54036"/>
                </a:cubicBezTo>
                <a:cubicBezTo>
                  <a:pt x="218487" y="59079"/>
                  <a:pt x="219335" y="64697"/>
                  <a:pt x="219335" y="70890"/>
                </a:cubicBezTo>
                <a:close/>
                <a:moveTo>
                  <a:pt x="272878" y="29701"/>
                </a:moveTo>
                <a:cubicBezTo>
                  <a:pt x="276652" y="29701"/>
                  <a:pt x="280262" y="30098"/>
                  <a:pt x="283708" y="30891"/>
                </a:cubicBezTo>
                <a:cubicBezTo>
                  <a:pt x="287154" y="31684"/>
                  <a:pt x="290108" y="32792"/>
                  <a:pt x="292570" y="34214"/>
                </a:cubicBezTo>
                <a:lnTo>
                  <a:pt x="292570" y="44798"/>
                </a:lnTo>
                <a:cubicBezTo>
                  <a:pt x="289124" y="43486"/>
                  <a:pt x="285951" y="42501"/>
                  <a:pt x="283052" y="41845"/>
                </a:cubicBezTo>
                <a:cubicBezTo>
                  <a:pt x="280153" y="41188"/>
                  <a:pt x="277199" y="40860"/>
                  <a:pt x="274191" y="40860"/>
                </a:cubicBezTo>
                <a:cubicBezTo>
                  <a:pt x="271018" y="40860"/>
                  <a:pt x="267873" y="41380"/>
                  <a:pt x="264755" y="42421"/>
                </a:cubicBezTo>
                <a:cubicBezTo>
                  <a:pt x="261637" y="43462"/>
                  <a:pt x="258848" y="45174"/>
                  <a:pt x="256386" y="47557"/>
                </a:cubicBezTo>
                <a:cubicBezTo>
                  <a:pt x="253925" y="49938"/>
                  <a:pt x="251942" y="53088"/>
                  <a:pt x="250438" y="57006"/>
                </a:cubicBezTo>
                <a:cubicBezTo>
                  <a:pt x="248934" y="60922"/>
                  <a:pt x="248181" y="65782"/>
                  <a:pt x="248181" y="71587"/>
                </a:cubicBezTo>
                <a:cubicBezTo>
                  <a:pt x="248181" y="75806"/>
                  <a:pt x="248742" y="79695"/>
                  <a:pt x="249863" y="83256"/>
                </a:cubicBezTo>
                <a:cubicBezTo>
                  <a:pt x="250985" y="86816"/>
                  <a:pt x="252653" y="89897"/>
                  <a:pt x="254868" y="92499"/>
                </a:cubicBezTo>
                <a:cubicBezTo>
                  <a:pt x="257084" y="95101"/>
                  <a:pt x="259860" y="97127"/>
                  <a:pt x="263196" y="98578"/>
                </a:cubicBezTo>
                <a:cubicBezTo>
                  <a:pt x="266533" y="100030"/>
                  <a:pt x="270389" y="100755"/>
                  <a:pt x="274765" y="100755"/>
                </a:cubicBezTo>
                <a:cubicBezTo>
                  <a:pt x="277938" y="100755"/>
                  <a:pt x="281138" y="100413"/>
                  <a:pt x="284365" y="99730"/>
                </a:cubicBezTo>
                <a:cubicBezTo>
                  <a:pt x="287592" y="99046"/>
                  <a:pt x="290737" y="98075"/>
                  <a:pt x="293800" y="96817"/>
                </a:cubicBezTo>
                <a:lnTo>
                  <a:pt x="293800" y="107460"/>
                </a:lnTo>
                <a:cubicBezTo>
                  <a:pt x="292870" y="108009"/>
                  <a:pt x="291653" y="108558"/>
                  <a:pt x="290149" y="109109"/>
                </a:cubicBezTo>
                <a:cubicBezTo>
                  <a:pt x="288645" y="109659"/>
                  <a:pt x="286990" y="110140"/>
                  <a:pt x="285185" y="110552"/>
                </a:cubicBezTo>
                <a:cubicBezTo>
                  <a:pt x="283380" y="110964"/>
                  <a:pt x="281466" y="111294"/>
                  <a:pt x="279442" y="111542"/>
                </a:cubicBezTo>
                <a:cubicBezTo>
                  <a:pt x="277418" y="111790"/>
                  <a:pt x="275394" y="111914"/>
                  <a:pt x="273370" y="111914"/>
                </a:cubicBezTo>
                <a:cubicBezTo>
                  <a:pt x="268119" y="111914"/>
                  <a:pt x="263155" y="111119"/>
                  <a:pt x="258479" y="109529"/>
                </a:cubicBezTo>
                <a:cubicBezTo>
                  <a:pt x="253802" y="107940"/>
                  <a:pt x="249713" y="105501"/>
                  <a:pt x="246212" y="102214"/>
                </a:cubicBezTo>
                <a:cubicBezTo>
                  <a:pt x="242712" y="98925"/>
                  <a:pt x="239949" y="94760"/>
                  <a:pt x="237925" y="89717"/>
                </a:cubicBezTo>
                <a:cubicBezTo>
                  <a:pt x="235902" y="84675"/>
                  <a:pt x="234890" y="78700"/>
                  <a:pt x="234890" y="71795"/>
                </a:cubicBezTo>
                <a:cubicBezTo>
                  <a:pt x="234890" y="66643"/>
                  <a:pt x="235423" y="62011"/>
                  <a:pt x="236490" y="57900"/>
                </a:cubicBezTo>
                <a:cubicBezTo>
                  <a:pt x="237556" y="53789"/>
                  <a:pt x="239019" y="50172"/>
                  <a:pt x="240879" y="47050"/>
                </a:cubicBezTo>
                <a:cubicBezTo>
                  <a:pt x="242739" y="43925"/>
                  <a:pt x="244913" y="41267"/>
                  <a:pt x="247402" y="39075"/>
                </a:cubicBezTo>
                <a:cubicBezTo>
                  <a:pt x="249891" y="36882"/>
                  <a:pt x="252544" y="35087"/>
                  <a:pt x="255361" y="33688"/>
                </a:cubicBezTo>
                <a:cubicBezTo>
                  <a:pt x="258178" y="32290"/>
                  <a:pt x="261090" y="31277"/>
                  <a:pt x="264099" y="30648"/>
                </a:cubicBezTo>
                <a:cubicBezTo>
                  <a:pt x="267107" y="30017"/>
                  <a:pt x="270034" y="29701"/>
                  <a:pt x="272878" y="29701"/>
                </a:cubicBezTo>
                <a:close/>
                <a:moveTo>
                  <a:pt x="342458" y="40696"/>
                </a:moveTo>
                <a:cubicBezTo>
                  <a:pt x="339522" y="40696"/>
                  <a:pt x="336794" y="41270"/>
                  <a:pt x="334274" y="42419"/>
                </a:cubicBezTo>
                <a:cubicBezTo>
                  <a:pt x="331754" y="43568"/>
                  <a:pt x="329553" y="45127"/>
                  <a:pt x="327669" y="47096"/>
                </a:cubicBezTo>
                <a:cubicBezTo>
                  <a:pt x="325787" y="49065"/>
                  <a:pt x="324264" y="51376"/>
                  <a:pt x="323100" y="54029"/>
                </a:cubicBezTo>
                <a:cubicBezTo>
                  <a:pt x="321938" y="56682"/>
                  <a:pt x="321218" y="59512"/>
                  <a:pt x="320941" y="62521"/>
                </a:cubicBezTo>
                <a:lnTo>
                  <a:pt x="360817" y="62521"/>
                </a:lnTo>
                <a:cubicBezTo>
                  <a:pt x="360817" y="59458"/>
                  <a:pt x="360415" y="56600"/>
                  <a:pt x="359612" y="53947"/>
                </a:cubicBezTo>
                <a:cubicBezTo>
                  <a:pt x="358808" y="51294"/>
                  <a:pt x="357631" y="48983"/>
                  <a:pt x="356081" y="47014"/>
                </a:cubicBezTo>
                <a:cubicBezTo>
                  <a:pt x="354530" y="45044"/>
                  <a:pt x="352619" y="43499"/>
                  <a:pt x="350348" y="42378"/>
                </a:cubicBezTo>
                <a:cubicBezTo>
                  <a:pt x="348078" y="41257"/>
                  <a:pt x="345448" y="40696"/>
                  <a:pt x="342458" y="40696"/>
                </a:cubicBezTo>
                <a:moveTo>
                  <a:pt x="349166" y="100755"/>
                </a:moveTo>
                <a:cubicBezTo>
                  <a:pt x="353378" y="100755"/>
                  <a:pt x="357220" y="100413"/>
                  <a:pt x="360694" y="99730"/>
                </a:cubicBezTo>
                <a:cubicBezTo>
                  <a:pt x="364167" y="99046"/>
                  <a:pt x="367627" y="98075"/>
                  <a:pt x="371073" y="96817"/>
                </a:cubicBezTo>
                <a:lnTo>
                  <a:pt x="371073" y="107460"/>
                </a:lnTo>
                <a:cubicBezTo>
                  <a:pt x="368283" y="108834"/>
                  <a:pt x="364837" y="109920"/>
                  <a:pt x="360735" y="110716"/>
                </a:cubicBezTo>
                <a:cubicBezTo>
                  <a:pt x="356632" y="111515"/>
                  <a:pt x="352229" y="111914"/>
                  <a:pt x="347525" y="111914"/>
                </a:cubicBezTo>
                <a:cubicBezTo>
                  <a:pt x="341946" y="111914"/>
                  <a:pt x="336708" y="111202"/>
                  <a:pt x="331813" y="109778"/>
                </a:cubicBezTo>
                <a:cubicBezTo>
                  <a:pt x="326917" y="108352"/>
                  <a:pt x="322680" y="106050"/>
                  <a:pt x="319100" y="102870"/>
                </a:cubicBezTo>
                <a:cubicBezTo>
                  <a:pt x="315521" y="99691"/>
                  <a:pt x="312718" y="95539"/>
                  <a:pt x="310690" y="90415"/>
                </a:cubicBezTo>
                <a:cubicBezTo>
                  <a:pt x="308663" y="85290"/>
                  <a:pt x="307649" y="79111"/>
                  <a:pt x="307649" y="71877"/>
                </a:cubicBezTo>
                <a:cubicBezTo>
                  <a:pt x="307649" y="64752"/>
                  <a:pt x="308631" y="58573"/>
                  <a:pt x="310595" y="53339"/>
                </a:cubicBezTo>
                <a:cubicBezTo>
                  <a:pt x="312559" y="48103"/>
                  <a:pt x="315178" y="43732"/>
                  <a:pt x="318452" y="40224"/>
                </a:cubicBezTo>
                <a:cubicBezTo>
                  <a:pt x="321727" y="36717"/>
                  <a:pt x="325492" y="34086"/>
                  <a:pt x="329749" y="32332"/>
                </a:cubicBezTo>
                <a:cubicBezTo>
                  <a:pt x="334005" y="30578"/>
                  <a:pt x="338452" y="29701"/>
                  <a:pt x="343089" y="29701"/>
                </a:cubicBezTo>
                <a:cubicBezTo>
                  <a:pt x="347455" y="29701"/>
                  <a:pt x="351533" y="30429"/>
                  <a:pt x="355324" y="31883"/>
                </a:cubicBezTo>
                <a:cubicBezTo>
                  <a:pt x="359118" y="33338"/>
                  <a:pt x="362405" y="35630"/>
                  <a:pt x="365188" y="38760"/>
                </a:cubicBezTo>
                <a:cubicBezTo>
                  <a:pt x="367971" y="41890"/>
                  <a:pt x="370167" y="45926"/>
                  <a:pt x="371775" y="50867"/>
                </a:cubicBezTo>
                <a:cubicBezTo>
                  <a:pt x="373385" y="55809"/>
                  <a:pt x="374190" y="61739"/>
                  <a:pt x="374190" y="68656"/>
                </a:cubicBezTo>
                <a:cubicBezTo>
                  <a:pt x="374190" y="69314"/>
                  <a:pt x="374190" y="69877"/>
                  <a:pt x="374190" y="70343"/>
                </a:cubicBezTo>
                <a:cubicBezTo>
                  <a:pt x="374190" y="70810"/>
                  <a:pt x="374163" y="71867"/>
                  <a:pt x="374108" y="73515"/>
                </a:cubicBezTo>
                <a:lnTo>
                  <a:pt x="320285" y="73515"/>
                </a:lnTo>
                <a:cubicBezTo>
                  <a:pt x="320285" y="78477"/>
                  <a:pt x="321037" y="82690"/>
                  <a:pt x="322541" y="86153"/>
                </a:cubicBezTo>
                <a:cubicBezTo>
                  <a:pt x="324045" y="89616"/>
                  <a:pt x="326097" y="92425"/>
                  <a:pt x="328695" y="94578"/>
                </a:cubicBezTo>
                <a:cubicBezTo>
                  <a:pt x="331293" y="96732"/>
                  <a:pt x="334342" y="98301"/>
                  <a:pt x="337843" y="99283"/>
                </a:cubicBezTo>
                <a:cubicBezTo>
                  <a:pt x="341344" y="100265"/>
                  <a:pt x="345118" y="100755"/>
                  <a:pt x="349166" y="100755"/>
                </a:cubicBezTo>
                <a:close/>
                <a:moveTo>
                  <a:pt x="404278" y="52557"/>
                </a:moveTo>
                <a:cubicBezTo>
                  <a:pt x="404278" y="54694"/>
                  <a:pt x="404732" y="56447"/>
                  <a:pt x="405642" y="57818"/>
                </a:cubicBezTo>
                <a:cubicBezTo>
                  <a:pt x="406551" y="59189"/>
                  <a:pt x="407767" y="60299"/>
                  <a:pt x="409290" y="61149"/>
                </a:cubicBezTo>
                <a:cubicBezTo>
                  <a:pt x="410815" y="61999"/>
                  <a:pt x="412580" y="62698"/>
                  <a:pt x="414585" y="63246"/>
                </a:cubicBezTo>
                <a:cubicBezTo>
                  <a:pt x="416590" y="63793"/>
                  <a:pt x="418663" y="64286"/>
                  <a:pt x="420803" y="64723"/>
                </a:cubicBezTo>
                <a:cubicBezTo>
                  <a:pt x="423745" y="65381"/>
                  <a:pt x="426526" y="66108"/>
                  <a:pt x="429146" y="66903"/>
                </a:cubicBezTo>
                <a:cubicBezTo>
                  <a:pt x="431766" y="67697"/>
                  <a:pt x="434186" y="68890"/>
                  <a:pt x="436405" y="70479"/>
                </a:cubicBezTo>
                <a:cubicBezTo>
                  <a:pt x="438623" y="72069"/>
                  <a:pt x="440415" y="74220"/>
                  <a:pt x="441779" y="76933"/>
                </a:cubicBezTo>
                <a:cubicBezTo>
                  <a:pt x="443143" y="79646"/>
                  <a:pt x="443825" y="83167"/>
                  <a:pt x="443825" y="87497"/>
                </a:cubicBezTo>
                <a:cubicBezTo>
                  <a:pt x="443825" y="91444"/>
                  <a:pt x="443059" y="94938"/>
                  <a:pt x="441528" y="97981"/>
                </a:cubicBezTo>
                <a:cubicBezTo>
                  <a:pt x="439996" y="101022"/>
                  <a:pt x="437835" y="103570"/>
                  <a:pt x="435046" y="105627"/>
                </a:cubicBezTo>
                <a:cubicBezTo>
                  <a:pt x="432256" y="107681"/>
                  <a:pt x="428920" y="109243"/>
                  <a:pt x="425036" y="110311"/>
                </a:cubicBezTo>
                <a:cubicBezTo>
                  <a:pt x="421152" y="111380"/>
                  <a:pt x="416886" y="111914"/>
                  <a:pt x="412236" y="111914"/>
                </a:cubicBezTo>
                <a:cubicBezTo>
                  <a:pt x="409392" y="111914"/>
                  <a:pt x="406808" y="111763"/>
                  <a:pt x="404483" y="111462"/>
                </a:cubicBezTo>
                <a:cubicBezTo>
                  <a:pt x="402158" y="111162"/>
                  <a:pt x="400107" y="110779"/>
                  <a:pt x="398329" y="110314"/>
                </a:cubicBezTo>
                <a:cubicBezTo>
                  <a:pt x="396552" y="109849"/>
                  <a:pt x="395034" y="109370"/>
                  <a:pt x="393776" y="108878"/>
                </a:cubicBezTo>
                <a:cubicBezTo>
                  <a:pt x="392517" y="108386"/>
                  <a:pt x="391478" y="107921"/>
                  <a:pt x="390658" y="107483"/>
                </a:cubicBezTo>
                <a:lnTo>
                  <a:pt x="390658" y="96817"/>
                </a:lnTo>
                <a:cubicBezTo>
                  <a:pt x="393880" y="98130"/>
                  <a:pt x="397075" y="99169"/>
                  <a:pt x="400242" y="99935"/>
                </a:cubicBezTo>
                <a:cubicBezTo>
                  <a:pt x="403411" y="100700"/>
                  <a:pt x="406902" y="101083"/>
                  <a:pt x="410716" y="101083"/>
                </a:cubicBezTo>
                <a:cubicBezTo>
                  <a:pt x="413724" y="101083"/>
                  <a:pt x="416436" y="100809"/>
                  <a:pt x="418852" y="100260"/>
                </a:cubicBezTo>
                <a:cubicBezTo>
                  <a:pt x="421269" y="99712"/>
                  <a:pt x="423350" y="98902"/>
                  <a:pt x="425095" y="97832"/>
                </a:cubicBezTo>
                <a:cubicBezTo>
                  <a:pt x="426840" y="96760"/>
                  <a:pt x="428183" y="95415"/>
                  <a:pt x="429123" y="93796"/>
                </a:cubicBezTo>
                <a:cubicBezTo>
                  <a:pt x="430063" y="92176"/>
                  <a:pt x="430533" y="90296"/>
                  <a:pt x="430533" y="88156"/>
                </a:cubicBezTo>
                <a:cubicBezTo>
                  <a:pt x="430533" y="85963"/>
                  <a:pt x="430103" y="84154"/>
                  <a:pt x="429243" y="82730"/>
                </a:cubicBezTo>
                <a:cubicBezTo>
                  <a:pt x="428385" y="81305"/>
                  <a:pt x="427231" y="80126"/>
                  <a:pt x="425779" y="79194"/>
                </a:cubicBezTo>
                <a:cubicBezTo>
                  <a:pt x="424330" y="78263"/>
                  <a:pt x="422652" y="77495"/>
                  <a:pt x="420746" y="76892"/>
                </a:cubicBezTo>
                <a:cubicBezTo>
                  <a:pt x="418840" y="76289"/>
                  <a:pt x="416841" y="75741"/>
                  <a:pt x="414747" y="75248"/>
                </a:cubicBezTo>
                <a:cubicBezTo>
                  <a:pt x="412008" y="74645"/>
                  <a:pt x="409229" y="73932"/>
                  <a:pt x="406408" y="73110"/>
                </a:cubicBezTo>
                <a:cubicBezTo>
                  <a:pt x="403590" y="72288"/>
                  <a:pt x="401026" y="71137"/>
                  <a:pt x="398716" y="69659"/>
                </a:cubicBezTo>
                <a:cubicBezTo>
                  <a:pt x="396409" y="68179"/>
                  <a:pt x="394543" y="66164"/>
                  <a:pt x="393119" y="63616"/>
                </a:cubicBezTo>
                <a:cubicBezTo>
                  <a:pt x="391697" y="61067"/>
                  <a:pt x="390986" y="57792"/>
                  <a:pt x="390986" y="53790"/>
                </a:cubicBezTo>
                <a:cubicBezTo>
                  <a:pt x="390986" y="49679"/>
                  <a:pt x="391723" y="46117"/>
                  <a:pt x="393196" y="43104"/>
                </a:cubicBezTo>
                <a:cubicBezTo>
                  <a:pt x="394671" y="40088"/>
                  <a:pt x="396664" y="37594"/>
                  <a:pt x="399175" y="35622"/>
                </a:cubicBezTo>
                <a:cubicBezTo>
                  <a:pt x="401688" y="33647"/>
                  <a:pt x="404610" y="32167"/>
                  <a:pt x="407942" y="31181"/>
                </a:cubicBezTo>
                <a:cubicBezTo>
                  <a:pt x="411273" y="30195"/>
                  <a:pt x="414795" y="29701"/>
                  <a:pt x="418508" y="29701"/>
                </a:cubicBezTo>
                <a:cubicBezTo>
                  <a:pt x="422822" y="29701"/>
                  <a:pt x="426822" y="30110"/>
                  <a:pt x="430508" y="30927"/>
                </a:cubicBezTo>
                <a:cubicBezTo>
                  <a:pt x="434195" y="31742"/>
                  <a:pt x="437540" y="32776"/>
                  <a:pt x="440543" y="34027"/>
                </a:cubicBezTo>
                <a:lnTo>
                  <a:pt x="440543" y="44798"/>
                </a:lnTo>
                <a:cubicBezTo>
                  <a:pt x="437348" y="43564"/>
                  <a:pt x="434113" y="42558"/>
                  <a:pt x="430838" y="41780"/>
                </a:cubicBezTo>
                <a:cubicBezTo>
                  <a:pt x="427563" y="41001"/>
                  <a:pt x="424195" y="40585"/>
                  <a:pt x="420734" y="40532"/>
                </a:cubicBezTo>
                <a:cubicBezTo>
                  <a:pt x="417804" y="40532"/>
                  <a:pt x="415300" y="40834"/>
                  <a:pt x="413224" y="41439"/>
                </a:cubicBezTo>
                <a:cubicBezTo>
                  <a:pt x="411147" y="42043"/>
                  <a:pt x="409442" y="42880"/>
                  <a:pt x="408111" y="43952"/>
                </a:cubicBezTo>
                <a:cubicBezTo>
                  <a:pt x="406781" y="45022"/>
                  <a:pt x="405809" y="46285"/>
                  <a:pt x="405196" y="47739"/>
                </a:cubicBezTo>
                <a:cubicBezTo>
                  <a:pt x="404584" y="49194"/>
                  <a:pt x="404278" y="50800"/>
                  <a:pt x="404278" y="52557"/>
                </a:cubicBezTo>
                <a:close/>
                <a:moveTo>
                  <a:pt x="473004" y="52557"/>
                </a:moveTo>
                <a:cubicBezTo>
                  <a:pt x="473004" y="54694"/>
                  <a:pt x="473459" y="56447"/>
                  <a:pt x="474368" y="57818"/>
                </a:cubicBezTo>
                <a:cubicBezTo>
                  <a:pt x="475277" y="59189"/>
                  <a:pt x="476494" y="60299"/>
                  <a:pt x="478017" y="61149"/>
                </a:cubicBezTo>
                <a:cubicBezTo>
                  <a:pt x="479541" y="61999"/>
                  <a:pt x="481306" y="62698"/>
                  <a:pt x="483311" y="63246"/>
                </a:cubicBezTo>
                <a:cubicBezTo>
                  <a:pt x="485316" y="63793"/>
                  <a:pt x="487389" y="64286"/>
                  <a:pt x="489529" y="64723"/>
                </a:cubicBezTo>
                <a:cubicBezTo>
                  <a:pt x="492471" y="65381"/>
                  <a:pt x="495252" y="66108"/>
                  <a:pt x="497872" y="66903"/>
                </a:cubicBezTo>
                <a:cubicBezTo>
                  <a:pt x="500493" y="67697"/>
                  <a:pt x="502912" y="68890"/>
                  <a:pt x="505131" y="70479"/>
                </a:cubicBezTo>
                <a:cubicBezTo>
                  <a:pt x="507350" y="72069"/>
                  <a:pt x="509141" y="74220"/>
                  <a:pt x="510505" y="76933"/>
                </a:cubicBezTo>
                <a:cubicBezTo>
                  <a:pt x="511869" y="79646"/>
                  <a:pt x="512551" y="83167"/>
                  <a:pt x="512551" y="87497"/>
                </a:cubicBezTo>
                <a:cubicBezTo>
                  <a:pt x="512551" y="91444"/>
                  <a:pt x="511785" y="94938"/>
                  <a:pt x="510254" y="97981"/>
                </a:cubicBezTo>
                <a:cubicBezTo>
                  <a:pt x="508722" y="101022"/>
                  <a:pt x="506562" y="103570"/>
                  <a:pt x="503772" y="105627"/>
                </a:cubicBezTo>
                <a:cubicBezTo>
                  <a:pt x="500982" y="107681"/>
                  <a:pt x="497646" y="109243"/>
                  <a:pt x="493762" y="110311"/>
                </a:cubicBezTo>
                <a:cubicBezTo>
                  <a:pt x="489879" y="111380"/>
                  <a:pt x="485612" y="111914"/>
                  <a:pt x="480963" y="111914"/>
                </a:cubicBezTo>
                <a:cubicBezTo>
                  <a:pt x="478118" y="111914"/>
                  <a:pt x="475534" y="111763"/>
                  <a:pt x="473209" y="111462"/>
                </a:cubicBezTo>
                <a:cubicBezTo>
                  <a:pt x="470884" y="111162"/>
                  <a:pt x="468833" y="110779"/>
                  <a:pt x="467056" y="110314"/>
                </a:cubicBezTo>
                <a:cubicBezTo>
                  <a:pt x="465278" y="109849"/>
                  <a:pt x="463760" y="109370"/>
                  <a:pt x="462502" y="108878"/>
                </a:cubicBezTo>
                <a:cubicBezTo>
                  <a:pt x="461244" y="108386"/>
                  <a:pt x="460205" y="107921"/>
                  <a:pt x="459384" y="107483"/>
                </a:cubicBezTo>
                <a:lnTo>
                  <a:pt x="459384" y="96817"/>
                </a:lnTo>
                <a:cubicBezTo>
                  <a:pt x="462606" y="98130"/>
                  <a:pt x="465801" y="99169"/>
                  <a:pt x="468968" y="99935"/>
                </a:cubicBezTo>
                <a:cubicBezTo>
                  <a:pt x="472137" y="100700"/>
                  <a:pt x="475629" y="101083"/>
                  <a:pt x="479442" y="101083"/>
                </a:cubicBezTo>
                <a:cubicBezTo>
                  <a:pt x="482451" y="101083"/>
                  <a:pt x="485163" y="100809"/>
                  <a:pt x="487578" y="100260"/>
                </a:cubicBezTo>
                <a:cubicBezTo>
                  <a:pt x="489995" y="99712"/>
                  <a:pt x="492076" y="98902"/>
                  <a:pt x="493821" y="97832"/>
                </a:cubicBezTo>
                <a:cubicBezTo>
                  <a:pt x="495566" y="96760"/>
                  <a:pt x="496909" y="95415"/>
                  <a:pt x="497849" y="93796"/>
                </a:cubicBezTo>
                <a:cubicBezTo>
                  <a:pt x="498789" y="92176"/>
                  <a:pt x="499259" y="90296"/>
                  <a:pt x="499259" y="88156"/>
                </a:cubicBezTo>
                <a:cubicBezTo>
                  <a:pt x="499259" y="85963"/>
                  <a:pt x="498830" y="84154"/>
                  <a:pt x="497970" y="82730"/>
                </a:cubicBezTo>
                <a:cubicBezTo>
                  <a:pt x="497112" y="81305"/>
                  <a:pt x="495957" y="80126"/>
                  <a:pt x="494506" y="79194"/>
                </a:cubicBezTo>
                <a:cubicBezTo>
                  <a:pt x="493056" y="78263"/>
                  <a:pt x="491379" y="77495"/>
                  <a:pt x="489473" y="76892"/>
                </a:cubicBezTo>
                <a:cubicBezTo>
                  <a:pt x="487567" y="76289"/>
                  <a:pt x="485567" y="75741"/>
                  <a:pt x="483473" y="75248"/>
                </a:cubicBezTo>
                <a:cubicBezTo>
                  <a:pt x="480735" y="74645"/>
                  <a:pt x="477955" y="73932"/>
                  <a:pt x="475135" y="73110"/>
                </a:cubicBezTo>
                <a:cubicBezTo>
                  <a:pt x="472316" y="72288"/>
                  <a:pt x="469752" y="71137"/>
                  <a:pt x="467443" y="69659"/>
                </a:cubicBezTo>
                <a:cubicBezTo>
                  <a:pt x="465135" y="68179"/>
                  <a:pt x="463269" y="66164"/>
                  <a:pt x="461845" y="63616"/>
                </a:cubicBezTo>
                <a:cubicBezTo>
                  <a:pt x="460423" y="61067"/>
                  <a:pt x="459712" y="57792"/>
                  <a:pt x="459712" y="53790"/>
                </a:cubicBezTo>
                <a:cubicBezTo>
                  <a:pt x="459712" y="49679"/>
                  <a:pt x="460449" y="46117"/>
                  <a:pt x="461922" y="43104"/>
                </a:cubicBezTo>
                <a:cubicBezTo>
                  <a:pt x="463398" y="40088"/>
                  <a:pt x="465391" y="37594"/>
                  <a:pt x="467902" y="35622"/>
                </a:cubicBezTo>
                <a:cubicBezTo>
                  <a:pt x="470414" y="33647"/>
                  <a:pt x="473337" y="32167"/>
                  <a:pt x="476668" y="31181"/>
                </a:cubicBezTo>
                <a:cubicBezTo>
                  <a:pt x="479999" y="30195"/>
                  <a:pt x="483522" y="29701"/>
                  <a:pt x="487234" y="29701"/>
                </a:cubicBezTo>
                <a:cubicBezTo>
                  <a:pt x="491549" y="29701"/>
                  <a:pt x="495548" y="30110"/>
                  <a:pt x="499234" y="30927"/>
                </a:cubicBezTo>
                <a:cubicBezTo>
                  <a:pt x="502921" y="31742"/>
                  <a:pt x="506266" y="32776"/>
                  <a:pt x="509269" y="34027"/>
                </a:cubicBezTo>
                <a:lnTo>
                  <a:pt x="509269" y="44798"/>
                </a:lnTo>
                <a:cubicBezTo>
                  <a:pt x="506075" y="43564"/>
                  <a:pt x="502840" y="42558"/>
                  <a:pt x="499565" y="41780"/>
                </a:cubicBezTo>
                <a:cubicBezTo>
                  <a:pt x="496289" y="41001"/>
                  <a:pt x="492921" y="40585"/>
                  <a:pt x="489460" y="40532"/>
                </a:cubicBezTo>
                <a:cubicBezTo>
                  <a:pt x="486530" y="40532"/>
                  <a:pt x="484027" y="40834"/>
                  <a:pt x="481950" y="41439"/>
                </a:cubicBezTo>
                <a:cubicBezTo>
                  <a:pt x="479873" y="42043"/>
                  <a:pt x="478169" y="42880"/>
                  <a:pt x="476837" y="43952"/>
                </a:cubicBezTo>
                <a:cubicBezTo>
                  <a:pt x="475507" y="45022"/>
                  <a:pt x="474536" y="46285"/>
                  <a:pt x="473922" y="47739"/>
                </a:cubicBezTo>
                <a:cubicBezTo>
                  <a:pt x="473310" y="49194"/>
                  <a:pt x="473004" y="50800"/>
                  <a:pt x="473004" y="52557"/>
                </a:cubicBezTo>
                <a:close/>
                <a:moveTo>
                  <a:pt x="659418" y="54398"/>
                </a:moveTo>
                <a:cubicBezTo>
                  <a:pt x="659418" y="60798"/>
                  <a:pt x="658625" y="66815"/>
                  <a:pt x="657039" y="72449"/>
                </a:cubicBezTo>
                <a:cubicBezTo>
                  <a:pt x="655453" y="78083"/>
                  <a:pt x="653060" y="83156"/>
                  <a:pt x="649860" y="87668"/>
                </a:cubicBezTo>
                <a:cubicBezTo>
                  <a:pt x="646660" y="92181"/>
                  <a:pt x="642667" y="96078"/>
                  <a:pt x="637881" y="99360"/>
                </a:cubicBezTo>
                <a:cubicBezTo>
                  <a:pt x="633095" y="102642"/>
                  <a:pt x="627502" y="105186"/>
                  <a:pt x="621102" y="106991"/>
                </a:cubicBezTo>
                <a:cubicBezTo>
                  <a:pt x="617437" y="108030"/>
                  <a:pt x="613471" y="108755"/>
                  <a:pt x="609205" y="109165"/>
                </a:cubicBezTo>
                <a:cubicBezTo>
                  <a:pt x="604938" y="109575"/>
                  <a:pt x="600316" y="109780"/>
                  <a:pt x="595339" y="109780"/>
                </a:cubicBezTo>
                <a:lnTo>
                  <a:pt x="570478" y="109780"/>
                </a:lnTo>
                <a:lnTo>
                  <a:pt x="570478" y="0"/>
                </a:lnTo>
                <a:lnTo>
                  <a:pt x="595585" y="0"/>
                </a:lnTo>
                <a:cubicBezTo>
                  <a:pt x="600562" y="0"/>
                  <a:pt x="605185" y="205"/>
                  <a:pt x="609451" y="615"/>
                </a:cubicBezTo>
                <a:cubicBezTo>
                  <a:pt x="613718" y="1026"/>
                  <a:pt x="617683" y="1750"/>
                  <a:pt x="621348" y="2790"/>
                </a:cubicBezTo>
                <a:cubicBezTo>
                  <a:pt x="627748" y="4595"/>
                  <a:pt x="633341" y="7111"/>
                  <a:pt x="638127" y="10338"/>
                </a:cubicBezTo>
                <a:cubicBezTo>
                  <a:pt x="642913" y="13565"/>
                  <a:pt x="646879" y="17381"/>
                  <a:pt x="650024" y="21784"/>
                </a:cubicBezTo>
                <a:cubicBezTo>
                  <a:pt x="653169" y="26187"/>
                  <a:pt x="655521" y="31137"/>
                  <a:pt x="657080" y="36635"/>
                </a:cubicBezTo>
                <a:cubicBezTo>
                  <a:pt x="658639" y="42132"/>
                  <a:pt x="659418" y="48053"/>
                  <a:pt x="659418" y="54398"/>
                </a:cubicBezTo>
                <a:moveTo>
                  <a:pt x="646127" y="54398"/>
                </a:moveTo>
                <a:cubicBezTo>
                  <a:pt x="646127" y="43862"/>
                  <a:pt x="643798" y="35318"/>
                  <a:pt x="639142" y="28768"/>
                </a:cubicBezTo>
                <a:cubicBezTo>
                  <a:pt x="634486" y="22216"/>
                  <a:pt x="627807" y="17575"/>
                  <a:pt x="619105" y="14846"/>
                </a:cubicBezTo>
                <a:cubicBezTo>
                  <a:pt x="615780" y="13808"/>
                  <a:pt x="612066" y="13099"/>
                  <a:pt x="607964" y="12717"/>
                </a:cubicBezTo>
                <a:cubicBezTo>
                  <a:pt x="603862" y="12335"/>
                  <a:pt x="599233" y="12143"/>
                  <a:pt x="594080" y="12143"/>
                </a:cubicBezTo>
                <a:lnTo>
                  <a:pt x="583852" y="12143"/>
                </a:lnTo>
                <a:lnTo>
                  <a:pt x="583852" y="97637"/>
                </a:lnTo>
                <a:lnTo>
                  <a:pt x="594080" y="97637"/>
                </a:lnTo>
                <a:cubicBezTo>
                  <a:pt x="599233" y="97637"/>
                  <a:pt x="603862" y="97447"/>
                  <a:pt x="607964" y="97066"/>
                </a:cubicBezTo>
                <a:cubicBezTo>
                  <a:pt x="612066" y="96683"/>
                  <a:pt x="615780" y="95972"/>
                  <a:pt x="619105" y="94935"/>
                </a:cubicBezTo>
                <a:cubicBezTo>
                  <a:pt x="627807" y="92205"/>
                  <a:pt x="634486" y="87428"/>
                  <a:pt x="639142" y="80605"/>
                </a:cubicBezTo>
                <a:cubicBezTo>
                  <a:pt x="643798" y="73779"/>
                  <a:pt x="646127" y="65044"/>
                  <a:pt x="646127" y="54398"/>
                </a:cubicBezTo>
                <a:close/>
                <a:moveTo>
                  <a:pt x="727728" y="101165"/>
                </a:moveTo>
                <a:lnTo>
                  <a:pt x="727399" y="101165"/>
                </a:lnTo>
                <a:cubicBezTo>
                  <a:pt x="726362" y="102478"/>
                  <a:pt x="725051" y="103777"/>
                  <a:pt x="723466" y="105063"/>
                </a:cubicBezTo>
                <a:cubicBezTo>
                  <a:pt x="721883" y="106348"/>
                  <a:pt x="720053" y="107499"/>
                  <a:pt x="717977" y="108514"/>
                </a:cubicBezTo>
                <a:cubicBezTo>
                  <a:pt x="715901" y="109529"/>
                  <a:pt x="713635" y="110350"/>
                  <a:pt x="711177" y="110975"/>
                </a:cubicBezTo>
                <a:cubicBezTo>
                  <a:pt x="708719" y="111601"/>
                  <a:pt x="706097" y="111914"/>
                  <a:pt x="703310" y="111914"/>
                </a:cubicBezTo>
                <a:cubicBezTo>
                  <a:pt x="699541" y="111914"/>
                  <a:pt x="696086" y="111352"/>
                  <a:pt x="692944" y="110229"/>
                </a:cubicBezTo>
                <a:cubicBezTo>
                  <a:pt x="689804" y="109106"/>
                  <a:pt x="687100" y="107463"/>
                  <a:pt x="684832" y="105299"/>
                </a:cubicBezTo>
                <a:cubicBezTo>
                  <a:pt x="682565" y="103135"/>
                  <a:pt x="680804" y="100491"/>
                  <a:pt x="679547" y="97368"/>
                </a:cubicBezTo>
                <a:cubicBezTo>
                  <a:pt x="678291" y="94245"/>
                  <a:pt x="677663" y="90711"/>
                  <a:pt x="677663" y="86766"/>
                </a:cubicBezTo>
                <a:cubicBezTo>
                  <a:pt x="677663" y="82876"/>
                  <a:pt x="678358" y="79396"/>
                  <a:pt x="679750" y="76328"/>
                </a:cubicBezTo>
                <a:cubicBezTo>
                  <a:pt x="681143" y="73260"/>
                  <a:pt x="683095" y="70657"/>
                  <a:pt x="685606" y="68520"/>
                </a:cubicBezTo>
                <a:cubicBezTo>
                  <a:pt x="688119" y="66384"/>
                  <a:pt x="691137" y="64740"/>
                  <a:pt x="694660" y="63590"/>
                </a:cubicBezTo>
                <a:cubicBezTo>
                  <a:pt x="698182" y="62440"/>
                  <a:pt x="702073" y="61864"/>
                  <a:pt x="706331" y="61864"/>
                </a:cubicBezTo>
                <a:cubicBezTo>
                  <a:pt x="710372" y="61919"/>
                  <a:pt x="714113" y="62275"/>
                  <a:pt x="717554" y="62931"/>
                </a:cubicBezTo>
                <a:cubicBezTo>
                  <a:pt x="720994" y="63587"/>
                  <a:pt x="724052" y="64408"/>
                  <a:pt x="726728" y="65392"/>
                </a:cubicBezTo>
                <a:lnTo>
                  <a:pt x="727056" y="65392"/>
                </a:lnTo>
                <a:lnTo>
                  <a:pt x="727056" y="59977"/>
                </a:lnTo>
                <a:cubicBezTo>
                  <a:pt x="727056" y="57844"/>
                  <a:pt x="726919" y="55957"/>
                  <a:pt x="726646" y="54316"/>
                </a:cubicBezTo>
                <a:cubicBezTo>
                  <a:pt x="726372" y="52675"/>
                  <a:pt x="725907" y="51225"/>
                  <a:pt x="725251" y="49967"/>
                </a:cubicBezTo>
                <a:cubicBezTo>
                  <a:pt x="723829" y="47342"/>
                  <a:pt x="721559" y="45168"/>
                  <a:pt x="718441" y="43445"/>
                </a:cubicBezTo>
                <a:cubicBezTo>
                  <a:pt x="715323" y="41722"/>
                  <a:pt x="711111" y="40860"/>
                  <a:pt x="705805" y="40860"/>
                </a:cubicBezTo>
                <a:cubicBezTo>
                  <a:pt x="701867" y="40860"/>
                  <a:pt x="698161" y="41222"/>
                  <a:pt x="694688" y="41947"/>
                </a:cubicBezTo>
                <a:cubicBezTo>
                  <a:pt x="691214" y="42670"/>
                  <a:pt x="687755" y="43675"/>
                  <a:pt x="684309" y="44962"/>
                </a:cubicBezTo>
                <a:lnTo>
                  <a:pt x="684309" y="34296"/>
                </a:lnTo>
                <a:cubicBezTo>
                  <a:pt x="685621" y="33640"/>
                  <a:pt x="687167" y="33024"/>
                  <a:pt x="688944" y="32450"/>
                </a:cubicBezTo>
                <a:cubicBezTo>
                  <a:pt x="690722" y="31876"/>
                  <a:pt x="692596" y="31383"/>
                  <a:pt x="694565" y="30973"/>
                </a:cubicBezTo>
                <a:cubicBezTo>
                  <a:pt x="696534" y="30563"/>
                  <a:pt x="698612" y="30248"/>
                  <a:pt x="700800" y="30030"/>
                </a:cubicBezTo>
                <a:cubicBezTo>
                  <a:pt x="702988" y="29811"/>
                  <a:pt x="705176" y="29701"/>
                  <a:pt x="707364" y="29701"/>
                </a:cubicBezTo>
                <a:cubicBezTo>
                  <a:pt x="715241" y="29701"/>
                  <a:pt x="721682" y="31098"/>
                  <a:pt x="726687" y="33891"/>
                </a:cubicBezTo>
                <a:cubicBezTo>
                  <a:pt x="731691" y="36682"/>
                  <a:pt x="735288" y="40378"/>
                  <a:pt x="737476" y="44978"/>
                </a:cubicBezTo>
                <a:cubicBezTo>
                  <a:pt x="738296" y="46730"/>
                  <a:pt x="738884" y="48661"/>
                  <a:pt x="739240" y="50770"/>
                </a:cubicBezTo>
                <a:cubicBezTo>
                  <a:pt x="739595" y="52877"/>
                  <a:pt x="739773" y="55190"/>
                  <a:pt x="739773" y="57708"/>
                </a:cubicBezTo>
                <a:lnTo>
                  <a:pt x="739773" y="109780"/>
                </a:lnTo>
                <a:lnTo>
                  <a:pt x="729120" y="109780"/>
                </a:lnTo>
                <a:lnTo>
                  <a:pt x="727728" y="101165"/>
                </a:lnTo>
                <a:moveTo>
                  <a:pt x="727056" y="75574"/>
                </a:moveTo>
                <a:cubicBezTo>
                  <a:pt x="724719" y="74916"/>
                  <a:pt x="721948" y="74285"/>
                  <a:pt x="718743" y="73682"/>
                </a:cubicBezTo>
                <a:cubicBezTo>
                  <a:pt x="715538" y="73078"/>
                  <a:pt x="712007" y="72749"/>
                  <a:pt x="708149" y="72695"/>
                </a:cubicBezTo>
                <a:cubicBezTo>
                  <a:pt x="702771" y="72695"/>
                  <a:pt x="698561" y="73847"/>
                  <a:pt x="695518" y="76151"/>
                </a:cubicBezTo>
                <a:cubicBezTo>
                  <a:pt x="692476" y="78455"/>
                  <a:pt x="690955" y="81993"/>
                  <a:pt x="690955" y="86766"/>
                </a:cubicBezTo>
                <a:cubicBezTo>
                  <a:pt x="690955" y="89180"/>
                  <a:pt x="691335" y="91291"/>
                  <a:pt x="692096" y="93102"/>
                </a:cubicBezTo>
                <a:cubicBezTo>
                  <a:pt x="692856" y="94912"/>
                  <a:pt x="693901" y="96407"/>
                  <a:pt x="695231" y="97586"/>
                </a:cubicBezTo>
                <a:cubicBezTo>
                  <a:pt x="696563" y="98766"/>
                  <a:pt x="698139" y="99643"/>
                  <a:pt x="699959" y="100219"/>
                </a:cubicBezTo>
                <a:cubicBezTo>
                  <a:pt x="701780" y="100795"/>
                  <a:pt x="703722" y="101083"/>
                  <a:pt x="705787" y="101083"/>
                </a:cubicBezTo>
                <a:cubicBezTo>
                  <a:pt x="708503" y="101083"/>
                  <a:pt x="711029" y="100686"/>
                  <a:pt x="713364" y="99891"/>
                </a:cubicBezTo>
                <a:cubicBezTo>
                  <a:pt x="715701" y="99095"/>
                  <a:pt x="717779" y="98148"/>
                  <a:pt x="719600" y="97053"/>
                </a:cubicBezTo>
                <a:cubicBezTo>
                  <a:pt x="721420" y="95955"/>
                  <a:pt x="722968" y="94858"/>
                  <a:pt x="724243" y="93761"/>
                </a:cubicBezTo>
                <a:cubicBezTo>
                  <a:pt x="725520" y="92663"/>
                  <a:pt x="726457" y="91813"/>
                  <a:pt x="727056" y="91209"/>
                </a:cubicBezTo>
                <a:lnTo>
                  <a:pt x="727056" y="75574"/>
                </a:lnTo>
                <a:close/>
                <a:moveTo>
                  <a:pt x="777242" y="42665"/>
                </a:moveTo>
                <a:lnTo>
                  <a:pt x="777488" y="42665"/>
                </a:lnTo>
                <a:cubicBezTo>
                  <a:pt x="778910" y="40848"/>
                  <a:pt x="780483" y="39156"/>
                  <a:pt x="782206" y="37588"/>
                </a:cubicBezTo>
                <a:cubicBezTo>
                  <a:pt x="783929" y="36019"/>
                  <a:pt x="785857" y="34643"/>
                  <a:pt x="787990" y="33460"/>
                </a:cubicBezTo>
                <a:cubicBezTo>
                  <a:pt x="790123" y="32276"/>
                  <a:pt x="792462" y="31354"/>
                  <a:pt x="795005" y="30694"/>
                </a:cubicBezTo>
                <a:cubicBezTo>
                  <a:pt x="797549" y="30032"/>
                  <a:pt x="800325" y="29701"/>
                  <a:pt x="803333" y="29701"/>
                </a:cubicBezTo>
                <a:cubicBezTo>
                  <a:pt x="806889" y="29701"/>
                  <a:pt x="810225" y="30195"/>
                  <a:pt x="813343" y="31181"/>
                </a:cubicBezTo>
                <a:cubicBezTo>
                  <a:pt x="816461" y="32165"/>
                  <a:pt x="819168" y="33753"/>
                  <a:pt x="821466" y="35945"/>
                </a:cubicBezTo>
                <a:cubicBezTo>
                  <a:pt x="823763" y="38134"/>
                  <a:pt x="825582" y="40995"/>
                  <a:pt x="826922" y="44527"/>
                </a:cubicBezTo>
                <a:cubicBezTo>
                  <a:pt x="828262" y="48058"/>
                  <a:pt x="828932" y="52397"/>
                  <a:pt x="828932" y="57544"/>
                </a:cubicBezTo>
                <a:lnTo>
                  <a:pt x="828932" y="109780"/>
                </a:lnTo>
                <a:lnTo>
                  <a:pt x="816215" y="109780"/>
                </a:lnTo>
                <a:lnTo>
                  <a:pt x="816215" y="59649"/>
                </a:lnTo>
                <a:cubicBezTo>
                  <a:pt x="816215" y="52921"/>
                  <a:pt x="814916" y="48080"/>
                  <a:pt x="812317" y="45127"/>
                </a:cubicBezTo>
                <a:cubicBezTo>
                  <a:pt x="809719" y="42173"/>
                  <a:pt x="805931" y="40696"/>
                  <a:pt x="800954" y="40696"/>
                </a:cubicBezTo>
                <a:cubicBezTo>
                  <a:pt x="796578" y="40696"/>
                  <a:pt x="792339" y="41913"/>
                  <a:pt x="788236" y="44347"/>
                </a:cubicBezTo>
                <a:cubicBezTo>
                  <a:pt x="784134" y="46781"/>
                  <a:pt x="780606" y="50131"/>
                  <a:pt x="777652" y="54398"/>
                </a:cubicBezTo>
                <a:lnTo>
                  <a:pt x="777652" y="109780"/>
                </a:lnTo>
                <a:lnTo>
                  <a:pt x="764935" y="109780"/>
                </a:lnTo>
                <a:lnTo>
                  <a:pt x="764935" y="31835"/>
                </a:lnTo>
                <a:lnTo>
                  <a:pt x="774780" y="31835"/>
                </a:lnTo>
                <a:lnTo>
                  <a:pt x="777242" y="42665"/>
                </a:lnTo>
                <a:close/>
                <a:moveTo>
                  <a:pt x="862685" y="71341"/>
                </a:moveTo>
                <a:cubicBezTo>
                  <a:pt x="862685" y="77476"/>
                  <a:pt x="863422" y="82487"/>
                  <a:pt x="864895" y="86376"/>
                </a:cubicBezTo>
                <a:cubicBezTo>
                  <a:pt x="866370" y="90265"/>
                  <a:pt x="868241" y="93291"/>
                  <a:pt x="870505" y="95455"/>
                </a:cubicBezTo>
                <a:cubicBezTo>
                  <a:pt x="872772" y="97619"/>
                  <a:pt x="875243" y="99099"/>
                  <a:pt x="877918" y="99894"/>
                </a:cubicBezTo>
                <a:cubicBezTo>
                  <a:pt x="880593" y="100687"/>
                  <a:pt x="883131" y="101083"/>
                  <a:pt x="885533" y="101083"/>
                </a:cubicBezTo>
                <a:cubicBezTo>
                  <a:pt x="889464" y="101083"/>
                  <a:pt x="893150" y="100289"/>
                  <a:pt x="896589" y="98699"/>
                </a:cubicBezTo>
                <a:cubicBezTo>
                  <a:pt x="900028" y="97109"/>
                  <a:pt x="903058" y="94943"/>
                  <a:pt x="905678" y="92202"/>
                </a:cubicBezTo>
                <a:lnTo>
                  <a:pt x="905678" y="51383"/>
                </a:lnTo>
                <a:cubicBezTo>
                  <a:pt x="904969" y="50396"/>
                  <a:pt x="903986" y="49273"/>
                  <a:pt x="902730" y="48014"/>
                </a:cubicBezTo>
                <a:cubicBezTo>
                  <a:pt x="901475" y="46752"/>
                  <a:pt x="900015" y="45587"/>
                  <a:pt x="898348" y="44519"/>
                </a:cubicBezTo>
                <a:cubicBezTo>
                  <a:pt x="896683" y="43450"/>
                  <a:pt x="894786" y="42546"/>
                  <a:pt x="892656" y="41806"/>
                </a:cubicBezTo>
                <a:cubicBezTo>
                  <a:pt x="890528" y="41066"/>
                  <a:pt x="888208" y="40696"/>
                  <a:pt x="885697" y="40696"/>
                </a:cubicBezTo>
                <a:cubicBezTo>
                  <a:pt x="881930" y="40696"/>
                  <a:pt x="878613" y="41449"/>
                  <a:pt x="875746" y="42955"/>
                </a:cubicBezTo>
                <a:cubicBezTo>
                  <a:pt x="872880" y="44461"/>
                  <a:pt x="870477" y="46556"/>
                  <a:pt x="868539" y="49242"/>
                </a:cubicBezTo>
                <a:cubicBezTo>
                  <a:pt x="866602" y="51925"/>
                  <a:pt x="865142" y="55143"/>
                  <a:pt x="864159" y="58895"/>
                </a:cubicBezTo>
                <a:cubicBezTo>
                  <a:pt x="863177" y="62647"/>
                  <a:pt x="862685" y="66796"/>
                  <a:pt x="862685" y="71341"/>
                </a:cubicBezTo>
                <a:moveTo>
                  <a:pt x="884059" y="29701"/>
                </a:moveTo>
                <a:cubicBezTo>
                  <a:pt x="887447" y="29756"/>
                  <a:pt x="890397" y="30197"/>
                  <a:pt x="892910" y="31024"/>
                </a:cubicBezTo>
                <a:cubicBezTo>
                  <a:pt x="895422" y="31852"/>
                  <a:pt x="897580" y="32887"/>
                  <a:pt x="899384" y="34129"/>
                </a:cubicBezTo>
                <a:cubicBezTo>
                  <a:pt x="901187" y="35370"/>
                  <a:pt x="902621" y="36598"/>
                  <a:pt x="903686" y="37811"/>
                </a:cubicBezTo>
                <a:cubicBezTo>
                  <a:pt x="904751" y="39023"/>
                  <a:pt x="905475" y="39988"/>
                  <a:pt x="905858" y="40706"/>
                </a:cubicBezTo>
                <a:lnTo>
                  <a:pt x="906186" y="40706"/>
                </a:lnTo>
                <a:lnTo>
                  <a:pt x="908806" y="31835"/>
                </a:lnTo>
                <a:lnTo>
                  <a:pt x="918396" y="31835"/>
                </a:lnTo>
                <a:lnTo>
                  <a:pt x="918396" y="114375"/>
                </a:lnTo>
                <a:cubicBezTo>
                  <a:pt x="918396" y="120392"/>
                  <a:pt x="917412" y="125629"/>
                  <a:pt x="915445" y="130087"/>
                </a:cubicBezTo>
                <a:cubicBezTo>
                  <a:pt x="913479" y="134545"/>
                  <a:pt x="910721" y="138251"/>
                  <a:pt x="907171" y="141205"/>
                </a:cubicBezTo>
                <a:cubicBezTo>
                  <a:pt x="903620" y="144159"/>
                  <a:pt x="899346" y="146360"/>
                  <a:pt x="894348" y="147810"/>
                </a:cubicBezTo>
                <a:cubicBezTo>
                  <a:pt x="889350" y="149259"/>
                  <a:pt x="883819" y="149984"/>
                  <a:pt x="877756" y="149984"/>
                </a:cubicBezTo>
                <a:cubicBezTo>
                  <a:pt x="872622" y="149984"/>
                  <a:pt x="868033" y="149530"/>
                  <a:pt x="863990" y="148623"/>
                </a:cubicBezTo>
                <a:cubicBezTo>
                  <a:pt x="859948" y="147715"/>
                  <a:pt x="856778" y="146629"/>
                  <a:pt x="854480" y="145364"/>
                </a:cubicBezTo>
                <a:lnTo>
                  <a:pt x="854480" y="134559"/>
                </a:lnTo>
                <a:cubicBezTo>
                  <a:pt x="856340" y="135325"/>
                  <a:pt x="858143" y="135968"/>
                  <a:pt x="859890" y="136487"/>
                </a:cubicBezTo>
                <a:cubicBezTo>
                  <a:pt x="861639" y="137007"/>
                  <a:pt x="863442" y="137444"/>
                  <a:pt x="865298" y="137800"/>
                </a:cubicBezTo>
                <a:cubicBezTo>
                  <a:pt x="867154" y="138155"/>
                  <a:pt x="869052" y="138415"/>
                  <a:pt x="870990" y="138579"/>
                </a:cubicBezTo>
                <a:cubicBezTo>
                  <a:pt x="872928" y="138743"/>
                  <a:pt x="875072" y="138826"/>
                  <a:pt x="877421" y="138826"/>
                </a:cubicBezTo>
                <a:cubicBezTo>
                  <a:pt x="886540" y="138826"/>
                  <a:pt x="893529" y="136701"/>
                  <a:pt x="898389" y="132451"/>
                </a:cubicBezTo>
                <a:cubicBezTo>
                  <a:pt x="903249" y="128204"/>
                  <a:pt x="905678" y="121723"/>
                  <a:pt x="905678" y="113009"/>
                </a:cubicBezTo>
                <a:lnTo>
                  <a:pt x="905678" y="102632"/>
                </a:lnTo>
                <a:lnTo>
                  <a:pt x="905432" y="102632"/>
                </a:lnTo>
                <a:cubicBezTo>
                  <a:pt x="902648" y="105699"/>
                  <a:pt x="899412" y="108012"/>
                  <a:pt x="895725" y="109573"/>
                </a:cubicBezTo>
                <a:cubicBezTo>
                  <a:pt x="892038" y="111133"/>
                  <a:pt x="887818" y="111914"/>
                  <a:pt x="883066" y="111914"/>
                </a:cubicBezTo>
                <a:cubicBezTo>
                  <a:pt x="880882" y="111914"/>
                  <a:pt x="878533" y="111667"/>
                  <a:pt x="876021" y="111173"/>
                </a:cubicBezTo>
                <a:cubicBezTo>
                  <a:pt x="873508" y="110680"/>
                  <a:pt x="870995" y="109845"/>
                  <a:pt x="868482" y="108668"/>
                </a:cubicBezTo>
                <a:cubicBezTo>
                  <a:pt x="865970" y="107488"/>
                  <a:pt x="863566" y="105926"/>
                  <a:pt x="861272" y="103981"/>
                </a:cubicBezTo>
                <a:cubicBezTo>
                  <a:pt x="858978" y="102035"/>
                  <a:pt x="856957" y="99597"/>
                  <a:pt x="855209" y="96666"/>
                </a:cubicBezTo>
                <a:cubicBezTo>
                  <a:pt x="853462" y="93732"/>
                  <a:pt x="852056" y="90265"/>
                  <a:pt x="850991" y="86263"/>
                </a:cubicBezTo>
                <a:cubicBezTo>
                  <a:pt x="849926" y="82262"/>
                  <a:pt x="849393" y="77630"/>
                  <a:pt x="849393" y="72369"/>
                </a:cubicBezTo>
                <a:cubicBezTo>
                  <a:pt x="849393" y="65080"/>
                  <a:pt x="850376" y="58764"/>
                  <a:pt x="852342" y="53421"/>
                </a:cubicBezTo>
                <a:cubicBezTo>
                  <a:pt x="854309" y="48076"/>
                  <a:pt x="856905" y="43650"/>
                  <a:pt x="860129" y="40142"/>
                </a:cubicBezTo>
                <a:cubicBezTo>
                  <a:pt x="863353" y="36635"/>
                  <a:pt x="867041" y="34018"/>
                  <a:pt x="871193" y="32291"/>
                </a:cubicBezTo>
                <a:cubicBezTo>
                  <a:pt x="875345" y="30565"/>
                  <a:pt x="879633" y="29701"/>
                  <a:pt x="884059" y="29701"/>
                </a:cubicBezTo>
                <a:close/>
                <a:moveTo>
                  <a:pt x="973429" y="40696"/>
                </a:moveTo>
                <a:cubicBezTo>
                  <a:pt x="970492" y="40696"/>
                  <a:pt x="967764" y="41270"/>
                  <a:pt x="965244" y="42419"/>
                </a:cubicBezTo>
                <a:cubicBezTo>
                  <a:pt x="962725" y="43568"/>
                  <a:pt x="960523" y="45127"/>
                  <a:pt x="958639" y="47096"/>
                </a:cubicBezTo>
                <a:cubicBezTo>
                  <a:pt x="956757" y="49065"/>
                  <a:pt x="955234" y="51376"/>
                  <a:pt x="954070" y="54029"/>
                </a:cubicBezTo>
                <a:cubicBezTo>
                  <a:pt x="952908" y="56682"/>
                  <a:pt x="952188" y="59512"/>
                  <a:pt x="951911" y="62521"/>
                </a:cubicBezTo>
                <a:lnTo>
                  <a:pt x="991787" y="62521"/>
                </a:lnTo>
                <a:cubicBezTo>
                  <a:pt x="991787" y="59458"/>
                  <a:pt x="991385" y="56600"/>
                  <a:pt x="990582" y="53947"/>
                </a:cubicBezTo>
                <a:cubicBezTo>
                  <a:pt x="989778" y="51294"/>
                  <a:pt x="988602" y="48983"/>
                  <a:pt x="987051" y="47014"/>
                </a:cubicBezTo>
                <a:cubicBezTo>
                  <a:pt x="985501" y="45044"/>
                  <a:pt x="983590" y="43499"/>
                  <a:pt x="981318" y="42378"/>
                </a:cubicBezTo>
                <a:cubicBezTo>
                  <a:pt x="979048" y="41257"/>
                  <a:pt x="976418" y="40696"/>
                  <a:pt x="973429" y="40696"/>
                </a:cubicBezTo>
                <a:moveTo>
                  <a:pt x="980136" y="100755"/>
                </a:moveTo>
                <a:cubicBezTo>
                  <a:pt x="984348" y="100755"/>
                  <a:pt x="988190" y="100413"/>
                  <a:pt x="991664" y="99730"/>
                </a:cubicBezTo>
                <a:cubicBezTo>
                  <a:pt x="995137" y="99046"/>
                  <a:pt x="998597" y="98075"/>
                  <a:pt x="1002043" y="96817"/>
                </a:cubicBezTo>
                <a:lnTo>
                  <a:pt x="1002043" y="107460"/>
                </a:lnTo>
                <a:cubicBezTo>
                  <a:pt x="999253" y="108834"/>
                  <a:pt x="995807" y="109920"/>
                  <a:pt x="991705" y="110716"/>
                </a:cubicBezTo>
                <a:cubicBezTo>
                  <a:pt x="987602" y="111515"/>
                  <a:pt x="983199" y="111914"/>
                  <a:pt x="978495" y="111914"/>
                </a:cubicBezTo>
                <a:cubicBezTo>
                  <a:pt x="972916" y="111914"/>
                  <a:pt x="967678" y="111202"/>
                  <a:pt x="962783" y="109778"/>
                </a:cubicBezTo>
                <a:cubicBezTo>
                  <a:pt x="957887" y="108352"/>
                  <a:pt x="953650" y="106050"/>
                  <a:pt x="950070" y="102870"/>
                </a:cubicBezTo>
                <a:cubicBezTo>
                  <a:pt x="946491" y="99691"/>
                  <a:pt x="943688" y="95539"/>
                  <a:pt x="941661" y="90415"/>
                </a:cubicBezTo>
                <a:cubicBezTo>
                  <a:pt x="939633" y="85290"/>
                  <a:pt x="938620" y="79111"/>
                  <a:pt x="938620" y="71877"/>
                </a:cubicBezTo>
                <a:cubicBezTo>
                  <a:pt x="938620" y="64752"/>
                  <a:pt x="939602" y="58573"/>
                  <a:pt x="941566" y="53339"/>
                </a:cubicBezTo>
                <a:cubicBezTo>
                  <a:pt x="943530" y="48103"/>
                  <a:pt x="946148" y="43732"/>
                  <a:pt x="949422" y="40224"/>
                </a:cubicBezTo>
                <a:cubicBezTo>
                  <a:pt x="952697" y="36717"/>
                  <a:pt x="956463" y="34086"/>
                  <a:pt x="960719" y="32332"/>
                </a:cubicBezTo>
                <a:cubicBezTo>
                  <a:pt x="964975" y="30578"/>
                  <a:pt x="969422" y="29701"/>
                  <a:pt x="974059" y="29701"/>
                </a:cubicBezTo>
                <a:cubicBezTo>
                  <a:pt x="978425" y="29701"/>
                  <a:pt x="982503" y="30429"/>
                  <a:pt x="986295" y="31883"/>
                </a:cubicBezTo>
                <a:cubicBezTo>
                  <a:pt x="990088" y="33338"/>
                  <a:pt x="993376" y="35630"/>
                  <a:pt x="996159" y="38760"/>
                </a:cubicBezTo>
                <a:cubicBezTo>
                  <a:pt x="998941" y="41890"/>
                  <a:pt x="1001137" y="45926"/>
                  <a:pt x="1002745" y="50867"/>
                </a:cubicBezTo>
                <a:cubicBezTo>
                  <a:pt x="1004356" y="55809"/>
                  <a:pt x="1005161" y="61739"/>
                  <a:pt x="1005161" y="68656"/>
                </a:cubicBezTo>
                <a:cubicBezTo>
                  <a:pt x="1005161" y="69314"/>
                  <a:pt x="1005161" y="69877"/>
                  <a:pt x="1005161" y="70343"/>
                </a:cubicBezTo>
                <a:cubicBezTo>
                  <a:pt x="1005161" y="70810"/>
                  <a:pt x="1005133" y="71867"/>
                  <a:pt x="1005079" y="73515"/>
                </a:cubicBezTo>
                <a:lnTo>
                  <a:pt x="951255" y="73515"/>
                </a:lnTo>
                <a:cubicBezTo>
                  <a:pt x="951255" y="78477"/>
                  <a:pt x="952007" y="82690"/>
                  <a:pt x="953511" y="86153"/>
                </a:cubicBezTo>
                <a:cubicBezTo>
                  <a:pt x="955016" y="89616"/>
                  <a:pt x="957067" y="92425"/>
                  <a:pt x="959665" y="94578"/>
                </a:cubicBezTo>
                <a:cubicBezTo>
                  <a:pt x="962263" y="96732"/>
                  <a:pt x="965313" y="98301"/>
                  <a:pt x="968813" y="99283"/>
                </a:cubicBezTo>
                <a:cubicBezTo>
                  <a:pt x="972314" y="100265"/>
                  <a:pt x="976088" y="100755"/>
                  <a:pt x="980136" y="100755"/>
                </a:cubicBezTo>
                <a:close/>
                <a:moveTo>
                  <a:pt x="1068639" y="42173"/>
                </a:moveTo>
                <a:lnTo>
                  <a:pt x="1067654" y="42173"/>
                </a:lnTo>
                <a:cubicBezTo>
                  <a:pt x="1064646" y="42173"/>
                  <a:pt x="1061692" y="42446"/>
                  <a:pt x="1058793" y="42993"/>
                </a:cubicBezTo>
                <a:cubicBezTo>
                  <a:pt x="1055894" y="43540"/>
                  <a:pt x="1053172" y="44374"/>
                  <a:pt x="1050629" y="45496"/>
                </a:cubicBezTo>
                <a:cubicBezTo>
                  <a:pt x="1048085" y="46617"/>
                  <a:pt x="1045788" y="47998"/>
                  <a:pt x="1043737" y="49639"/>
                </a:cubicBezTo>
                <a:cubicBezTo>
                  <a:pt x="1041686" y="51280"/>
                  <a:pt x="1039976" y="53222"/>
                  <a:pt x="1038609" y="55465"/>
                </a:cubicBezTo>
                <a:lnTo>
                  <a:pt x="1038609" y="109780"/>
                </a:lnTo>
                <a:lnTo>
                  <a:pt x="1025891" y="109780"/>
                </a:lnTo>
                <a:lnTo>
                  <a:pt x="1025891" y="31835"/>
                </a:lnTo>
                <a:lnTo>
                  <a:pt x="1035737" y="31835"/>
                </a:lnTo>
                <a:lnTo>
                  <a:pt x="1038199" y="44224"/>
                </a:lnTo>
                <a:lnTo>
                  <a:pt x="1038445" y="44224"/>
                </a:lnTo>
                <a:cubicBezTo>
                  <a:pt x="1039703" y="42188"/>
                  <a:pt x="1041248" y="40291"/>
                  <a:pt x="1043081" y="38532"/>
                </a:cubicBezTo>
                <a:cubicBezTo>
                  <a:pt x="1044913" y="36771"/>
                  <a:pt x="1046978" y="35231"/>
                  <a:pt x="1049275" y="33912"/>
                </a:cubicBezTo>
                <a:cubicBezTo>
                  <a:pt x="1051573" y="32590"/>
                  <a:pt x="1054089" y="31559"/>
                  <a:pt x="1056824" y="30817"/>
                </a:cubicBezTo>
                <a:cubicBezTo>
                  <a:pt x="1059559" y="30073"/>
                  <a:pt x="1062430" y="29701"/>
                  <a:pt x="1065439" y="29701"/>
                </a:cubicBezTo>
                <a:cubicBezTo>
                  <a:pt x="1065986" y="29701"/>
                  <a:pt x="1066546" y="29715"/>
                  <a:pt x="1067121" y="29742"/>
                </a:cubicBezTo>
                <a:cubicBezTo>
                  <a:pt x="1067695" y="29770"/>
                  <a:pt x="1068201" y="29811"/>
                  <a:pt x="1068639" y="29866"/>
                </a:cubicBezTo>
                <a:lnTo>
                  <a:pt x="1068639" y="42173"/>
                </a:lnTo>
                <a:close/>
              </a:path>
            </a:pathLst>
          </a:custGeom>
          <a:solidFill xmlns:a="http://schemas.openxmlformats.org/drawingml/2006/main">
            <a:srgbClr val="0070C0"/>
          </a:solidFill>
          <a:ln xmlns:a="http://schemas.openxmlformats.org/drawingml/2006/main" w="0" cap="flat">
            <a:noFill/>
            <a:miter/>
          </a:ln>
        </p:spPr>
      </p:sp>
      <p:pic>
        <p:nvPicPr>
          <p:cNvPr id="40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1689252a746423f"/>
          <a:stretch xmlns:a="http://schemas.openxmlformats.org/drawingml/2006/main"/>
        </p:blipFill>
        <p:spPr>
          <a:xfrm xmlns:a="http://schemas.openxmlformats.org/drawingml/2006/main">
            <a:off x="11758560" y="2827077"/>
            <a:ext cx="307725" cy="307725"/>
          </a:xfrm>
          <a:prstGeom xmlns:a="http://schemas.openxmlformats.org/drawingml/2006/main" prst="rect">
            <a:avLst/>
          </a:prstGeom>
        </p:spPr>
      </p:pic>
      <p:pic>
        <p:nvPicPr>
          <p:cNvPr id="40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6ef78ca6fc94056"/>
          <a:stretch xmlns:a="http://schemas.openxmlformats.org/drawingml/2006/main"/>
        </p:blipFill>
        <p:spPr>
          <a:xfrm xmlns:a="http://schemas.openxmlformats.org/drawingml/2006/main">
            <a:off x="12314290" y="2826064"/>
            <a:ext cx="303677" cy="309751"/>
          </a:xfrm>
          <a:prstGeom xmlns:a="http://schemas.openxmlformats.org/drawingml/2006/main" prst="rect">
            <a:avLst/>
          </a:prstGeom>
        </p:spPr>
      </p:pic>
      <p:sp>
        <p:nvSpPr>
          <p:cNvPr id="17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DCD5B5F-AFC3-435C-8EA9-AED0A4F24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48437" y="2817966"/>
            <a:ext cx="882688" cy="350241"/>
          </a:xfrm>
          <a:custGeom xmlns:a="http://schemas.openxmlformats.org/drawingml/2006/main">
            <a:pathLst>
              <a:path w="882688" h="350241" fill="none">
                <a:moveTo>
                  <a:pt x="0" y="58373"/>
                </a:moveTo>
                <a:cubicBezTo>
                  <a:pt x="0" y="26150"/>
                  <a:pt x="26150" y="0"/>
                  <a:pt x="58373" y="0"/>
                </a:cubicBezTo>
                <a:lnTo>
                  <a:pt x="824315" y="0"/>
                </a:lnTo>
                <a:cubicBezTo>
                  <a:pt x="856538" y="0"/>
                  <a:pt x="882688" y="26150"/>
                  <a:pt x="882688" y="58373"/>
                </a:cubicBezTo>
                <a:lnTo>
                  <a:pt x="882688" y="291867"/>
                </a:lnTo>
                <a:cubicBezTo>
                  <a:pt x="882688" y="324091"/>
                  <a:pt x="856538" y="350241"/>
                  <a:pt x="824315" y="350241"/>
                </a:cubicBezTo>
                <a:lnTo>
                  <a:pt x="58373" y="350241"/>
                </a:lnTo>
                <a:cubicBezTo>
                  <a:pt x="26150" y="350241"/>
                  <a:pt x="0" y="324091"/>
                  <a:pt x="0" y="291867"/>
                </a:cubicBezTo>
                <a:lnTo>
                  <a:pt x="0" y="58373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6871" cap="flat">
            <a:solidFill>
              <a:srgbClr val="000000"/>
            </a:solidFill>
            <a:miter/>
          </a:ln>
        </p:spPr>
      </p:sp>
      <p:sp>
        <p:nvSpPr>
          <p:cNvPr id="17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BED902A-6B6A-4468-8B82-636415D9D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56714" y="2662078"/>
            <a:ext cx="67484" cy="156394"/>
          </a:xfrm>
          <a:custGeom xmlns:a="http://schemas.openxmlformats.org/drawingml/2006/main">
            <a:pathLst>
              <a:path w="67484" h="156394">
                <a:moveTo>
                  <a:pt x="41503" y="0"/>
                </a:moveTo>
                <a:lnTo>
                  <a:pt x="24632" y="0"/>
                </a:lnTo>
                <a:lnTo>
                  <a:pt x="25199" y="88890"/>
                </a:lnTo>
                <a:lnTo>
                  <a:pt x="0" y="89079"/>
                </a:lnTo>
                <a:lnTo>
                  <a:pt x="34248" y="156394"/>
                </a:lnTo>
                <a:lnTo>
                  <a:pt x="67484" y="88572"/>
                </a:lnTo>
                <a:lnTo>
                  <a:pt x="42070" y="88763"/>
                </a:lnTo>
                <a:lnTo>
                  <a:pt x="41503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9279060-5DD6-4E39-B655-F9DF8D749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96654" y="2948210"/>
            <a:ext cx="201608" cy="67484"/>
          </a:xfrm>
          <a:custGeom xmlns:a="http://schemas.openxmlformats.org/drawingml/2006/main">
            <a:pathLst>
              <a:path w="201608" h="67484">
                <a:moveTo>
                  <a:pt x="134124" y="67484"/>
                </a:moveTo>
                <a:lnTo>
                  <a:pt x="201608" y="33742"/>
                </a:lnTo>
                <a:lnTo>
                  <a:pt x="134124" y="0"/>
                </a:lnTo>
                <a:lnTo>
                  <a:pt x="134124" y="25306"/>
                </a:lnTo>
                <a:lnTo>
                  <a:pt x="0" y="25306"/>
                </a:lnTo>
                <a:lnTo>
                  <a:pt x="0" y="42177"/>
                </a:lnTo>
                <a:lnTo>
                  <a:pt x="134124" y="42177"/>
                </a:lnTo>
                <a:lnTo>
                  <a:pt x="134124" y="67484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869A78E-D965-4ABB-B816-B17F0E8C8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86531" y="3017043"/>
            <a:ext cx="198234" cy="67484"/>
          </a:xfrm>
          <a:custGeom xmlns:a="http://schemas.openxmlformats.org/drawingml/2006/main">
            <a:pathLst>
              <a:path w="198234" h="67484">
                <a:moveTo>
                  <a:pt x="67484" y="0"/>
                </a:moveTo>
                <a:lnTo>
                  <a:pt x="0" y="33742"/>
                </a:lnTo>
                <a:lnTo>
                  <a:pt x="67484" y="67484"/>
                </a:lnTo>
                <a:lnTo>
                  <a:pt x="67484" y="42177"/>
                </a:lnTo>
                <a:lnTo>
                  <a:pt x="198234" y="42177"/>
                </a:lnTo>
                <a:lnTo>
                  <a:pt x="198234" y="25306"/>
                </a:lnTo>
                <a:lnTo>
                  <a:pt x="67484" y="25306"/>
                </a:lnTo>
                <a:lnTo>
                  <a:pt x="67484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pic>
        <p:nvPicPr>
          <p:cNvPr id="40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28c80014b144e54"/>
          <a:stretch xmlns:a="http://schemas.openxmlformats.org/drawingml/2006/main"/>
        </p:blipFill>
        <p:spPr>
          <a:xfrm xmlns:a="http://schemas.openxmlformats.org/drawingml/2006/main">
            <a:off x="11515619" y="2912106"/>
            <a:ext cx="222696" cy="222696"/>
          </a:xfrm>
          <a:prstGeom xmlns:a="http://schemas.openxmlformats.org/drawingml/2006/main" prst="rect">
            <a:avLst/>
          </a:prstGeom>
        </p:spPr>
      </p:pic>
      <p:pic>
        <p:nvPicPr>
          <p:cNvPr id="40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1140fb406094f19"/>
          <a:stretch xmlns:a="http://schemas.openxmlformats.org/drawingml/2006/main"/>
        </p:blipFill>
        <p:spPr>
          <a:xfrm xmlns:a="http://schemas.openxmlformats.org/drawingml/2006/main">
            <a:off x="12645298" y="2912106"/>
            <a:ext cx="222696" cy="222696"/>
          </a:xfrm>
          <a:prstGeom xmlns:a="http://schemas.openxmlformats.org/drawingml/2006/main" prst="rect">
            <a:avLst/>
          </a:prstGeom>
        </p:spPr>
      </p:pic>
      <p:pic>
        <p:nvPicPr>
          <p:cNvPr id="4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75943765b6343d6"/>
          <a:stretch xmlns:a="http://schemas.openxmlformats.org/drawingml/2006/main"/>
        </p:blipFill>
        <p:spPr>
          <a:xfrm xmlns:a="http://schemas.openxmlformats.org/drawingml/2006/main">
            <a:off x="12310240" y="2419137"/>
            <a:ext cx="303677" cy="309751"/>
          </a:xfrm>
          <a:prstGeom xmlns:a="http://schemas.openxmlformats.org/drawingml/2006/main" prst="rect">
            <a:avLst/>
          </a:prstGeom>
        </p:spPr>
      </p:pic>
      <p:pic>
        <p:nvPicPr>
          <p:cNvPr id="4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f51e9a0918445f9"/>
          <a:stretch xmlns:a="http://schemas.openxmlformats.org/drawingml/2006/main"/>
        </p:blipFill>
        <p:spPr>
          <a:xfrm xmlns:a="http://schemas.openxmlformats.org/drawingml/2006/main">
            <a:off x="12028626" y="2368524"/>
            <a:ext cx="360776" cy="299628"/>
          </a:xfrm>
          <a:prstGeom xmlns:a="http://schemas.openxmlformats.org/drawingml/2006/main" prst="rect">
            <a:avLst/>
          </a:prstGeom>
        </p:spPr>
      </p:pic>
      <p:sp>
        <p:nvSpPr>
          <p:cNvPr id="178" name="Text JointDanger">
            <a:extLst xmlns:a="http://schemas.openxmlformats.org/drawingml/2006/main">
              <a:ext uri="{FF2B5EF4-FFF2-40B4-BE49-F238E27FC236}">
                <a16:creationId xmlns:a16="http://schemas.microsoft.com/office/drawing/2014/main" id="{B6083339-9D18-4C8A-871B-40CE17D6B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66434" y="4633247"/>
            <a:ext cx="881314" cy="150640"/>
          </a:xfrm>
          <a:custGeom xmlns:a="http://schemas.openxmlformats.org/drawingml/2006/main">
            <a:pathLst>
              <a:path w="881314" h="150640">
                <a:moveTo>
                  <a:pt x="31096" y="656"/>
                </a:moveTo>
                <a:lnTo>
                  <a:pt x="44470" y="656"/>
                </a:lnTo>
                <a:lnTo>
                  <a:pt x="44470" y="85310"/>
                </a:lnTo>
                <a:cubicBezTo>
                  <a:pt x="44470" y="89853"/>
                  <a:pt x="43786" y="93822"/>
                  <a:pt x="42419" y="97217"/>
                </a:cubicBezTo>
                <a:cubicBezTo>
                  <a:pt x="41051" y="100610"/>
                  <a:pt x="39096" y="103442"/>
                  <a:pt x="36552" y="105714"/>
                </a:cubicBezTo>
                <a:cubicBezTo>
                  <a:pt x="34009" y="107986"/>
                  <a:pt x="30960" y="109696"/>
                  <a:pt x="27404" y="110845"/>
                </a:cubicBezTo>
                <a:cubicBezTo>
                  <a:pt x="23849" y="111995"/>
                  <a:pt x="19856" y="112570"/>
                  <a:pt x="15425" y="112570"/>
                </a:cubicBezTo>
                <a:cubicBezTo>
                  <a:pt x="11651" y="112515"/>
                  <a:pt x="8465" y="112199"/>
                  <a:pt x="5866" y="111621"/>
                </a:cubicBezTo>
                <a:cubicBezTo>
                  <a:pt x="3268" y="111044"/>
                  <a:pt x="1313" y="110452"/>
                  <a:pt x="0" y="109847"/>
                </a:cubicBezTo>
                <a:lnTo>
                  <a:pt x="0" y="97966"/>
                </a:lnTo>
                <a:cubicBezTo>
                  <a:pt x="2024" y="98786"/>
                  <a:pt x="4225" y="99429"/>
                  <a:pt x="6605" y="99894"/>
                </a:cubicBezTo>
                <a:cubicBezTo>
                  <a:pt x="8984" y="100359"/>
                  <a:pt x="11541" y="100591"/>
                  <a:pt x="14276" y="100591"/>
                </a:cubicBezTo>
                <a:cubicBezTo>
                  <a:pt x="16738" y="100591"/>
                  <a:pt x="19008" y="100318"/>
                  <a:pt x="21086" y="99771"/>
                </a:cubicBezTo>
                <a:cubicBezTo>
                  <a:pt x="23165" y="99224"/>
                  <a:pt x="24943" y="98294"/>
                  <a:pt x="26420" y="96981"/>
                </a:cubicBezTo>
                <a:cubicBezTo>
                  <a:pt x="27896" y="95668"/>
                  <a:pt x="29045" y="93918"/>
                  <a:pt x="29866" y="91730"/>
                </a:cubicBezTo>
                <a:cubicBezTo>
                  <a:pt x="30686" y="89542"/>
                  <a:pt x="31096" y="86834"/>
                  <a:pt x="31096" y="83607"/>
                </a:cubicBezTo>
                <a:lnTo>
                  <a:pt x="31096" y="656"/>
                </a:lnTo>
                <a:close/>
                <a:moveTo>
                  <a:pt x="126600" y="71546"/>
                </a:moveTo>
                <a:cubicBezTo>
                  <a:pt x="126600" y="66719"/>
                  <a:pt x="126011" y="62428"/>
                  <a:pt x="124835" y="58672"/>
                </a:cubicBezTo>
                <a:cubicBezTo>
                  <a:pt x="123659" y="54915"/>
                  <a:pt x="122018" y="51734"/>
                  <a:pt x="119913" y="49129"/>
                </a:cubicBezTo>
                <a:cubicBezTo>
                  <a:pt x="117807" y="46522"/>
                  <a:pt x="115304" y="44547"/>
                  <a:pt x="112405" y="43204"/>
                </a:cubicBezTo>
                <a:cubicBezTo>
                  <a:pt x="109506" y="41860"/>
                  <a:pt x="106334" y="41188"/>
                  <a:pt x="102888" y="41188"/>
                </a:cubicBezTo>
                <a:cubicBezTo>
                  <a:pt x="99442" y="41188"/>
                  <a:pt x="96269" y="41860"/>
                  <a:pt x="93370" y="43204"/>
                </a:cubicBezTo>
                <a:cubicBezTo>
                  <a:pt x="90471" y="44547"/>
                  <a:pt x="87968" y="46522"/>
                  <a:pt x="85863" y="49129"/>
                </a:cubicBezTo>
                <a:cubicBezTo>
                  <a:pt x="83757" y="51734"/>
                  <a:pt x="82116" y="54915"/>
                  <a:pt x="80940" y="58672"/>
                </a:cubicBezTo>
                <a:cubicBezTo>
                  <a:pt x="79764" y="62428"/>
                  <a:pt x="79176" y="66719"/>
                  <a:pt x="79176" y="71546"/>
                </a:cubicBezTo>
                <a:cubicBezTo>
                  <a:pt x="79176" y="76318"/>
                  <a:pt x="79764" y="80583"/>
                  <a:pt x="80940" y="84340"/>
                </a:cubicBezTo>
                <a:cubicBezTo>
                  <a:pt x="82116" y="88098"/>
                  <a:pt x="83770" y="91265"/>
                  <a:pt x="85904" y="93843"/>
                </a:cubicBezTo>
                <a:cubicBezTo>
                  <a:pt x="88037" y="96420"/>
                  <a:pt x="90553" y="98381"/>
                  <a:pt x="93452" y="99724"/>
                </a:cubicBezTo>
                <a:cubicBezTo>
                  <a:pt x="96351" y="101068"/>
                  <a:pt x="99524" y="101740"/>
                  <a:pt x="102970" y="101740"/>
                </a:cubicBezTo>
                <a:cubicBezTo>
                  <a:pt x="106416" y="101740"/>
                  <a:pt x="109575" y="101068"/>
                  <a:pt x="112446" y="99724"/>
                </a:cubicBezTo>
                <a:cubicBezTo>
                  <a:pt x="115318" y="98381"/>
                  <a:pt x="117807" y="96420"/>
                  <a:pt x="119913" y="93843"/>
                </a:cubicBezTo>
                <a:cubicBezTo>
                  <a:pt x="122018" y="91265"/>
                  <a:pt x="123659" y="88098"/>
                  <a:pt x="124835" y="84340"/>
                </a:cubicBezTo>
                <a:cubicBezTo>
                  <a:pt x="126011" y="80583"/>
                  <a:pt x="126600" y="76318"/>
                  <a:pt x="126600" y="71546"/>
                </a:cubicBezTo>
                <a:moveTo>
                  <a:pt x="139891" y="71546"/>
                </a:moveTo>
                <a:cubicBezTo>
                  <a:pt x="139891" y="77684"/>
                  <a:pt x="139016" y="83275"/>
                  <a:pt x="137266" y="88317"/>
                </a:cubicBezTo>
                <a:cubicBezTo>
                  <a:pt x="135515" y="93360"/>
                  <a:pt x="133040" y="97676"/>
                  <a:pt x="129840" y="101265"/>
                </a:cubicBezTo>
                <a:cubicBezTo>
                  <a:pt x="126641" y="104855"/>
                  <a:pt x="122771" y="107637"/>
                  <a:pt x="118231" y="109611"/>
                </a:cubicBezTo>
                <a:cubicBezTo>
                  <a:pt x="113691" y="111584"/>
                  <a:pt x="108604" y="112570"/>
                  <a:pt x="102970" y="112570"/>
                </a:cubicBezTo>
                <a:cubicBezTo>
                  <a:pt x="97172" y="112570"/>
                  <a:pt x="91989" y="111584"/>
                  <a:pt x="87421" y="109611"/>
                </a:cubicBezTo>
                <a:cubicBezTo>
                  <a:pt x="82854" y="107637"/>
                  <a:pt x="78971" y="104855"/>
                  <a:pt x="75771" y="101265"/>
                </a:cubicBezTo>
                <a:cubicBezTo>
                  <a:pt x="72571" y="97676"/>
                  <a:pt x="70123" y="93360"/>
                  <a:pt x="68427" y="88317"/>
                </a:cubicBezTo>
                <a:cubicBezTo>
                  <a:pt x="66732" y="83275"/>
                  <a:pt x="65884" y="77684"/>
                  <a:pt x="65884" y="71546"/>
                </a:cubicBezTo>
                <a:cubicBezTo>
                  <a:pt x="65884" y="65353"/>
                  <a:pt x="66759" y="59735"/>
                  <a:pt x="68509" y="54693"/>
                </a:cubicBezTo>
                <a:cubicBezTo>
                  <a:pt x="70260" y="49650"/>
                  <a:pt x="72735" y="45321"/>
                  <a:pt x="75935" y="41704"/>
                </a:cubicBezTo>
                <a:cubicBezTo>
                  <a:pt x="79135" y="38087"/>
                  <a:pt x="83018" y="35292"/>
                  <a:pt x="87586" y="33319"/>
                </a:cubicBezTo>
                <a:cubicBezTo>
                  <a:pt x="92153" y="31345"/>
                  <a:pt x="97254" y="30358"/>
                  <a:pt x="102888" y="30358"/>
                </a:cubicBezTo>
                <a:cubicBezTo>
                  <a:pt x="108631" y="30358"/>
                  <a:pt x="113800" y="31345"/>
                  <a:pt x="118395" y="33319"/>
                </a:cubicBezTo>
                <a:cubicBezTo>
                  <a:pt x="122989" y="35292"/>
                  <a:pt x="126873" y="38087"/>
                  <a:pt x="130046" y="41704"/>
                </a:cubicBezTo>
                <a:cubicBezTo>
                  <a:pt x="133218" y="45321"/>
                  <a:pt x="135652" y="49650"/>
                  <a:pt x="137348" y="54693"/>
                </a:cubicBezTo>
                <a:cubicBezTo>
                  <a:pt x="139043" y="59735"/>
                  <a:pt x="139891" y="65353"/>
                  <a:pt x="139891" y="71546"/>
                </a:cubicBezTo>
                <a:close/>
                <a:moveTo>
                  <a:pt x="160025" y="110437"/>
                </a:moveTo>
                <a:lnTo>
                  <a:pt x="160025" y="32491"/>
                </a:lnTo>
                <a:lnTo>
                  <a:pt x="172743" y="32491"/>
                </a:lnTo>
                <a:lnTo>
                  <a:pt x="172743" y="110437"/>
                </a:lnTo>
                <a:lnTo>
                  <a:pt x="160025" y="110437"/>
                </a:lnTo>
                <a:moveTo>
                  <a:pt x="159697" y="14276"/>
                </a:moveTo>
                <a:lnTo>
                  <a:pt x="159697" y="0"/>
                </a:lnTo>
                <a:lnTo>
                  <a:pt x="172414" y="0"/>
                </a:lnTo>
                <a:lnTo>
                  <a:pt x="172414" y="14276"/>
                </a:lnTo>
                <a:lnTo>
                  <a:pt x="159697" y="14276"/>
                </a:lnTo>
                <a:close/>
                <a:moveTo>
                  <a:pt x="209992" y="43321"/>
                </a:moveTo>
                <a:lnTo>
                  <a:pt x="210238" y="43321"/>
                </a:lnTo>
                <a:cubicBezTo>
                  <a:pt x="211660" y="41504"/>
                  <a:pt x="213233" y="39812"/>
                  <a:pt x="214956" y="38245"/>
                </a:cubicBezTo>
                <a:cubicBezTo>
                  <a:pt x="216679" y="36676"/>
                  <a:pt x="218607" y="35300"/>
                  <a:pt x="220740" y="34117"/>
                </a:cubicBezTo>
                <a:cubicBezTo>
                  <a:pt x="222873" y="32932"/>
                  <a:pt x="225212" y="32010"/>
                  <a:pt x="227755" y="31350"/>
                </a:cubicBezTo>
                <a:cubicBezTo>
                  <a:pt x="230299" y="30689"/>
                  <a:pt x="233074" y="30358"/>
                  <a:pt x="236083" y="30358"/>
                </a:cubicBezTo>
                <a:cubicBezTo>
                  <a:pt x="239638" y="30358"/>
                  <a:pt x="242975" y="30851"/>
                  <a:pt x="246093" y="31837"/>
                </a:cubicBezTo>
                <a:cubicBezTo>
                  <a:pt x="249211" y="32822"/>
                  <a:pt x="251918" y="34410"/>
                  <a:pt x="254216" y="36601"/>
                </a:cubicBezTo>
                <a:cubicBezTo>
                  <a:pt x="256513" y="38791"/>
                  <a:pt x="258332" y="41651"/>
                  <a:pt x="259672" y="45183"/>
                </a:cubicBezTo>
                <a:cubicBezTo>
                  <a:pt x="261012" y="48714"/>
                  <a:pt x="261682" y="53054"/>
                  <a:pt x="261682" y="58200"/>
                </a:cubicBezTo>
                <a:lnTo>
                  <a:pt x="261682" y="110437"/>
                </a:lnTo>
                <a:lnTo>
                  <a:pt x="248964" y="110437"/>
                </a:lnTo>
                <a:lnTo>
                  <a:pt x="248964" y="60305"/>
                </a:lnTo>
                <a:cubicBezTo>
                  <a:pt x="248964" y="53577"/>
                  <a:pt x="247665" y="48737"/>
                  <a:pt x="245067" y="45783"/>
                </a:cubicBezTo>
                <a:cubicBezTo>
                  <a:pt x="242469" y="42829"/>
                  <a:pt x="238681" y="41352"/>
                  <a:pt x="233704" y="41352"/>
                </a:cubicBezTo>
                <a:cubicBezTo>
                  <a:pt x="229328" y="41352"/>
                  <a:pt x="225088" y="42569"/>
                  <a:pt x="220986" y="45003"/>
                </a:cubicBezTo>
                <a:cubicBezTo>
                  <a:pt x="216884" y="47438"/>
                  <a:pt x="213356" y="50788"/>
                  <a:pt x="210402" y="55054"/>
                </a:cubicBezTo>
                <a:lnTo>
                  <a:pt x="210402" y="110437"/>
                </a:lnTo>
                <a:lnTo>
                  <a:pt x="197684" y="110437"/>
                </a:lnTo>
                <a:lnTo>
                  <a:pt x="197684" y="32491"/>
                </a:lnTo>
                <a:lnTo>
                  <a:pt x="207530" y="32491"/>
                </a:lnTo>
                <a:lnTo>
                  <a:pt x="209992" y="43321"/>
                </a:lnTo>
                <a:close/>
                <a:moveTo>
                  <a:pt x="327680" y="110670"/>
                </a:moveTo>
                <a:cubicBezTo>
                  <a:pt x="326586" y="111109"/>
                  <a:pt x="324918" y="111522"/>
                  <a:pt x="322675" y="111909"/>
                </a:cubicBezTo>
                <a:cubicBezTo>
                  <a:pt x="320433" y="112295"/>
                  <a:pt x="317752" y="112515"/>
                  <a:pt x="314635" y="112570"/>
                </a:cubicBezTo>
                <a:cubicBezTo>
                  <a:pt x="310532" y="112570"/>
                  <a:pt x="306977" y="112064"/>
                  <a:pt x="303968" y="111052"/>
                </a:cubicBezTo>
                <a:cubicBezTo>
                  <a:pt x="300960" y="110040"/>
                  <a:pt x="298457" y="108591"/>
                  <a:pt x="296461" y="106704"/>
                </a:cubicBezTo>
                <a:cubicBezTo>
                  <a:pt x="294464" y="104817"/>
                  <a:pt x="292974" y="102533"/>
                  <a:pt x="291989" y="99853"/>
                </a:cubicBezTo>
                <a:cubicBezTo>
                  <a:pt x="291005" y="97172"/>
                  <a:pt x="290512" y="94191"/>
                  <a:pt x="290512" y="90909"/>
                </a:cubicBezTo>
                <a:lnTo>
                  <a:pt x="290512" y="43486"/>
                </a:lnTo>
                <a:lnTo>
                  <a:pt x="275498" y="43486"/>
                </a:lnTo>
                <a:lnTo>
                  <a:pt x="275498" y="32491"/>
                </a:lnTo>
                <a:lnTo>
                  <a:pt x="290512" y="32491"/>
                </a:lnTo>
                <a:lnTo>
                  <a:pt x="290512" y="11159"/>
                </a:lnTo>
                <a:lnTo>
                  <a:pt x="303230" y="11159"/>
                </a:lnTo>
                <a:lnTo>
                  <a:pt x="303230" y="32491"/>
                </a:lnTo>
                <a:lnTo>
                  <a:pt x="326532" y="32491"/>
                </a:lnTo>
                <a:lnTo>
                  <a:pt x="326532" y="43486"/>
                </a:lnTo>
                <a:lnTo>
                  <a:pt x="303230" y="43486"/>
                </a:lnTo>
                <a:lnTo>
                  <a:pt x="303230" y="88876"/>
                </a:lnTo>
                <a:cubicBezTo>
                  <a:pt x="303230" y="90678"/>
                  <a:pt x="303490" y="92344"/>
                  <a:pt x="304009" y="93873"/>
                </a:cubicBezTo>
                <a:cubicBezTo>
                  <a:pt x="304529" y="95403"/>
                  <a:pt x="305349" y="96728"/>
                  <a:pt x="306471" y="97848"/>
                </a:cubicBezTo>
                <a:cubicBezTo>
                  <a:pt x="307592" y="98967"/>
                  <a:pt x="309028" y="99842"/>
                  <a:pt x="310778" y="100471"/>
                </a:cubicBezTo>
                <a:cubicBezTo>
                  <a:pt x="312529" y="101098"/>
                  <a:pt x="314635" y="101412"/>
                  <a:pt x="317096" y="101412"/>
                </a:cubicBezTo>
                <a:cubicBezTo>
                  <a:pt x="318792" y="101412"/>
                  <a:pt x="320583" y="101275"/>
                  <a:pt x="322470" y="101001"/>
                </a:cubicBezTo>
                <a:cubicBezTo>
                  <a:pt x="324357" y="100728"/>
                  <a:pt x="326094" y="100372"/>
                  <a:pt x="327680" y="99935"/>
                </a:cubicBezTo>
                <a:lnTo>
                  <a:pt x="327680" y="110670"/>
                </a:lnTo>
                <a:close/>
                <a:moveTo>
                  <a:pt x="472094" y="55054"/>
                </a:moveTo>
                <a:cubicBezTo>
                  <a:pt x="472094" y="61454"/>
                  <a:pt x="471301" y="67471"/>
                  <a:pt x="469715" y="73105"/>
                </a:cubicBezTo>
                <a:cubicBezTo>
                  <a:pt x="468129" y="78739"/>
                  <a:pt x="465736" y="83812"/>
                  <a:pt x="462536" y="88325"/>
                </a:cubicBezTo>
                <a:cubicBezTo>
                  <a:pt x="459336" y="92838"/>
                  <a:pt x="455343" y="96735"/>
                  <a:pt x="450557" y="100017"/>
                </a:cubicBezTo>
                <a:cubicBezTo>
                  <a:pt x="445770" y="103299"/>
                  <a:pt x="440178" y="105842"/>
                  <a:pt x="433778" y="107647"/>
                </a:cubicBezTo>
                <a:cubicBezTo>
                  <a:pt x="430113" y="108687"/>
                  <a:pt x="426147" y="109411"/>
                  <a:pt x="421881" y="109822"/>
                </a:cubicBezTo>
                <a:cubicBezTo>
                  <a:pt x="417614" y="110232"/>
                  <a:pt x="412992" y="110437"/>
                  <a:pt x="408015" y="110437"/>
                </a:cubicBezTo>
                <a:lnTo>
                  <a:pt x="383154" y="110437"/>
                </a:lnTo>
                <a:lnTo>
                  <a:pt x="383154" y="656"/>
                </a:lnTo>
                <a:lnTo>
                  <a:pt x="408261" y="656"/>
                </a:lnTo>
                <a:cubicBezTo>
                  <a:pt x="413238" y="656"/>
                  <a:pt x="417860" y="862"/>
                  <a:pt x="422127" y="1272"/>
                </a:cubicBezTo>
                <a:cubicBezTo>
                  <a:pt x="426393" y="1682"/>
                  <a:pt x="430359" y="2407"/>
                  <a:pt x="434024" y="3446"/>
                </a:cubicBezTo>
                <a:cubicBezTo>
                  <a:pt x="440424" y="5251"/>
                  <a:pt x="446017" y="7767"/>
                  <a:pt x="450803" y="10994"/>
                </a:cubicBezTo>
                <a:cubicBezTo>
                  <a:pt x="455589" y="14222"/>
                  <a:pt x="459555" y="18037"/>
                  <a:pt x="462700" y="22440"/>
                </a:cubicBezTo>
                <a:cubicBezTo>
                  <a:pt x="465845" y="26843"/>
                  <a:pt x="468197" y="31794"/>
                  <a:pt x="469756" y="37291"/>
                </a:cubicBezTo>
                <a:cubicBezTo>
                  <a:pt x="471315" y="42788"/>
                  <a:pt x="472094" y="48709"/>
                  <a:pt x="472094" y="55054"/>
                </a:cubicBezTo>
                <a:moveTo>
                  <a:pt x="458802" y="55054"/>
                </a:moveTo>
                <a:cubicBezTo>
                  <a:pt x="458802" y="44518"/>
                  <a:pt x="456474" y="35975"/>
                  <a:pt x="451818" y="29425"/>
                </a:cubicBezTo>
                <a:cubicBezTo>
                  <a:pt x="447162" y="22873"/>
                  <a:pt x="440483" y="18232"/>
                  <a:pt x="431780" y="15502"/>
                </a:cubicBezTo>
                <a:cubicBezTo>
                  <a:pt x="428456" y="14464"/>
                  <a:pt x="424742" y="13755"/>
                  <a:pt x="420640" y="13374"/>
                </a:cubicBezTo>
                <a:cubicBezTo>
                  <a:pt x="416537" y="12991"/>
                  <a:pt x="411909" y="12800"/>
                  <a:pt x="406756" y="12800"/>
                </a:cubicBezTo>
                <a:lnTo>
                  <a:pt x="396528" y="12800"/>
                </a:lnTo>
                <a:lnTo>
                  <a:pt x="396528" y="98294"/>
                </a:lnTo>
                <a:lnTo>
                  <a:pt x="406756" y="98294"/>
                </a:lnTo>
                <a:cubicBezTo>
                  <a:pt x="411909" y="98294"/>
                  <a:pt x="416537" y="98103"/>
                  <a:pt x="420640" y="97722"/>
                </a:cubicBezTo>
                <a:cubicBezTo>
                  <a:pt x="424742" y="97339"/>
                  <a:pt x="428456" y="96629"/>
                  <a:pt x="431780" y="95591"/>
                </a:cubicBezTo>
                <a:cubicBezTo>
                  <a:pt x="440483" y="92861"/>
                  <a:pt x="447162" y="88085"/>
                  <a:pt x="451818" y="81261"/>
                </a:cubicBezTo>
                <a:cubicBezTo>
                  <a:pt x="456474" y="74436"/>
                  <a:pt x="458802" y="65700"/>
                  <a:pt x="458802" y="55054"/>
                </a:cubicBezTo>
                <a:close/>
                <a:moveTo>
                  <a:pt x="540403" y="101822"/>
                </a:moveTo>
                <a:lnTo>
                  <a:pt x="540075" y="101822"/>
                </a:lnTo>
                <a:cubicBezTo>
                  <a:pt x="539038" y="103135"/>
                  <a:pt x="537727" y="104434"/>
                  <a:pt x="536142" y="105719"/>
                </a:cubicBezTo>
                <a:cubicBezTo>
                  <a:pt x="534559" y="107005"/>
                  <a:pt x="532729" y="108155"/>
                  <a:pt x="530652" y="109170"/>
                </a:cubicBezTo>
                <a:cubicBezTo>
                  <a:pt x="528577" y="110186"/>
                  <a:pt x="526311" y="111006"/>
                  <a:pt x="523853" y="111632"/>
                </a:cubicBezTo>
                <a:cubicBezTo>
                  <a:pt x="521395" y="112257"/>
                  <a:pt x="518773" y="112570"/>
                  <a:pt x="515986" y="112570"/>
                </a:cubicBezTo>
                <a:cubicBezTo>
                  <a:pt x="512217" y="112570"/>
                  <a:pt x="508762" y="112009"/>
                  <a:pt x="505620" y="110886"/>
                </a:cubicBezTo>
                <a:cubicBezTo>
                  <a:pt x="502480" y="109763"/>
                  <a:pt x="499776" y="108119"/>
                  <a:pt x="497508" y="105955"/>
                </a:cubicBezTo>
                <a:cubicBezTo>
                  <a:pt x="495241" y="103791"/>
                  <a:pt x="493480" y="101147"/>
                  <a:pt x="492223" y="98025"/>
                </a:cubicBezTo>
                <a:cubicBezTo>
                  <a:pt x="490967" y="94902"/>
                  <a:pt x="490339" y="91367"/>
                  <a:pt x="490339" y="87422"/>
                </a:cubicBezTo>
                <a:cubicBezTo>
                  <a:pt x="490339" y="83532"/>
                  <a:pt x="491034" y="80053"/>
                  <a:pt x="492426" y="76984"/>
                </a:cubicBezTo>
                <a:cubicBezTo>
                  <a:pt x="493819" y="73916"/>
                  <a:pt x="495771" y="71314"/>
                  <a:pt x="498282" y="69177"/>
                </a:cubicBezTo>
                <a:cubicBezTo>
                  <a:pt x="500795" y="67040"/>
                  <a:pt x="503812" y="65397"/>
                  <a:pt x="507335" y="64246"/>
                </a:cubicBezTo>
                <a:cubicBezTo>
                  <a:pt x="510858" y="63096"/>
                  <a:pt x="514749" y="62521"/>
                  <a:pt x="519007" y="62521"/>
                </a:cubicBezTo>
                <a:cubicBezTo>
                  <a:pt x="523048" y="62575"/>
                  <a:pt x="526789" y="62931"/>
                  <a:pt x="530229" y="63587"/>
                </a:cubicBezTo>
                <a:cubicBezTo>
                  <a:pt x="533670" y="64244"/>
                  <a:pt x="536728" y="65064"/>
                  <a:pt x="539403" y="66049"/>
                </a:cubicBezTo>
                <a:lnTo>
                  <a:pt x="539732" y="66049"/>
                </a:lnTo>
                <a:lnTo>
                  <a:pt x="539732" y="60634"/>
                </a:lnTo>
                <a:cubicBezTo>
                  <a:pt x="539732" y="58500"/>
                  <a:pt x="539595" y="56613"/>
                  <a:pt x="539321" y="54972"/>
                </a:cubicBezTo>
                <a:cubicBezTo>
                  <a:pt x="539048" y="53331"/>
                  <a:pt x="538583" y="51882"/>
                  <a:pt x="537927" y="50624"/>
                </a:cubicBezTo>
                <a:cubicBezTo>
                  <a:pt x="536504" y="47998"/>
                  <a:pt x="534234" y="45824"/>
                  <a:pt x="531117" y="44101"/>
                </a:cubicBezTo>
                <a:cubicBezTo>
                  <a:pt x="527999" y="42378"/>
                  <a:pt x="523787" y="41516"/>
                  <a:pt x="518481" y="41516"/>
                </a:cubicBezTo>
                <a:cubicBezTo>
                  <a:pt x="514543" y="41516"/>
                  <a:pt x="510837" y="41879"/>
                  <a:pt x="507364" y="42604"/>
                </a:cubicBezTo>
                <a:cubicBezTo>
                  <a:pt x="503890" y="43327"/>
                  <a:pt x="500431" y="44332"/>
                  <a:pt x="496985" y="45619"/>
                </a:cubicBezTo>
                <a:lnTo>
                  <a:pt x="496985" y="34953"/>
                </a:lnTo>
                <a:cubicBezTo>
                  <a:pt x="498297" y="34296"/>
                  <a:pt x="499843" y="33681"/>
                  <a:pt x="501620" y="33106"/>
                </a:cubicBezTo>
                <a:cubicBezTo>
                  <a:pt x="503398" y="32532"/>
                  <a:pt x="505271" y="32040"/>
                  <a:pt x="507241" y="31630"/>
                </a:cubicBezTo>
                <a:cubicBezTo>
                  <a:pt x="509210" y="31219"/>
                  <a:pt x="511288" y="30905"/>
                  <a:pt x="513476" y="30686"/>
                </a:cubicBezTo>
                <a:cubicBezTo>
                  <a:pt x="515664" y="30467"/>
                  <a:pt x="517852" y="30358"/>
                  <a:pt x="520040" y="30358"/>
                </a:cubicBezTo>
                <a:cubicBezTo>
                  <a:pt x="527917" y="30358"/>
                  <a:pt x="534357" y="31754"/>
                  <a:pt x="539362" y="34547"/>
                </a:cubicBezTo>
                <a:cubicBezTo>
                  <a:pt x="544367" y="37339"/>
                  <a:pt x="547964" y="41034"/>
                  <a:pt x="550152" y="45634"/>
                </a:cubicBezTo>
                <a:cubicBezTo>
                  <a:pt x="550972" y="47386"/>
                  <a:pt x="551560" y="49317"/>
                  <a:pt x="551916" y="51426"/>
                </a:cubicBezTo>
                <a:cubicBezTo>
                  <a:pt x="552271" y="53534"/>
                  <a:pt x="552449" y="55847"/>
                  <a:pt x="552449" y="58364"/>
                </a:cubicBezTo>
                <a:lnTo>
                  <a:pt x="552449" y="110437"/>
                </a:lnTo>
                <a:lnTo>
                  <a:pt x="541796" y="110437"/>
                </a:lnTo>
                <a:lnTo>
                  <a:pt x="540403" y="101822"/>
                </a:lnTo>
                <a:moveTo>
                  <a:pt x="539732" y="76230"/>
                </a:moveTo>
                <a:cubicBezTo>
                  <a:pt x="537395" y="75572"/>
                  <a:pt x="534624" y="74942"/>
                  <a:pt x="531419" y="74338"/>
                </a:cubicBezTo>
                <a:cubicBezTo>
                  <a:pt x="528214" y="73735"/>
                  <a:pt x="524683" y="73406"/>
                  <a:pt x="520825" y="73351"/>
                </a:cubicBezTo>
                <a:cubicBezTo>
                  <a:pt x="515447" y="73351"/>
                  <a:pt x="511237" y="74503"/>
                  <a:pt x="508194" y="76807"/>
                </a:cubicBezTo>
                <a:cubicBezTo>
                  <a:pt x="505152" y="79112"/>
                  <a:pt x="503630" y="82650"/>
                  <a:pt x="503630" y="87422"/>
                </a:cubicBezTo>
                <a:cubicBezTo>
                  <a:pt x="503630" y="89836"/>
                  <a:pt x="504011" y="91948"/>
                  <a:pt x="504771" y="93758"/>
                </a:cubicBezTo>
                <a:cubicBezTo>
                  <a:pt x="505532" y="95568"/>
                  <a:pt x="506577" y="97063"/>
                  <a:pt x="507907" y="98242"/>
                </a:cubicBezTo>
                <a:cubicBezTo>
                  <a:pt x="509239" y="99422"/>
                  <a:pt x="510815" y="100300"/>
                  <a:pt x="512635" y="100876"/>
                </a:cubicBezTo>
                <a:cubicBezTo>
                  <a:pt x="514456" y="101452"/>
                  <a:pt x="516398" y="101740"/>
                  <a:pt x="518463" y="101740"/>
                </a:cubicBezTo>
                <a:cubicBezTo>
                  <a:pt x="521179" y="101740"/>
                  <a:pt x="523705" y="101342"/>
                  <a:pt x="526040" y="100547"/>
                </a:cubicBezTo>
                <a:cubicBezTo>
                  <a:pt x="528376" y="99751"/>
                  <a:pt x="530455" y="98805"/>
                  <a:pt x="532275" y="97709"/>
                </a:cubicBezTo>
                <a:cubicBezTo>
                  <a:pt x="534096" y="96612"/>
                  <a:pt x="535644" y="95514"/>
                  <a:pt x="536919" y="94417"/>
                </a:cubicBezTo>
                <a:cubicBezTo>
                  <a:pt x="538196" y="93320"/>
                  <a:pt x="539133" y="92469"/>
                  <a:pt x="539732" y="91866"/>
                </a:cubicBezTo>
                <a:lnTo>
                  <a:pt x="539732" y="76230"/>
                </a:lnTo>
                <a:close/>
                <a:moveTo>
                  <a:pt x="589917" y="43321"/>
                </a:moveTo>
                <a:lnTo>
                  <a:pt x="590164" y="43321"/>
                </a:lnTo>
                <a:cubicBezTo>
                  <a:pt x="591586" y="41504"/>
                  <a:pt x="593158" y="39812"/>
                  <a:pt x="594881" y="38245"/>
                </a:cubicBezTo>
                <a:cubicBezTo>
                  <a:pt x="596604" y="36676"/>
                  <a:pt x="598532" y="35300"/>
                  <a:pt x="600666" y="34117"/>
                </a:cubicBezTo>
                <a:cubicBezTo>
                  <a:pt x="602799" y="32932"/>
                  <a:pt x="605137" y="32010"/>
                  <a:pt x="607681" y="31350"/>
                </a:cubicBezTo>
                <a:cubicBezTo>
                  <a:pt x="610224" y="30689"/>
                  <a:pt x="613000" y="30358"/>
                  <a:pt x="616009" y="30358"/>
                </a:cubicBezTo>
                <a:cubicBezTo>
                  <a:pt x="619564" y="30358"/>
                  <a:pt x="622901" y="30851"/>
                  <a:pt x="626019" y="31837"/>
                </a:cubicBezTo>
                <a:cubicBezTo>
                  <a:pt x="629136" y="32822"/>
                  <a:pt x="631844" y="34410"/>
                  <a:pt x="634141" y="36601"/>
                </a:cubicBezTo>
                <a:cubicBezTo>
                  <a:pt x="636439" y="38791"/>
                  <a:pt x="638257" y="41651"/>
                  <a:pt x="639598" y="45183"/>
                </a:cubicBezTo>
                <a:cubicBezTo>
                  <a:pt x="640938" y="48714"/>
                  <a:pt x="641608" y="53054"/>
                  <a:pt x="641608" y="58200"/>
                </a:cubicBezTo>
                <a:lnTo>
                  <a:pt x="641608" y="110437"/>
                </a:lnTo>
                <a:lnTo>
                  <a:pt x="628890" y="110437"/>
                </a:lnTo>
                <a:lnTo>
                  <a:pt x="628890" y="60305"/>
                </a:lnTo>
                <a:cubicBezTo>
                  <a:pt x="628890" y="53577"/>
                  <a:pt x="627591" y="48737"/>
                  <a:pt x="624993" y="45783"/>
                </a:cubicBezTo>
                <a:cubicBezTo>
                  <a:pt x="622395" y="42829"/>
                  <a:pt x="618607" y="41352"/>
                  <a:pt x="613629" y="41352"/>
                </a:cubicBezTo>
                <a:cubicBezTo>
                  <a:pt x="609253" y="41352"/>
                  <a:pt x="605014" y="42569"/>
                  <a:pt x="600912" y="45003"/>
                </a:cubicBezTo>
                <a:cubicBezTo>
                  <a:pt x="596809" y="47438"/>
                  <a:pt x="593281" y="50788"/>
                  <a:pt x="590328" y="55054"/>
                </a:cubicBezTo>
                <a:lnTo>
                  <a:pt x="590328" y="110437"/>
                </a:lnTo>
                <a:lnTo>
                  <a:pt x="577610" y="110437"/>
                </a:lnTo>
                <a:lnTo>
                  <a:pt x="577610" y="32491"/>
                </a:lnTo>
                <a:lnTo>
                  <a:pt x="587456" y="32491"/>
                </a:lnTo>
                <a:lnTo>
                  <a:pt x="589917" y="43321"/>
                </a:lnTo>
                <a:close/>
                <a:moveTo>
                  <a:pt x="675361" y="71997"/>
                </a:moveTo>
                <a:cubicBezTo>
                  <a:pt x="675361" y="78132"/>
                  <a:pt x="676098" y="83144"/>
                  <a:pt x="677571" y="87033"/>
                </a:cubicBezTo>
                <a:cubicBezTo>
                  <a:pt x="679046" y="90921"/>
                  <a:pt x="680916" y="93948"/>
                  <a:pt x="683181" y="96112"/>
                </a:cubicBezTo>
                <a:cubicBezTo>
                  <a:pt x="685448" y="98276"/>
                  <a:pt x="687919" y="99755"/>
                  <a:pt x="690594" y="100550"/>
                </a:cubicBezTo>
                <a:cubicBezTo>
                  <a:pt x="693269" y="101343"/>
                  <a:pt x="695807" y="101740"/>
                  <a:pt x="698209" y="101740"/>
                </a:cubicBezTo>
                <a:cubicBezTo>
                  <a:pt x="702140" y="101740"/>
                  <a:pt x="705826" y="100945"/>
                  <a:pt x="709265" y="99355"/>
                </a:cubicBezTo>
                <a:cubicBezTo>
                  <a:pt x="712704" y="97766"/>
                  <a:pt x="715734" y="95600"/>
                  <a:pt x="718354" y="92858"/>
                </a:cubicBezTo>
                <a:lnTo>
                  <a:pt x="718354" y="52039"/>
                </a:lnTo>
                <a:cubicBezTo>
                  <a:pt x="717645" y="51053"/>
                  <a:pt x="716662" y="49930"/>
                  <a:pt x="715406" y="48670"/>
                </a:cubicBezTo>
                <a:cubicBezTo>
                  <a:pt x="714151" y="47408"/>
                  <a:pt x="712690" y="46244"/>
                  <a:pt x="711024" y="45175"/>
                </a:cubicBezTo>
                <a:cubicBezTo>
                  <a:pt x="709359" y="44107"/>
                  <a:pt x="707462" y="43203"/>
                  <a:pt x="705332" y="42463"/>
                </a:cubicBezTo>
                <a:cubicBezTo>
                  <a:pt x="703204" y="41722"/>
                  <a:pt x="700884" y="41352"/>
                  <a:pt x="698373" y="41352"/>
                </a:cubicBezTo>
                <a:cubicBezTo>
                  <a:pt x="694606" y="41352"/>
                  <a:pt x="691289" y="42105"/>
                  <a:pt x="688422" y="43611"/>
                </a:cubicBezTo>
                <a:cubicBezTo>
                  <a:pt x="685556" y="45117"/>
                  <a:pt x="683153" y="47213"/>
                  <a:pt x="681215" y="49898"/>
                </a:cubicBezTo>
                <a:cubicBezTo>
                  <a:pt x="679278" y="52582"/>
                  <a:pt x="677818" y="55800"/>
                  <a:pt x="676835" y="59552"/>
                </a:cubicBezTo>
                <a:cubicBezTo>
                  <a:pt x="675852" y="63304"/>
                  <a:pt x="675361" y="67452"/>
                  <a:pt x="675361" y="71997"/>
                </a:cubicBezTo>
                <a:moveTo>
                  <a:pt x="696735" y="30358"/>
                </a:moveTo>
                <a:cubicBezTo>
                  <a:pt x="700122" y="30413"/>
                  <a:pt x="703073" y="30854"/>
                  <a:pt x="705586" y="31681"/>
                </a:cubicBezTo>
                <a:cubicBezTo>
                  <a:pt x="708098" y="32508"/>
                  <a:pt x="710256" y="33543"/>
                  <a:pt x="712060" y="34786"/>
                </a:cubicBezTo>
                <a:cubicBezTo>
                  <a:pt x="713863" y="36027"/>
                  <a:pt x="715297" y="37254"/>
                  <a:pt x="716362" y="38468"/>
                </a:cubicBezTo>
                <a:cubicBezTo>
                  <a:pt x="717427" y="39680"/>
                  <a:pt x="718151" y="40645"/>
                  <a:pt x="718534" y="41363"/>
                </a:cubicBezTo>
                <a:lnTo>
                  <a:pt x="718862" y="41363"/>
                </a:lnTo>
                <a:lnTo>
                  <a:pt x="721482" y="32491"/>
                </a:lnTo>
                <a:lnTo>
                  <a:pt x="731072" y="32491"/>
                </a:lnTo>
                <a:lnTo>
                  <a:pt x="731072" y="115032"/>
                </a:lnTo>
                <a:cubicBezTo>
                  <a:pt x="731072" y="121048"/>
                  <a:pt x="730088" y="126286"/>
                  <a:pt x="728121" y="130744"/>
                </a:cubicBezTo>
                <a:cubicBezTo>
                  <a:pt x="726155" y="135202"/>
                  <a:pt x="723397" y="138908"/>
                  <a:pt x="719847" y="141861"/>
                </a:cubicBezTo>
                <a:cubicBezTo>
                  <a:pt x="716296" y="144815"/>
                  <a:pt x="712022" y="147017"/>
                  <a:pt x="707024" y="148466"/>
                </a:cubicBezTo>
                <a:cubicBezTo>
                  <a:pt x="702026" y="149916"/>
                  <a:pt x="696495" y="150640"/>
                  <a:pt x="690432" y="150640"/>
                </a:cubicBezTo>
                <a:cubicBezTo>
                  <a:pt x="685297" y="150640"/>
                  <a:pt x="680709" y="150187"/>
                  <a:pt x="676666" y="149279"/>
                </a:cubicBezTo>
                <a:cubicBezTo>
                  <a:pt x="672624" y="148371"/>
                  <a:pt x="669454" y="147285"/>
                  <a:pt x="667156" y="146020"/>
                </a:cubicBezTo>
                <a:lnTo>
                  <a:pt x="667156" y="135215"/>
                </a:lnTo>
                <a:cubicBezTo>
                  <a:pt x="669016" y="135981"/>
                  <a:pt x="670819" y="136624"/>
                  <a:pt x="672566" y="137144"/>
                </a:cubicBezTo>
                <a:cubicBezTo>
                  <a:pt x="674315" y="137663"/>
                  <a:pt x="676117" y="138101"/>
                  <a:pt x="677974" y="138456"/>
                </a:cubicBezTo>
                <a:cubicBezTo>
                  <a:pt x="679830" y="138812"/>
                  <a:pt x="681727" y="139072"/>
                  <a:pt x="683666" y="139236"/>
                </a:cubicBezTo>
                <a:cubicBezTo>
                  <a:pt x="685604" y="139400"/>
                  <a:pt x="687748" y="139482"/>
                  <a:pt x="690096" y="139482"/>
                </a:cubicBezTo>
                <a:cubicBezTo>
                  <a:pt x="699216" y="139482"/>
                  <a:pt x="706205" y="137357"/>
                  <a:pt x="711065" y="133108"/>
                </a:cubicBezTo>
                <a:cubicBezTo>
                  <a:pt x="715924" y="128860"/>
                  <a:pt x="718354" y="122379"/>
                  <a:pt x="718354" y="113665"/>
                </a:cubicBezTo>
                <a:lnTo>
                  <a:pt x="718354" y="103288"/>
                </a:lnTo>
                <a:lnTo>
                  <a:pt x="718108" y="103288"/>
                </a:lnTo>
                <a:cubicBezTo>
                  <a:pt x="715324" y="106355"/>
                  <a:pt x="712088" y="108669"/>
                  <a:pt x="708401" y="110229"/>
                </a:cubicBezTo>
                <a:cubicBezTo>
                  <a:pt x="704714" y="111790"/>
                  <a:pt x="700494" y="112570"/>
                  <a:pt x="695742" y="112570"/>
                </a:cubicBezTo>
                <a:cubicBezTo>
                  <a:pt x="693558" y="112570"/>
                  <a:pt x="691209" y="112323"/>
                  <a:pt x="688696" y="111829"/>
                </a:cubicBezTo>
                <a:cubicBezTo>
                  <a:pt x="686184" y="111337"/>
                  <a:pt x="683671" y="110502"/>
                  <a:pt x="681158" y="109324"/>
                </a:cubicBezTo>
                <a:cubicBezTo>
                  <a:pt x="678646" y="108145"/>
                  <a:pt x="676242" y="106582"/>
                  <a:pt x="673948" y="104637"/>
                </a:cubicBezTo>
                <a:cubicBezTo>
                  <a:pt x="671654" y="102692"/>
                  <a:pt x="669633" y="100253"/>
                  <a:pt x="667884" y="97322"/>
                </a:cubicBezTo>
                <a:cubicBezTo>
                  <a:pt x="666137" y="94389"/>
                  <a:pt x="664732" y="90921"/>
                  <a:pt x="663667" y="86920"/>
                </a:cubicBezTo>
                <a:cubicBezTo>
                  <a:pt x="662602" y="82918"/>
                  <a:pt x="662069" y="78287"/>
                  <a:pt x="662069" y="73025"/>
                </a:cubicBezTo>
                <a:cubicBezTo>
                  <a:pt x="662069" y="65737"/>
                  <a:pt x="663052" y="59421"/>
                  <a:pt x="665018" y="54077"/>
                </a:cubicBezTo>
                <a:cubicBezTo>
                  <a:pt x="666985" y="48732"/>
                  <a:pt x="669581" y="44306"/>
                  <a:pt x="672805" y="40798"/>
                </a:cubicBezTo>
                <a:cubicBezTo>
                  <a:pt x="676029" y="37291"/>
                  <a:pt x="679716" y="34674"/>
                  <a:pt x="683868" y="32947"/>
                </a:cubicBezTo>
                <a:cubicBezTo>
                  <a:pt x="688020" y="31221"/>
                  <a:pt x="692309" y="30358"/>
                  <a:pt x="696735" y="30358"/>
                </a:cubicBezTo>
                <a:close/>
                <a:moveTo>
                  <a:pt x="786104" y="41352"/>
                </a:moveTo>
                <a:cubicBezTo>
                  <a:pt x="783168" y="41352"/>
                  <a:pt x="780439" y="41927"/>
                  <a:pt x="777920" y="43075"/>
                </a:cubicBezTo>
                <a:cubicBezTo>
                  <a:pt x="775400" y="44224"/>
                  <a:pt x="773199" y="45783"/>
                  <a:pt x="771315" y="47752"/>
                </a:cubicBezTo>
                <a:cubicBezTo>
                  <a:pt x="769433" y="49721"/>
                  <a:pt x="767910" y="52032"/>
                  <a:pt x="766746" y="54685"/>
                </a:cubicBezTo>
                <a:cubicBezTo>
                  <a:pt x="765584" y="57338"/>
                  <a:pt x="764864" y="60169"/>
                  <a:pt x="764587" y="63177"/>
                </a:cubicBezTo>
                <a:lnTo>
                  <a:pt x="804462" y="63177"/>
                </a:lnTo>
                <a:cubicBezTo>
                  <a:pt x="804462" y="60114"/>
                  <a:pt x="804061" y="57256"/>
                  <a:pt x="803257" y="54603"/>
                </a:cubicBezTo>
                <a:cubicBezTo>
                  <a:pt x="802454" y="51950"/>
                  <a:pt x="801277" y="49639"/>
                  <a:pt x="799727" y="47670"/>
                </a:cubicBezTo>
                <a:cubicBezTo>
                  <a:pt x="798176" y="45701"/>
                  <a:pt x="796265" y="44156"/>
                  <a:pt x="793994" y="43034"/>
                </a:cubicBezTo>
                <a:cubicBezTo>
                  <a:pt x="791724" y="41913"/>
                  <a:pt x="789094" y="41352"/>
                  <a:pt x="786104" y="41352"/>
                </a:cubicBezTo>
                <a:moveTo>
                  <a:pt x="792812" y="101412"/>
                </a:moveTo>
                <a:cubicBezTo>
                  <a:pt x="797023" y="101412"/>
                  <a:pt x="800866" y="101070"/>
                  <a:pt x="804339" y="100386"/>
                </a:cubicBezTo>
                <a:cubicBezTo>
                  <a:pt x="807813" y="99702"/>
                  <a:pt x="811272" y="98731"/>
                  <a:pt x="814718" y="97473"/>
                </a:cubicBezTo>
                <a:lnTo>
                  <a:pt x="814718" y="108116"/>
                </a:lnTo>
                <a:cubicBezTo>
                  <a:pt x="811929" y="109491"/>
                  <a:pt x="808483" y="110576"/>
                  <a:pt x="804380" y="111373"/>
                </a:cubicBezTo>
                <a:cubicBezTo>
                  <a:pt x="800278" y="112171"/>
                  <a:pt x="795875" y="112570"/>
                  <a:pt x="791171" y="112570"/>
                </a:cubicBezTo>
                <a:cubicBezTo>
                  <a:pt x="785591" y="112570"/>
                  <a:pt x="780354" y="111858"/>
                  <a:pt x="775458" y="110434"/>
                </a:cubicBezTo>
                <a:cubicBezTo>
                  <a:pt x="770563" y="109009"/>
                  <a:pt x="766325" y="106706"/>
                  <a:pt x="762746" y="103527"/>
                </a:cubicBezTo>
                <a:cubicBezTo>
                  <a:pt x="759167" y="100348"/>
                  <a:pt x="756363" y="96196"/>
                  <a:pt x="754336" y="91071"/>
                </a:cubicBezTo>
                <a:cubicBezTo>
                  <a:pt x="752309" y="85946"/>
                  <a:pt x="751295" y="79767"/>
                  <a:pt x="751295" y="72533"/>
                </a:cubicBezTo>
                <a:cubicBezTo>
                  <a:pt x="751295" y="65409"/>
                  <a:pt x="752277" y="59229"/>
                  <a:pt x="754241" y="53995"/>
                </a:cubicBezTo>
                <a:cubicBezTo>
                  <a:pt x="756205" y="48760"/>
                  <a:pt x="758824" y="44388"/>
                  <a:pt x="762097" y="40881"/>
                </a:cubicBezTo>
                <a:cubicBezTo>
                  <a:pt x="765372" y="37373"/>
                  <a:pt x="769138" y="34742"/>
                  <a:pt x="773394" y="32989"/>
                </a:cubicBezTo>
                <a:cubicBezTo>
                  <a:pt x="777651" y="31235"/>
                  <a:pt x="782097" y="30358"/>
                  <a:pt x="786735" y="30358"/>
                </a:cubicBezTo>
                <a:cubicBezTo>
                  <a:pt x="791101" y="30358"/>
                  <a:pt x="795179" y="31085"/>
                  <a:pt x="798970" y="32540"/>
                </a:cubicBezTo>
                <a:cubicBezTo>
                  <a:pt x="802763" y="33994"/>
                  <a:pt x="806051" y="36287"/>
                  <a:pt x="808834" y="39416"/>
                </a:cubicBezTo>
                <a:cubicBezTo>
                  <a:pt x="811617" y="42546"/>
                  <a:pt x="813813" y="46582"/>
                  <a:pt x="815421" y="51524"/>
                </a:cubicBezTo>
                <a:cubicBezTo>
                  <a:pt x="817031" y="56465"/>
                  <a:pt x="817836" y="62395"/>
                  <a:pt x="817836" y="69313"/>
                </a:cubicBezTo>
                <a:cubicBezTo>
                  <a:pt x="817836" y="69971"/>
                  <a:pt x="817836" y="70533"/>
                  <a:pt x="817836" y="71000"/>
                </a:cubicBezTo>
                <a:cubicBezTo>
                  <a:pt x="817836" y="71467"/>
                  <a:pt x="817809" y="72524"/>
                  <a:pt x="817754" y="74172"/>
                </a:cubicBezTo>
                <a:lnTo>
                  <a:pt x="763931" y="74172"/>
                </a:lnTo>
                <a:cubicBezTo>
                  <a:pt x="763931" y="79134"/>
                  <a:pt x="764683" y="83346"/>
                  <a:pt x="766187" y="86810"/>
                </a:cubicBezTo>
                <a:cubicBezTo>
                  <a:pt x="767691" y="90273"/>
                  <a:pt x="769742" y="93081"/>
                  <a:pt x="772341" y="95235"/>
                </a:cubicBezTo>
                <a:cubicBezTo>
                  <a:pt x="774939" y="97389"/>
                  <a:pt x="777988" y="98957"/>
                  <a:pt x="781489" y="99940"/>
                </a:cubicBezTo>
                <a:cubicBezTo>
                  <a:pt x="784990" y="100921"/>
                  <a:pt x="788764" y="101412"/>
                  <a:pt x="792812" y="101412"/>
                </a:cubicBezTo>
                <a:close/>
                <a:moveTo>
                  <a:pt x="881314" y="42829"/>
                </a:moveTo>
                <a:lnTo>
                  <a:pt x="880330" y="42829"/>
                </a:lnTo>
                <a:cubicBezTo>
                  <a:pt x="877321" y="42829"/>
                  <a:pt x="874368" y="43103"/>
                  <a:pt x="871469" y="43650"/>
                </a:cubicBezTo>
                <a:cubicBezTo>
                  <a:pt x="868570" y="44197"/>
                  <a:pt x="865848" y="45031"/>
                  <a:pt x="863305" y="46152"/>
                </a:cubicBezTo>
                <a:cubicBezTo>
                  <a:pt x="860761" y="47273"/>
                  <a:pt x="858464" y="48655"/>
                  <a:pt x="856413" y="50296"/>
                </a:cubicBezTo>
                <a:cubicBezTo>
                  <a:pt x="854362" y="51937"/>
                  <a:pt x="852652" y="53878"/>
                  <a:pt x="851285" y="56121"/>
                </a:cubicBezTo>
                <a:lnTo>
                  <a:pt x="851285" y="110437"/>
                </a:lnTo>
                <a:lnTo>
                  <a:pt x="838567" y="110437"/>
                </a:lnTo>
                <a:lnTo>
                  <a:pt x="838567" y="32491"/>
                </a:lnTo>
                <a:lnTo>
                  <a:pt x="848413" y="32491"/>
                </a:lnTo>
                <a:lnTo>
                  <a:pt x="850875" y="44880"/>
                </a:lnTo>
                <a:lnTo>
                  <a:pt x="851121" y="44880"/>
                </a:lnTo>
                <a:cubicBezTo>
                  <a:pt x="852379" y="42845"/>
                  <a:pt x="853924" y="40947"/>
                  <a:pt x="855756" y="39188"/>
                </a:cubicBezTo>
                <a:cubicBezTo>
                  <a:pt x="857589" y="37428"/>
                  <a:pt x="859654" y="35888"/>
                  <a:pt x="861951" y="34568"/>
                </a:cubicBezTo>
                <a:cubicBezTo>
                  <a:pt x="864248" y="33247"/>
                  <a:pt x="866765" y="32215"/>
                  <a:pt x="869499" y="31473"/>
                </a:cubicBezTo>
                <a:cubicBezTo>
                  <a:pt x="872234" y="30730"/>
                  <a:pt x="875106" y="30358"/>
                  <a:pt x="878115" y="30358"/>
                </a:cubicBezTo>
                <a:cubicBezTo>
                  <a:pt x="878662" y="30358"/>
                  <a:pt x="879222" y="30372"/>
                  <a:pt x="879797" y="30399"/>
                </a:cubicBezTo>
                <a:cubicBezTo>
                  <a:pt x="880371" y="30426"/>
                  <a:pt x="880877" y="30467"/>
                  <a:pt x="881314" y="30522"/>
                </a:cubicBezTo>
                <a:lnTo>
                  <a:pt x="881314" y="42829"/>
                </a:lnTo>
                <a:close/>
              </a:path>
            </a:pathLst>
          </a:custGeom>
          <a:solidFill xmlns:a="http://schemas.openxmlformats.org/drawingml/2006/main">
            <a:srgbClr val="0070C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1BFE43B-6928-4B92-BB61-4445A2B07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97025" y="4095435"/>
            <a:ext cx="858394" cy="350241"/>
          </a:xfrm>
          <a:custGeom xmlns:a="http://schemas.openxmlformats.org/drawingml/2006/main">
            <a:pathLst>
              <a:path w="858394" h="350241" fill="none">
                <a:moveTo>
                  <a:pt x="0" y="58373"/>
                </a:moveTo>
                <a:cubicBezTo>
                  <a:pt x="0" y="26133"/>
                  <a:pt x="26150" y="0"/>
                  <a:pt x="58373" y="0"/>
                </a:cubicBezTo>
                <a:lnTo>
                  <a:pt x="800021" y="0"/>
                </a:lnTo>
                <a:cubicBezTo>
                  <a:pt x="832244" y="0"/>
                  <a:pt x="858394" y="26133"/>
                  <a:pt x="858394" y="58373"/>
                </a:cubicBezTo>
                <a:lnTo>
                  <a:pt x="858394" y="291867"/>
                </a:lnTo>
                <a:cubicBezTo>
                  <a:pt x="858394" y="324108"/>
                  <a:pt x="832244" y="350241"/>
                  <a:pt x="800021" y="350241"/>
                </a:cubicBezTo>
                <a:lnTo>
                  <a:pt x="58373" y="350241"/>
                </a:lnTo>
                <a:cubicBezTo>
                  <a:pt x="26150" y="350241"/>
                  <a:pt x="0" y="324108"/>
                  <a:pt x="0" y="291867"/>
                </a:cubicBezTo>
                <a:lnTo>
                  <a:pt x="0" y="58373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6871" cap="flat">
            <a:solidFill>
              <a:srgbClr val="000000"/>
            </a:solidFill>
            <a:miter/>
          </a:ln>
        </p:spPr>
      </p:sp>
      <p:sp>
        <p:nvSpPr>
          <p:cNvPr id="18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EA2C3EE-1FC4-4B8A-9B6E-63EA3598C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1131" y="3937455"/>
            <a:ext cx="67484" cy="156461"/>
          </a:xfrm>
          <a:custGeom xmlns:a="http://schemas.openxmlformats.org/drawingml/2006/main">
            <a:pathLst>
              <a:path w="67484" h="156461">
                <a:moveTo>
                  <a:pt x="41503" y="0"/>
                </a:moveTo>
                <a:lnTo>
                  <a:pt x="24632" y="118"/>
                </a:lnTo>
                <a:lnTo>
                  <a:pt x="25199" y="89037"/>
                </a:lnTo>
                <a:lnTo>
                  <a:pt x="0" y="89214"/>
                </a:lnTo>
                <a:lnTo>
                  <a:pt x="34079" y="156461"/>
                </a:lnTo>
                <a:lnTo>
                  <a:pt x="67484" y="88741"/>
                </a:lnTo>
                <a:lnTo>
                  <a:pt x="42070" y="88919"/>
                </a:lnTo>
                <a:lnTo>
                  <a:pt x="41503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6C3A1CD-935A-41CE-A4DD-D45EA5105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35119" y="4225678"/>
            <a:ext cx="196040" cy="67484"/>
          </a:xfrm>
          <a:custGeom xmlns:a="http://schemas.openxmlformats.org/drawingml/2006/main">
            <a:pathLst>
              <a:path w="196040" h="67484">
                <a:moveTo>
                  <a:pt x="0" y="25306"/>
                </a:moveTo>
                <a:lnTo>
                  <a:pt x="0" y="42177"/>
                </a:lnTo>
                <a:lnTo>
                  <a:pt x="128557" y="42177"/>
                </a:lnTo>
                <a:lnTo>
                  <a:pt x="128557" y="67484"/>
                </a:lnTo>
                <a:lnTo>
                  <a:pt x="196040" y="33742"/>
                </a:lnTo>
                <a:lnTo>
                  <a:pt x="128557" y="0"/>
                </a:lnTo>
                <a:lnTo>
                  <a:pt x="128557" y="25306"/>
                </a:lnTo>
                <a:lnTo>
                  <a:pt x="0" y="25306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5CCF8D3-B676-4795-9887-250D15DDD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24997" y="4294512"/>
            <a:ext cx="192666" cy="67484"/>
          </a:xfrm>
          <a:custGeom xmlns:a="http://schemas.openxmlformats.org/drawingml/2006/main">
            <a:pathLst>
              <a:path w="192666" h="67484">
                <a:moveTo>
                  <a:pt x="192666" y="42177"/>
                </a:moveTo>
                <a:lnTo>
                  <a:pt x="192666" y="25306"/>
                </a:lnTo>
                <a:lnTo>
                  <a:pt x="67484" y="25306"/>
                </a:lnTo>
                <a:lnTo>
                  <a:pt x="67484" y="0"/>
                </a:lnTo>
                <a:lnTo>
                  <a:pt x="0" y="33742"/>
                </a:lnTo>
                <a:lnTo>
                  <a:pt x="67484" y="67484"/>
                </a:lnTo>
                <a:lnTo>
                  <a:pt x="67484" y="42177"/>
                </a:lnTo>
                <a:lnTo>
                  <a:pt x="192666" y="42177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pic>
        <p:nvPicPr>
          <p:cNvPr id="4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2a462a0c8ec4e6b"/>
          <a:stretch xmlns:a="http://schemas.openxmlformats.org/drawingml/2006/main"/>
        </p:blipFill>
        <p:spPr>
          <a:xfrm xmlns:a="http://schemas.openxmlformats.org/drawingml/2006/main">
            <a:off x="12341621" y="3696727"/>
            <a:ext cx="297603" cy="309507"/>
          </a:xfrm>
          <a:prstGeom xmlns:a="http://schemas.openxmlformats.org/drawingml/2006/main" prst="rect">
            <a:avLst/>
          </a:prstGeom>
        </p:spPr>
      </p:pic>
      <p:pic>
        <p:nvPicPr>
          <p:cNvPr id="4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01fd7d88c33418f"/>
          <a:stretch xmlns:a="http://schemas.openxmlformats.org/drawingml/2006/main"/>
        </p:blipFill>
        <p:spPr>
          <a:xfrm xmlns:a="http://schemas.openxmlformats.org/drawingml/2006/main">
            <a:off x="12637199" y="4140095"/>
            <a:ext cx="297604" cy="309508"/>
          </a:xfrm>
          <a:prstGeom xmlns:a="http://schemas.openxmlformats.org/drawingml/2006/main" prst="rect">
            <a:avLst/>
          </a:prstGeom>
        </p:spPr>
      </p:pic>
      <p:pic>
        <p:nvPicPr>
          <p:cNvPr id="4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8ee5e70bd5f44f1"/>
          <a:stretch xmlns:a="http://schemas.openxmlformats.org/drawingml/2006/main"/>
        </p:blipFill>
        <p:spPr>
          <a:xfrm xmlns:a="http://schemas.openxmlformats.org/drawingml/2006/main">
            <a:off x="11523717" y="4144145"/>
            <a:ext cx="297603" cy="309507"/>
          </a:xfrm>
          <a:prstGeom xmlns:a="http://schemas.openxmlformats.org/drawingml/2006/main" prst="rect">
            <a:avLst/>
          </a:prstGeom>
        </p:spPr>
      </p:pic>
      <p:pic>
        <p:nvPicPr>
          <p:cNvPr id="4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6ead52f220646f8"/>
          <a:stretch xmlns:a="http://schemas.openxmlformats.org/drawingml/2006/main"/>
        </p:blipFill>
        <p:spPr>
          <a:xfrm xmlns:a="http://schemas.openxmlformats.org/drawingml/2006/main">
            <a:off x="12052114" y="3655103"/>
            <a:ext cx="352265" cy="297604"/>
          </a:xfrm>
          <a:prstGeom xmlns:a="http://schemas.openxmlformats.org/drawingml/2006/main" prst="rect">
            <a:avLst/>
          </a:prstGeom>
        </p:spPr>
      </p:pic>
      <p:pic>
        <p:nvPicPr>
          <p:cNvPr id="4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801249dfeaa48d6"/>
          <a:stretch xmlns:a="http://schemas.openxmlformats.org/drawingml/2006/main"/>
        </p:blipFill>
        <p:spPr>
          <a:xfrm xmlns:a="http://schemas.openxmlformats.org/drawingml/2006/main">
            <a:off x="11799050" y="4120741"/>
            <a:ext cx="352265" cy="297603"/>
          </a:xfrm>
          <a:prstGeom xmlns:a="http://schemas.openxmlformats.org/drawingml/2006/main" prst="rect">
            <a:avLst/>
          </a:prstGeom>
        </p:spPr>
      </p:pic>
      <p:pic>
        <p:nvPicPr>
          <p:cNvPr id="4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faaca82471e420d"/>
          <a:stretch xmlns:a="http://schemas.openxmlformats.org/drawingml/2006/main"/>
        </p:blipFill>
        <p:spPr>
          <a:xfrm xmlns:a="http://schemas.openxmlformats.org/drawingml/2006/main">
            <a:off x="12327449" y="4116692"/>
            <a:ext cx="352265" cy="297603"/>
          </a:xfrm>
          <a:prstGeom xmlns:a="http://schemas.openxmlformats.org/drawingml/2006/main" prst="rect">
            <a:avLst/>
          </a:prstGeom>
        </p:spPr>
      </p:pic>
      <p:sp>
        <p:nvSpPr>
          <p:cNvPr id="189" name="Text Agent">
            <a:extLst xmlns:a="http://schemas.openxmlformats.org/drawingml/2006/main">
              <a:ext uri="{FF2B5EF4-FFF2-40B4-BE49-F238E27FC236}">
                <a16:creationId xmlns:a16="http://schemas.microsoft.com/office/drawing/2014/main" id="{A2208EFF-BE63-4B4A-AE7E-955431E35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70556" y="744406"/>
            <a:ext cx="418705" cy="149984"/>
          </a:xfrm>
          <a:custGeom xmlns:a="http://schemas.openxmlformats.org/drawingml/2006/main">
            <a:pathLst>
              <a:path w="418705" h="149984">
                <a:moveTo>
                  <a:pt x="0" y="109780"/>
                </a:moveTo>
                <a:lnTo>
                  <a:pt x="44716" y="0"/>
                </a:lnTo>
                <a:lnTo>
                  <a:pt x="56367" y="0"/>
                </a:lnTo>
                <a:lnTo>
                  <a:pt x="101083" y="109780"/>
                </a:lnTo>
                <a:lnTo>
                  <a:pt x="86561" y="109780"/>
                </a:lnTo>
                <a:lnTo>
                  <a:pt x="73482" y="76797"/>
                </a:lnTo>
                <a:lnTo>
                  <a:pt x="27376" y="76797"/>
                </a:lnTo>
                <a:lnTo>
                  <a:pt x="14358" y="109780"/>
                </a:lnTo>
                <a:lnTo>
                  <a:pt x="0" y="109780"/>
                </a:lnTo>
                <a:moveTo>
                  <a:pt x="50460" y="17066"/>
                </a:moveTo>
                <a:cubicBezTo>
                  <a:pt x="45595" y="30763"/>
                  <a:pt x="40879" y="43175"/>
                  <a:pt x="36311" y="54303"/>
                </a:cubicBezTo>
                <a:lnTo>
                  <a:pt x="32281" y="64654"/>
                </a:lnTo>
                <a:lnTo>
                  <a:pt x="68797" y="64654"/>
                </a:lnTo>
                <a:lnTo>
                  <a:pt x="64616" y="54267"/>
                </a:lnTo>
                <a:cubicBezTo>
                  <a:pt x="60111" y="42897"/>
                  <a:pt x="55502" y="30496"/>
                  <a:pt x="50788" y="17066"/>
                </a:cubicBezTo>
                <a:lnTo>
                  <a:pt x="50460" y="17066"/>
                </a:lnTo>
                <a:close/>
                <a:moveTo>
                  <a:pt x="125504" y="71341"/>
                </a:moveTo>
                <a:cubicBezTo>
                  <a:pt x="125504" y="77476"/>
                  <a:pt x="126240" y="82487"/>
                  <a:pt x="127714" y="86376"/>
                </a:cubicBezTo>
                <a:cubicBezTo>
                  <a:pt x="129189" y="90265"/>
                  <a:pt x="131059" y="93291"/>
                  <a:pt x="133324" y="95455"/>
                </a:cubicBezTo>
                <a:cubicBezTo>
                  <a:pt x="135590" y="97619"/>
                  <a:pt x="138061" y="99099"/>
                  <a:pt x="140736" y="99894"/>
                </a:cubicBezTo>
                <a:cubicBezTo>
                  <a:pt x="143411" y="100687"/>
                  <a:pt x="145950" y="101083"/>
                  <a:pt x="148351" y="101083"/>
                </a:cubicBezTo>
                <a:cubicBezTo>
                  <a:pt x="152283" y="101083"/>
                  <a:pt x="155968" y="100289"/>
                  <a:pt x="159407" y="98699"/>
                </a:cubicBezTo>
                <a:cubicBezTo>
                  <a:pt x="162847" y="97109"/>
                  <a:pt x="165876" y="94943"/>
                  <a:pt x="168497" y="92202"/>
                </a:cubicBezTo>
                <a:lnTo>
                  <a:pt x="168497" y="51383"/>
                </a:lnTo>
                <a:cubicBezTo>
                  <a:pt x="167787" y="50396"/>
                  <a:pt x="166805" y="49273"/>
                  <a:pt x="165548" y="48014"/>
                </a:cubicBezTo>
                <a:cubicBezTo>
                  <a:pt x="164294" y="46752"/>
                  <a:pt x="162833" y="45587"/>
                  <a:pt x="161166" y="44519"/>
                </a:cubicBezTo>
                <a:cubicBezTo>
                  <a:pt x="159501" y="43450"/>
                  <a:pt x="157604" y="42546"/>
                  <a:pt x="155474" y="41806"/>
                </a:cubicBezTo>
                <a:cubicBezTo>
                  <a:pt x="153346" y="41066"/>
                  <a:pt x="151027" y="40696"/>
                  <a:pt x="148516" y="40696"/>
                </a:cubicBezTo>
                <a:cubicBezTo>
                  <a:pt x="144748" y="40696"/>
                  <a:pt x="141431" y="41449"/>
                  <a:pt x="138565" y="42955"/>
                </a:cubicBezTo>
                <a:cubicBezTo>
                  <a:pt x="135698" y="44461"/>
                  <a:pt x="133296" y="46556"/>
                  <a:pt x="131357" y="49242"/>
                </a:cubicBezTo>
                <a:cubicBezTo>
                  <a:pt x="129421" y="51925"/>
                  <a:pt x="127961" y="55143"/>
                  <a:pt x="126978" y="58895"/>
                </a:cubicBezTo>
                <a:cubicBezTo>
                  <a:pt x="125995" y="62647"/>
                  <a:pt x="125504" y="66796"/>
                  <a:pt x="125504" y="71341"/>
                </a:cubicBezTo>
                <a:moveTo>
                  <a:pt x="146877" y="29701"/>
                </a:moveTo>
                <a:cubicBezTo>
                  <a:pt x="150265" y="29756"/>
                  <a:pt x="153215" y="30197"/>
                  <a:pt x="155728" y="31024"/>
                </a:cubicBezTo>
                <a:cubicBezTo>
                  <a:pt x="158241" y="31852"/>
                  <a:pt x="160399" y="32887"/>
                  <a:pt x="162202" y="34129"/>
                </a:cubicBezTo>
                <a:cubicBezTo>
                  <a:pt x="164006" y="35370"/>
                  <a:pt x="165440" y="36598"/>
                  <a:pt x="166505" y="37811"/>
                </a:cubicBezTo>
                <a:cubicBezTo>
                  <a:pt x="167570" y="39023"/>
                  <a:pt x="168293" y="39988"/>
                  <a:pt x="168676" y="40706"/>
                </a:cubicBezTo>
                <a:lnTo>
                  <a:pt x="169004" y="40706"/>
                </a:lnTo>
                <a:lnTo>
                  <a:pt x="171625" y="31835"/>
                </a:lnTo>
                <a:lnTo>
                  <a:pt x="181214" y="31835"/>
                </a:lnTo>
                <a:lnTo>
                  <a:pt x="181214" y="114375"/>
                </a:lnTo>
                <a:cubicBezTo>
                  <a:pt x="181214" y="120392"/>
                  <a:pt x="180231" y="125629"/>
                  <a:pt x="178263" y="130087"/>
                </a:cubicBezTo>
                <a:cubicBezTo>
                  <a:pt x="176297" y="134545"/>
                  <a:pt x="173539" y="138251"/>
                  <a:pt x="169989" y="141205"/>
                </a:cubicBezTo>
                <a:cubicBezTo>
                  <a:pt x="166439" y="144159"/>
                  <a:pt x="162165" y="146360"/>
                  <a:pt x="157166" y="147810"/>
                </a:cubicBezTo>
                <a:cubicBezTo>
                  <a:pt x="152168" y="149259"/>
                  <a:pt x="146638" y="149984"/>
                  <a:pt x="140575" y="149984"/>
                </a:cubicBezTo>
                <a:cubicBezTo>
                  <a:pt x="135440" y="149984"/>
                  <a:pt x="130851" y="149530"/>
                  <a:pt x="126809" y="148623"/>
                </a:cubicBezTo>
                <a:cubicBezTo>
                  <a:pt x="122766" y="147715"/>
                  <a:pt x="119596" y="146629"/>
                  <a:pt x="117299" y="145364"/>
                </a:cubicBezTo>
                <a:lnTo>
                  <a:pt x="117299" y="134559"/>
                </a:lnTo>
                <a:cubicBezTo>
                  <a:pt x="119159" y="135325"/>
                  <a:pt x="120962" y="135968"/>
                  <a:pt x="122709" y="136487"/>
                </a:cubicBezTo>
                <a:cubicBezTo>
                  <a:pt x="124457" y="137007"/>
                  <a:pt x="126260" y="137444"/>
                  <a:pt x="128116" y="137800"/>
                </a:cubicBezTo>
                <a:cubicBezTo>
                  <a:pt x="129973" y="138155"/>
                  <a:pt x="131870" y="138415"/>
                  <a:pt x="133808" y="138579"/>
                </a:cubicBezTo>
                <a:cubicBezTo>
                  <a:pt x="135747" y="138743"/>
                  <a:pt x="137890" y="138826"/>
                  <a:pt x="140239" y="138826"/>
                </a:cubicBezTo>
                <a:cubicBezTo>
                  <a:pt x="149358" y="138826"/>
                  <a:pt x="156348" y="136701"/>
                  <a:pt x="161207" y="132451"/>
                </a:cubicBezTo>
                <a:cubicBezTo>
                  <a:pt x="166067" y="128204"/>
                  <a:pt x="168497" y="121723"/>
                  <a:pt x="168497" y="113009"/>
                </a:cubicBezTo>
                <a:lnTo>
                  <a:pt x="168497" y="102632"/>
                </a:lnTo>
                <a:lnTo>
                  <a:pt x="168251" y="102632"/>
                </a:lnTo>
                <a:cubicBezTo>
                  <a:pt x="165466" y="105699"/>
                  <a:pt x="162230" y="108012"/>
                  <a:pt x="158543" y="109573"/>
                </a:cubicBezTo>
                <a:cubicBezTo>
                  <a:pt x="154856" y="111133"/>
                  <a:pt x="150637" y="111914"/>
                  <a:pt x="145885" y="111914"/>
                </a:cubicBezTo>
                <a:cubicBezTo>
                  <a:pt x="143700" y="111914"/>
                  <a:pt x="141352" y="111667"/>
                  <a:pt x="138839" y="111173"/>
                </a:cubicBezTo>
                <a:cubicBezTo>
                  <a:pt x="136326" y="110680"/>
                  <a:pt x="133814" y="109845"/>
                  <a:pt x="131301" y="108668"/>
                </a:cubicBezTo>
                <a:cubicBezTo>
                  <a:pt x="128788" y="107488"/>
                  <a:pt x="126385" y="105926"/>
                  <a:pt x="124091" y="103981"/>
                </a:cubicBezTo>
                <a:cubicBezTo>
                  <a:pt x="121797" y="102035"/>
                  <a:pt x="119776" y="99597"/>
                  <a:pt x="118027" y="96666"/>
                </a:cubicBezTo>
                <a:cubicBezTo>
                  <a:pt x="116280" y="93732"/>
                  <a:pt x="114874" y="90265"/>
                  <a:pt x="113809" y="86263"/>
                </a:cubicBezTo>
                <a:cubicBezTo>
                  <a:pt x="112744" y="82262"/>
                  <a:pt x="112212" y="77630"/>
                  <a:pt x="112212" y="72369"/>
                </a:cubicBezTo>
                <a:cubicBezTo>
                  <a:pt x="112212" y="65080"/>
                  <a:pt x="113195" y="58764"/>
                  <a:pt x="115160" y="53421"/>
                </a:cubicBezTo>
                <a:cubicBezTo>
                  <a:pt x="117128" y="48076"/>
                  <a:pt x="119723" y="43650"/>
                  <a:pt x="122947" y="40142"/>
                </a:cubicBezTo>
                <a:cubicBezTo>
                  <a:pt x="126171" y="36635"/>
                  <a:pt x="129859" y="34018"/>
                  <a:pt x="134011" y="32291"/>
                </a:cubicBezTo>
                <a:cubicBezTo>
                  <a:pt x="138163" y="30565"/>
                  <a:pt x="142452" y="29701"/>
                  <a:pt x="146877" y="29701"/>
                </a:cubicBezTo>
                <a:close/>
                <a:moveTo>
                  <a:pt x="236247" y="40696"/>
                </a:moveTo>
                <a:cubicBezTo>
                  <a:pt x="233310" y="40696"/>
                  <a:pt x="230582" y="41270"/>
                  <a:pt x="228062" y="42419"/>
                </a:cubicBezTo>
                <a:cubicBezTo>
                  <a:pt x="225543" y="43568"/>
                  <a:pt x="223341" y="45127"/>
                  <a:pt x="221458" y="47096"/>
                </a:cubicBezTo>
                <a:cubicBezTo>
                  <a:pt x="219576" y="49065"/>
                  <a:pt x="218053" y="51376"/>
                  <a:pt x="216888" y="54029"/>
                </a:cubicBezTo>
                <a:cubicBezTo>
                  <a:pt x="215726" y="56682"/>
                  <a:pt x="215006" y="59512"/>
                  <a:pt x="214730" y="62521"/>
                </a:cubicBezTo>
                <a:lnTo>
                  <a:pt x="254605" y="62521"/>
                </a:lnTo>
                <a:cubicBezTo>
                  <a:pt x="254605" y="59458"/>
                  <a:pt x="254203" y="56600"/>
                  <a:pt x="253400" y="53947"/>
                </a:cubicBezTo>
                <a:cubicBezTo>
                  <a:pt x="252597" y="51294"/>
                  <a:pt x="251420" y="48983"/>
                  <a:pt x="249869" y="47014"/>
                </a:cubicBezTo>
                <a:cubicBezTo>
                  <a:pt x="248319" y="45044"/>
                  <a:pt x="246408" y="43499"/>
                  <a:pt x="244136" y="42378"/>
                </a:cubicBezTo>
                <a:cubicBezTo>
                  <a:pt x="241866" y="41257"/>
                  <a:pt x="239236" y="40696"/>
                  <a:pt x="236247" y="40696"/>
                </a:cubicBezTo>
                <a:moveTo>
                  <a:pt x="242954" y="100755"/>
                </a:moveTo>
                <a:cubicBezTo>
                  <a:pt x="247166" y="100755"/>
                  <a:pt x="251009" y="100413"/>
                  <a:pt x="254482" y="99730"/>
                </a:cubicBezTo>
                <a:cubicBezTo>
                  <a:pt x="257955" y="99046"/>
                  <a:pt x="261415" y="98075"/>
                  <a:pt x="264861" y="96817"/>
                </a:cubicBezTo>
                <a:lnTo>
                  <a:pt x="264861" y="107460"/>
                </a:lnTo>
                <a:cubicBezTo>
                  <a:pt x="262071" y="108834"/>
                  <a:pt x="258625" y="109920"/>
                  <a:pt x="254523" y="110716"/>
                </a:cubicBezTo>
                <a:cubicBezTo>
                  <a:pt x="250421" y="111515"/>
                  <a:pt x="246017" y="111914"/>
                  <a:pt x="241313" y="111914"/>
                </a:cubicBezTo>
                <a:cubicBezTo>
                  <a:pt x="235734" y="111914"/>
                  <a:pt x="230497" y="111202"/>
                  <a:pt x="225601" y="109778"/>
                </a:cubicBezTo>
                <a:cubicBezTo>
                  <a:pt x="220705" y="108352"/>
                  <a:pt x="216468" y="106050"/>
                  <a:pt x="212889" y="102870"/>
                </a:cubicBezTo>
                <a:cubicBezTo>
                  <a:pt x="209309" y="99691"/>
                  <a:pt x="206506" y="95539"/>
                  <a:pt x="204479" y="90415"/>
                </a:cubicBezTo>
                <a:cubicBezTo>
                  <a:pt x="202451" y="85290"/>
                  <a:pt x="201438" y="79111"/>
                  <a:pt x="201438" y="71877"/>
                </a:cubicBezTo>
                <a:cubicBezTo>
                  <a:pt x="201438" y="64752"/>
                  <a:pt x="202420" y="58573"/>
                  <a:pt x="204384" y="53339"/>
                </a:cubicBezTo>
                <a:cubicBezTo>
                  <a:pt x="206348" y="48103"/>
                  <a:pt x="208967" y="43732"/>
                  <a:pt x="212240" y="40224"/>
                </a:cubicBezTo>
                <a:cubicBezTo>
                  <a:pt x="215515" y="36717"/>
                  <a:pt x="219281" y="34086"/>
                  <a:pt x="223537" y="32332"/>
                </a:cubicBezTo>
                <a:cubicBezTo>
                  <a:pt x="227793" y="30578"/>
                  <a:pt x="232240" y="29701"/>
                  <a:pt x="236877" y="29701"/>
                </a:cubicBezTo>
                <a:cubicBezTo>
                  <a:pt x="241243" y="29701"/>
                  <a:pt x="245322" y="30429"/>
                  <a:pt x="249113" y="31883"/>
                </a:cubicBezTo>
                <a:cubicBezTo>
                  <a:pt x="252906" y="33338"/>
                  <a:pt x="256194" y="35630"/>
                  <a:pt x="258977" y="38760"/>
                </a:cubicBezTo>
                <a:cubicBezTo>
                  <a:pt x="261759" y="41890"/>
                  <a:pt x="263955" y="45926"/>
                  <a:pt x="265564" y="50867"/>
                </a:cubicBezTo>
                <a:cubicBezTo>
                  <a:pt x="267174" y="55809"/>
                  <a:pt x="267979" y="61739"/>
                  <a:pt x="267979" y="68656"/>
                </a:cubicBezTo>
                <a:cubicBezTo>
                  <a:pt x="267979" y="69314"/>
                  <a:pt x="267979" y="69877"/>
                  <a:pt x="267979" y="70343"/>
                </a:cubicBezTo>
                <a:cubicBezTo>
                  <a:pt x="267979" y="70810"/>
                  <a:pt x="267952" y="71867"/>
                  <a:pt x="267897" y="73515"/>
                </a:cubicBezTo>
                <a:lnTo>
                  <a:pt x="214073" y="73515"/>
                </a:lnTo>
                <a:cubicBezTo>
                  <a:pt x="214073" y="78477"/>
                  <a:pt x="214825" y="82690"/>
                  <a:pt x="216330" y="86153"/>
                </a:cubicBezTo>
                <a:cubicBezTo>
                  <a:pt x="217834" y="89616"/>
                  <a:pt x="219885" y="92425"/>
                  <a:pt x="222483" y="94578"/>
                </a:cubicBezTo>
                <a:cubicBezTo>
                  <a:pt x="225081" y="96732"/>
                  <a:pt x="228131" y="98301"/>
                  <a:pt x="231632" y="99283"/>
                </a:cubicBezTo>
                <a:cubicBezTo>
                  <a:pt x="235132" y="100265"/>
                  <a:pt x="238906" y="100755"/>
                  <a:pt x="242954" y="100755"/>
                </a:cubicBezTo>
                <a:close/>
                <a:moveTo>
                  <a:pt x="301017" y="42665"/>
                </a:moveTo>
                <a:lnTo>
                  <a:pt x="301263" y="42665"/>
                </a:lnTo>
                <a:cubicBezTo>
                  <a:pt x="302685" y="40848"/>
                  <a:pt x="304258" y="39156"/>
                  <a:pt x="305981" y="37588"/>
                </a:cubicBezTo>
                <a:cubicBezTo>
                  <a:pt x="307704" y="36019"/>
                  <a:pt x="309632" y="34643"/>
                  <a:pt x="311765" y="33460"/>
                </a:cubicBezTo>
                <a:cubicBezTo>
                  <a:pt x="313898" y="32276"/>
                  <a:pt x="316237" y="31354"/>
                  <a:pt x="318780" y="30694"/>
                </a:cubicBezTo>
                <a:cubicBezTo>
                  <a:pt x="321324" y="30032"/>
                  <a:pt x="324100" y="29701"/>
                  <a:pt x="327108" y="29701"/>
                </a:cubicBezTo>
                <a:cubicBezTo>
                  <a:pt x="330664" y="29701"/>
                  <a:pt x="334000" y="30195"/>
                  <a:pt x="337118" y="31181"/>
                </a:cubicBezTo>
                <a:cubicBezTo>
                  <a:pt x="340236" y="32165"/>
                  <a:pt x="342943" y="33753"/>
                  <a:pt x="345241" y="35945"/>
                </a:cubicBezTo>
                <a:cubicBezTo>
                  <a:pt x="347538" y="38134"/>
                  <a:pt x="349357" y="40995"/>
                  <a:pt x="350697" y="44527"/>
                </a:cubicBezTo>
                <a:cubicBezTo>
                  <a:pt x="352037" y="48058"/>
                  <a:pt x="352707" y="52397"/>
                  <a:pt x="352707" y="57544"/>
                </a:cubicBezTo>
                <a:lnTo>
                  <a:pt x="352707" y="109780"/>
                </a:lnTo>
                <a:lnTo>
                  <a:pt x="339990" y="109780"/>
                </a:lnTo>
                <a:lnTo>
                  <a:pt x="339990" y="59649"/>
                </a:lnTo>
                <a:cubicBezTo>
                  <a:pt x="339990" y="52921"/>
                  <a:pt x="338691" y="48080"/>
                  <a:pt x="336092" y="45127"/>
                </a:cubicBezTo>
                <a:cubicBezTo>
                  <a:pt x="333494" y="42173"/>
                  <a:pt x="329706" y="40696"/>
                  <a:pt x="324729" y="40696"/>
                </a:cubicBezTo>
                <a:cubicBezTo>
                  <a:pt x="320353" y="40696"/>
                  <a:pt x="316114" y="41913"/>
                  <a:pt x="312011" y="44347"/>
                </a:cubicBezTo>
                <a:cubicBezTo>
                  <a:pt x="307909" y="46781"/>
                  <a:pt x="304381" y="50131"/>
                  <a:pt x="301427" y="54398"/>
                </a:cubicBezTo>
                <a:lnTo>
                  <a:pt x="301427" y="109780"/>
                </a:lnTo>
                <a:lnTo>
                  <a:pt x="288710" y="109780"/>
                </a:lnTo>
                <a:lnTo>
                  <a:pt x="288710" y="31835"/>
                </a:lnTo>
                <a:lnTo>
                  <a:pt x="298555" y="31835"/>
                </a:lnTo>
                <a:lnTo>
                  <a:pt x="301017" y="42665"/>
                </a:lnTo>
                <a:close/>
                <a:moveTo>
                  <a:pt x="418705" y="110014"/>
                </a:moveTo>
                <a:cubicBezTo>
                  <a:pt x="417611" y="110453"/>
                  <a:pt x="415943" y="110866"/>
                  <a:pt x="413700" y="111252"/>
                </a:cubicBezTo>
                <a:cubicBezTo>
                  <a:pt x="411458" y="111639"/>
                  <a:pt x="408778" y="111859"/>
                  <a:pt x="405660" y="111914"/>
                </a:cubicBezTo>
                <a:cubicBezTo>
                  <a:pt x="401557" y="111914"/>
                  <a:pt x="398002" y="111408"/>
                  <a:pt x="394993" y="110396"/>
                </a:cubicBezTo>
                <a:cubicBezTo>
                  <a:pt x="391985" y="109384"/>
                  <a:pt x="389483" y="107934"/>
                  <a:pt x="387486" y="106047"/>
                </a:cubicBezTo>
                <a:cubicBezTo>
                  <a:pt x="385490" y="104160"/>
                  <a:pt x="383999" y="101876"/>
                  <a:pt x="383014" y="99196"/>
                </a:cubicBezTo>
                <a:cubicBezTo>
                  <a:pt x="382030" y="96516"/>
                  <a:pt x="381538" y="93535"/>
                  <a:pt x="381538" y="90253"/>
                </a:cubicBezTo>
                <a:lnTo>
                  <a:pt x="381538" y="42829"/>
                </a:lnTo>
                <a:lnTo>
                  <a:pt x="366523" y="42829"/>
                </a:lnTo>
                <a:lnTo>
                  <a:pt x="366523" y="31835"/>
                </a:lnTo>
                <a:lnTo>
                  <a:pt x="381538" y="31835"/>
                </a:lnTo>
                <a:lnTo>
                  <a:pt x="381538" y="10502"/>
                </a:lnTo>
                <a:lnTo>
                  <a:pt x="394255" y="10502"/>
                </a:lnTo>
                <a:lnTo>
                  <a:pt x="394255" y="31835"/>
                </a:lnTo>
                <a:lnTo>
                  <a:pt x="417557" y="31835"/>
                </a:lnTo>
                <a:lnTo>
                  <a:pt x="417557" y="42829"/>
                </a:lnTo>
                <a:lnTo>
                  <a:pt x="394255" y="42829"/>
                </a:lnTo>
                <a:lnTo>
                  <a:pt x="394255" y="88220"/>
                </a:lnTo>
                <a:cubicBezTo>
                  <a:pt x="394255" y="90021"/>
                  <a:pt x="394515" y="91687"/>
                  <a:pt x="395035" y="93217"/>
                </a:cubicBezTo>
                <a:cubicBezTo>
                  <a:pt x="395554" y="94747"/>
                  <a:pt x="396375" y="96072"/>
                  <a:pt x="397496" y="97191"/>
                </a:cubicBezTo>
                <a:cubicBezTo>
                  <a:pt x="398617" y="98311"/>
                  <a:pt x="400053" y="99185"/>
                  <a:pt x="401803" y="99814"/>
                </a:cubicBezTo>
                <a:cubicBezTo>
                  <a:pt x="403554" y="100442"/>
                  <a:pt x="405660" y="100755"/>
                  <a:pt x="408121" y="100755"/>
                </a:cubicBezTo>
                <a:cubicBezTo>
                  <a:pt x="409817" y="100755"/>
                  <a:pt x="411608" y="100618"/>
                  <a:pt x="413495" y="100345"/>
                </a:cubicBezTo>
                <a:cubicBezTo>
                  <a:pt x="415382" y="100071"/>
                  <a:pt x="417119" y="99716"/>
                  <a:pt x="418705" y="99278"/>
                </a:cubicBezTo>
                <a:lnTo>
                  <a:pt x="418705" y="110014"/>
                </a:lnTo>
                <a:close/>
              </a:path>
            </a:pathLst>
          </a:custGeom>
          <a:solidFill xmlns:a="http://schemas.openxmlformats.org/drawingml/2006/main">
            <a:srgbClr val="0070C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90" name="Text Psychology">
            <a:extLst xmlns:a="http://schemas.openxmlformats.org/drawingml/2006/main">
              <a:ext uri="{FF2B5EF4-FFF2-40B4-BE49-F238E27FC236}">
                <a16:creationId xmlns:a16="http://schemas.microsoft.com/office/drawing/2014/main" id="{BA82D287-657C-49AF-B4AE-ACF1AA836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6400" y="941147"/>
            <a:ext cx="859645" cy="176251"/>
          </a:xfrm>
          <a:custGeom xmlns:a="http://schemas.openxmlformats.org/drawingml/2006/main">
            <a:pathLst>
              <a:path w="859645" h="176251">
                <a:moveTo>
                  <a:pt x="14824" y="131688"/>
                </a:moveTo>
                <a:lnTo>
                  <a:pt x="0" y="131688"/>
                </a:lnTo>
                <a:lnTo>
                  <a:pt x="0" y="10004"/>
                </a:lnTo>
                <a:lnTo>
                  <a:pt x="33814" y="10004"/>
                </a:lnTo>
                <a:cubicBezTo>
                  <a:pt x="38858" y="10004"/>
                  <a:pt x="43522" y="10307"/>
                  <a:pt x="47806" y="10913"/>
                </a:cubicBezTo>
                <a:cubicBezTo>
                  <a:pt x="52090" y="11520"/>
                  <a:pt x="56025" y="12459"/>
                  <a:pt x="59612" y="13733"/>
                </a:cubicBezTo>
                <a:cubicBezTo>
                  <a:pt x="66902" y="16340"/>
                  <a:pt x="72431" y="20235"/>
                  <a:pt x="76198" y="25419"/>
                </a:cubicBezTo>
                <a:cubicBezTo>
                  <a:pt x="79966" y="30603"/>
                  <a:pt x="81850" y="36984"/>
                  <a:pt x="81850" y="44563"/>
                </a:cubicBezTo>
                <a:cubicBezTo>
                  <a:pt x="81850" y="50747"/>
                  <a:pt x="80619" y="56189"/>
                  <a:pt x="78156" y="60888"/>
                </a:cubicBezTo>
                <a:cubicBezTo>
                  <a:pt x="75695" y="65586"/>
                  <a:pt x="72123" y="69512"/>
                  <a:pt x="67441" y="72665"/>
                </a:cubicBezTo>
                <a:cubicBezTo>
                  <a:pt x="62762" y="75818"/>
                  <a:pt x="57062" y="78198"/>
                  <a:pt x="50344" y="79804"/>
                </a:cubicBezTo>
                <a:cubicBezTo>
                  <a:pt x="43625" y="81411"/>
                  <a:pt x="36010" y="82214"/>
                  <a:pt x="27499" y="82214"/>
                </a:cubicBezTo>
                <a:cubicBezTo>
                  <a:pt x="23426" y="82214"/>
                  <a:pt x="19201" y="82032"/>
                  <a:pt x="14824" y="81669"/>
                </a:cubicBezTo>
                <a:lnTo>
                  <a:pt x="14824" y="131688"/>
                </a:lnTo>
                <a:moveTo>
                  <a:pt x="14824" y="68030"/>
                </a:moveTo>
                <a:cubicBezTo>
                  <a:pt x="16829" y="68272"/>
                  <a:pt x="18924" y="68454"/>
                  <a:pt x="21111" y="68575"/>
                </a:cubicBezTo>
                <a:cubicBezTo>
                  <a:pt x="23297" y="68695"/>
                  <a:pt x="25362" y="68754"/>
                  <a:pt x="27306" y="68754"/>
                </a:cubicBezTo>
                <a:cubicBezTo>
                  <a:pt x="34290" y="68754"/>
                  <a:pt x="40242" y="68212"/>
                  <a:pt x="45163" y="67126"/>
                </a:cubicBezTo>
                <a:cubicBezTo>
                  <a:pt x="50083" y="66038"/>
                  <a:pt x="54091" y="64453"/>
                  <a:pt x="57187" y="62368"/>
                </a:cubicBezTo>
                <a:cubicBezTo>
                  <a:pt x="60285" y="60284"/>
                  <a:pt x="62532" y="57748"/>
                  <a:pt x="63929" y="54760"/>
                </a:cubicBezTo>
                <a:cubicBezTo>
                  <a:pt x="65327" y="51770"/>
                  <a:pt x="66026" y="48373"/>
                  <a:pt x="66026" y="44569"/>
                </a:cubicBezTo>
                <a:cubicBezTo>
                  <a:pt x="66026" y="39859"/>
                  <a:pt x="64887" y="35994"/>
                  <a:pt x="62610" y="32976"/>
                </a:cubicBezTo>
                <a:cubicBezTo>
                  <a:pt x="60333" y="29956"/>
                  <a:pt x="57098" y="27661"/>
                  <a:pt x="52907" y="26090"/>
                </a:cubicBezTo>
                <a:cubicBezTo>
                  <a:pt x="50294" y="25124"/>
                  <a:pt x="47288" y="24444"/>
                  <a:pt x="43887" y="24052"/>
                </a:cubicBezTo>
                <a:cubicBezTo>
                  <a:pt x="40486" y="23660"/>
                  <a:pt x="36538" y="23464"/>
                  <a:pt x="32044" y="23464"/>
                </a:cubicBezTo>
                <a:lnTo>
                  <a:pt x="14824" y="23464"/>
                </a:lnTo>
                <a:lnTo>
                  <a:pt x="14824" y="68030"/>
                </a:lnTo>
                <a:close/>
                <a:moveTo>
                  <a:pt x="113601" y="68260"/>
                </a:moveTo>
                <a:cubicBezTo>
                  <a:pt x="113601" y="70628"/>
                  <a:pt x="114105" y="72572"/>
                  <a:pt x="115113" y="74092"/>
                </a:cubicBezTo>
                <a:cubicBezTo>
                  <a:pt x="116121" y="75611"/>
                  <a:pt x="117469" y="76842"/>
                  <a:pt x="119157" y="77784"/>
                </a:cubicBezTo>
                <a:cubicBezTo>
                  <a:pt x="120847" y="78725"/>
                  <a:pt x="122804" y="79500"/>
                  <a:pt x="125026" y="80108"/>
                </a:cubicBezTo>
                <a:cubicBezTo>
                  <a:pt x="127249" y="80715"/>
                  <a:pt x="129546" y="81260"/>
                  <a:pt x="131918" y="81745"/>
                </a:cubicBezTo>
                <a:cubicBezTo>
                  <a:pt x="135179" y="82475"/>
                  <a:pt x="138262" y="83280"/>
                  <a:pt x="141166" y="84161"/>
                </a:cubicBezTo>
                <a:cubicBezTo>
                  <a:pt x="144071" y="85042"/>
                  <a:pt x="146753" y="86364"/>
                  <a:pt x="149212" y="88126"/>
                </a:cubicBezTo>
                <a:cubicBezTo>
                  <a:pt x="151671" y="89888"/>
                  <a:pt x="153657" y="92272"/>
                  <a:pt x="155169" y="95279"/>
                </a:cubicBezTo>
                <a:cubicBezTo>
                  <a:pt x="156681" y="98286"/>
                  <a:pt x="157437" y="102189"/>
                  <a:pt x="157437" y="106988"/>
                </a:cubicBezTo>
                <a:cubicBezTo>
                  <a:pt x="157437" y="111363"/>
                  <a:pt x="156588" y="115237"/>
                  <a:pt x="154890" y="118609"/>
                </a:cubicBezTo>
                <a:cubicBezTo>
                  <a:pt x="153193" y="121980"/>
                  <a:pt x="150798" y="124805"/>
                  <a:pt x="147706" y="127084"/>
                </a:cubicBezTo>
                <a:cubicBezTo>
                  <a:pt x="144613" y="129362"/>
                  <a:pt x="140915" y="131092"/>
                  <a:pt x="136610" y="132277"/>
                </a:cubicBezTo>
                <a:cubicBezTo>
                  <a:pt x="132306" y="133461"/>
                  <a:pt x="127576" y="134053"/>
                  <a:pt x="122423" y="134053"/>
                </a:cubicBezTo>
                <a:cubicBezTo>
                  <a:pt x="119270" y="134053"/>
                  <a:pt x="116405" y="133886"/>
                  <a:pt x="113829" y="133553"/>
                </a:cubicBezTo>
                <a:cubicBezTo>
                  <a:pt x="111252" y="133219"/>
                  <a:pt x="108978" y="132795"/>
                  <a:pt x="107008" y="132279"/>
                </a:cubicBezTo>
                <a:cubicBezTo>
                  <a:pt x="105037" y="131764"/>
                  <a:pt x="103355" y="131234"/>
                  <a:pt x="101960" y="130688"/>
                </a:cubicBezTo>
                <a:cubicBezTo>
                  <a:pt x="100566" y="130142"/>
                  <a:pt x="99414" y="129627"/>
                  <a:pt x="98504" y="129142"/>
                </a:cubicBezTo>
                <a:lnTo>
                  <a:pt x="98504" y="117319"/>
                </a:lnTo>
                <a:cubicBezTo>
                  <a:pt x="102076" y="118774"/>
                  <a:pt x="105617" y="119926"/>
                  <a:pt x="109128" y="120775"/>
                </a:cubicBezTo>
                <a:cubicBezTo>
                  <a:pt x="112641" y="121624"/>
                  <a:pt x="116511" y="122048"/>
                  <a:pt x="120738" y="122048"/>
                </a:cubicBezTo>
                <a:cubicBezTo>
                  <a:pt x="124072" y="122048"/>
                  <a:pt x="127078" y="121744"/>
                  <a:pt x="129755" y="121136"/>
                </a:cubicBezTo>
                <a:cubicBezTo>
                  <a:pt x="132434" y="120528"/>
                  <a:pt x="134741" y="119631"/>
                  <a:pt x="136676" y="118444"/>
                </a:cubicBezTo>
                <a:cubicBezTo>
                  <a:pt x="138610" y="117257"/>
                  <a:pt x="140098" y="115765"/>
                  <a:pt x="141141" y="113971"/>
                </a:cubicBezTo>
                <a:cubicBezTo>
                  <a:pt x="142183" y="112175"/>
                  <a:pt x="142704" y="110091"/>
                  <a:pt x="142704" y="107719"/>
                </a:cubicBezTo>
                <a:cubicBezTo>
                  <a:pt x="142704" y="105288"/>
                  <a:pt x="142227" y="103283"/>
                  <a:pt x="141274" y="101705"/>
                </a:cubicBezTo>
                <a:cubicBezTo>
                  <a:pt x="140323" y="100125"/>
                  <a:pt x="139043" y="98818"/>
                  <a:pt x="137435" y="97786"/>
                </a:cubicBezTo>
                <a:cubicBezTo>
                  <a:pt x="135828" y="96753"/>
                  <a:pt x="133968" y="95902"/>
                  <a:pt x="131856" y="95234"/>
                </a:cubicBezTo>
                <a:cubicBezTo>
                  <a:pt x="129743" y="94565"/>
                  <a:pt x="127526" y="93958"/>
                  <a:pt x="125205" y="93412"/>
                </a:cubicBezTo>
                <a:cubicBezTo>
                  <a:pt x="122170" y="92743"/>
                  <a:pt x="119089" y="91953"/>
                  <a:pt x="115963" y="91042"/>
                </a:cubicBezTo>
                <a:cubicBezTo>
                  <a:pt x="112839" y="90130"/>
                  <a:pt x="109997" y="88855"/>
                  <a:pt x="107437" y="87216"/>
                </a:cubicBezTo>
                <a:cubicBezTo>
                  <a:pt x="104879" y="85575"/>
                  <a:pt x="102811" y="83343"/>
                  <a:pt x="101233" y="80518"/>
                </a:cubicBezTo>
                <a:cubicBezTo>
                  <a:pt x="99656" y="77693"/>
                  <a:pt x="98868" y="74062"/>
                  <a:pt x="98868" y="69627"/>
                </a:cubicBezTo>
                <a:cubicBezTo>
                  <a:pt x="98868" y="65070"/>
                  <a:pt x="99685" y="61122"/>
                  <a:pt x="101318" y="57781"/>
                </a:cubicBezTo>
                <a:cubicBezTo>
                  <a:pt x="102953" y="54439"/>
                  <a:pt x="105162" y="51675"/>
                  <a:pt x="107946" y="49488"/>
                </a:cubicBezTo>
                <a:cubicBezTo>
                  <a:pt x="110731" y="47300"/>
                  <a:pt x="113970" y="45659"/>
                  <a:pt x="117662" y="44566"/>
                </a:cubicBezTo>
                <a:cubicBezTo>
                  <a:pt x="121355" y="43473"/>
                  <a:pt x="125259" y="42926"/>
                  <a:pt x="129375" y="42926"/>
                </a:cubicBezTo>
                <a:cubicBezTo>
                  <a:pt x="134157" y="42926"/>
                  <a:pt x="138590" y="43379"/>
                  <a:pt x="142675" y="44285"/>
                </a:cubicBezTo>
                <a:cubicBezTo>
                  <a:pt x="146762" y="45188"/>
                  <a:pt x="150470" y="46334"/>
                  <a:pt x="153799" y="47721"/>
                </a:cubicBezTo>
                <a:lnTo>
                  <a:pt x="153799" y="59660"/>
                </a:lnTo>
                <a:cubicBezTo>
                  <a:pt x="150258" y="58292"/>
                  <a:pt x="146672" y="57177"/>
                  <a:pt x="143042" y="56315"/>
                </a:cubicBezTo>
                <a:cubicBezTo>
                  <a:pt x="139412" y="55451"/>
                  <a:pt x="135678" y="54990"/>
                  <a:pt x="131841" y="54931"/>
                </a:cubicBezTo>
                <a:cubicBezTo>
                  <a:pt x="128594" y="54931"/>
                  <a:pt x="125819" y="55266"/>
                  <a:pt x="123517" y="55937"/>
                </a:cubicBezTo>
                <a:cubicBezTo>
                  <a:pt x="121215" y="56606"/>
                  <a:pt x="119326" y="57534"/>
                  <a:pt x="117850" y="58722"/>
                </a:cubicBezTo>
                <a:cubicBezTo>
                  <a:pt x="116376" y="59908"/>
                  <a:pt x="115299" y="61307"/>
                  <a:pt x="114619" y="62920"/>
                </a:cubicBezTo>
                <a:cubicBezTo>
                  <a:pt x="113940" y="64532"/>
                  <a:pt x="113601" y="66312"/>
                  <a:pt x="113601" y="68260"/>
                </a:cubicBezTo>
                <a:close/>
                <a:moveTo>
                  <a:pt x="167749" y="45291"/>
                </a:moveTo>
                <a:lnTo>
                  <a:pt x="181845" y="45291"/>
                </a:lnTo>
                <a:lnTo>
                  <a:pt x="208725" y="113093"/>
                </a:lnTo>
                <a:lnTo>
                  <a:pt x="209279" y="113093"/>
                </a:lnTo>
                <a:lnTo>
                  <a:pt x="236867" y="45291"/>
                </a:lnTo>
                <a:lnTo>
                  <a:pt x="250963" y="45291"/>
                </a:lnTo>
                <a:lnTo>
                  <a:pt x="197408" y="174069"/>
                </a:lnTo>
                <a:lnTo>
                  <a:pt x="183402" y="174069"/>
                </a:lnTo>
                <a:lnTo>
                  <a:pt x="201864" y="130020"/>
                </a:lnTo>
                <a:lnTo>
                  <a:pt x="167749" y="45291"/>
                </a:lnTo>
                <a:close/>
                <a:moveTo>
                  <a:pt x="304515" y="42926"/>
                </a:moveTo>
                <a:cubicBezTo>
                  <a:pt x="308699" y="42926"/>
                  <a:pt x="312700" y="43366"/>
                  <a:pt x="316520" y="44245"/>
                </a:cubicBezTo>
                <a:cubicBezTo>
                  <a:pt x="320340" y="45124"/>
                  <a:pt x="323614" y="46352"/>
                  <a:pt x="326342" y="47928"/>
                </a:cubicBezTo>
                <a:lnTo>
                  <a:pt x="326342" y="59660"/>
                </a:lnTo>
                <a:cubicBezTo>
                  <a:pt x="322522" y="58205"/>
                  <a:pt x="319006" y="57113"/>
                  <a:pt x="315792" y="56386"/>
                </a:cubicBezTo>
                <a:cubicBezTo>
                  <a:pt x="312579" y="55658"/>
                  <a:pt x="309305" y="55295"/>
                  <a:pt x="305970" y="55295"/>
                </a:cubicBezTo>
                <a:cubicBezTo>
                  <a:pt x="302454" y="55295"/>
                  <a:pt x="298968" y="55871"/>
                  <a:pt x="295512" y="57025"/>
                </a:cubicBezTo>
                <a:cubicBezTo>
                  <a:pt x="292056" y="58179"/>
                  <a:pt x="288964" y="60077"/>
                  <a:pt x="286235" y="62718"/>
                </a:cubicBezTo>
                <a:cubicBezTo>
                  <a:pt x="283507" y="65357"/>
                  <a:pt x="281309" y="68848"/>
                  <a:pt x="279642" y="73191"/>
                </a:cubicBezTo>
                <a:cubicBezTo>
                  <a:pt x="277974" y="77532"/>
                  <a:pt x="277141" y="82919"/>
                  <a:pt x="277141" y="89353"/>
                </a:cubicBezTo>
                <a:cubicBezTo>
                  <a:pt x="277141" y="94030"/>
                  <a:pt x="277762" y="98341"/>
                  <a:pt x="279005" y="102288"/>
                </a:cubicBezTo>
                <a:cubicBezTo>
                  <a:pt x="280248" y="106234"/>
                  <a:pt x="282097" y="109649"/>
                  <a:pt x="284553" y="112533"/>
                </a:cubicBezTo>
                <a:cubicBezTo>
                  <a:pt x="287008" y="115417"/>
                  <a:pt x="290085" y="117663"/>
                  <a:pt x="293784" y="119272"/>
                </a:cubicBezTo>
                <a:cubicBezTo>
                  <a:pt x="297482" y="120880"/>
                  <a:pt x="301757" y="121684"/>
                  <a:pt x="306607" y="121684"/>
                </a:cubicBezTo>
                <a:cubicBezTo>
                  <a:pt x="310124" y="121684"/>
                  <a:pt x="313670" y="121305"/>
                  <a:pt x="317248" y="120548"/>
                </a:cubicBezTo>
                <a:cubicBezTo>
                  <a:pt x="320825" y="119790"/>
                  <a:pt x="324311" y="118714"/>
                  <a:pt x="327706" y="117319"/>
                </a:cubicBezTo>
                <a:lnTo>
                  <a:pt x="327706" y="129116"/>
                </a:lnTo>
                <a:cubicBezTo>
                  <a:pt x="326675" y="129724"/>
                  <a:pt x="325326" y="130334"/>
                  <a:pt x="323659" y="130944"/>
                </a:cubicBezTo>
                <a:cubicBezTo>
                  <a:pt x="321992" y="131554"/>
                  <a:pt x="320158" y="132087"/>
                  <a:pt x="318157" y="132544"/>
                </a:cubicBezTo>
                <a:cubicBezTo>
                  <a:pt x="316156" y="133000"/>
                  <a:pt x="314034" y="133366"/>
                  <a:pt x="311791" y="133641"/>
                </a:cubicBezTo>
                <a:cubicBezTo>
                  <a:pt x="309548" y="133916"/>
                  <a:pt x="307304" y="134053"/>
                  <a:pt x="305061" y="134053"/>
                </a:cubicBezTo>
                <a:cubicBezTo>
                  <a:pt x="299240" y="134053"/>
                  <a:pt x="293738" y="133172"/>
                  <a:pt x="288554" y="131410"/>
                </a:cubicBezTo>
                <a:cubicBezTo>
                  <a:pt x="283371" y="129648"/>
                  <a:pt x="278838" y="126945"/>
                  <a:pt x="274958" y="123302"/>
                </a:cubicBezTo>
                <a:cubicBezTo>
                  <a:pt x="271078" y="119656"/>
                  <a:pt x="268016" y="115039"/>
                  <a:pt x="265773" y="109449"/>
                </a:cubicBezTo>
                <a:cubicBezTo>
                  <a:pt x="263529" y="103860"/>
                  <a:pt x="262408" y="97238"/>
                  <a:pt x="262408" y="89584"/>
                </a:cubicBezTo>
                <a:cubicBezTo>
                  <a:pt x="262408" y="83873"/>
                  <a:pt x="262999" y="78739"/>
                  <a:pt x="264181" y="74183"/>
                </a:cubicBezTo>
                <a:cubicBezTo>
                  <a:pt x="265363" y="69626"/>
                  <a:pt x="266985" y="65617"/>
                  <a:pt x="269047" y="62155"/>
                </a:cubicBezTo>
                <a:cubicBezTo>
                  <a:pt x="271108" y="58692"/>
                  <a:pt x="273518" y="55745"/>
                  <a:pt x="276277" y="53316"/>
                </a:cubicBezTo>
                <a:cubicBezTo>
                  <a:pt x="279035" y="50886"/>
                  <a:pt x="281976" y="48895"/>
                  <a:pt x="285098" y="47345"/>
                </a:cubicBezTo>
                <a:cubicBezTo>
                  <a:pt x="288221" y="45796"/>
                  <a:pt x="291449" y="44672"/>
                  <a:pt x="294784" y="43975"/>
                </a:cubicBezTo>
                <a:cubicBezTo>
                  <a:pt x="298119" y="43276"/>
                  <a:pt x="301362" y="42926"/>
                  <a:pt x="304515" y="42926"/>
                </a:cubicBezTo>
                <a:close/>
                <a:moveTo>
                  <a:pt x="363345" y="57023"/>
                </a:moveTo>
                <a:lnTo>
                  <a:pt x="363618" y="57023"/>
                </a:lnTo>
                <a:cubicBezTo>
                  <a:pt x="365196" y="55022"/>
                  <a:pt x="366958" y="53157"/>
                  <a:pt x="368902" y="51429"/>
                </a:cubicBezTo>
                <a:cubicBezTo>
                  <a:pt x="370845" y="49701"/>
                  <a:pt x="373002" y="48216"/>
                  <a:pt x="375370" y="46973"/>
                </a:cubicBezTo>
                <a:cubicBezTo>
                  <a:pt x="377738" y="45730"/>
                  <a:pt x="380289" y="44745"/>
                  <a:pt x="383021" y="44017"/>
                </a:cubicBezTo>
                <a:cubicBezTo>
                  <a:pt x="385753" y="43290"/>
                  <a:pt x="388698" y="42926"/>
                  <a:pt x="391857" y="42926"/>
                </a:cubicBezTo>
                <a:cubicBezTo>
                  <a:pt x="395136" y="42926"/>
                  <a:pt x="398415" y="43367"/>
                  <a:pt x="401693" y="44248"/>
                </a:cubicBezTo>
                <a:cubicBezTo>
                  <a:pt x="404973" y="45127"/>
                  <a:pt x="408009" y="46689"/>
                  <a:pt x="410802" y="48934"/>
                </a:cubicBezTo>
                <a:cubicBezTo>
                  <a:pt x="413596" y="51179"/>
                  <a:pt x="415874" y="54306"/>
                  <a:pt x="417634" y="58313"/>
                </a:cubicBezTo>
                <a:cubicBezTo>
                  <a:pt x="419396" y="62318"/>
                  <a:pt x="420277" y="67476"/>
                  <a:pt x="420277" y="73788"/>
                </a:cubicBezTo>
                <a:lnTo>
                  <a:pt x="420277" y="131688"/>
                </a:lnTo>
                <a:lnTo>
                  <a:pt x="406180" y="131688"/>
                </a:lnTo>
                <a:lnTo>
                  <a:pt x="406180" y="76121"/>
                </a:lnTo>
                <a:cubicBezTo>
                  <a:pt x="406180" y="69148"/>
                  <a:pt x="404859" y="63904"/>
                  <a:pt x="402216" y="60387"/>
                </a:cubicBezTo>
                <a:cubicBezTo>
                  <a:pt x="399573" y="56871"/>
                  <a:pt x="395243" y="55113"/>
                  <a:pt x="389228" y="55113"/>
                </a:cubicBezTo>
                <a:cubicBezTo>
                  <a:pt x="384247" y="55113"/>
                  <a:pt x="379508" y="56462"/>
                  <a:pt x="375012" y="59160"/>
                </a:cubicBezTo>
                <a:cubicBezTo>
                  <a:pt x="370516" y="61858"/>
                  <a:pt x="366627" y="65571"/>
                  <a:pt x="363345" y="70300"/>
                </a:cubicBezTo>
                <a:lnTo>
                  <a:pt x="363345" y="131688"/>
                </a:lnTo>
                <a:lnTo>
                  <a:pt x="349249" y="131688"/>
                </a:lnTo>
                <a:lnTo>
                  <a:pt x="349249" y="0"/>
                </a:lnTo>
                <a:lnTo>
                  <a:pt x="363345" y="0"/>
                </a:lnTo>
                <a:lnTo>
                  <a:pt x="363345" y="57023"/>
                </a:lnTo>
                <a:close/>
                <a:moveTo>
                  <a:pt x="509816" y="88580"/>
                </a:moveTo>
                <a:cubicBezTo>
                  <a:pt x="509816" y="83230"/>
                  <a:pt x="509165" y="78473"/>
                  <a:pt x="507861" y="74311"/>
                </a:cubicBezTo>
                <a:cubicBezTo>
                  <a:pt x="506558" y="70146"/>
                  <a:pt x="504739" y="66620"/>
                  <a:pt x="502404" y="63733"/>
                </a:cubicBezTo>
                <a:cubicBezTo>
                  <a:pt x="500070" y="60843"/>
                  <a:pt x="497296" y="58654"/>
                  <a:pt x="494083" y="57165"/>
                </a:cubicBezTo>
                <a:cubicBezTo>
                  <a:pt x="490869" y="55675"/>
                  <a:pt x="487353" y="54931"/>
                  <a:pt x="483533" y="54931"/>
                </a:cubicBezTo>
                <a:cubicBezTo>
                  <a:pt x="479714" y="54931"/>
                  <a:pt x="476197" y="55675"/>
                  <a:pt x="472984" y="57165"/>
                </a:cubicBezTo>
                <a:cubicBezTo>
                  <a:pt x="469770" y="58654"/>
                  <a:pt x="466996" y="60843"/>
                  <a:pt x="464662" y="63733"/>
                </a:cubicBezTo>
                <a:cubicBezTo>
                  <a:pt x="462328" y="66620"/>
                  <a:pt x="460509" y="70146"/>
                  <a:pt x="459205" y="74311"/>
                </a:cubicBezTo>
                <a:cubicBezTo>
                  <a:pt x="457902" y="78473"/>
                  <a:pt x="457250" y="83230"/>
                  <a:pt x="457250" y="88580"/>
                </a:cubicBezTo>
                <a:cubicBezTo>
                  <a:pt x="457250" y="93870"/>
                  <a:pt x="457902" y="98598"/>
                  <a:pt x="459205" y="102762"/>
                </a:cubicBezTo>
                <a:cubicBezTo>
                  <a:pt x="460509" y="106927"/>
                  <a:pt x="462343" y="110438"/>
                  <a:pt x="464708" y="113295"/>
                </a:cubicBezTo>
                <a:cubicBezTo>
                  <a:pt x="467072" y="116152"/>
                  <a:pt x="469861" y="118325"/>
                  <a:pt x="473075" y="119814"/>
                </a:cubicBezTo>
                <a:cubicBezTo>
                  <a:pt x="476288" y="121304"/>
                  <a:pt x="479805" y="122048"/>
                  <a:pt x="483624" y="122048"/>
                </a:cubicBezTo>
                <a:cubicBezTo>
                  <a:pt x="487444" y="122048"/>
                  <a:pt x="490945" y="121304"/>
                  <a:pt x="494128" y="119814"/>
                </a:cubicBezTo>
                <a:cubicBezTo>
                  <a:pt x="497311" y="118325"/>
                  <a:pt x="500070" y="116152"/>
                  <a:pt x="502404" y="113295"/>
                </a:cubicBezTo>
                <a:cubicBezTo>
                  <a:pt x="504739" y="110438"/>
                  <a:pt x="506558" y="106927"/>
                  <a:pt x="507861" y="102762"/>
                </a:cubicBezTo>
                <a:cubicBezTo>
                  <a:pt x="509165" y="98598"/>
                  <a:pt x="509816" y="93870"/>
                  <a:pt x="509816" y="88580"/>
                </a:cubicBezTo>
                <a:moveTo>
                  <a:pt x="524549" y="88580"/>
                </a:moveTo>
                <a:cubicBezTo>
                  <a:pt x="524549" y="95384"/>
                  <a:pt x="523579" y="101581"/>
                  <a:pt x="521639" y="107170"/>
                </a:cubicBezTo>
                <a:cubicBezTo>
                  <a:pt x="519699" y="112759"/>
                  <a:pt x="516956" y="117544"/>
                  <a:pt x="513409" y="121522"/>
                </a:cubicBezTo>
                <a:cubicBezTo>
                  <a:pt x="509862" y="125501"/>
                  <a:pt x="505572" y="128585"/>
                  <a:pt x="500540" y="130773"/>
                </a:cubicBezTo>
                <a:cubicBezTo>
                  <a:pt x="495508" y="132960"/>
                  <a:pt x="489869" y="134053"/>
                  <a:pt x="483624" y="134053"/>
                </a:cubicBezTo>
                <a:cubicBezTo>
                  <a:pt x="477197" y="134053"/>
                  <a:pt x="471453" y="132960"/>
                  <a:pt x="466390" y="130773"/>
                </a:cubicBezTo>
                <a:cubicBezTo>
                  <a:pt x="461328" y="128585"/>
                  <a:pt x="457023" y="125501"/>
                  <a:pt x="453476" y="121522"/>
                </a:cubicBezTo>
                <a:cubicBezTo>
                  <a:pt x="449929" y="117544"/>
                  <a:pt x="447216" y="112759"/>
                  <a:pt x="445336" y="107170"/>
                </a:cubicBezTo>
                <a:cubicBezTo>
                  <a:pt x="443457" y="101581"/>
                  <a:pt x="442517" y="95384"/>
                  <a:pt x="442517" y="88580"/>
                </a:cubicBezTo>
                <a:cubicBezTo>
                  <a:pt x="442517" y="81716"/>
                  <a:pt x="443487" y="75489"/>
                  <a:pt x="445427" y="69900"/>
                </a:cubicBezTo>
                <a:cubicBezTo>
                  <a:pt x="447367" y="64310"/>
                  <a:pt x="450111" y="59511"/>
                  <a:pt x="453658" y="55502"/>
                </a:cubicBezTo>
                <a:cubicBezTo>
                  <a:pt x="457205" y="51493"/>
                  <a:pt x="461509" y="48395"/>
                  <a:pt x="466572" y="46209"/>
                </a:cubicBezTo>
                <a:cubicBezTo>
                  <a:pt x="471635" y="44020"/>
                  <a:pt x="477288" y="42926"/>
                  <a:pt x="483533" y="42926"/>
                </a:cubicBezTo>
                <a:cubicBezTo>
                  <a:pt x="489899" y="42926"/>
                  <a:pt x="495629" y="44020"/>
                  <a:pt x="500722" y="46209"/>
                </a:cubicBezTo>
                <a:cubicBezTo>
                  <a:pt x="505815" y="48395"/>
                  <a:pt x="510120" y="51493"/>
                  <a:pt x="513636" y="55502"/>
                </a:cubicBezTo>
                <a:cubicBezTo>
                  <a:pt x="517153" y="59511"/>
                  <a:pt x="519851" y="64310"/>
                  <a:pt x="521730" y="69900"/>
                </a:cubicBezTo>
                <a:cubicBezTo>
                  <a:pt x="523610" y="75489"/>
                  <a:pt x="524549" y="81716"/>
                  <a:pt x="524549" y="88580"/>
                </a:cubicBezTo>
                <a:close/>
                <a:moveTo>
                  <a:pt x="547611" y="131688"/>
                </a:moveTo>
                <a:lnTo>
                  <a:pt x="547611" y="0"/>
                </a:lnTo>
                <a:lnTo>
                  <a:pt x="561707" y="0"/>
                </a:lnTo>
                <a:lnTo>
                  <a:pt x="561707" y="131688"/>
                </a:lnTo>
                <a:lnTo>
                  <a:pt x="547611" y="131688"/>
                </a:lnTo>
                <a:close/>
                <a:moveTo>
                  <a:pt x="651556" y="88580"/>
                </a:moveTo>
                <a:cubicBezTo>
                  <a:pt x="651556" y="83230"/>
                  <a:pt x="650904" y="78473"/>
                  <a:pt x="649600" y="74311"/>
                </a:cubicBezTo>
                <a:cubicBezTo>
                  <a:pt x="648297" y="70146"/>
                  <a:pt x="646478" y="66620"/>
                  <a:pt x="644144" y="63733"/>
                </a:cubicBezTo>
                <a:cubicBezTo>
                  <a:pt x="641810" y="60843"/>
                  <a:pt x="639036" y="58654"/>
                  <a:pt x="635822" y="57165"/>
                </a:cubicBezTo>
                <a:cubicBezTo>
                  <a:pt x="632609" y="55675"/>
                  <a:pt x="629092" y="54931"/>
                  <a:pt x="625273" y="54931"/>
                </a:cubicBezTo>
                <a:cubicBezTo>
                  <a:pt x="621453" y="54931"/>
                  <a:pt x="617936" y="55675"/>
                  <a:pt x="614723" y="57165"/>
                </a:cubicBezTo>
                <a:cubicBezTo>
                  <a:pt x="611510" y="58654"/>
                  <a:pt x="608736" y="60843"/>
                  <a:pt x="606402" y="63733"/>
                </a:cubicBezTo>
                <a:cubicBezTo>
                  <a:pt x="604067" y="66620"/>
                  <a:pt x="602248" y="70146"/>
                  <a:pt x="600945" y="74311"/>
                </a:cubicBezTo>
                <a:cubicBezTo>
                  <a:pt x="599641" y="78473"/>
                  <a:pt x="598990" y="83230"/>
                  <a:pt x="598990" y="88580"/>
                </a:cubicBezTo>
                <a:cubicBezTo>
                  <a:pt x="598990" y="93870"/>
                  <a:pt x="599641" y="98598"/>
                  <a:pt x="600945" y="102762"/>
                </a:cubicBezTo>
                <a:cubicBezTo>
                  <a:pt x="602248" y="106927"/>
                  <a:pt x="604083" y="110438"/>
                  <a:pt x="606447" y="113295"/>
                </a:cubicBezTo>
                <a:cubicBezTo>
                  <a:pt x="608812" y="116152"/>
                  <a:pt x="611601" y="118325"/>
                  <a:pt x="614814" y="119814"/>
                </a:cubicBezTo>
                <a:cubicBezTo>
                  <a:pt x="618027" y="121304"/>
                  <a:pt x="621544" y="122048"/>
                  <a:pt x="625364" y="122048"/>
                </a:cubicBezTo>
                <a:cubicBezTo>
                  <a:pt x="629183" y="122048"/>
                  <a:pt x="632685" y="121304"/>
                  <a:pt x="635868" y="119814"/>
                </a:cubicBezTo>
                <a:cubicBezTo>
                  <a:pt x="639051" y="118325"/>
                  <a:pt x="641810" y="116152"/>
                  <a:pt x="644144" y="113295"/>
                </a:cubicBezTo>
                <a:cubicBezTo>
                  <a:pt x="646478" y="110438"/>
                  <a:pt x="648297" y="106927"/>
                  <a:pt x="649600" y="102762"/>
                </a:cubicBezTo>
                <a:cubicBezTo>
                  <a:pt x="650904" y="98598"/>
                  <a:pt x="651556" y="93870"/>
                  <a:pt x="651556" y="88580"/>
                </a:cubicBezTo>
                <a:moveTo>
                  <a:pt x="666289" y="88580"/>
                </a:moveTo>
                <a:cubicBezTo>
                  <a:pt x="666289" y="95384"/>
                  <a:pt x="665319" y="101581"/>
                  <a:pt x="663379" y="107170"/>
                </a:cubicBezTo>
                <a:cubicBezTo>
                  <a:pt x="661438" y="112759"/>
                  <a:pt x="658695" y="117544"/>
                  <a:pt x="655148" y="121522"/>
                </a:cubicBezTo>
                <a:cubicBezTo>
                  <a:pt x="651601" y="125501"/>
                  <a:pt x="647312" y="128585"/>
                  <a:pt x="642279" y="130773"/>
                </a:cubicBezTo>
                <a:cubicBezTo>
                  <a:pt x="637247" y="132960"/>
                  <a:pt x="631609" y="134053"/>
                  <a:pt x="625364" y="134053"/>
                </a:cubicBezTo>
                <a:cubicBezTo>
                  <a:pt x="618937" y="134053"/>
                  <a:pt x="613192" y="132960"/>
                  <a:pt x="608130" y="130773"/>
                </a:cubicBezTo>
                <a:cubicBezTo>
                  <a:pt x="603067" y="128585"/>
                  <a:pt x="598762" y="125501"/>
                  <a:pt x="595215" y="121522"/>
                </a:cubicBezTo>
                <a:cubicBezTo>
                  <a:pt x="591669" y="117544"/>
                  <a:pt x="588955" y="112759"/>
                  <a:pt x="587076" y="107170"/>
                </a:cubicBezTo>
                <a:cubicBezTo>
                  <a:pt x="585196" y="101581"/>
                  <a:pt x="584257" y="95384"/>
                  <a:pt x="584257" y="88580"/>
                </a:cubicBezTo>
                <a:cubicBezTo>
                  <a:pt x="584257" y="81716"/>
                  <a:pt x="585227" y="75489"/>
                  <a:pt x="587167" y="69900"/>
                </a:cubicBezTo>
                <a:cubicBezTo>
                  <a:pt x="589107" y="64310"/>
                  <a:pt x="591850" y="59511"/>
                  <a:pt x="595397" y="55502"/>
                </a:cubicBezTo>
                <a:cubicBezTo>
                  <a:pt x="598944" y="51493"/>
                  <a:pt x="603249" y="48395"/>
                  <a:pt x="608311" y="46209"/>
                </a:cubicBezTo>
                <a:cubicBezTo>
                  <a:pt x="613374" y="44020"/>
                  <a:pt x="619028" y="42926"/>
                  <a:pt x="625273" y="42926"/>
                </a:cubicBezTo>
                <a:cubicBezTo>
                  <a:pt x="631639" y="42926"/>
                  <a:pt x="637368" y="44020"/>
                  <a:pt x="642461" y="46209"/>
                </a:cubicBezTo>
                <a:cubicBezTo>
                  <a:pt x="647554" y="48395"/>
                  <a:pt x="651859" y="51493"/>
                  <a:pt x="655375" y="55502"/>
                </a:cubicBezTo>
                <a:cubicBezTo>
                  <a:pt x="658892" y="59511"/>
                  <a:pt x="661590" y="64310"/>
                  <a:pt x="663470" y="69900"/>
                </a:cubicBezTo>
                <a:cubicBezTo>
                  <a:pt x="665349" y="75489"/>
                  <a:pt x="666289" y="81716"/>
                  <a:pt x="666289" y="88580"/>
                </a:cubicBezTo>
                <a:close/>
                <a:moveTo>
                  <a:pt x="698264" y="89081"/>
                </a:moveTo>
                <a:cubicBezTo>
                  <a:pt x="698264" y="95881"/>
                  <a:pt x="699081" y="101436"/>
                  <a:pt x="700714" y="105746"/>
                </a:cubicBezTo>
                <a:cubicBezTo>
                  <a:pt x="702349" y="110057"/>
                  <a:pt x="704422" y="113411"/>
                  <a:pt x="706932" y="115810"/>
                </a:cubicBezTo>
                <a:cubicBezTo>
                  <a:pt x="709445" y="118209"/>
                  <a:pt x="712183" y="119848"/>
                  <a:pt x="715149" y="120729"/>
                </a:cubicBezTo>
                <a:cubicBezTo>
                  <a:pt x="718114" y="121609"/>
                  <a:pt x="720927" y="122048"/>
                  <a:pt x="723589" y="122048"/>
                </a:cubicBezTo>
                <a:cubicBezTo>
                  <a:pt x="727947" y="122048"/>
                  <a:pt x="732032" y="121167"/>
                  <a:pt x="735844" y="119405"/>
                </a:cubicBezTo>
                <a:cubicBezTo>
                  <a:pt x="739656" y="117643"/>
                  <a:pt x="743015" y="115242"/>
                  <a:pt x="745919" y="112203"/>
                </a:cubicBezTo>
                <a:lnTo>
                  <a:pt x="745919" y="66958"/>
                </a:lnTo>
                <a:cubicBezTo>
                  <a:pt x="745133" y="65865"/>
                  <a:pt x="744043" y="64620"/>
                  <a:pt x="742651" y="63224"/>
                </a:cubicBezTo>
                <a:cubicBezTo>
                  <a:pt x="741260" y="61826"/>
                  <a:pt x="739641" y="60534"/>
                  <a:pt x="737794" y="59350"/>
                </a:cubicBezTo>
                <a:cubicBezTo>
                  <a:pt x="735948" y="58166"/>
                  <a:pt x="733845" y="57164"/>
                  <a:pt x="731485" y="56343"/>
                </a:cubicBezTo>
                <a:cubicBezTo>
                  <a:pt x="729126" y="55523"/>
                  <a:pt x="726555" y="55113"/>
                  <a:pt x="723771" y="55113"/>
                </a:cubicBezTo>
                <a:cubicBezTo>
                  <a:pt x="719595" y="55113"/>
                  <a:pt x="715919" y="55947"/>
                  <a:pt x="712741" y="57616"/>
                </a:cubicBezTo>
                <a:cubicBezTo>
                  <a:pt x="709564" y="59286"/>
                  <a:pt x="706901" y="61609"/>
                  <a:pt x="704752" y="64585"/>
                </a:cubicBezTo>
                <a:cubicBezTo>
                  <a:pt x="702606" y="67560"/>
                  <a:pt x="700988" y="71127"/>
                  <a:pt x="699898" y="75285"/>
                </a:cubicBezTo>
                <a:cubicBezTo>
                  <a:pt x="698809" y="79444"/>
                  <a:pt x="698264" y="84043"/>
                  <a:pt x="698264" y="89081"/>
                </a:cubicBezTo>
                <a:moveTo>
                  <a:pt x="721955" y="42926"/>
                </a:moveTo>
                <a:cubicBezTo>
                  <a:pt x="725710" y="42987"/>
                  <a:pt x="728981" y="43475"/>
                  <a:pt x="731766" y="44393"/>
                </a:cubicBezTo>
                <a:cubicBezTo>
                  <a:pt x="734551" y="45310"/>
                  <a:pt x="736943" y="46457"/>
                  <a:pt x="738942" y="47834"/>
                </a:cubicBezTo>
                <a:cubicBezTo>
                  <a:pt x="740941" y="49210"/>
                  <a:pt x="742531" y="50570"/>
                  <a:pt x="743711" y="51915"/>
                </a:cubicBezTo>
                <a:cubicBezTo>
                  <a:pt x="744891" y="53259"/>
                  <a:pt x="745694" y="54328"/>
                  <a:pt x="746118" y="55124"/>
                </a:cubicBezTo>
                <a:lnTo>
                  <a:pt x="746482" y="55124"/>
                </a:lnTo>
                <a:lnTo>
                  <a:pt x="749386" y="45291"/>
                </a:lnTo>
                <a:lnTo>
                  <a:pt x="760016" y="45291"/>
                </a:lnTo>
                <a:lnTo>
                  <a:pt x="760016" y="136781"/>
                </a:lnTo>
                <a:cubicBezTo>
                  <a:pt x="760016" y="143451"/>
                  <a:pt x="758925" y="149256"/>
                  <a:pt x="756744" y="154197"/>
                </a:cubicBezTo>
                <a:cubicBezTo>
                  <a:pt x="754566" y="159139"/>
                  <a:pt x="751508" y="163246"/>
                  <a:pt x="747573" y="166520"/>
                </a:cubicBezTo>
                <a:cubicBezTo>
                  <a:pt x="743638" y="169794"/>
                  <a:pt x="738900" y="172235"/>
                  <a:pt x="733360" y="173841"/>
                </a:cubicBezTo>
                <a:cubicBezTo>
                  <a:pt x="727820" y="175448"/>
                  <a:pt x="721690" y="176251"/>
                  <a:pt x="714969" y="176251"/>
                </a:cubicBezTo>
                <a:cubicBezTo>
                  <a:pt x="709278" y="176251"/>
                  <a:pt x="704192" y="175748"/>
                  <a:pt x="699711" y="174742"/>
                </a:cubicBezTo>
                <a:cubicBezTo>
                  <a:pt x="695230" y="173736"/>
                  <a:pt x="691716" y="172532"/>
                  <a:pt x="689170" y="171130"/>
                </a:cubicBezTo>
                <a:lnTo>
                  <a:pt x="689170" y="159154"/>
                </a:lnTo>
                <a:cubicBezTo>
                  <a:pt x="691231" y="160003"/>
                  <a:pt x="693230" y="160715"/>
                  <a:pt x="695166" y="161291"/>
                </a:cubicBezTo>
                <a:cubicBezTo>
                  <a:pt x="697104" y="161867"/>
                  <a:pt x="699102" y="162352"/>
                  <a:pt x="701160" y="162746"/>
                </a:cubicBezTo>
                <a:cubicBezTo>
                  <a:pt x="703218" y="163140"/>
                  <a:pt x="705321" y="163428"/>
                  <a:pt x="707469" y="163610"/>
                </a:cubicBezTo>
                <a:cubicBezTo>
                  <a:pt x="709618" y="163792"/>
                  <a:pt x="711994" y="163883"/>
                  <a:pt x="714597" y="163883"/>
                </a:cubicBezTo>
                <a:cubicBezTo>
                  <a:pt x="724705" y="163883"/>
                  <a:pt x="732453" y="161528"/>
                  <a:pt x="737839" y="156818"/>
                </a:cubicBezTo>
                <a:cubicBezTo>
                  <a:pt x="743226" y="152109"/>
                  <a:pt x="745919" y="144926"/>
                  <a:pt x="745919" y="135266"/>
                </a:cubicBezTo>
                <a:lnTo>
                  <a:pt x="745919" y="123765"/>
                </a:lnTo>
                <a:lnTo>
                  <a:pt x="745646" y="123765"/>
                </a:lnTo>
                <a:cubicBezTo>
                  <a:pt x="742560" y="127164"/>
                  <a:pt x="738973" y="129728"/>
                  <a:pt x="734886" y="131458"/>
                </a:cubicBezTo>
                <a:cubicBezTo>
                  <a:pt x="730800" y="133188"/>
                  <a:pt x="726123" y="134053"/>
                  <a:pt x="720855" y="134053"/>
                </a:cubicBezTo>
                <a:cubicBezTo>
                  <a:pt x="718434" y="134053"/>
                  <a:pt x="715831" y="133779"/>
                  <a:pt x="713045" y="133232"/>
                </a:cubicBezTo>
                <a:cubicBezTo>
                  <a:pt x="710260" y="132686"/>
                  <a:pt x="707475" y="131760"/>
                  <a:pt x="704690" y="130455"/>
                </a:cubicBezTo>
                <a:cubicBezTo>
                  <a:pt x="701905" y="129148"/>
                  <a:pt x="699241" y="127416"/>
                  <a:pt x="696698" y="125260"/>
                </a:cubicBezTo>
                <a:cubicBezTo>
                  <a:pt x="694155" y="123104"/>
                  <a:pt x="691915" y="120401"/>
                  <a:pt x="689977" y="117151"/>
                </a:cubicBezTo>
                <a:cubicBezTo>
                  <a:pt x="688040" y="113900"/>
                  <a:pt x="686482" y="110057"/>
                  <a:pt x="685302" y="105621"/>
                </a:cubicBezTo>
                <a:cubicBezTo>
                  <a:pt x="684121" y="101186"/>
                  <a:pt x="683531" y="96052"/>
                  <a:pt x="683531" y="90220"/>
                </a:cubicBezTo>
                <a:cubicBezTo>
                  <a:pt x="683531" y="82141"/>
                  <a:pt x="684620" y="75140"/>
                  <a:pt x="686799" y="69218"/>
                </a:cubicBezTo>
                <a:cubicBezTo>
                  <a:pt x="688980" y="63293"/>
                  <a:pt x="691857" y="58387"/>
                  <a:pt x="695430" y="54499"/>
                </a:cubicBezTo>
                <a:cubicBezTo>
                  <a:pt x="699004" y="50611"/>
                  <a:pt x="703092" y="47710"/>
                  <a:pt x="707694" y="45796"/>
                </a:cubicBezTo>
                <a:cubicBezTo>
                  <a:pt x="712296" y="43883"/>
                  <a:pt x="717050" y="42926"/>
                  <a:pt x="721955" y="42926"/>
                </a:cubicBezTo>
                <a:close/>
                <a:moveTo>
                  <a:pt x="776431" y="45291"/>
                </a:moveTo>
                <a:lnTo>
                  <a:pt x="790527" y="45291"/>
                </a:lnTo>
                <a:lnTo>
                  <a:pt x="817407" y="113093"/>
                </a:lnTo>
                <a:lnTo>
                  <a:pt x="817961" y="113093"/>
                </a:lnTo>
                <a:lnTo>
                  <a:pt x="845549" y="45291"/>
                </a:lnTo>
                <a:lnTo>
                  <a:pt x="859645" y="45291"/>
                </a:lnTo>
                <a:lnTo>
                  <a:pt x="806090" y="174069"/>
                </a:lnTo>
                <a:lnTo>
                  <a:pt x="792085" y="174069"/>
                </a:lnTo>
                <a:lnTo>
                  <a:pt x="810546" y="130020"/>
                </a:lnTo>
                <a:lnTo>
                  <a:pt x="776431" y="45291"/>
                </a:lnTo>
                <a:close/>
              </a:path>
            </a:pathLst>
          </a:custGeom>
          <a:solidFill xmlns:a="http://schemas.openxmlformats.org/drawingml/2006/main">
            <a:srgbClr val="0070C0"/>
          </a:solidFill>
          <a:ln xmlns:a="http://schemas.openxmlformats.org/drawingml/2006/main" w="0" cap="flat">
            <a:noFill/>
            <a:miter/>
          </a:ln>
        </p:spPr>
      </p:sp>
      <p:pic>
        <p:nvPicPr>
          <p:cNvPr id="4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e90aeb2bf934b6a"/>
          <a:stretch xmlns:a="http://schemas.openxmlformats.org/drawingml/2006/main"/>
        </p:blipFill>
        <p:spPr>
          <a:xfrm xmlns:a="http://schemas.openxmlformats.org/drawingml/2006/main">
            <a:off x="10355602" y="1380561"/>
            <a:ext cx="404842" cy="410976"/>
          </a:xfrm>
          <a:prstGeom xmlns:a="http://schemas.openxmlformats.org/drawingml/2006/main" prst="rect">
            <a:avLst/>
          </a:prstGeom>
        </p:spPr>
      </p:pic>
      <p:sp>
        <p:nvSpPr>
          <p:cNvPr id="19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019BE85-D6DB-4154-9C46-580E90C09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24281" y="1791537"/>
            <a:ext cx="67484" cy="678212"/>
          </a:xfrm>
          <a:custGeom xmlns:a="http://schemas.openxmlformats.org/drawingml/2006/main">
            <a:pathLst>
              <a:path w="67484" h="678212">
                <a:moveTo>
                  <a:pt x="42177" y="0"/>
                </a:moveTo>
                <a:lnTo>
                  <a:pt x="25306" y="0"/>
                </a:lnTo>
                <a:lnTo>
                  <a:pt x="25306" y="610728"/>
                </a:lnTo>
                <a:lnTo>
                  <a:pt x="0" y="610728"/>
                </a:lnTo>
                <a:lnTo>
                  <a:pt x="33742" y="678212"/>
                </a:lnTo>
                <a:lnTo>
                  <a:pt x="67484" y="610728"/>
                </a:lnTo>
                <a:lnTo>
                  <a:pt x="42177" y="610728"/>
                </a:lnTo>
                <a:lnTo>
                  <a:pt x="42177" y="0"/>
                </a:lnTo>
                <a:close/>
              </a:path>
            </a:pathLst>
          </a:custGeom>
          <a:solidFill xmlns:a="http://schemas.openxmlformats.org/drawingml/2006/main">
            <a:srgbClr val="0070C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9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E1C8ACE-E3A0-4D90-8ABD-8342343EB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25968" y="2817966"/>
            <a:ext cx="67484" cy="607860"/>
          </a:xfrm>
          <a:custGeom xmlns:a="http://schemas.openxmlformats.org/drawingml/2006/main">
            <a:pathLst>
              <a:path w="67484" h="607860">
                <a:moveTo>
                  <a:pt x="40490" y="0"/>
                </a:moveTo>
                <a:lnTo>
                  <a:pt x="23619" y="0"/>
                </a:lnTo>
                <a:lnTo>
                  <a:pt x="25255" y="540402"/>
                </a:lnTo>
                <a:lnTo>
                  <a:pt x="0" y="540478"/>
                </a:lnTo>
                <a:lnTo>
                  <a:pt x="33911" y="607860"/>
                </a:lnTo>
                <a:lnTo>
                  <a:pt x="67484" y="540275"/>
                </a:lnTo>
                <a:lnTo>
                  <a:pt x="42126" y="540351"/>
                </a:lnTo>
                <a:lnTo>
                  <a:pt x="40490" y="0"/>
                </a:lnTo>
                <a:close/>
              </a:path>
            </a:pathLst>
          </a:custGeom>
          <a:solidFill xmlns:a="http://schemas.openxmlformats.org/drawingml/2006/main">
            <a:srgbClr val="0070C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9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4DE6E78-6CC3-4EE6-96AC-BB28525E6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24618" y="3775494"/>
            <a:ext cx="67484" cy="638431"/>
          </a:xfrm>
          <a:custGeom xmlns:a="http://schemas.openxmlformats.org/drawingml/2006/main">
            <a:pathLst>
              <a:path w="67484" h="638431">
                <a:moveTo>
                  <a:pt x="37791" y="0"/>
                </a:moveTo>
                <a:lnTo>
                  <a:pt x="20920" y="135"/>
                </a:lnTo>
                <a:lnTo>
                  <a:pt x="25180" y="571011"/>
                </a:lnTo>
                <a:lnTo>
                  <a:pt x="0" y="571200"/>
                </a:lnTo>
                <a:lnTo>
                  <a:pt x="34248" y="638431"/>
                </a:lnTo>
                <a:lnTo>
                  <a:pt x="67484" y="570694"/>
                </a:lnTo>
                <a:lnTo>
                  <a:pt x="42052" y="570884"/>
                </a:lnTo>
                <a:lnTo>
                  <a:pt x="37791" y="0"/>
                </a:lnTo>
                <a:close/>
              </a:path>
            </a:pathLst>
          </a:custGeom>
          <a:solidFill xmlns:a="http://schemas.openxmlformats.org/drawingml/2006/main">
            <a:srgbClr val="0070C0"/>
          </a:solidFill>
          <a:ln xmlns:a="http://schemas.openxmlformats.org/drawingml/2006/main" w="0" cap="flat">
            <a:noFill/>
            <a:miter/>
          </a:ln>
        </p:spPr>
      </p:sp>
      <p:pic>
        <p:nvPicPr>
          <p:cNvPr id="42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4b3de5349b54d4c"/>
          <a:stretch xmlns:a="http://schemas.openxmlformats.org/drawingml/2006/main"/>
        </p:blipFill>
        <p:spPr>
          <a:xfrm xmlns:a="http://schemas.openxmlformats.org/drawingml/2006/main">
            <a:off x="10391036" y="2469750"/>
            <a:ext cx="335998" cy="348216"/>
          </a:xfrm>
          <a:prstGeom xmlns:a="http://schemas.openxmlformats.org/drawingml/2006/main" prst="rect">
            <a:avLst/>
          </a:prstGeom>
        </p:spPr>
      </p:pic>
      <p:pic>
        <p:nvPicPr>
          <p:cNvPr id="43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22ce114294d4755"/>
          <a:stretch xmlns:a="http://schemas.openxmlformats.org/drawingml/2006/main"/>
        </p:blipFill>
        <p:spPr>
          <a:xfrm xmlns:a="http://schemas.openxmlformats.org/drawingml/2006/main">
            <a:off x="10927313" y="1392708"/>
            <a:ext cx="476129" cy="402878"/>
          </a:xfrm>
          <a:prstGeom xmlns:a="http://schemas.openxmlformats.org/drawingml/2006/main" prst="rect">
            <a:avLst/>
          </a:prstGeom>
        </p:spPr>
      </p:pic>
      <p:pic>
        <p:nvPicPr>
          <p:cNvPr id="43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da662061b5c44d5"/>
          <a:stretch xmlns:a="http://schemas.openxmlformats.org/drawingml/2006/main"/>
        </p:blipFill>
        <p:spPr>
          <a:xfrm xmlns:a="http://schemas.openxmlformats.org/drawingml/2006/main">
            <a:off x="10392014" y="3426315"/>
            <a:ext cx="336068" cy="342178"/>
          </a:xfrm>
          <a:prstGeom xmlns:a="http://schemas.openxmlformats.org/drawingml/2006/main" prst="rect">
            <a:avLst/>
          </a:prstGeom>
        </p:spPr>
      </p:pic>
      <p:sp>
        <p:nvSpPr>
          <p:cNvPr id="19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67EF551-26AD-4636-9E0F-B6E3FCE5E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11390" y="1787488"/>
            <a:ext cx="67484" cy="678212"/>
          </a:xfrm>
          <a:custGeom xmlns:a="http://schemas.openxmlformats.org/drawingml/2006/main">
            <a:pathLst>
              <a:path w="67484" h="678212">
                <a:moveTo>
                  <a:pt x="42177" y="0"/>
                </a:moveTo>
                <a:lnTo>
                  <a:pt x="25306" y="0"/>
                </a:lnTo>
                <a:lnTo>
                  <a:pt x="25306" y="610728"/>
                </a:lnTo>
                <a:lnTo>
                  <a:pt x="0" y="610728"/>
                </a:lnTo>
                <a:lnTo>
                  <a:pt x="33742" y="678212"/>
                </a:lnTo>
                <a:lnTo>
                  <a:pt x="67484" y="610728"/>
                </a:lnTo>
                <a:lnTo>
                  <a:pt x="42177" y="610728"/>
                </a:lnTo>
                <a:lnTo>
                  <a:pt x="42177" y="0"/>
                </a:lnTo>
                <a:close/>
              </a:path>
            </a:pathLst>
          </a:custGeom>
          <a:solidFill xmlns:a="http://schemas.openxmlformats.org/drawingml/2006/main">
            <a:srgbClr val="0070C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9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666261D-38D1-4006-87C9-A3416E30D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13077" y="2813917"/>
            <a:ext cx="67484" cy="616903"/>
          </a:xfrm>
          <a:custGeom xmlns:a="http://schemas.openxmlformats.org/drawingml/2006/main">
            <a:pathLst>
              <a:path w="67484" h="616903">
                <a:moveTo>
                  <a:pt x="40490" y="0"/>
                </a:moveTo>
                <a:lnTo>
                  <a:pt x="23619" y="0"/>
                </a:lnTo>
                <a:lnTo>
                  <a:pt x="25256" y="549445"/>
                </a:lnTo>
                <a:lnTo>
                  <a:pt x="0" y="549521"/>
                </a:lnTo>
                <a:lnTo>
                  <a:pt x="33911" y="616903"/>
                </a:lnTo>
                <a:lnTo>
                  <a:pt x="67484" y="549318"/>
                </a:lnTo>
                <a:lnTo>
                  <a:pt x="42127" y="549394"/>
                </a:lnTo>
                <a:lnTo>
                  <a:pt x="40490" y="0"/>
                </a:lnTo>
                <a:close/>
              </a:path>
            </a:pathLst>
          </a:custGeom>
          <a:solidFill xmlns:a="http://schemas.openxmlformats.org/drawingml/2006/main">
            <a:srgbClr val="0070C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00" name="Text Psy.">
            <a:extLst xmlns:a="http://schemas.openxmlformats.org/drawingml/2006/main">
              <a:ext uri="{FF2B5EF4-FFF2-40B4-BE49-F238E27FC236}">
                <a16:creationId xmlns:a16="http://schemas.microsoft.com/office/drawing/2014/main" id="{188A794A-182F-49AD-97B8-ABEB30A2B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6184" y="4524580"/>
            <a:ext cx="261048" cy="148015"/>
          </a:xfrm>
          <a:custGeom xmlns:a="http://schemas.openxmlformats.org/drawingml/2006/main">
            <a:pathLst>
              <a:path w="261048" h="148015">
                <a:moveTo>
                  <a:pt x="13374" y="109780"/>
                </a:moveTo>
                <a:lnTo>
                  <a:pt x="0" y="109780"/>
                </a:lnTo>
                <a:lnTo>
                  <a:pt x="0" y="0"/>
                </a:lnTo>
                <a:lnTo>
                  <a:pt x="30507" y="0"/>
                </a:lnTo>
                <a:cubicBezTo>
                  <a:pt x="35057" y="0"/>
                  <a:pt x="39264" y="273"/>
                  <a:pt x="43129" y="820"/>
                </a:cubicBezTo>
                <a:cubicBezTo>
                  <a:pt x="46994" y="1367"/>
                  <a:pt x="50544" y="2215"/>
                  <a:pt x="53780" y="3364"/>
                </a:cubicBezTo>
                <a:cubicBezTo>
                  <a:pt x="60358" y="5716"/>
                  <a:pt x="65345" y="9230"/>
                  <a:pt x="68744" y="13907"/>
                </a:cubicBezTo>
                <a:cubicBezTo>
                  <a:pt x="72143" y="18584"/>
                  <a:pt x="73843" y="24341"/>
                  <a:pt x="73843" y="31178"/>
                </a:cubicBezTo>
                <a:cubicBezTo>
                  <a:pt x="73843" y="36758"/>
                  <a:pt x="72732" y="41667"/>
                  <a:pt x="70510" y="45906"/>
                </a:cubicBezTo>
                <a:cubicBezTo>
                  <a:pt x="68290" y="50145"/>
                  <a:pt x="65068" y="53687"/>
                  <a:pt x="60844" y="56531"/>
                </a:cubicBezTo>
                <a:cubicBezTo>
                  <a:pt x="56622" y="59376"/>
                  <a:pt x="51480" y="61522"/>
                  <a:pt x="45419" y="62972"/>
                </a:cubicBezTo>
                <a:cubicBezTo>
                  <a:pt x="39357" y="64421"/>
                  <a:pt x="32488" y="65146"/>
                  <a:pt x="24809" y="65146"/>
                </a:cubicBezTo>
                <a:cubicBezTo>
                  <a:pt x="21134" y="65146"/>
                  <a:pt x="17322" y="64982"/>
                  <a:pt x="13374" y="64654"/>
                </a:cubicBezTo>
                <a:lnTo>
                  <a:pt x="13374" y="109780"/>
                </a:lnTo>
                <a:moveTo>
                  <a:pt x="13374" y="52349"/>
                </a:moveTo>
                <a:cubicBezTo>
                  <a:pt x="15182" y="52568"/>
                  <a:pt x="17073" y="52732"/>
                  <a:pt x="19045" y="52842"/>
                </a:cubicBezTo>
                <a:cubicBezTo>
                  <a:pt x="21018" y="52949"/>
                  <a:pt x="22881" y="53003"/>
                  <a:pt x="24635" y="53003"/>
                </a:cubicBezTo>
                <a:cubicBezTo>
                  <a:pt x="30936" y="53003"/>
                  <a:pt x="36305" y="52513"/>
                  <a:pt x="40745" y="51534"/>
                </a:cubicBezTo>
                <a:cubicBezTo>
                  <a:pt x="45184" y="50553"/>
                  <a:pt x="48800" y="49122"/>
                  <a:pt x="51593" y="47242"/>
                </a:cubicBezTo>
                <a:cubicBezTo>
                  <a:pt x="54388" y="45362"/>
                  <a:pt x="56415" y="43074"/>
                  <a:pt x="57675" y="40378"/>
                </a:cubicBezTo>
                <a:cubicBezTo>
                  <a:pt x="58936" y="37681"/>
                  <a:pt x="59567" y="34616"/>
                  <a:pt x="59567" y="31183"/>
                </a:cubicBezTo>
                <a:cubicBezTo>
                  <a:pt x="59567" y="26934"/>
                  <a:pt x="58540" y="23448"/>
                  <a:pt x="56485" y="20725"/>
                </a:cubicBezTo>
                <a:cubicBezTo>
                  <a:pt x="54430" y="18000"/>
                  <a:pt x="51513" y="15929"/>
                  <a:pt x="47732" y="14512"/>
                </a:cubicBezTo>
                <a:cubicBezTo>
                  <a:pt x="45374" y="13641"/>
                  <a:pt x="42662" y="13028"/>
                  <a:pt x="39593" y="12674"/>
                </a:cubicBezTo>
                <a:cubicBezTo>
                  <a:pt x="36525" y="12320"/>
                  <a:pt x="32964" y="12143"/>
                  <a:pt x="28909" y="12143"/>
                </a:cubicBezTo>
                <a:lnTo>
                  <a:pt x="13374" y="12143"/>
                </a:lnTo>
                <a:lnTo>
                  <a:pt x="13374" y="52349"/>
                </a:lnTo>
                <a:close/>
                <a:moveTo>
                  <a:pt x="102655" y="52557"/>
                </a:moveTo>
                <a:cubicBezTo>
                  <a:pt x="102655" y="54694"/>
                  <a:pt x="103110" y="56447"/>
                  <a:pt x="104019" y="57818"/>
                </a:cubicBezTo>
                <a:cubicBezTo>
                  <a:pt x="104928" y="59189"/>
                  <a:pt x="106145" y="60299"/>
                  <a:pt x="107668" y="61149"/>
                </a:cubicBezTo>
                <a:cubicBezTo>
                  <a:pt x="109192" y="61999"/>
                  <a:pt x="110957" y="62698"/>
                  <a:pt x="112962" y="63246"/>
                </a:cubicBezTo>
                <a:cubicBezTo>
                  <a:pt x="114967" y="63793"/>
                  <a:pt x="117040" y="64286"/>
                  <a:pt x="119180" y="64723"/>
                </a:cubicBezTo>
                <a:cubicBezTo>
                  <a:pt x="122122" y="65381"/>
                  <a:pt x="124903" y="66108"/>
                  <a:pt x="127523" y="66903"/>
                </a:cubicBezTo>
                <a:cubicBezTo>
                  <a:pt x="130144" y="67697"/>
                  <a:pt x="132563" y="68890"/>
                  <a:pt x="134782" y="70479"/>
                </a:cubicBezTo>
                <a:cubicBezTo>
                  <a:pt x="137001" y="72069"/>
                  <a:pt x="138792" y="74220"/>
                  <a:pt x="140156" y="76933"/>
                </a:cubicBezTo>
                <a:cubicBezTo>
                  <a:pt x="141520" y="79646"/>
                  <a:pt x="142202" y="83167"/>
                  <a:pt x="142202" y="87497"/>
                </a:cubicBezTo>
                <a:cubicBezTo>
                  <a:pt x="142202" y="91444"/>
                  <a:pt x="141436" y="94938"/>
                  <a:pt x="139905" y="97981"/>
                </a:cubicBezTo>
                <a:cubicBezTo>
                  <a:pt x="138373" y="101022"/>
                  <a:pt x="136213" y="103570"/>
                  <a:pt x="133423" y="105627"/>
                </a:cubicBezTo>
                <a:cubicBezTo>
                  <a:pt x="130633" y="107681"/>
                  <a:pt x="127297" y="109243"/>
                  <a:pt x="123413" y="110311"/>
                </a:cubicBezTo>
                <a:cubicBezTo>
                  <a:pt x="119529" y="111380"/>
                  <a:pt x="115263" y="111914"/>
                  <a:pt x="110614" y="111914"/>
                </a:cubicBezTo>
                <a:cubicBezTo>
                  <a:pt x="107769" y="111914"/>
                  <a:pt x="105185" y="111763"/>
                  <a:pt x="102860" y="111462"/>
                </a:cubicBezTo>
                <a:cubicBezTo>
                  <a:pt x="100535" y="111162"/>
                  <a:pt x="98484" y="110779"/>
                  <a:pt x="96706" y="110314"/>
                </a:cubicBezTo>
                <a:cubicBezTo>
                  <a:pt x="94929" y="109849"/>
                  <a:pt x="93411" y="109370"/>
                  <a:pt x="92153" y="108878"/>
                </a:cubicBezTo>
                <a:cubicBezTo>
                  <a:pt x="90895" y="108386"/>
                  <a:pt x="89855" y="107921"/>
                  <a:pt x="89035" y="107483"/>
                </a:cubicBezTo>
                <a:lnTo>
                  <a:pt x="89035" y="96817"/>
                </a:lnTo>
                <a:cubicBezTo>
                  <a:pt x="92257" y="98130"/>
                  <a:pt x="95452" y="99169"/>
                  <a:pt x="98619" y="99935"/>
                </a:cubicBezTo>
                <a:cubicBezTo>
                  <a:pt x="101788" y="100700"/>
                  <a:pt x="105280" y="101083"/>
                  <a:pt x="109093" y="101083"/>
                </a:cubicBezTo>
                <a:cubicBezTo>
                  <a:pt x="112102" y="101083"/>
                  <a:pt x="114813" y="100809"/>
                  <a:pt x="117229" y="100260"/>
                </a:cubicBezTo>
                <a:cubicBezTo>
                  <a:pt x="119646" y="99712"/>
                  <a:pt x="121727" y="98902"/>
                  <a:pt x="123472" y="97832"/>
                </a:cubicBezTo>
                <a:cubicBezTo>
                  <a:pt x="125217" y="96760"/>
                  <a:pt x="126560" y="95415"/>
                  <a:pt x="127500" y="93796"/>
                </a:cubicBezTo>
                <a:cubicBezTo>
                  <a:pt x="128440" y="92176"/>
                  <a:pt x="128910" y="90296"/>
                  <a:pt x="128910" y="88156"/>
                </a:cubicBezTo>
                <a:cubicBezTo>
                  <a:pt x="128910" y="85963"/>
                  <a:pt x="128480" y="84154"/>
                  <a:pt x="127621" y="82730"/>
                </a:cubicBezTo>
                <a:cubicBezTo>
                  <a:pt x="126763" y="81305"/>
                  <a:pt x="125608" y="80126"/>
                  <a:pt x="124157" y="79194"/>
                </a:cubicBezTo>
                <a:cubicBezTo>
                  <a:pt x="122707" y="78263"/>
                  <a:pt x="121029" y="77495"/>
                  <a:pt x="119124" y="76892"/>
                </a:cubicBezTo>
                <a:cubicBezTo>
                  <a:pt x="117218" y="76289"/>
                  <a:pt x="115218" y="75741"/>
                  <a:pt x="113124" y="75248"/>
                </a:cubicBezTo>
                <a:cubicBezTo>
                  <a:pt x="110385" y="74645"/>
                  <a:pt x="107606" y="73932"/>
                  <a:pt x="104786" y="73110"/>
                </a:cubicBezTo>
                <a:cubicBezTo>
                  <a:pt x="101967" y="72288"/>
                  <a:pt x="99403" y="71137"/>
                  <a:pt x="97094" y="69659"/>
                </a:cubicBezTo>
                <a:cubicBezTo>
                  <a:pt x="94786" y="68179"/>
                  <a:pt x="92920" y="66164"/>
                  <a:pt x="91496" y="63616"/>
                </a:cubicBezTo>
                <a:cubicBezTo>
                  <a:pt x="90074" y="61067"/>
                  <a:pt x="89363" y="57792"/>
                  <a:pt x="89363" y="53790"/>
                </a:cubicBezTo>
                <a:cubicBezTo>
                  <a:pt x="89363" y="49679"/>
                  <a:pt x="90100" y="46117"/>
                  <a:pt x="91573" y="43104"/>
                </a:cubicBezTo>
                <a:cubicBezTo>
                  <a:pt x="93048" y="40088"/>
                  <a:pt x="95042" y="37594"/>
                  <a:pt x="97553" y="35622"/>
                </a:cubicBezTo>
                <a:cubicBezTo>
                  <a:pt x="100065" y="33647"/>
                  <a:pt x="102987" y="32167"/>
                  <a:pt x="106319" y="31181"/>
                </a:cubicBezTo>
                <a:cubicBezTo>
                  <a:pt x="109650" y="30195"/>
                  <a:pt x="113172" y="29701"/>
                  <a:pt x="116885" y="29701"/>
                </a:cubicBezTo>
                <a:cubicBezTo>
                  <a:pt x="121199" y="29701"/>
                  <a:pt x="125199" y="30110"/>
                  <a:pt x="128885" y="30927"/>
                </a:cubicBezTo>
                <a:cubicBezTo>
                  <a:pt x="132572" y="31742"/>
                  <a:pt x="135917" y="32776"/>
                  <a:pt x="138920" y="34027"/>
                </a:cubicBezTo>
                <a:lnTo>
                  <a:pt x="138920" y="44798"/>
                </a:lnTo>
                <a:cubicBezTo>
                  <a:pt x="135725" y="43564"/>
                  <a:pt x="132491" y="42558"/>
                  <a:pt x="129215" y="41780"/>
                </a:cubicBezTo>
                <a:cubicBezTo>
                  <a:pt x="125940" y="41001"/>
                  <a:pt x="122572" y="40585"/>
                  <a:pt x="119111" y="40532"/>
                </a:cubicBezTo>
                <a:cubicBezTo>
                  <a:pt x="116181" y="40532"/>
                  <a:pt x="113678" y="40834"/>
                  <a:pt x="111601" y="41439"/>
                </a:cubicBezTo>
                <a:cubicBezTo>
                  <a:pt x="109524" y="42043"/>
                  <a:pt x="107820" y="42880"/>
                  <a:pt x="106488" y="43952"/>
                </a:cubicBezTo>
                <a:cubicBezTo>
                  <a:pt x="105158" y="45022"/>
                  <a:pt x="104186" y="46285"/>
                  <a:pt x="103573" y="47739"/>
                </a:cubicBezTo>
                <a:cubicBezTo>
                  <a:pt x="102961" y="49194"/>
                  <a:pt x="102655" y="50800"/>
                  <a:pt x="102655" y="52557"/>
                </a:cubicBezTo>
                <a:close/>
                <a:moveTo>
                  <a:pt x="152347" y="31835"/>
                </a:moveTo>
                <a:lnTo>
                  <a:pt x="165064" y="31835"/>
                </a:lnTo>
                <a:lnTo>
                  <a:pt x="189315" y="93004"/>
                </a:lnTo>
                <a:lnTo>
                  <a:pt x="189815" y="93004"/>
                </a:lnTo>
                <a:lnTo>
                  <a:pt x="214703" y="31835"/>
                </a:lnTo>
                <a:lnTo>
                  <a:pt x="227421" y="31835"/>
                </a:lnTo>
                <a:lnTo>
                  <a:pt x="179105" y="148015"/>
                </a:lnTo>
                <a:lnTo>
                  <a:pt x="166469" y="148015"/>
                </a:lnTo>
                <a:lnTo>
                  <a:pt x="183125" y="108275"/>
                </a:lnTo>
                <a:lnTo>
                  <a:pt x="152347" y="31835"/>
                </a:lnTo>
                <a:close/>
                <a:moveTo>
                  <a:pt x="245459" y="109780"/>
                </a:moveTo>
                <a:lnTo>
                  <a:pt x="245459" y="93699"/>
                </a:lnTo>
                <a:lnTo>
                  <a:pt x="261048" y="93699"/>
                </a:lnTo>
                <a:lnTo>
                  <a:pt x="261048" y="109780"/>
                </a:lnTo>
                <a:lnTo>
                  <a:pt x="245459" y="109780"/>
                </a:lnTo>
                <a:close/>
              </a:path>
            </a:pathLst>
          </a:custGeom>
          <a:solidFill xmlns:a="http://schemas.openxmlformats.org/drawingml/2006/main">
            <a:srgbClr val="0070C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01" name="Text Score">
            <a:extLst xmlns:a="http://schemas.openxmlformats.org/drawingml/2006/main">
              <a:ext uri="{FF2B5EF4-FFF2-40B4-BE49-F238E27FC236}">
                <a16:creationId xmlns:a16="http://schemas.microsoft.com/office/drawing/2014/main" id="{2C904028-2900-4AE7-A110-C248FD7EF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60100" y="4724898"/>
            <a:ext cx="375284" cy="114047"/>
          </a:xfrm>
          <a:custGeom xmlns:a="http://schemas.openxmlformats.org/drawingml/2006/main">
            <a:pathLst>
              <a:path w="375284" h="114047">
                <a:moveTo>
                  <a:pt x="14276" y="31140"/>
                </a:moveTo>
                <a:cubicBezTo>
                  <a:pt x="14276" y="34372"/>
                  <a:pt x="14931" y="37043"/>
                  <a:pt x="16240" y="39152"/>
                </a:cubicBezTo>
                <a:cubicBezTo>
                  <a:pt x="17550" y="41260"/>
                  <a:pt x="19309" y="42999"/>
                  <a:pt x="21517" y="44370"/>
                </a:cubicBezTo>
                <a:cubicBezTo>
                  <a:pt x="23726" y="45739"/>
                  <a:pt x="26289" y="46862"/>
                  <a:pt x="29207" y="47739"/>
                </a:cubicBezTo>
                <a:cubicBezTo>
                  <a:pt x="32126" y="48614"/>
                  <a:pt x="35168" y="49436"/>
                  <a:pt x="38332" y="50203"/>
                </a:cubicBezTo>
                <a:cubicBezTo>
                  <a:pt x="42586" y="51244"/>
                  <a:pt x="46773" y="52395"/>
                  <a:pt x="50890" y="53654"/>
                </a:cubicBezTo>
                <a:cubicBezTo>
                  <a:pt x="55008" y="54914"/>
                  <a:pt x="58676" y="56653"/>
                  <a:pt x="61895" y="58872"/>
                </a:cubicBezTo>
                <a:cubicBezTo>
                  <a:pt x="65114" y="61091"/>
                  <a:pt x="67718" y="63980"/>
                  <a:pt x="69708" y="67541"/>
                </a:cubicBezTo>
                <a:cubicBezTo>
                  <a:pt x="71699" y="71102"/>
                  <a:pt x="72695" y="75676"/>
                  <a:pt x="72695" y="81264"/>
                </a:cubicBezTo>
                <a:cubicBezTo>
                  <a:pt x="72695" y="86961"/>
                  <a:pt x="71604" y="91878"/>
                  <a:pt x="69423" y="96014"/>
                </a:cubicBezTo>
                <a:cubicBezTo>
                  <a:pt x="67242" y="100149"/>
                  <a:pt x="64233" y="103545"/>
                  <a:pt x="60398" y="106201"/>
                </a:cubicBezTo>
                <a:cubicBezTo>
                  <a:pt x="56562" y="108857"/>
                  <a:pt x="52046" y="110829"/>
                  <a:pt x="46850" y="112116"/>
                </a:cubicBezTo>
                <a:cubicBezTo>
                  <a:pt x="41653" y="113403"/>
                  <a:pt x="35964" y="114047"/>
                  <a:pt x="29783" y="114047"/>
                </a:cubicBezTo>
                <a:cubicBezTo>
                  <a:pt x="26939" y="114047"/>
                  <a:pt x="24026" y="113869"/>
                  <a:pt x="21045" y="113514"/>
                </a:cubicBezTo>
                <a:cubicBezTo>
                  <a:pt x="18064" y="113158"/>
                  <a:pt x="15220" y="112680"/>
                  <a:pt x="12512" y="112078"/>
                </a:cubicBezTo>
                <a:cubicBezTo>
                  <a:pt x="9805" y="111476"/>
                  <a:pt x="7357" y="110792"/>
                  <a:pt x="5169" y="110027"/>
                </a:cubicBezTo>
                <a:cubicBezTo>
                  <a:pt x="2981" y="109261"/>
                  <a:pt x="1258" y="108495"/>
                  <a:pt x="0" y="107729"/>
                </a:cubicBezTo>
                <a:lnTo>
                  <a:pt x="0" y="95504"/>
                </a:lnTo>
                <a:cubicBezTo>
                  <a:pt x="1969" y="96477"/>
                  <a:pt x="4184" y="97368"/>
                  <a:pt x="6646" y="98178"/>
                </a:cubicBezTo>
                <a:cubicBezTo>
                  <a:pt x="9107" y="98989"/>
                  <a:pt x="11651" y="99677"/>
                  <a:pt x="14276" y="100245"/>
                </a:cubicBezTo>
                <a:cubicBezTo>
                  <a:pt x="16902" y="100812"/>
                  <a:pt x="19555" y="101259"/>
                  <a:pt x="22235" y="101583"/>
                </a:cubicBezTo>
                <a:cubicBezTo>
                  <a:pt x="24915" y="101906"/>
                  <a:pt x="27431" y="102068"/>
                  <a:pt x="29783" y="102068"/>
                </a:cubicBezTo>
                <a:cubicBezTo>
                  <a:pt x="33612" y="102068"/>
                  <a:pt x="37264" y="101741"/>
                  <a:pt x="40737" y="101086"/>
                </a:cubicBezTo>
                <a:cubicBezTo>
                  <a:pt x="44210" y="100430"/>
                  <a:pt x="47260" y="99337"/>
                  <a:pt x="49885" y="97809"/>
                </a:cubicBezTo>
                <a:cubicBezTo>
                  <a:pt x="52511" y="96279"/>
                  <a:pt x="54589" y="94190"/>
                  <a:pt x="56121" y="91543"/>
                </a:cubicBezTo>
                <a:cubicBezTo>
                  <a:pt x="57653" y="88895"/>
                  <a:pt x="58418" y="85578"/>
                  <a:pt x="58418" y="81592"/>
                </a:cubicBezTo>
                <a:cubicBezTo>
                  <a:pt x="58418" y="78305"/>
                  <a:pt x="57748" y="75594"/>
                  <a:pt x="56408" y="73459"/>
                </a:cubicBezTo>
                <a:cubicBezTo>
                  <a:pt x="55068" y="71322"/>
                  <a:pt x="53277" y="69555"/>
                  <a:pt x="51034" y="68159"/>
                </a:cubicBezTo>
                <a:cubicBezTo>
                  <a:pt x="48791" y="66761"/>
                  <a:pt x="46207" y="65624"/>
                  <a:pt x="43280" y="64749"/>
                </a:cubicBezTo>
                <a:cubicBezTo>
                  <a:pt x="40354" y="63872"/>
                  <a:pt x="37277" y="63050"/>
                  <a:pt x="34050" y="62282"/>
                </a:cubicBezTo>
                <a:cubicBezTo>
                  <a:pt x="29783" y="61296"/>
                  <a:pt x="25613" y="60187"/>
                  <a:pt x="21538" y="58954"/>
                </a:cubicBezTo>
                <a:cubicBezTo>
                  <a:pt x="17463" y="57722"/>
                  <a:pt x="13825" y="56010"/>
                  <a:pt x="10625" y="53818"/>
                </a:cubicBezTo>
                <a:cubicBezTo>
                  <a:pt x="7425" y="51627"/>
                  <a:pt x="4855" y="48807"/>
                  <a:pt x="2913" y="45357"/>
                </a:cubicBezTo>
                <a:cubicBezTo>
                  <a:pt x="971" y="41906"/>
                  <a:pt x="0" y="37496"/>
                  <a:pt x="0" y="32127"/>
                </a:cubicBezTo>
                <a:cubicBezTo>
                  <a:pt x="0" y="26539"/>
                  <a:pt x="1032" y="21733"/>
                  <a:pt x="3095" y="17707"/>
                </a:cubicBezTo>
                <a:cubicBezTo>
                  <a:pt x="5160" y="13682"/>
                  <a:pt x="7949" y="10354"/>
                  <a:pt x="11464" y="7725"/>
                </a:cubicBezTo>
                <a:cubicBezTo>
                  <a:pt x="14980" y="5095"/>
                  <a:pt x="19008" y="3149"/>
                  <a:pt x="23548" y="1890"/>
                </a:cubicBezTo>
                <a:cubicBezTo>
                  <a:pt x="28088" y="630"/>
                  <a:pt x="32929" y="0"/>
                  <a:pt x="38070" y="0"/>
                </a:cubicBezTo>
                <a:cubicBezTo>
                  <a:pt x="43923" y="0"/>
                  <a:pt x="49379" y="563"/>
                  <a:pt x="54439" y="1690"/>
                </a:cubicBezTo>
                <a:cubicBezTo>
                  <a:pt x="59499" y="2816"/>
                  <a:pt x="64134" y="4286"/>
                  <a:pt x="68346" y="6100"/>
                </a:cubicBezTo>
                <a:lnTo>
                  <a:pt x="68346" y="18543"/>
                </a:lnTo>
                <a:cubicBezTo>
                  <a:pt x="63806" y="16628"/>
                  <a:pt x="59116" y="15070"/>
                  <a:pt x="54275" y="13866"/>
                </a:cubicBezTo>
                <a:cubicBezTo>
                  <a:pt x="49434" y="12663"/>
                  <a:pt x="44251" y="12034"/>
                  <a:pt x="38727" y="11979"/>
                </a:cubicBezTo>
                <a:cubicBezTo>
                  <a:pt x="34570" y="11979"/>
                  <a:pt x="30960" y="12429"/>
                  <a:pt x="27896" y="13330"/>
                </a:cubicBezTo>
                <a:cubicBezTo>
                  <a:pt x="24833" y="14231"/>
                  <a:pt x="22290" y="15514"/>
                  <a:pt x="20266" y="17179"/>
                </a:cubicBezTo>
                <a:cubicBezTo>
                  <a:pt x="18242" y="18844"/>
                  <a:pt x="16738" y="20863"/>
                  <a:pt x="15753" y="23238"/>
                </a:cubicBezTo>
                <a:cubicBezTo>
                  <a:pt x="14769" y="25612"/>
                  <a:pt x="14276" y="28246"/>
                  <a:pt x="14276" y="31140"/>
                </a:cubicBezTo>
                <a:close/>
                <a:moveTo>
                  <a:pt x="128118" y="31835"/>
                </a:moveTo>
                <a:cubicBezTo>
                  <a:pt x="131892" y="31835"/>
                  <a:pt x="135502" y="32231"/>
                  <a:pt x="138948" y="33024"/>
                </a:cubicBezTo>
                <a:cubicBezTo>
                  <a:pt x="142394" y="33818"/>
                  <a:pt x="145348" y="34925"/>
                  <a:pt x="147810" y="36347"/>
                </a:cubicBezTo>
                <a:lnTo>
                  <a:pt x="147810" y="46932"/>
                </a:lnTo>
                <a:cubicBezTo>
                  <a:pt x="144364" y="45619"/>
                  <a:pt x="141191" y="44634"/>
                  <a:pt x="138292" y="43978"/>
                </a:cubicBezTo>
                <a:cubicBezTo>
                  <a:pt x="135393" y="43321"/>
                  <a:pt x="132439" y="42993"/>
                  <a:pt x="129431" y="42993"/>
                </a:cubicBezTo>
                <a:cubicBezTo>
                  <a:pt x="126258" y="42993"/>
                  <a:pt x="123113" y="43514"/>
                  <a:pt x="119995" y="44555"/>
                </a:cubicBezTo>
                <a:cubicBezTo>
                  <a:pt x="116877" y="45596"/>
                  <a:pt x="114088" y="47308"/>
                  <a:pt x="111626" y="49690"/>
                </a:cubicBezTo>
                <a:cubicBezTo>
                  <a:pt x="109165" y="52072"/>
                  <a:pt x="107182" y="55221"/>
                  <a:pt x="105678" y="59139"/>
                </a:cubicBezTo>
                <a:cubicBezTo>
                  <a:pt x="104174" y="63055"/>
                  <a:pt x="103422" y="67915"/>
                  <a:pt x="103422" y="73720"/>
                </a:cubicBezTo>
                <a:cubicBezTo>
                  <a:pt x="103422" y="77939"/>
                  <a:pt x="103982" y="81829"/>
                  <a:pt x="105104" y="85389"/>
                </a:cubicBezTo>
                <a:cubicBezTo>
                  <a:pt x="106225" y="88950"/>
                  <a:pt x="107893" y="92031"/>
                  <a:pt x="110108" y="94632"/>
                </a:cubicBezTo>
                <a:cubicBezTo>
                  <a:pt x="112324" y="97234"/>
                  <a:pt x="115100" y="99260"/>
                  <a:pt x="118436" y="100712"/>
                </a:cubicBezTo>
                <a:cubicBezTo>
                  <a:pt x="121773" y="102163"/>
                  <a:pt x="125629" y="102888"/>
                  <a:pt x="130005" y="102888"/>
                </a:cubicBezTo>
                <a:cubicBezTo>
                  <a:pt x="133178" y="102888"/>
                  <a:pt x="136378" y="102547"/>
                  <a:pt x="139605" y="101863"/>
                </a:cubicBezTo>
                <a:cubicBezTo>
                  <a:pt x="142832" y="101179"/>
                  <a:pt x="145977" y="100208"/>
                  <a:pt x="149040" y="98950"/>
                </a:cubicBezTo>
                <a:lnTo>
                  <a:pt x="149040" y="109593"/>
                </a:lnTo>
                <a:cubicBezTo>
                  <a:pt x="148110" y="110142"/>
                  <a:pt x="146893" y="110692"/>
                  <a:pt x="145389" y="111242"/>
                </a:cubicBezTo>
                <a:cubicBezTo>
                  <a:pt x="143885" y="111792"/>
                  <a:pt x="142230" y="112274"/>
                  <a:pt x="140425" y="112685"/>
                </a:cubicBezTo>
                <a:cubicBezTo>
                  <a:pt x="138620" y="113097"/>
                  <a:pt x="136706" y="113427"/>
                  <a:pt x="134682" y="113675"/>
                </a:cubicBezTo>
                <a:cubicBezTo>
                  <a:pt x="132658" y="113923"/>
                  <a:pt x="130634" y="114047"/>
                  <a:pt x="128610" y="114047"/>
                </a:cubicBezTo>
                <a:cubicBezTo>
                  <a:pt x="123359" y="114047"/>
                  <a:pt x="118395" y="113252"/>
                  <a:pt x="113719" y="111662"/>
                </a:cubicBezTo>
                <a:cubicBezTo>
                  <a:pt x="109042" y="110073"/>
                  <a:pt x="104953" y="107634"/>
                  <a:pt x="101452" y="104347"/>
                </a:cubicBezTo>
                <a:cubicBezTo>
                  <a:pt x="97952" y="101059"/>
                  <a:pt x="95189" y="96893"/>
                  <a:pt x="93166" y="91850"/>
                </a:cubicBezTo>
                <a:cubicBezTo>
                  <a:pt x="91142" y="86808"/>
                  <a:pt x="90130" y="80834"/>
                  <a:pt x="90130" y="73928"/>
                </a:cubicBezTo>
                <a:cubicBezTo>
                  <a:pt x="90130" y="68776"/>
                  <a:pt x="90663" y="64145"/>
                  <a:pt x="91730" y="60034"/>
                </a:cubicBezTo>
                <a:cubicBezTo>
                  <a:pt x="92796" y="55923"/>
                  <a:pt x="94260" y="52306"/>
                  <a:pt x="96119" y="49183"/>
                </a:cubicBezTo>
                <a:cubicBezTo>
                  <a:pt x="97979" y="46058"/>
                  <a:pt x="100153" y="43400"/>
                  <a:pt x="102642" y="41209"/>
                </a:cubicBezTo>
                <a:cubicBezTo>
                  <a:pt x="105131" y="39016"/>
                  <a:pt x="107784" y="37220"/>
                  <a:pt x="110601" y="35822"/>
                </a:cubicBezTo>
                <a:cubicBezTo>
                  <a:pt x="113418" y="34423"/>
                  <a:pt x="116330" y="33410"/>
                  <a:pt x="119339" y="32781"/>
                </a:cubicBezTo>
                <a:cubicBezTo>
                  <a:pt x="122347" y="32150"/>
                  <a:pt x="125274" y="31835"/>
                  <a:pt x="128118" y="31835"/>
                </a:cubicBezTo>
                <a:close/>
                <a:moveTo>
                  <a:pt x="224444" y="73023"/>
                </a:moveTo>
                <a:cubicBezTo>
                  <a:pt x="224444" y="68196"/>
                  <a:pt x="223856" y="63904"/>
                  <a:pt x="222680" y="60149"/>
                </a:cubicBezTo>
                <a:cubicBezTo>
                  <a:pt x="221504" y="56392"/>
                  <a:pt x="219863" y="53211"/>
                  <a:pt x="217757" y="50606"/>
                </a:cubicBezTo>
                <a:cubicBezTo>
                  <a:pt x="215652" y="47999"/>
                  <a:pt x="213149" y="46024"/>
                  <a:pt x="210250" y="44680"/>
                </a:cubicBezTo>
                <a:cubicBezTo>
                  <a:pt x="207351" y="43337"/>
                  <a:pt x="204178" y="42665"/>
                  <a:pt x="200732" y="42665"/>
                </a:cubicBezTo>
                <a:cubicBezTo>
                  <a:pt x="197286" y="42665"/>
                  <a:pt x="194114" y="43337"/>
                  <a:pt x="191215" y="44680"/>
                </a:cubicBezTo>
                <a:cubicBezTo>
                  <a:pt x="188316" y="46024"/>
                  <a:pt x="185813" y="47999"/>
                  <a:pt x="183707" y="50606"/>
                </a:cubicBezTo>
                <a:cubicBezTo>
                  <a:pt x="181602" y="53211"/>
                  <a:pt x="179961" y="56392"/>
                  <a:pt x="178785" y="60149"/>
                </a:cubicBezTo>
                <a:cubicBezTo>
                  <a:pt x="177608" y="63904"/>
                  <a:pt x="177020" y="68196"/>
                  <a:pt x="177020" y="73023"/>
                </a:cubicBezTo>
                <a:cubicBezTo>
                  <a:pt x="177020" y="77795"/>
                  <a:pt x="177608" y="82060"/>
                  <a:pt x="178785" y="85817"/>
                </a:cubicBezTo>
                <a:cubicBezTo>
                  <a:pt x="179961" y="89574"/>
                  <a:pt x="181615" y="92742"/>
                  <a:pt x="183748" y="95319"/>
                </a:cubicBezTo>
                <a:cubicBezTo>
                  <a:pt x="185882" y="97897"/>
                  <a:pt x="188398" y="99858"/>
                  <a:pt x="191297" y="101201"/>
                </a:cubicBezTo>
                <a:cubicBezTo>
                  <a:pt x="194196" y="102545"/>
                  <a:pt x="197368" y="103217"/>
                  <a:pt x="200814" y="103217"/>
                </a:cubicBezTo>
                <a:cubicBezTo>
                  <a:pt x="204260" y="103217"/>
                  <a:pt x="207419" y="102545"/>
                  <a:pt x="210291" y="101201"/>
                </a:cubicBezTo>
                <a:cubicBezTo>
                  <a:pt x="213163" y="99858"/>
                  <a:pt x="215652" y="97897"/>
                  <a:pt x="217757" y="95319"/>
                </a:cubicBezTo>
                <a:cubicBezTo>
                  <a:pt x="219863" y="92742"/>
                  <a:pt x="221504" y="89574"/>
                  <a:pt x="222680" y="85817"/>
                </a:cubicBezTo>
                <a:cubicBezTo>
                  <a:pt x="223856" y="82060"/>
                  <a:pt x="224444" y="77795"/>
                  <a:pt x="224444" y="73023"/>
                </a:cubicBezTo>
                <a:moveTo>
                  <a:pt x="237736" y="73023"/>
                </a:moveTo>
                <a:cubicBezTo>
                  <a:pt x="237736" y="79161"/>
                  <a:pt x="236861" y="84751"/>
                  <a:pt x="235111" y="89794"/>
                </a:cubicBezTo>
                <a:cubicBezTo>
                  <a:pt x="233360" y="94837"/>
                  <a:pt x="230885" y="99153"/>
                  <a:pt x="227685" y="102742"/>
                </a:cubicBezTo>
                <a:cubicBezTo>
                  <a:pt x="224485" y="106332"/>
                  <a:pt x="220615" y="109114"/>
                  <a:pt x="216075" y="111088"/>
                </a:cubicBezTo>
                <a:cubicBezTo>
                  <a:pt x="211535" y="113061"/>
                  <a:pt x="206448" y="114047"/>
                  <a:pt x="200814" y="114047"/>
                </a:cubicBezTo>
                <a:cubicBezTo>
                  <a:pt x="195016" y="114047"/>
                  <a:pt x="189834" y="113061"/>
                  <a:pt x="185266" y="111088"/>
                </a:cubicBezTo>
                <a:cubicBezTo>
                  <a:pt x="180699" y="109114"/>
                  <a:pt x="176815" y="106332"/>
                  <a:pt x="173615" y="102742"/>
                </a:cubicBezTo>
                <a:cubicBezTo>
                  <a:pt x="170416" y="99153"/>
                  <a:pt x="167968" y="94837"/>
                  <a:pt x="166272" y="89794"/>
                </a:cubicBezTo>
                <a:cubicBezTo>
                  <a:pt x="164577" y="84751"/>
                  <a:pt x="163729" y="79161"/>
                  <a:pt x="163729" y="73023"/>
                </a:cubicBezTo>
                <a:cubicBezTo>
                  <a:pt x="163729" y="66830"/>
                  <a:pt x="164604" y="61212"/>
                  <a:pt x="166354" y="56170"/>
                </a:cubicBezTo>
                <a:cubicBezTo>
                  <a:pt x="168105" y="51127"/>
                  <a:pt x="170580" y="46797"/>
                  <a:pt x="173780" y="43180"/>
                </a:cubicBezTo>
                <a:cubicBezTo>
                  <a:pt x="176979" y="39563"/>
                  <a:pt x="180863" y="36769"/>
                  <a:pt x="185430" y="34796"/>
                </a:cubicBezTo>
                <a:cubicBezTo>
                  <a:pt x="189998" y="32822"/>
                  <a:pt x="195098" y="31835"/>
                  <a:pt x="200732" y="31835"/>
                </a:cubicBezTo>
                <a:cubicBezTo>
                  <a:pt x="206476" y="31835"/>
                  <a:pt x="211645" y="32822"/>
                  <a:pt x="216240" y="34796"/>
                </a:cubicBezTo>
                <a:cubicBezTo>
                  <a:pt x="220834" y="36769"/>
                  <a:pt x="224718" y="39563"/>
                  <a:pt x="227890" y="43180"/>
                </a:cubicBezTo>
                <a:cubicBezTo>
                  <a:pt x="231063" y="46797"/>
                  <a:pt x="233497" y="51127"/>
                  <a:pt x="235193" y="56170"/>
                </a:cubicBezTo>
                <a:cubicBezTo>
                  <a:pt x="236888" y="61212"/>
                  <a:pt x="237736" y="66830"/>
                  <a:pt x="237736" y="73023"/>
                </a:cubicBezTo>
                <a:close/>
                <a:moveTo>
                  <a:pt x="299629" y="44306"/>
                </a:moveTo>
                <a:lnTo>
                  <a:pt x="298644" y="44306"/>
                </a:lnTo>
                <a:cubicBezTo>
                  <a:pt x="295636" y="44306"/>
                  <a:pt x="292682" y="44580"/>
                  <a:pt x="289783" y="45126"/>
                </a:cubicBezTo>
                <a:cubicBezTo>
                  <a:pt x="286884" y="45673"/>
                  <a:pt x="284163" y="46508"/>
                  <a:pt x="281619" y="47629"/>
                </a:cubicBezTo>
                <a:cubicBezTo>
                  <a:pt x="279076" y="48750"/>
                  <a:pt x="276778" y="50131"/>
                  <a:pt x="274727" y="51772"/>
                </a:cubicBezTo>
                <a:cubicBezTo>
                  <a:pt x="272676" y="53413"/>
                  <a:pt x="270967" y="55355"/>
                  <a:pt x="269599" y="57598"/>
                </a:cubicBezTo>
                <a:lnTo>
                  <a:pt x="269599" y="111914"/>
                </a:lnTo>
                <a:lnTo>
                  <a:pt x="256882" y="111914"/>
                </a:lnTo>
                <a:lnTo>
                  <a:pt x="256882" y="33968"/>
                </a:lnTo>
                <a:lnTo>
                  <a:pt x="266728" y="33968"/>
                </a:lnTo>
                <a:lnTo>
                  <a:pt x="269189" y="46357"/>
                </a:lnTo>
                <a:lnTo>
                  <a:pt x="269435" y="46357"/>
                </a:lnTo>
                <a:cubicBezTo>
                  <a:pt x="270693" y="44321"/>
                  <a:pt x="272238" y="42424"/>
                  <a:pt x="274071" y="40665"/>
                </a:cubicBezTo>
                <a:cubicBezTo>
                  <a:pt x="275903" y="38905"/>
                  <a:pt x="277968" y="37364"/>
                  <a:pt x="280266" y="36045"/>
                </a:cubicBezTo>
                <a:cubicBezTo>
                  <a:pt x="282563" y="34723"/>
                  <a:pt x="285079" y="33692"/>
                  <a:pt x="287814" y="32950"/>
                </a:cubicBezTo>
                <a:cubicBezTo>
                  <a:pt x="290549" y="32206"/>
                  <a:pt x="293421" y="31835"/>
                  <a:pt x="296429" y="31835"/>
                </a:cubicBezTo>
                <a:cubicBezTo>
                  <a:pt x="296976" y="31835"/>
                  <a:pt x="297537" y="31848"/>
                  <a:pt x="298111" y="31876"/>
                </a:cubicBezTo>
                <a:cubicBezTo>
                  <a:pt x="298685" y="31903"/>
                  <a:pt x="299191" y="31944"/>
                  <a:pt x="299629" y="31999"/>
                </a:cubicBezTo>
                <a:lnTo>
                  <a:pt x="299629" y="44306"/>
                </a:lnTo>
                <a:close/>
                <a:moveTo>
                  <a:pt x="343552" y="42829"/>
                </a:moveTo>
                <a:cubicBezTo>
                  <a:pt x="340615" y="42829"/>
                  <a:pt x="337887" y="43403"/>
                  <a:pt x="335368" y="44552"/>
                </a:cubicBezTo>
                <a:cubicBezTo>
                  <a:pt x="332848" y="45701"/>
                  <a:pt x="330647" y="47260"/>
                  <a:pt x="328763" y="49229"/>
                </a:cubicBezTo>
                <a:cubicBezTo>
                  <a:pt x="326881" y="51198"/>
                  <a:pt x="325358" y="53509"/>
                  <a:pt x="324194" y="56162"/>
                </a:cubicBezTo>
                <a:cubicBezTo>
                  <a:pt x="323031" y="58815"/>
                  <a:pt x="322312" y="61646"/>
                  <a:pt x="322035" y="64654"/>
                </a:cubicBezTo>
                <a:lnTo>
                  <a:pt x="361910" y="64654"/>
                </a:lnTo>
                <a:cubicBezTo>
                  <a:pt x="361910" y="61591"/>
                  <a:pt x="361509" y="58733"/>
                  <a:pt x="360705" y="56080"/>
                </a:cubicBezTo>
                <a:cubicBezTo>
                  <a:pt x="359902" y="53427"/>
                  <a:pt x="358725" y="51116"/>
                  <a:pt x="357175" y="49147"/>
                </a:cubicBezTo>
                <a:cubicBezTo>
                  <a:pt x="355624" y="47178"/>
                  <a:pt x="353713" y="45632"/>
                  <a:pt x="351441" y="44511"/>
                </a:cubicBezTo>
                <a:cubicBezTo>
                  <a:pt x="349171" y="43390"/>
                  <a:pt x="346542" y="42829"/>
                  <a:pt x="343552" y="42829"/>
                </a:cubicBezTo>
                <a:moveTo>
                  <a:pt x="350259" y="102888"/>
                </a:moveTo>
                <a:cubicBezTo>
                  <a:pt x="354471" y="102888"/>
                  <a:pt x="358314" y="102547"/>
                  <a:pt x="361787" y="101863"/>
                </a:cubicBezTo>
                <a:cubicBezTo>
                  <a:pt x="365261" y="101179"/>
                  <a:pt x="368720" y="100208"/>
                  <a:pt x="372166" y="98950"/>
                </a:cubicBezTo>
                <a:lnTo>
                  <a:pt x="372166" y="109593"/>
                </a:lnTo>
                <a:cubicBezTo>
                  <a:pt x="369377" y="110968"/>
                  <a:pt x="365931" y="112053"/>
                  <a:pt x="361828" y="112850"/>
                </a:cubicBezTo>
                <a:cubicBezTo>
                  <a:pt x="357726" y="113648"/>
                  <a:pt x="353323" y="114047"/>
                  <a:pt x="348619" y="114047"/>
                </a:cubicBezTo>
                <a:cubicBezTo>
                  <a:pt x="343039" y="114047"/>
                  <a:pt x="337802" y="113335"/>
                  <a:pt x="332906" y="111911"/>
                </a:cubicBezTo>
                <a:cubicBezTo>
                  <a:pt x="328011" y="110486"/>
                  <a:pt x="323773" y="108183"/>
                  <a:pt x="320194" y="105004"/>
                </a:cubicBezTo>
                <a:cubicBezTo>
                  <a:pt x="316615" y="101824"/>
                  <a:pt x="313811" y="97672"/>
                  <a:pt x="311784" y="92548"/>
                </a:cubicBezTo>
                <a:cubicBezTo>
                  <a:pt x="309757" y="87423"/>
                  <a:pt x="308743" y="81244"/>
                  <a:pt x="308743" y="74010"/>
                </a:cubicBezTo>
                <a:cubicBezTo>
                  <a:pt x="308743" y="66886"/>
                  <a:pt x="309725" y="60706"/>
                  <a:pt x="311689" y="55472"/>
                </a:cubicBezTo>
                <a:cubicBezTo>
                  <a:pt x="313653" y="50237"/>
                  <a:pt x="316272" y="45865"/>
                  <a:pt x="319545" y="42357"/>
                </a:cubicBezTo>
                <a:cubicBezTo>
                  <a:pt x="322820" y="38850"/>
                  <a:pt x="326586" y="36219"/>
                  <a:pt x="330842" y="34465"/>
                </a:cubicBezTo>
                <a:cubicBezTo>
                  <a:pt x="335099" y="32712"/>
                  <a:pt x="339545" y="31835"/>
                  <a:pt x="344183" y="31835"/>
                </a:cubicBezTo>
                <a:cubicBezTo>
                  <a:pt x="348548" y="31835"/>
                  <a:pt x="352627" y="32562"/>
                  <a:pt x="356418" y="34017"/>
                </a:cubicBezTo>
                <a:cubicBezTo>
                  <a:pt x="360211" y="35471"/>
                  <a:pt x="363499" y="37764"/>
                  <a:pt x="366282" y="40893"/>
                </a:cubicBezTo>
                <a:cubicBezTo>
                  <a:pt x="369065" y="44023"/>
                  <a:pt x="371260" y="48059"/>
                  <a:pt x="372869" y="53001"/>
                </a:cubicBezTo>
                <a:cubicBezTo>
                  <a:pt x="374479" y="57942"/>
                  <a:pt x="375284" y="63872"/>
                  <a:pt x="375284" y="70790"/>
                </a:cubicBezTo>
                <a:cubicBezTo>
                  <a:pt x="375284" y="71448"/>
                  <a:pt x="375284" y="72010"/>
                  <a:pt x="375284" y="72477"/>
                </a:cubicBezTo>
                <a:cubicBezTo>
                  <a:pt x="375284" y="72943"/>
                  <a:pt x="375257" y="74001"/>
                  <a:pt x="375202" y="75648"/>
                </a:cubicBezTo>
                <a:lnTo>
                  <a:pt x="321379" y="75648"/>
                </a:lnTo>
                <a:cubicBezTo>
                  <a:pt x="321379" y="80611"/>
                  <a:pt x="322131" y="84823"/>
                  <a:pt x="323635" y="88286"/>
                </a:cubicBezTo>
                <a:cubicBezTo>
                  <a:pt x="325139" y="91750"/>
                  <a:pt x="327190" y="94558"/>
                  <a:pt x="329788" y="96712"/>
                </a:cubicBezTo>
                <a:cubicBezTo>
                  <a:pt x="332387" y="98865"/>
                  <a:pt x="335436" y="100434"/>
                  <a:pt x="338937" y="101417"/>
                </a:cubicBezTo>
                <a:cubicBezTo>
                  <a:pt x="342438" y="102398"/>
                  <a:pt x="346212" y="102888"/>
                  <a:pt x="350259" y="102888"/>
                </a:cubicBezTo>
                <a:close/>
              </a:path>
            </a:pathLst>
          </a:custGeom>
          <a:solidFill xmlns:a="http://schemas.openxmlformats.org/drawingml/2006/main">
            <a:srgbClr val="0070C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0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32E9D3C-52F5-4BAA-ABED-277C693FE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10715" y="3775511"/>
            <a:ext cx="67484" cy="638414"/>
          </a:xfrm>
          <a:custGeom xmlns:a="http://schemas.openxmlformats.org/drawingml/2006/main">
            <a:pathLst>
              <a:path w="67484" h="638414">
                <a:moveTo>
                  <a:pt x="38803" y="0"/>
                </a:moveTo>
                <a:lnTo>
                  <a:pt x="21932" y="101"/>
                </a:lnTo>
                <a:lnTo>
                  <a:pt x="25210" y="570981"/>
                </a:lnTo>
                <a:lnTo>
                  <a:pt x="0" y="571132"/>
                </a:lnTo>
                <a:lnTo>
                  <a:pt x="34079" y="638414"/>
                </a:lnTo>
                <a:lnTo>
                  <a:pt x="67484" y="570727"/>
                </a:lnTo>
                <a:lnTo>
                  <a:pt x="42081" y="570880"/>
                </a:lnTo>
                <a:lnTo>
                  <a:pt x="38803" y="0"/>
                </a:lnTo>
                <a:close/>
              </a:path>
            </a:pathLst>
          </a:custGeom>
          <a:solidFill xmlns:a="http://schemas.openxmlformats.org/drawingml/2006/main">
            <a:srgbClr val="0070C0"/>
          </a:solidFill>
          <a:ln xmlns:a="http://schemas.openxmlformats.org/drawingml/2006/main" w="0" cap="flat">
            <a:noFill/>
            <a:miter/>
          </a:ln>
        </p:spPr>
      </p:sp>
      <p:pic>
        <p:nvPicPr>
          <p:cNvPr id="43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f50bc621255437c"/>
          <a:stretch xmlns:a="http://schemas.openxmlformats.org/drawingml/2006/main"/>
        </p:blipFill>
        <p:spPr>
          <a:xfrm xmlns:a="http://schemas.openxmlformats.org/drawingml/2006/main">
            <a:off x="10975074" y="2466713"/>
            <a:ext cx="340117" cy="346191"/>
          </a:xfrm>
          <a:prstGeom xmlns:a="http://schemas.openxmlformats.org/drawingml/2006/main" prst="rect">
            <a:avLst/>
          </a:prstGeom>
        </p:spPr>
      </p:pic>
      <p:pic>
        <p:nvPicPr>
          <p:cNvPr id="43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645166613224778"/>
          <a:stretch xmlns:a="http://schemas.openxmlformats.org/drawingml/2006/main"/>
        </p:blipFill>
        <p:spPr>
          <a:xfrm xmlns:a="http://schemas.openxmlformats.org/drawingml/2006/main">
            <a:off x="10979123" y="3432388"/>
            <a:ext cx="336069" cy="342179"/>
          </a:xfrm>
          <a:prstGeom xmlns:a="http://schemas.openxmlformats.org/drawingml/2006/main" prst="rect">
            <a:avLst/>
          </a:prstGeom>
        </p:spPr>
      </p:pic>
      <p:sp>
        <p:nvSpPr>
          <p:cNvPr id="205" name="Text HIAttack">
            <a:extLst xmlns:a="http://schemas.openxmlformats.org/drawingml/2006/main">
              <a:ext uri="{FF2B5EF4-FFF2-40B4-BE49-F238E27FC236}">
                <a16:creationId xmlns:a16="http://schemas.microsoft.com/office/drawing/2014/main" id="{AAE84AF6-C50F-445F-A479-C66008E70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65413" y="224360"/>
            <a:ext cx="633854" cy="120939"/>
          </a:xfrm>
          <a:custGeom xmlns:a="http://schemas.openxmlformats.org/drawingml/2006/main">
            <a:pathLst>
              <a:path w="633854" h="120939">
                <a:moveTo>
                  <a:pt x="13374" y="56449"/>
                </a:moveTo>
                <a:lnTo>
                  <a:pt x="70972" y="56449"/>
                </a:lnTo>
                <a:lnTo>
                  <a:pt x="70972" y="9025"/>
                </a:lnTo>
                <a:lnTo>
                  <a:pt x="84346" y="9025"/>
                </a:lnTo>
                <a:lnTo>
                  <a:pt x="84346" y="118806"/>
                </a:lnTo>
                <a:lnTo>
                  <a:pt x="70972" y="118806"/>
                </a:lnTo>
                <a:lnTo>
                  <a:pt x="70972" y="68592"/>
                </a:lnTo>
                <a:lnTo>
                  <a:pt x="13374" y="68592"/>
                </a:lnTo>
                <a:lnTo>
                  <a:pt x="13374" y="118806"/>
                </a:lnTo>
                <a:lnTo>
                  <a:pt x="0" y="118806"/>
                </a:lnTo>
                <a:lnTo>
                  <a:pt x="0" y="9025"/>
                </a:lnTo>
                <a:lnTo>
                  <a:pt x="13374" y="9025"/>
                </a:lnTo>
                <a:lnTo>
                  <a:pt x="13374" y="56449"/>
                </a:lnTo>
                <a:close/>
                <a:moveTo>
                  <a:pt x="111407" y="118806"/>
                </a:moveTo>
                <a:lnTo>
                  <a:pt x="111407" y="9025"/>
                </a:lnTo>
                <a:lnTo>
                  <a:pt x="124781" y="9025"/>
                </a:lnTo>
                <a:lnTo>
                  <a:pt x="124781" y="118806"/>
                </a:lnTo>
                <a:lnTo>
                  <a:pt x="111407" y="118806"/>
                </a:lnTo>
                <a:close/>
                <a:moveTo>
                  <a:pt x="177122" y="118806"/>
                </a:moveTo>
                <a:lnTo>
                  <a:pt x="221838" y="9025"/>
                </a:lnTo>
                <a:lnTo>
                  <a:pt x="233489" y="9025"/>
                </a:lnTo>
                <a:lnTo>
                  <a:pt x="278206" y="118806"/>
                </a:lnTo>
                <a:lnTo>
                  <a:pt x="263683" y="118806"/>
                </a:lnTo>
                <a:lnTo>
                  <a:pt x="250604" y="85822"/>
                </a:lnTo>
                <a:lnTo>
                  <a:pt x="204498" y="85822"/>
                </a:lnTo>
                <a:lnTo>
                  <a:pt x="191481" y="118806"/>
                </a:lnTo>
                <a:lnTo>
                  <a:pt x="177122" y="118806"/>
                </a:lnTo>
                <a:moveTo>
                  <a:pt x="227582" y="26091"/>
                </a:moveTo>
                <a:cubicBezTo>
                  <a:pt x="222717" y="39788"/>
                  <a:pt x="218001" y="52201"/>
                  <a:pt x="213434" y="63328"/>
                </a:cubicBezTo>
                <a:lnTo>
                  <a:pt x="209403" y="73679"/>
                </a:lnTo>
                <a:lnTo>
                  <a:pt x="245920" y="73679"/>
                </a:lnTo>
                <a:lnTo>
                  <a:pt x="241738" y="63292"/>
                </a:lnTo>
                <a:cubicBezTo>
                  <a:pt x="237234" y="51922"/>
                  <a:pt x="232624" y="39522"/>
                  <a:pt x="227910" y="26091"/>
                </a:cubicBezTo>
                <a:lnTo>
                  <a:pt x="227582" y="26091"/>
                </a:lnTo>
                <a:close/>
                <a:moveTo>
                  <a:pt x="334870" y="119039"/>
                </a:moveTo>
                <a:cubicBezTo>
                  <a:pt x="333776" y="119478"/>
                  <a:pt x="332108" y="119891"/>
                  <a:pt x="329865" y="120278"/>
                </a:cubicBezTo>
                <a:cubicBezTo>
                  <a:pt x="327623" y="120664"/>
                  <a:pt x="324943" y="120884"/>
                  <a:pt x="321825" y="120939"/>
                </a:cubicBezTo>
                <a:cubicBezTo>
                  <a:pt x="317722" y="120939"/>
                  <a:pt x="314167" y="120433"/>
                  <a:pt x="311158" y="119421"/>
                </a:cubicBezTo>
                <a:cubicBezTo>
                  <a:pt x="308150" y="118409"/>
                  <a:pt x="305648" y="116960"/>
                  <a:pt x="303651" y="115073"/>
                </a:cubicBezTo>
                <a:cubicBezTo>
                  <a:pt x="301655" y="113185"/>
                  <a:pt x="300164" y="110902"/>
                  <a:pt x="299179" y="108222"/>
                </a:cubicBezTo>
                <a:cubicBezTo>
                  <a:pt x="298195" y="105541"/>
                  <a:pt x="297703" y="102560"/>
                  <a:pt x="297703" y="99278"/>
                </a:cubicBezTo>
                <a:lnTo>
                  <a:pt x="297703" y="51854"/>
                </a:lnTo>
                <a:lnTo>
                  <a:pt x="282688" y="51854"/>
                </a:lnTo>
                <a:lnTo>
                  <a:pt x="282688" y="40860"/>
                </a:lnTo>
                <a:lnTo>
                  <a:pt x="297703" y="40860"/>
                </a:lnTo>
                <a:lnTo>
                  <a:pt x="297703" y="19527"/>
                </a:lnTo>
                <a:lnTo>
                  <a:pt x="310420" y="19527"/>
                </a:lnTo>
                <a:lnTo>
                  <a:pt x="310420" y="40860"/>
                </a:lnTo>
                <a:lnTo>
                  <a:pt x="333722" y="40860"/>
                </a:lnTo>
                <a:lnTo>
                  <a:pt x="333722" y="51854"/>
                </a:lnTo>
                <a:lnTo>
                  <a:pt x="310420" y="51854"/>
                </a:lnTo>
                <a:lnTo>
                  <a:pt x="310420" y="97245"/>
                </a:lnTo>
                <a:cubicBezTo>
                  <a:pt x="310420" y="99047"/>
                  <a:pt x="310680" y="100712"/>
                  <a:pt x="311199" y="102242"/>
                </a:cubicBezTo>
                <a:cubicBezTo>
                  <a:pt x="311719" y="103772"/>
                  <a:pt x="312540" y="105097"/>
                  <a:pt x="313661" y="106217"/>
                </a:cubicBezTo>
                <a:cubicBezTo>
                  <a:pt x="314782" y="107336"/>
                  <a:pt x="316218" y="108210"/>
                  <a:pt x="317968" y="108839"/>
                </a:cubicBezTo>
                <a:cubicBezTo>
                  <a:pt x="319719" y="109467"/>
                  <a:pt x="321825" y="109780"/>
                  <a:pt x="324286" y="109780"/>
                </a:cubicBezTo>
                <a:cubicBezTo>
                  <a:pt x="325982" y="109780"/>
                  <a:pt x="327773" y="109644"/>
                  <a:pt x="329660" y="109370"/>
                </a:cubicBezTo>
                <a:cubicBezTo>
                  <a:pt x="331547" y="109097"/>
                  <a:pt x="333284" y="108741"/>
                  <a:pt x="334870" y="108304"/>
                </a:cubicBezTo>
                <a:lnTo>
                  <a:pt x="334870" y="119039"/>
                </a:lnTo>
                <a:close/>
                <a:moveTo>
                  <a:pt x="393179" y="119039"/>
                </a:moveTo>
                <a:cubicBezTo>
                  <a:pt x="392085" y="119478"/>
                  <a:pt x="390416" y="119891"/>
                  <a:pt x="388174" y="120278"/>
                </a:cubicBezTo>
                <a:cubicBezTo>
                  <a:pt x="385931" y="120664"/>
                  <a:pt x="383251" y="120884"/>
                  <a:pt x="380133" y="120939"/>
                </a:cubicBezTo>
                <a:cubicBezTo>
                  <a:pt x="376030" y="120939"/>
                  <a:pt x="372475" y="120433"/>
                  <a:pt x="369467" y="119421"/>
                </a:cubicBezTo>
                <a:cubicBezTo>
                  <a:pt x="366458" y="118409"/>
                  <a:pt x="363956" y="116960"/>
                  <a:pt x="361959" y="115073"/>
                </a:cubicBezTo>
                <a:cubicBezTo>
                  <a:pt x="359963" y="113185"/>
                  <a:pt x="358472" y="110902"/>
                  <a:pt x="357488" y="108222"/>
                </a:cubicBezTo>
                <a:cubicBezTo>
                  <a:pt x="356503" y="105541"/>
                  <a:pt x="356011" y="102560"/>
                  <a:pt x="356011" y="99278"/>
                </a:cubicBezTo>
                <a:lnTo>
                  <a:pt x="356011" y="51854"/>
                </a:lnTo>
                <a:lnTo>
                  <a:pt x="340996" y="51854"/>
                </a:lnTo>
                <a:lnTo>
                  <a:pt x="340996" y="40860"/>
                </a:lnTo>
                <a:lnTo>
                  <a:pt x="356011" y="40860"/>
                </a:lnTo>
                <a:lnTo>
                  <a:pt x="356011" y="19527"/>
                </a:lnTo>
                <a:lnTo>
                  <a:pt x="368728" y="19527"/>
                </a:lnTo>
                <a:lnTo>
                  <a:pt x="368728" y="40860"/>
                </a:lnTo>
                <a:lnTo>
                  <a:pt x="392030" y="40860"/>
                </a:lnTo>
                <a:lnTo>
                  <a:pt x="392030" y="51854"/>
                </a:lnTo>
                <a:lnTo>
                  <a:pt x="368728" y="51854"/>
                </a:lnTo>
                <a:lnTo>
                  <a:pt x="368728" y="97245"/>
                </a:lnTo>
                <a:cubicBezTo>
                  <a:pt x="368728" y="99047"/>
                  <a:pt x="368988" y="100712"/>
                  <a:pt x="369508" y="102242"/>
                </a:cubicBezTo>
                <a:cubicBezTo>
                  <a:pt x="370027" y="103772"/>
                  <a:pt x="370848" y="105097"/>
                  <a:pt x="371969" y="106217"/>
                </a:cubicBezTo>
                <a:cubicBezTo>
                  <a:pt x="373090" y="107336"/>
                  <a:pt x="374526" y="108210"/>
                  <a:pt x="376277" y="108839"/>
                </a:cubicBezTo>
                <a:cubicBezTo>
                  <a:pt x="378027" y="109467"/>
                  <a:pt x="380133" y="109780"/>
                  <a:pt x="382594" y="109780"/>
                </a:cubicBezTo>
                <a:cubicBezTo>
                  <a:pt x="384290" y="109780"/>
                  <a:pt x="386081" y="109644"/>
                  <a:pt x="387968" y="109370"/>
                </a:cubicBezTo>
                <a:cubicBezTo>
                  <a:pt x="389856" y="109097"/>
                  <a:pt x="391592" y="108741"/>
                  <a:pt x="393179" y="108304"/>
                </a:cubicBezTo>
                <a:lnTo>
                  <a:pt x="393179" y="119039"/>
                </a:lnTo>
                <a:close/>
                <a:moveTo>
                  <a:pt x="456686" y="110191"/>
                </a:moveTo>
                <a:lnTo>
                  <a:pt x="456358" y="110191"/>
                </a:lnTo>
                <a:cubicBezTo>
                  <a:pt x="455320" y="111503"/>
                  <a:pt x="454009" y="112803"/>
                  <a:pt x="452425" y="114088"/>
                </a:cubicBezTo>
                <a:cubicBezTo>
                  <a:pt x="450842" y="115373"/>
                  <a:pt x="449012" y="116524"/>
                  <a:pt x="446935" y="117539"/>
                </a:cubicBezTo>
                <a:cubicBezTo>
                  <a:pt x="444860" y="118555"/>
                  <a:pt x="442593" y="119375"/>
                  <a:pt x="440135" y="120001"/>
                </a:cubicBezTo>
                <a:cubicBezTo>
                  <a:pt x="437677" y="120626"/>
                  <a:pt x="435055" y="120939"/>
                  <a:pt x="432269" y="120939"/>
                </a:cubicBezTo>
                <a:cubicBezTo>
                  <a:pt x="428500" y="120939"/>
                  <a:pt x="425044" y="120378"/>
                  <a:pt x="421903" y="119254"/>
                </a:cubicBezTo>
                <a:cubicBezTo>
                  <a:pt x="418763" y="118131"/>
                  <a:pt x="416058" y="116488"/>
                  <a:pt x="413790" y="114324"/>
                </a:cubicBezTo>
                <a:cubicBezTo>
                  <a:pt x="411524" y="112160"/>
                  <a:pt x="409762" y="109516"/>
                  <a:pt x="408506" y="106393"/>
                </a:cubicBezTo>
                <a:cubicBezTo>
                  <a:pt x="407249" y="103270"/>
                  <a:pt x="406621" y="99736"/>
                  <a:pt x="406621" y="95791"/>
                </a:cubicBezTo>
                <a:cubicBezTo>
                  <a:pt x="406621" y="91901"/>
                  <a:pt x="407317" y="88421"/>
                  <a:pt x="408708" y="85353"/>
                </a:cubicBezTo>
                <a:cubicBezTo>
                  <a:pt x="410101" y="82285"/>
                  <a:pt x="412053" y="79682"/>
                  <a:pt x="414564" y="77546"/>
                </a:cubicBezTo>
                <a:cubicBezTo>
                  <a:pt x="417077" y="75409"/>
                  <a:pt x="420095" y="73766"/>
                  <a:pt x="423618" y="72615"/>
                </a:cubicBezTo>
                <a:cubicBezTo>
                  <a:pt x="427141" y="71465"/>
                  <a:pt x="431031" y="70890"/>
                  <a:pt x="435289" y="70890"/>
                </a:cubicBezTo>
                <a:cubicBezTo>
                  <a:pt x="439330" y="70944"/>
                  <a:pt x="443071" y="71300"/>
                  <a:pt x="446512" y="71956"/>
                </a:cubicBezTo>
                <a:cubicBezTo>
                  <a:pt x="449953" y="72613"/>
                  <a:pt x="453011" y="73433"/>
                  <a:pt x="455686" y="74418"/>
                </a:cubicBezTo>
                <a:lnTo>
                  <a:pt x="456014" y="74418"/>
                </a:lnTo>
                <a:lnTo>
                  <a:pt x="456014" y="69003"/>
                </a:lnTo>
                <a:cubicBezTo>
                  <a:pt x="456014" y="66869"/>
                  <a:pt x="455877" y="64982"/>
                  <a:pt x="455604" y="63341"/>
                </a:cubicBezTo>
                <a:cubicBezTo>
                  <a:pt x="455330" y="61700"/>
                  <a:pt x="454865" y="60251"/>
                  <a:pt x="454209" y="58993"/>
                </a:cubicBezTo>
                <a:cubicBezTo>
                  <a:pt x="452787" y="56367"/>
                  <a:pt x="450517" y="54193"/>
                  <a:pt x="447399" y="52470"/>
                </a:cubicBezTo>
                <a:cubicBezTo>
                  <a:pt x="444281" y="50747"/>
                  <a:pt x="440069" y="49885"/>
                  <a:pt x="434764" y="49885"/>
                </a:cubicBezTo>
                <a:cubicBezTo>
                  <a:pt x="430825" y="49885"/>
                  <a:pt x="427120" y="50248"/>
                  <a:pt x="423646" y="50972"/>
                </a:cubicBezTo>
                <a:cubicBezTo>
                  <a:pt x="420173" y="51695"/>
                  <a:pt x="416713" y="52701"/>
                  <a:pt x="413267" y="53988"/>
                </a:cubicBezTo>
                <a:lnTo>
                  <a:pt x="413267" y="43321"/>
                </a:lnTo>
                <a:cubicBezTo>
                  <a:pt x="414580" y="42665"/>
                  <a:pt x="416125" y="42050"/>
                  <a:pt x="417903" y="41475"/>
                </a:cubicBezTo>
                <a:cubicBezTo>
                  <a:pt x="419680" y="40901"/>
                  <a:pt x="421554" y="40409"/>
                  <a:pt x="423523" y="39998"/>
                </a:cubicBezTo>
                <a:cubicBezTo>
                  <a:pt x="425492" y="39588"/>
                  <a:pt x="427571" y="39274"/>
                  <a:pt x="429759" y="39055"/>
                </a:cubicBezTo>
                <a:cubicBezTo>
                  <a:pt x="431947" y="38836"/>
                  <a:pt x="434135" y="38727"/>
                  <a:pt x="436323" y="38727"/>
                </a:cubicBezTo>
                <a:cubicBezTo>
                  <a:pt x="444199" y="38727"/>
                  <a:pt x="450640" y="40123"/>
                  <a:pt x="455645" y="42916"/>
                </a:cubicBezTo>
                <a:cubicBezTo>
                  <a:pt x="460650" y="45708"/>
                  <a:pt x="464246" y="49403"/>
                  <a:pt x="466434" y="54003"/>
                </a:cubicBezTo>
                <a:cubicBezTo>
                  <a:pt x="467255" y="55755"/>
                  <a:pt x="467843" y="57686"/>
                  <a:pt x="468198" y="59795"/>
                </a:cubicBezTo>
                <a:cubicBezTo>
                  <a:pt x="468554" y="61903"/>
                  <a:pt x="468732" y="64216"/>
                  <a:pt x="468732" y="66733"/>
                </a:cubicBezTo>
                <a:lnTo>
                  <a:pt x="468732" y="118806"/>
                </a:lnTo>
                <a:lnTo>
                  <a:pt x="458078" y="118806"/>
                </a:lnTo>
                <a:lnTo>
                  <a:pt x="456686" y="110191"/>
                </a:lnTo>
                <a:moveTo>
                  <a:pt x="456014" y="84599"/>
                </a:moveTo>
                <a:cubicBezTo>
                  <a:pt x="453678" y="83941"/>
                  <a:pt x="450907" y="83311"/>
                  <a:pt x="447702" y="82707"/>
                </a:cubicBezTo>
                <a:cubicBezTo>
                  <a:pt x="444497" y="82104"/>
                  <a:pt x="440965" y="81775"/>
                  <a:pt x="437107" y="81720"/>
                </a:cubicBezTo>
                <a:cubicBezTo>
                  <a:pt x="431730" y="81720"/>
                  <a:pt x="427520" y="82872"/>
                  <a:pt x="424477" y="85176"/>
                </a:cubicBezTo>
                <a:cubicBezTo>
                  <a:pt x="421434" y="87480"/>
                  <a:pt x="419913" y="91019"/>
                  <a:pt x="419913" y="95791"/>
                </a:cubicBezTo>
                <a:cubicBezTo>
                  <a:pt x="419913" y="98205"/>
                  <a:pt x="420293" y="100317"/>
                  <a:pt x="421054" y="102127"/>
                </a:cubicBezTo>
                <a:cubicBezTo>
                  <a:pt x="421815" y="103937"/>
                  <a:pt x="422860" y="105432"/>
                  <a:pt x="424190" y="106611"/>
                </a:cubicBezTo>
                <a:cubicBezTo>
                  <a:pt x="425521" y="107791"/>
                  <a:pt x="427097" y="108669"/>
                  <a:pt x="428918" y="109245"/>
                </a:cubicBezTo>
                <a:cubicBezTo>
                  <a:pt x="430738" y="109821"/>
                  <a:pt x="432681" y="110109"/>
                  <a:pt x="434746" y="110109"/>
                </a:cubicBezTo>
                <a:cubicBezTo>
                  <a:pt x="437462" y="110109"/>
                  <a:pt x="439987" y="109711"/>
                  <a:pt x="442322" y="108916"/>
                </a:cubicBezTo>
                <a:cubicBezTo>
                  <a:pt x="444659" y="108120"/>
                  <a:pt x="446738" y="107174"/>
                  <a:pt x="448558" y="106078"/>
                </a:cubicBezTo>
                <a:cubicBezTo>
                  <a:pt x="450378" y="104981"/>
                  <a:pt x="451926" y="103883"/>
                  <a:pt x="453201" y="102786"/>
                </a:cubicBezTo>
                <a:cubicBezTo>
                  <a:pt x="454478" y="101688"/>
                  <a:pt x="455416" y="100838"/>
                  <a:pt x="456014" y="100235"/>
                </a:cubicBezTo>
                <a:lnTo>
                  <a:pt x="456014" y="84599"/>
                </a:lnTo>
                <a:close/>
                <a:moveTo>
                  <a:pt x="527451" y="38727"/>
                </a:moveTo>
                <a:cubicBezTo>
                  <a:pt x="531225" y="38727"/>
                  <a:pt x="534835" y="39123"/>
                  <a:pt x="538281" y="39916"/>
                </a:cubicBezTo>
                <a:cubicBezTo>
                  <a:pt x="541727" y="40710"/>
                  <a:pt x="544681" y="41817"/>
                  <a:pt x="547142" y="43239"/>
                </a:cubicBezTo>
                <a:lnTo>
                  <a:pt x="547142" y="53824"/>
                </a:lnTo>
                <a:cubicBezTo>
                  <a:pt x="543696" y="52511"/>
                  <a:pt x="540524" y="51526"/>
                  <a:pt x="537625" y="50870"/>
                </a:cubicBezTo>
                <a:cubicBezTo>
                  <a:pt x="534726" y="50213"/>
                  <a:pt x="531772" y="49885"/>
                  <a:pt x="528763" y="49885"/>
                </a:cubicBezTo>
                <a:cubicBezTo>
                  <a:pt x="525591" y="49885"/>
                  <a:pt x="522446" y="50406"/>
                  <a:pt x="519328" y="51447"/>
                </a:cubicBezTo>
                <a:cubicBezTo>
                  <a:pt x="516210" y="52488"/>
                  <a:pt x="513420" y="54200"/>
                  <a:pt x="510959" y="56582"/>
                </a:cubicBezTo>
                <a:cubicBezTo>
                  <a:pt x="508498" y="58964"/>
                  <a:pt x="506515" y="62113"/>
                  <a:pt x="505011" y="66031"/>
                </a:cubicBezTo>
                <a:cubicBezTo>
                  <a:pt x="503506" y="69947"/>
                  <a:pt x="502754" y="74807"/>
                  <a:pt x="502754" y="80612"/>
                </a:cubicBezTo>
                <a:cubicBezTo>
                  <a:pt x="502754" y="84831"/>
                  <a:pt x="503315" y="88721"/>
                  <a:pt x="504436" y="92281"/>
                </a:cubicBezTo>
                <a:cubicBezTo>
                  <a:pt x="505557" y="95842"/>
                  <a:pt x="507226" y="98923"/>
                  <a:pt x="509441" y="101524"/>
                </a:cubicBezTo>
                <a:cubicBezTo>
                  <a:pt x="511656" y="104126"/>
                  <a:pt x="514432" y="106152"/>
                  <a:pt x="517769" y="107604"/>
                </a:cubicBezTo>
                <a:cubicBezTo>
                  <a:pt x="521106" y="109055"/>
                  <a:pt x="524962" y="109780"/>
                  <a:pt x="529338" y="109780"/>
                </a:cubicBezTo>
                <a:cubicBezTo>
                  <a:pt x="532510" y="109780"/>
                  <a:pt x="535710" y="109439"/>
                  <a:pt x="538937" y="108755"/>
                </a:cubicBezTo>
                <a:cubicBezTo>
                  <a:pt x="542165" y="108071"/>
                  <a:pt x="545310" y="107100"/>
                  <a:pt x="548373" y="105842"/>
                </a:cubicBezTo>
                <a:lnTo>
                  <a:pt x="548373" y="116485"/>
                </a:lnTo>
                <a:cubicBezTo>
                  <a:pt x="547443" y="117034"/>
                  <a:pt x="546226" y="117584"/>
                  <a:pt x="544722" y="118134"/>
                </a:cubicBezTo>
                <a:cubicBezTo>
                  <a:pt x="543218" y="118684"/>
                  <a:pt x="541563" y="119166"/>
                  <a:pt x="539758" y="119578"/>
                </a:cubicBezTo>
                <a:cubicBezTo>
                  <a:pt x="537953" y="119989"/>
                  <a:pt x="536038" y="120319"/>
                  <a:pt x="534015" y="120567"/>
                </a:cubicBezTo>
                <a:cubicBezTo>
                  <a:pt x="531991" y="120815"/>
                  <a:pt x="529967" y="120939"/>
                  <a:pt x="527943" y="120939"/>
                </a:cubicBezTo>
                <a:cubicBezTo>
                  <a:pt x="522692" y="120939"/>
                  <a:pt x="517728" y="120144"/>
                  <a:pt x="513051" y="118555"/>
                </a:cubicBezTo>
                <a:cubicBezTo>
                  <a:pt x="508374" y="116965"/>
                  <a:pt x="504286" y="114526"/>
                  <a:pt x="500785" y="111239"/>
                </a:cubicBezTo>
                <a:cubicBezTo>
                  <a:pt x="497284" y="107951"/>
                  <a:pt x="494522" y="103785"/>
                  <a:pt x="492498" y="98742"/>
                </a:cubicBezTo>
                <a:cubicBezTo>
                  <a:pt x="490474" y="93700"/>
                  <a:pt x="489462" y="87726"/>
                  <a:pt x="489462" y="80820"/>
                </a:cubicBezTo>
                <a:cubicBezTo>
                  <a:pt x="489462" y="75668"/>
                  <a:pt x="489996" y="71037"/>
                  <a:pt x="491062" y="66926"/>
                </a:cubicBezTo>
                <a:cubicBezTo>
                  <a:pt x="492129" y="62815"/>
                  <a:pt x="493592" y="59198"/>
                  <a:pt x="495452" y="56075"/>
                </a:cubicBezTo>
                <a:cubicBezTo>
                  <a:pt x="497312" y="52950"/>
                  <a:pt x="499486" y="50292"/>
                  <a:pt x="501975" y="48101"/>
                </a:cubicBezTo>
                <a:cubicBezTo>
                  <a:pt x="504464" y="45908"/>
                  <a:pt x="507116" y="44112"/>
                  <a:pt x="509933" y="42714"/>
                </a:cubicBezTo>
                <a:cubicBezTo>
                  <a:pt x="512750" y="41316"/>
                  <a:pt x="515663" y="40302"/>
                  <a:pt x="518672" y="39673"/>
                </a:cubicBezTo>
                <a:cubicBezTo>
                  <a:pt x="521680" y="39042"/>
                  <a:pt x="524606" y="38727"/>
                  <a:pt x="527451" y="38727"/>
                </a:cubicBezTo>
                <a:close/>
                <a:moveTo>
                  <a:pt x="617280" y="40860"/>
                </a:moveTo>
                <a:lnTo>
                  <a:pt x="633854" y="40860"/>
                </a:lnTo>
                <a:lnTo>
                  <a:pt x="595783" y="76715"/>
                </a:lnTo>
                <a:lnTo>
                  <a:pt x="633772" y="118806"/>
                </a:lnTo>
                <a:lnTo>
                  <a:pt x="617936" y="118806"/>
                </a:lnTo>
                <a:lnTo>
                  <a:pt x="580522" y="77289"/>
                </a:lnTo>
                <a:lnTo>
                  <a:pt x="580358" y="77289"/>
                </a:lnTo>
                <a:lnTo>
                  <a:pt x="580358" y="118806"/>
                </a:lnTo>
                <a:lnTo>
                  <a:pt x="567641" y="118806"/>
                </a:lnTo>
                <a:lnTo>
                  <a:pt x="567641" y="0"/>
                </a:lnTo>
                <a:lnTo>
                  <a:pt x="580358" y="0"/>
                </a:lnTo>
                <a:lnTo>
                  <a:pt x="580358" y="75648"/>
                </a:lnTo>
                <a:lnTo>
                  <a:pt x="580522" y="75648"/>
                </a:lnTo>
                <a:lnTo>
                  <a:pt x="617280" y="40860"/>
                </a:lnTo>
                <a:close/>
              </a:path>
            </a:pathLst>
          </a:custGeom>
          <a:solidFill xmlns:a="http://schemas.openxmlformats.org/drawingml/2006/main">
            <a:srgbClr val="BE510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0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1BA1CE1-960E-40A1-8835-1EDD6E98D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8627" y="729342"/>
            <a:ext cx="196209" cy="67484"/>
          </a:xfrm>
          <a:custGeom xmlns:a="http://schemas.openxmlformats.org/drawingml/2006/main">
            <a:pathLst>
              <a:path w="196209" h="67484">
                <a:moveTo>
                  <a:pt x="0" y="25306"/>
                </a:moveTo>
                <a:lnTo>
                  <a:pt x="0" y="42177"/>
                </a:lnTo>
                <a:lnTo>
                  <a:pt x="128725" y="42177"/>
                </a:lnTo>
                <a:lnTo>
                  <a:pt x="128725" y="67484"/>
                </a:lnTo>
                <a:lnTo>
                  <a:pt x="196209" y="33742"/>
                </a:lnTo>
                <a:lnTo>
                  <a:pt x="128725" y="0"/>
                </a:lnTo>
                <a:lnTo>
                  <a:pt x="128725" y="25306"/>
                </a:lnTo>
                <a:lnTo>
                  <a:pt x="0" y="25306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pic>
        <p:nvPicPr>
          <p:cNvPr id="44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c3347b3ff6040ea"/>
          <a:stretch xmlns:a="http://schemas.openxmlformats.org/drawingml/2006/main"/>
        </p:blipFill>
        <p:spPr>
          <a:xfrm xmlns:a="http://schemas.openxmlformats.org/drawingml/2006/main">
            <a:off x="6159654" y="578853"/>
            <a:ext cx="350466" cy="332020"/>
          </a:xfrm>
          <a:prstGeom xmlns:a="http://schemas.openxmlformats.org/drawingml/2006/main" prst="rect">
            <a:avLst/>
          </a:prstGeom>
        </p:spPr>
      </p:pic>
      <p:pic>
        <p:nvPicPr>
          <p:cNvPr id="44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c9591c614bc4eae"/>
          <a:stretch xmlns:a="http://schemas.openxmlformats.org/drawingml/2006/main"/>
        </p:blipFill>
        <p:spPr>
          <a:xfrm xmlns:a="http://schemas.openxmlformats.org/drawingml/2006/main">
            <a:off x="6334887" y="1065749"/>
            <a:ext cx="370486" cy="364412"/>
          </a:xfrm>
          <a:prstGeom xmlns:a="http://schemas.openxmlformats.org/drawingml/2006/main" prst="rect">
            <a:avLst/>
          </a:prstGeom>
        </p:spPr>
      </p:pic>
      <p:pic>
        <p:nvPicPr>
          <p:cNvPr id="44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e5ab024eb6348c8"/>
          <a:stretch xmlns:a="http://schemas.openxmlformats.org/drawingml/2006/main"/>
        </p:blipFill>
        <p:spPr>
          <a:xfrm xmlns:a="http://schemas.openxmlformats.org/drawingml/2006/main">
            <a:off x="7007025" y="1065749"/>
            <a:ext cx="370486" cy="364412"/>
          </a:xfrm>
          <a:prstGeom xmlns:a="http://schemas.openxmlformats.org/drawingml/2006/main" prst="rect">
            <a:avLst/>
          </a:prstGeom>
        </p:spPr>
      </p:pic>
      <p:pic>
        <p:nvPicPr>
          <p:cNvPr id="44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95677bdfd024e38"/>
          <a:stretch xmlns:a="http://schemas.openxmlformats.org/drawingml/2006/main"/>
        </p:blipFill>
        <p:spPr>
          <a:xfrm xmlns:a="http://schemas.openxmlformats.org/drawingml/2006/main">
            <a:off x="6670956" y="533302"/>
            <a:ext cx="370486" cy="364412"/>
          </a:xfrm>
          <a:prstGeom xmlns:a="http://schemas.openxmlformats.org/drawingml/2006/main" prst="rect">
            <a:avLst/>
          </a:prstGeom>
        </p:spPr>
      </p:pic>
      <p:sp>
        <p:nvSpPr>
          <p:cNvPr id="21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6F0112F-5A2E-4029-BCDA-097EE25D8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2739" y="1054614"/>
            <a:ext cx="1085140" cy="413001"/>
          </a:xfrm>
          <a:custGeom xmlns:a="http://schemas.openxmlformats.org/drawingml/2006/main">
            <a:pathLst>
              <a:path w="1085140" h="413001" fill="none">
                <a:moveTo>
                  <a:pt x="0" y="68833"/>
                </a:moveTo>
                <a:cubicBezTo>
                  <a:pt x="0" y="30874"/>
                  <a:pt x="30874" y="0"/>
                  <a:pt x="68833" y="0"/>
                </a:cubicBezTo>
                <a:lnTo>
                  <a:pt x="1016306" y="0"/>
                </a:lnTo>
                <a:cubicBezTo>
                  <a:pt x="1054266" y="0"/>
                  <a:pt x="1085140" y="30874"/>
                  <a:pt x="1085140" y="68833"/>
                </a:cubicBezTo>
                <a:lnTo>
                  <a:pt x="1085140" y="344167"/>
                </a:lnTo>
                <a:cubicBezTo>
                  <a:pt x="1085140" y="382127"/>
                  <a:pt x="1054266" y="413001"/>
                  <a:pt x="1016306" y="413001"/>
                </a:cubicBezTo>
                <a:lnTo>
                  <a:pt x="68833" y="413001"/>
                </a:lnTo>
                <a:cubicBezTo>
                  <a:pt x="30874" y="413001"/>
                  <a:pt x="0" y="382127"/>
                  <a:pt x="0" y="344167"/>
                </a:cubicBezTo>
                <a:lnTo>
                  <a:pt x="0" y="68833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6871" cap="flat">
            <a:solidFill>
              <a:srgbClr val="000000"/>
            </a:solidFill>
            <a:miter/>
          </a:ln>
        </p:spPr>
      </p:sp>
      <p:sp>
        <p:nvSpPr>
          <p:cNvPr id="21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EA0FF49-DE8C-4E83-ACF2-604BA7A41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27349" y="868021"/>
            <a:ext cx="67315" cy="184906"/>
          </a:xfrm>
          <a:custGeom xmlns:a="http://schemas.openxmlformats.org/drawingml/2006/main">
            <a:pathLst>
              <a:path w="67315" h="184906">
                <a:moveTo>
                  <a:pt x="36273" y="0"/>
                </a:moveTo>
                <a:lnTo>
                  <a:pt x="19402" y="675"/>
                </a:lnTo>
                <a:lnTo>
                  <a:pt x="25305" y="118009"/>
                </a:lnTo>
                <a:lnTo>
                  <a:pt x="0" y="119278"/>
                </a:lnTo>
                <a:lnTo>
                  <a:pt x="37116" y="184906"/>
                </a:lnTo>
                <a:lnTo>
                  <a:pt x="67315" y="115903"/>
                </a:lnTo>
                <a:lnTo>
                  <a:pt x="42175" y="117164"/>
                </a:lnTo>
                <a:lnTo>
                  <a:pt x="36273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1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DF931D8-ADAB-452E-BEA4-58687B708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1814" y="1213201"/>
            <a:ext cx="244291" cy="67484"/>
          </a:xfrm>
          <a:custGeom xmlns:a="http://schemas.openxmlformats.org/drawingml/2006/main">
            <a:pathLst>
              <a:path w="244291" h="67484">
                <a:moveTo>
                  <a:pt x="0" y="25306"/>
                </a:moveTo>
                <a:lnTo>
                  <a:pt x="0" y="42177"/>
                </a:lnTo>
                <a:lnTo>
                  <a:pt x="176808" y="42177"/>
                </a:lnTo>
                <a:lnTo>
                  <a:pt x="176808" y="67484"/>
                </a:lnTo>
                <a:lnTo>
                  <a:pt x="244291" y="33742"/>
                </a:lnTo>
                <a:lnTo>
                  <a:pt x="176808" y="0"/>
                </a:lnTo>
                <a:lnTo>
                  <a:pt x="176808" y="25306"/>
                </a:lnTo>
                <a:lnTo>
                  <a:pt x="0" y="25306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14" name="Text TraitsAttack">
            <a:extLst xmlns:a="http://schemas.openxmlformats.org/drawingml/2006/main">
              <a:ext uri="{FF2B5EF4-FFF2-40B4-BE49-F238E27FC236}">
                <a16:creationId xmlns:a16="http://schemas.microsoft.com/office/drawing/2014/main" id="{59FA1543-8BE9-48EB-B8C1-0AE4DC95F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46930" y="224360"/>
            <a:ext cx="889097" cy="120939"/>
          </a:xfrm>
          <a:custGeom xmlns:a="http://schemas.openxmlformats.org/drawingml/2006/main">
            <a:pathLst>
              <a:path w="889097" h="120939">
                <a:moveTo>
                  <a:pt x="50049" y="118806"/>
                </a:moveTo>
                <a:lnTo>
                  <a:pt x="36676" y="118806"/>
                </a:lnTo>
                <a:lnTo>
                  <a:pt x="36676" y="21168"/>
                </a:lnTo>
                <a:lnTo>
                  <a:pt x="0" y="21168"/>
                </a:lnTo>
                <a:lnTo>
                  <a:pt x="0" y="9025"/>
                </a:lnTo>
                <a:lnTo>
                  <a:pt x="86725" y="9025"/>
                </a:lnTo>
                <a:lnTo>
                  <a:pt x="86725" y="21168"/>
                </a:lnTo>
                <a:lnTo>
                  <a:pt x="50049" y="21168"/>
                </a:lnTo>
                <a:lnTo>
                  <a:pt x="50049" y="118806"/>
                </a:lnTo>
                <a:close/>
                <a:moveTo>
                  <a:pt x="144950" y="51198"/>
                </a:moveTo>
                <a:lnTo>
                  <a:pt x="143965" y="51198"/>
                </a:lnTo>
                <a:cubicBezTo>
                  <a:pt x="140957" y="51198"/>
                  <a:pt x="138003" y="51472"/>
                  <a:pt x="135104" y="52019"/>
                </a:cubicBezTo>
                <a:cubicBezTo>
                  <a:pt x="132205" y="52566"/>
                  <a:pt x="129484" y="53400"/>
                  <a:pt x="126940" y="54521"/>
                </a:cubicBezTo>
                <a:cubicBezTo>
                  <a:pt x="124397" y="55642"/>
                  <a:pt x="122100" y="57023"/>
                  <a:pt x="120048" y="58664"/>
                </a:cubicBezTo>
                <a:cubicBezTo>
                  <a:pt x="117997" y="60305"/>
                  <a:pt x="116288" y="62247"/>
                  <a:pt x="114920" y="64490"/>
                </a:cubicBezTo>
                <a:lnTo>
                  <a:pt x="114920" y="118806"/>
                </a:lnTo>
                <a:lnTo>
                  <a:pt x="102203" y="118806"/>
                </a:lnTo>
                <a:lnTo>
                  <a:pt x="102203" y="40860"/>
                </a:lnTo>
                <a:lnTo>
                  <a:pt x="112049" y="40860"/>
                </a:lnTo>
                <a:lnTo>
                  <a:pt x="114510" y="53249"/>
                </a:lnTo>
                <a:lnTo>
                  <a:pt x="114756" y="53249"/>
                </a:lnTo>
                <a:cubicBezTo>
                  <a:pt x="116014" y="51213"/>
                  <a:pt x="117560" y="49316"/>
                  <a:pt x="119392" y="47557"/>
                </a:cubicBezTo>
                <a:cubicBezTo>
                  <a:pt x="121224" y="45797"/>
                  <a:pt x="123289" y="44256"/>
                  <a:pt x="125587" y="42937"/>
                </a:cubicBezTo>
                <a:cubicBezTo>
                  <a:pt x="127884" y="41616"/>
                  <a:pt x="130400" y="40584"/>
                  <a:pt x="133135" y="39842"/>
                </a:cubicBezTo>
                <a:cubicBezTo>
                  <a:pt x="135870" y="39099"/>
                  <a:pt x="138742" y="38727"/>
                  <a:pt x="141750" y="38727"/>
                </a:cubicBezTo>
                <a:cubicBezTo>
                  <a:pt x="142297" y="38727"/>
                  <a:pt x="142858" y="38740"/>
                  <a:pt x="143432" y="38768"/>
                </a:cubicBezTo>
                <a:cubicBezTo>
                  <a:pt x="144006" y="38795"/>
                  <a:pt x="144512" y="38836"/>
                  <a:pt x="144950" y="38891"/>
                </a:cubicBezTo>
                <a:lnTo>
                  <a:pt x="144950" y="51198"/>
                </a:lnTo>
                <a:close/>
                <a:moveTo>
                  <a:pt x="204128" y="110191"/>
                </a:moveTo>
                <a:lnTo>
                  <a:pt x="203800" y="110191"/>
                </a:lnTo>
                <a:cubicBezTo>
                  <a:pt x="202763" y="111503"/>
                  <a:pt x="201452" y="112803"/>
                  <a:pt x="199867" y="114088"/>
                </a:cubicBezTo>
                <a:cubicBezTo>
                  <a:pt x="198284" y="115373"/>
                  <a:pt x="196454" y="116524"/>
                  <a:pt x="194377" y="117539"/>
                </a:cubicBezTo>
                <a:cubicBezTo>
                  <a:pt x="192302" y="118555"/>
                  <a:pt x="190036" y="119375"/>
                  <a:pt x="187578" y="120001"/>
                </a:cubicBezTo>
                <a:cubicBezTo>
                  <a:pt x="185120" y="120626"/>
                  <a:pt x="182498" y="120939"/>
                  <a:pt x="179711" y="120939"/>
                </a:cubicBezTo>
                <a:cubicBezTo>
                  <a:pt x="175942" y="120939"/>
                  <a:pt x="172487" y="120378"/>
                  <a:pt x="169345" y="119254"/>
                </a:cubicBezTo>
                <a:cubicBezTo>
                  <a:pt x="166205" y="118131"/>
                  <a:pt x="163501" y="116488"/>
                  <a:pt x="161233" y="114324"/>
                </a:cubicBezTo>
                <a:cubicBezTo>
                  <a:pt x="158966" y="112160"/>
                  <a:pt x="157205" y="109516"/>
                  <a:pt x="155948" y="106393"/>
                </a:cubicBezTo>
                <a:cubicBezTo>
                  <a:pt x="154692" y="103270"/>
                  <a:pt x="154064" y="99736"/>
                  <a:pt x="154064" y="95791"/>
                </a:cubicBezTo>
                <a:cubicBezTo>
                  <a:pt x="154064" y="91901"/>
                  <a:pt x="154759" y="88421"/>
                  <a:pt x="156151" y="85353"/>
                </a:cubicBezTo>
                <a:cubicBezTo>
                  <a:pt x="157544" y="82285"/>
                  <a:pt x="159496" y="79682"/>
                  <a:pt x="162007" y="77546"/>
                </a:cubicBezTo>
                <a:cubicBezTo>
                  <a:pt x="164520" y="75409"/>
                  <a:pt x="167537" y="73766"/>
                  <a:pt x="171060" y="72615"/>
                </a:cubicBezTo>
                <a:cubicBezTo>
                  <a:pt x="174583" y="71465"/>
                  <a:pt x="178474" y="70890"/>
                  <a:pt x="182732" y="70890"/>
                </a:cubicBezTo>
                <a:cubicBezTo>
                  <a:pt x="186773" y="70944"/>
                  <a:pt x="190514" y="71300"/>
                  <a:pt x="193954" y="71956"/>
                </a:cubicBezTo>
                <a:cubicBezTo>
                  <a:pt x="197395" y="72613"/>
                  <a:pt x="200453" y="73433"/>
                  <a:pt x="203128" y="74418"/>
                </a:cubicBezTo>
                <a:lnTo>
                  <a:pt x="203457" y="74418"/>
                </a:lnTo>
                <a:lnTo>
                  <a:pt x="203457" y="69003"/>
                </a:lnTo>
                <a:cubicBezTo>
                  <a:pt x="203457" y="66869"/>
                  <a:pt x="203320" y="64982"/>
                  <a:pt x="203046" y="63341"/>
                </a:cubicBezTo>
                <a:cubicBezTo>
                  <a:pt x="202773" y="61700"/>
                  <a:pt x="202308" y="60251"/>
                  <a:pt x="201652" y="58993"/>
                </a:cubicBezTo>
                <a:cubicBezTo>
                  <a:pt x="200229" y="56367"/>
                  <a:pt x="197959" y="54193"/>
                  <a:pt x="194842" y="52470"/>
                </a:cubicBezTo>
                <a:cubicBezTo>
                  <a:pt x="191724" y="50747"/>
                  <a:pt x="187512" y="49885"/>
                  <a:pt x="182206" y="49885"/>
                </a:cubicBezTo>
                <a:cubicBezTo>
                  <a:pt x="178268" y="49885"/>
                  <a:pt x="174562" y="50248"/>
                  <a:pt x="171089" y="50972"/>
                </a:cubicBezTo>
                <a:cubicBezTo>
                  <a:pt x="167615" y="51695"/>
                  <a:pt x="164156" y="52701"/>
                  <a:pt x="160710" y="53988"/>
                </a:cubicBezTo>
                <a:lnTo>
                  <a:pt x="160710" y="43321"/>
                </a:lnTo>
                <a:cubicBezTo>
                  <a:pt x="162022" y="42665"/>
                  <a:pt x="163568" y="42050"/>
                  <a:pt x="165345" y="41475"/>
                </a:cubicBezTo>
                <a:cubicBezTo>
                  <a:pt x="167123" y="40901"/>
                  <a:pt x="168996" y="40409"/>
                  <a:pt x="170966" y="39998"/>
                </a:cubicBezTo>
                <a:cubicBezTo>
                  <a:pt x="172935" y="39588"/>
                  <a:pt x="175013" y="39274"/>
                  <a:pt x="177201" y="39055"/>
                </a:cubicBezTo>
                <a:cubicBezTo>
                  <a:pt x="179389" y="38836"/>
                  <a:pt x="181577" y="38727"/>
                  <a:pt x="183765" y="38727"/>
                </a:cubicBezTo>
                <a:cubicBezTo>
                  <a:pt x="191642" y="38727"/>
                  <a:pt x="198082" y="40123"/>
                  <a:pt x="203087" y="42916"/>
                </a:cubicBezTo>
                <a:cubicBezTo>
                  <a:pt x="208092" y="45708"/>
                  <a:pt x="211689" y="49403"/>
                  <a:pt x="213877" y="54003"/>
                </a:cubicBezTo>
                <a:cubicBezTo>
                  <a:pt x="214697" y="55755"/>
                  <a:pt x="215285" y="57686"/>
                  <a:pt x="215641" y="59795"/>
                </a:cubicBezTo>
                <a:cubicBezTo>
                  <a:pt x="215996" y="61903"/>
                  <a:pt x="216174" y="64216"/>
                  <a:pt x="216174" y="66733"/>
                </a:cubicBezTo>
                <a:lnTo>
                  <a:pt x="216174" y="118806"/>
                </a:lnTo>
                <a:lnTo>
                  <a:pt x="205521" y="118806"/>
                </a:lnTo>
                <a:lnTo>
                  <a:pt x="204128" y="110191"/>
                </a:lnTo>
                <a:moveTo>
                  <a:pt x="203457" y="84599"/>
                </a:moveTo>
                <a:cubicBezTo>
                  <a:pt x="201120" y="83941"/>
                  <a:pt x="198349" y="83311"/>
                  <a:pt x="195144" y="82707"/>
                </a:cubicBezTo>
                <a:cubicBezTo>
                  <a:pt x="191939" y="82104"/>
                  <a:pt x="188408" y="81775"/>
                  <a:pt x="184550" y="81720"/>
                </a:cubicBezTo>
                <a:cubicBezTo>
                  <a:pt x="179172" y="81720"/>
                  <a:pt x="174962" y="82872"/>
                  <a:pt x="171919" y="85176"/>
                </a:cubicBezTo>
                <a:cubicBezTo>
                  <a:pt x="168877" y="87480"/>
                  <a:pt x="167355" y="91019"/>
                  <a:pt x="167355" y="95791"/>
                </a:cubicBezTo>
                <a:cubicBezTo>
                  <a:pt x="167355" y="98205"/>
                  <a:pt x="167736" y="100317"/>
                  <a:pt x="168496" y="102127"/>
                </a:cubicBezTo>
                <a:cubicBezTo>
                  <a:pt x="169257" y="103937"/>
                  <a:pt x="170302" y="105432"/>
                  <a:pt x="171632" y="106611"/>
                </a:cubicBezTo>
                <a:cubicBezTo>
                  <a:pt x="172964" y="107791"/>
                  <a:pt x="174540" y="108669"/>
                  <a:pt x="176360" y="109245"/>
                </a:cubicBezTo>
                <a:cubicBezTo>
                  <a:pt x="178181" y="109821"/>
                  <a:pt x="180123" y="110109"/>
                  <a:pt x="182188" y="110109"/>
                </a:cubicBezTo>
                <a:cubicBezTo>
                  <a:pt x="184904" y="110109"/>
                  <a:pt x="187430" y="109711"/>
                  <a:pt x="189765" y="108916"/>
                </a:cubicBezTo>
                <a:cubicBezTo>
                  <a:pt x="192102" y="108120"/>
                  <a:pt x="194180" y="107174"/>
                  <a:pt x="196001" y="106078"/>
                </a:cubicBezTo>
                <a:cubicBezTo>
                  <a:pt x="197821" y="104981"/>
                  <a:pt x="199369" y="103883"/>
                  <a:pt x="200644" y="102786"/>
                </a:cubicBezTo>
                <a:cubicBezTo>
                  <a:pt x="201921" y="101688"/>
                  <a:pt x="202858" y="100838"/>
                  <a:pt x="203457" y="100235"/>
                </a:cubicBezTo>
                <a:lnTo>
                  <a:pt x="203457" y="84599"/>
                </a:lnTo>
                <a:close/>
                <a:moveTo>
                  <a:pt x="242492" y="118806"/>
                </a:moveTo>
                <a:lnTo>
                  <a:pt x="242492" y="40860"/>
                </a:lnTo>
                <a:lnTo>
                  <a:pt x="255209" y="40860"/>
                </a:lnTo>
                <a:lnTo>
                  <a:pt x="255209" y="118806"/>
                </a:lnTo>
                <a:lnTo>
                  <a:pt x="242492" y="118806"/>
                </a:lnTo>
                <a:moveTo>
                  <a:pt x="242164" y="22645"/>
                </a:moveTo>
                <a:lnTo>
                  <a:pt x="242164" y="8369"/>
                </a:lnTo>
                <a:lnTo>
                  <a:pt x="254881" y="8369"/>
                </a:lnTo>
                <a:lnTo>
                  <a:pt x="254881" y="22645"/>
                </a:lnTo>
                <a:lnTo>
                  <a:pt x="242164" y="22645"/>
                </a:lnTo>
                <a:close/>
                <a:moveTo>
                  <a:pt x="321258" y="119039"/>
                </a:moveTo>
                <a:cubicBezTo>
                  <a:pt x="320164" y="119478"/>
                  <a:pt x="318496" y="119891"/>
                  <a:pt x="316253" y="120278"/>
                </a:cubicBezTo>
                <a:cubicBezTo>
                  <a:pt x="314011" y="120664"/>
                  <a:pt x="311330" y="120884"/>
                  <a:pt x="308212" y="120939"/>
                </a:cubicBezTo>
                <a:cubicBezTo>
                  <a:pt x="304110" y="120939"/>
                  <a:pt x="300555" y="120433"/>
                  <a:pt x="297546" y="119421"/>
                </a:cubicBezTo>
                <a:cubicBezTo>
                  <a:pt x="294538" y="118409"/>
                  <a:pt x="292035" y="116960"/>
                  <a:pt x="290039" y="115073"/>
                </a:cubicBezTo>
                <a:cubicBezTo>
                  <a:pt x="288042" y="113185"/>
                  <a:pt x="286552" y="110902"/>
                  <a:pt x="285567" y="108222"/>
                </a:cubicBezTo>
                <a:cubicBezTo>
                  <a:pt x="284583" y="105541"/>
                  <a:pt x="284090" y="102560"/>
                  <a:pt x="284090" y="99278"/>
                </a:cubicBezTo>
                <a:lnTo>
                  <a:pt x="284090" y="51854"/>
                </a:lnTo>
                <a:lnTo>
                  <a:pt x="269076" y="51854"/>
                </a:lnTo>
                <a:lnTo>
                  <a:pt x="269076" y="40860"/>
                </a:lnTo>
                <a:lnTo>
                  <a:pt x="284090" y="40860"/>
                </a:lnTo>
                <a:lnTo>
                  <a:pt x="284090" y="19527"/>
                </a:lnTo>
                <a:lnTo>
                  <a:pt x="296808" y="19527"/>
                </a:lnTo>
                <a:lnTo>
                  <a:pt x="296808" y="40860"/>
                </a:lnTo>
                <a:lnTo>
                  <a:pt x="320109" y="40860"/>
                </a:lnTo>
                <a:lnTo>
                  <a:pt x="320109" y="51854"/>
                </a:lnTo>
                <a:lnTo>
                  <a:pt x="296808" y="51854"/>
                </a:lnTo>
                <a:lnTo>
                  <a:pt x="296808" y="97245"/>
                </a:lnTo>
                <a:cubicBezTo>
                  <a:pt x="296808" y="99047"/>
                  <a:pt x="297068" y="100712"/>
                  <a:pt x="297587" y="102242"/>
                </a:cubicBezTo>
                <a:cubicBezTo>
                  <a:pt x="298107" y="103772"/>
                  <a:pt x="298927" y="105097"/>
                  <a:pt x="300049" y="106217"/>
                </a:cubicBezTo>
                <a:cubicBezTo>
                  <a:pt x="301170" y="107336"/>
                  <a:pt x="302606" y="108210"/>
                  <a:pt x="304356" y="108839"/>
                </a:cubicBezTo>
                <a:cubicBezTo>
                  <a:pt x="306107" y="109467"/>
                  <a:pt x="308212" y="109780"/>
                  <a:pt x="310674" y="109780"/>
                </a:cubicBezTo>
                <a:cubicBezTo>
                  <a:pt x="312370" y="109780"/>
                  <a:pt x="314161" y="109644"/>
                  <a:pt x="316048" y="109370"/>
                </a:cubicBezTo>
                <a:cubicBezTo>
                  <a:pt x="317935" y="109097"/>
                  <a:pt x="319672" y="108741"/>
                  <a:pt x="321258" y="108304"/>
                </a:cubicBezTo>
                <a:lnTo>
                  <a:pt x="321258" y="119039"/>
                </a:lnTo>
                <a:close/>
                <a:moveTo>
                  <a:pt x="347649" y="61582"/>
                </a:moveTo>
                <a:cubicBezTo>
                  <a:pt x="347649" y="63719"/>
                  <a:pt x="348104" y="65473"/>
                  <a:pt x="349013" y="66844"/>
                </a:cubicBezTo>
                <a:cubicBezTo>
                  <a:pt x="349922" y="68215"/>
                  <a:pt x="351139" y="69325"/>
                  <a:pt x="352662" y="70174"/>
                </a:cubicBezTo>
                <a:cubicBezTo>
                  <a:pt x="354186" y="71024"/>
                  <a:pt x="355951" y="71723"/>
                  <a:pt x="357956" y="72272"/>
                </a:cubicBezTo>
                <a:cubicBezTo>
                  <a:pt x="359961" y="72819"/>
                  <a:pt x="362034" y="73311"/>
                  <a:pt x="364174" y="73749"/>
                </a:cubicBezTo>
                <a:cubicBezTo>
                  <a:pt x="367116" y="74407"/>
                  <a:pt x="369897" y="75133"/>
                  <a:pt x="372517" y="75928"/>
                </a:cubicBezTo>
                <a:cubicBezTo>
                  <a:pt x="375138" y="76723"/>
                  <a:pt x="377557" y="77915"/>
                  <a:pt x="379776" y="79505"/>
                </a:cubicBezTo>
                <a:cubicBezTo>
                  <a:pt x="381995" y="81094"/>
                  <a:pt x="383786" y="83246"/>
                  <a:pt x="385150" y="85958"/>
                </a:cubicBezTo>
                <a:cubicBezTo>
                  <a:pt x="386514" y="88671"/>
                  <a:pt x="387196" y="92192"/>
                  <a:pt x="387196" y="96522"/>
                </a:cubicBezTo>
                <a:cubicBezTo>
                  <a:pt x="387196" y="100469"/>
                  <a:pt x="386430" y="103964"/>
                  <a:pt x="384899" y="107006"/>
                </a:cubicBezTo>
                <a:cubicBezTo>
                  <a:pt x="383367" y="110047"/>
                  <a:pt x="381207" y="112596"/>
                  <a:pt x="378417" y="114652"/>
                </a:cubicBezTo>
                <a:cubicBezTo>
                  <a:pt x="375627" y="116707"/>
                  <a:pt x="372291" y="118268"/>
                  <a:pt x="368407" y="119337"/>
                </a:cubicBezTo>
                <a:cubicBezTo>
                  <a:pt x="364524" y="120405"/>
                  <a:pt x="360257" y="120939"/>
                  <a:pt x="355608" y="120939"/>
                </a:cubicBezTo>
                <a:cubicBezTo>
                  <a:pt x="352763" y="120939"/>
                  <a:pt x="350179" y="120789"/>
                  <a:pt x="347854" y="120488"/>
                </a:cubicBezTo>
                <a:cubicBezTo>
                  <a:pt x="345529" y="120187"/>
                  <a:pt x="343478" y="119804"/>
                  <a:pt x="341700" y="119339"/>
                </a:cubicBezTo>
                <a:cubicBezTo>
                  <a:pt x="339923" y="118874"/>
                  <a:pt x="338405" y="118396"/>
                  <a:pt x="337147" y="117903"/>
                </a:cubicBezTo>
                <a:cubicBezTo>
                  <a:pt x="335889" y="117411"/>
                  <a:pt x="334849" y="116946"/>
                  <a:pt x="334029" y="116508"/>
                </a:cubicBezTo>
                <a:lnTo>
                  <a:pt x="334029" y="105842"/>
                </a:lnTo>
                <a:cubicBezTo>
                  <a:pt x="337251" y="107155"/>
                  <a:pt x="340446" y="108194"/>
                  <a:pt x="343613" y="108960"/>
                </a:cubicBezTo>
                <a:cubicBezTo>
                  <a:pt x="346782" y="109726"/>
                  <a:pt x="350274" y="110109"/>
                  <a:pt x="354087" y="110109"/>
                </a:cubicBezTo>
                <a:cubicBezTo>
                  <a:pt x="357096" y="110109"/>
                  <a:pt x="359807" y="109834"/>
                  <a:pt x="362223" y="109286"/>
                </a:cubicBezTo>
                <a:cubicBezTo>
                  <a:pt x="364640" y="108737"/>
                  <a:pt x="366721" y="107928"/>
                  <a:pt x="368466" y="106858"/>
                </a:cubicBezTo>
                <a:cubicBezTo>
                  <a:pt x="370211" y="105786"/>
                  <a:pt x="371554" y="104441"/>
                  <a:pt x="372494" y="102822"/>
                </a:cubicBezTo>
                <a:cubicBezTo>
                  <a:pt x="373434" y="101201"/>
                  <a:pt x="373904" y="99321"/>
                  <a:pt x="373904" y="97181"/>
                </a:cubicBezTo>
                <a:cubicBezTo>
                  <a:pt x="373904" y="94988"/>
                  <a:pt x="373474" y="93179"/>
                  <a:pt x="372615" y="91756"/>
                </a:cubicBezTo>
                <a:cubicBezTo>
                  <a:pt x="371757" y="90330"/>
                  <a:pt x="370602" y="89151"/>
                  <a:pt x="369151" y="88220"/>
                </a:cubicBezTo>
                <a:cubicBezTo>
                  <a:pt x="367701" y="87288"/>
                  <a:pt x="366023" y="86521"/>
                  <a:pt x="364118" y="85917"/>
                </a:cubicBezTo>
                <a:cubicBezTo>
                  <a:pt x="362212" y="85314"/>
                  <a:pt x="360212" y="84766"/>
                  <a:pt x="358118" y="84274"/>
                </a:cubicBezTo>
                <a:cubicBezTo>
                  <a:pt x="355379" y="83670"/>
                  <a:pt x="352600" y="82958"/>
                  <a:pt x="349780" y="82135"/>
                </a:cubicBezTo>
                <a:cubicBezTo>
                  <a:pt x="346961" y="81313"/>
                  <a:pt x="344397" y="80163"/>
                  <a:pt x="342088" y="78684"/>
                </a:cubicBezTo>
                <a:cubicBezTo>
                  <a:pt x="339780" y="77204"/>
                  <a:pt x="337914" y="75189"/>
                  <a:pt x="336490" y="72641"/>
                </a:cubicBezTo>
                <a:cubicBezTo>
                  <a:pt x="335068" y="70092"/>
                  <a:pt x="334357" y="66817"/>
                  <a:pt x="334357" y="62816"/>
                </a:cubicBezTo>
                <a:cubicBezTo>
                  <a:pt x="334357" y="58705"/>
                  <a:pt x="335094" y="55142"/>
                  <a:pt x="336567" y="52129"/>
                </a:cubicBezTo>
                <a:cubicBezTo>
                  <a:pt x="338043" y="49114"/>
                  <a:pt x="340036" y="46620"/>
                  <a:pt x="342547" y="44647"/>
                </a:cubicBezTo>
                <a:cubicBezTo>
                  <a:pt x="345059" y="42673"/>
                  <a:pt x="347981" y="41192"/>
                  <a:pt x="351313" y="40206"/>
                </a:cubicBezTo>
                <a:cubicBezTo>
                  <a:pt x="354644" y="39220"/>
                  <a:pt x="358167" y="38727"/>
                  <a:pt x="361879" y="38727"/>
                </a:cubicBezTo>
                <a:cubicBezTo>
                  <a:pt x="366194" y="38727"/>
                  <a:pt x="370193" y="39135"/>
                  <a:pt x="373879" y="39952"/>
                </a:cubicBezTo>
                <a:cubicBezTo>
                  <a:pt x="377566" y="40768"/>
                  <a:pt x="380911" y="41801"/>
                  <a:pt x="383914" y="43052"/>
                </a:cubicBezTo>
                <a:lnTo>
                  <a:pt x="383914" y="53824"/>
                </a:lnTo>
                <a:cubicBezTo>
                  <a:pt x="380720" y="52589"/>
                  <a:pt x="377485" y="51584"/>
                  <a:pt x="374210" y="50806"/>
                </a:cubicBezTo>
                <a:cubicBezTo>
                  <a:pt x="370934" y="50026"/>
                  <a:pt x="367566" y="49610"/>
                  <a:pt x="364105" y="49557"/>
                </a:cubicBezTo>
                <a:cubicBezTo>
                  <a:pt x="361175" y="49557"/>
                  <a:pt x="358672" y="49860"/>
                  <a:pt x="356595" y="50465"/>
                </a:cubicBezTo>
                <a:cubicBezTo>
                  <a:pt x="354518" y="51068"/>
                  <a:pt x="352814" y="51906"/>
                  <a:pt x="351482" y="52977"/>
                </a:cubicBezTo>
                <a:cubicBezTo>
                  <a:pt x="350152" y="54048"/>
                  <a:pt x="349181" y="55310"/>
                  <a:pt x="348567" y="56765"/>
                </a:cubicBezTo>
                <a:cubicBezTo>
                  <a:pt x="347955" y="58219"/>
                  <a:pt x="347649" y="59825"/>
                  <a:pt x="347649" y="61582"/>
                </a:cubicBezTo>
                <a:close/>
                <a:moveTo>
                  <a:pt x="432366" y="118806"/>
                </a:moveTo>
                <a:lnTo>
                  <a:pt x="477082" y="9025"/>
                </a:lnTo>
                <a:lnTo>
                  <a:pt x="488733" y="9025"/>
                </a:lnTo>
                <a:lnTo>
                  <a:pt x="533449" y="118806"/>
                </a:lnTo>
                <a:lnTo>
                  <a:pt x="518926" y="118806"/>
                </a:lnTo>
                <a:lnTo>
                  <a:pt x="505847" y="85822"/>
                </a:lnTo>
                <a:lnTo>
                  <a:pt x="459741" y="85822"/>
                </a:lnTo>
                <a:lnTo>
                  <a:pt x="446724" y="118806"/>
                </a:lnTo>
                <a:lnTo>
                  <a:pt x="432366" y="118806"/>
                </a:lnTo>
                <a:moveTo>
                  <a:pt x="482825" y="26091"/>
                </a:moveTo>
                <a:cubicBezTo>
                  <a:pt x="477960" y="39788"/>
                  <a:pt x="473244" y="52201"/>
                  <a:pt x="468677" y="63328"/>
                </a:cubicBezTo>
                <a:lnTo>
                  <a:pt x="464646" y="73679"/>
                </a:lnTo>
                <a:lnTo>
                  <a:pt x="501163" y="73679"/>
                </a:lnTo>
                <a:lnTo>
                  <a:pt x="496981" y="63292"/>
                </a:lnTo>
                <a:cubicBezTo>
                  <a:pt x="492477" y="51922"/>
                  <a:pt x="487868" y="39522"/>
                  <a:pt x="483153" y="26091"/>
                </a:cubicBezTo>
                <a:lnTo>
                  <a:pt x="482825" y="26091"/>
                </a:lnTo>
                <a:close/>
                <a:moveTo>
                  <a:pt x="590113" y="119039"/>
                </a:moveTo>
                <a:cubicBezTo>
                  <a:pt x="589019" y="119478"/>
                  <a:pt x="587351" y="119891"/>
                  <a:pt x="585109" y="120278"/>
                </a:cubicBezTo>
                <a:cubicBezTo>
                  <a:pt x="582866" y="120664"/>
                  <a:pt x="580186" y="120884"/>
                  <a:pt x="577068" y="120939"/>
                </a:cubicBezTo>
                <a:cubicBezTo>
                  <a:pt x="572965" y="120939"/>
                  <a:pt x="569410" y="120433"/>
                  <a:pt x="566402" y="119421"/>
                </a:cubicBezTo>
                <a:cubicBezTo>
                  <a:pt x="563393" y="118409"/>
                  <a:pt x="560891" y="116960"/>
                  <a:pt x="558894" y="115073"/>
                </a:cubicBezTo>
                <a:cubicBezTo>
                  <a:pt x="556898" y="113185"/>
                  <a:pt x="555407" y="110902"/>
                  <a:pt x="554423" y="108222"/>
                </a:cubicBezTo>
                <a:cubicBezTo>
                  <a:pt x="553438" y="105541"/>
                  <a:pt x="552946" y="102560"/>
                  <a:pt x="552946" y="99278"/>
                </a:cubicBezTo>
                <a:lnTo>
                  <a:pt x="552946" y="51854"/>
                </a:lnTo>
                <a:lnTo>
                  <a:pt x="537931" y="51854"/>
                </a:lnTo>
                <a:lnTo>
                  <a:pt x="537931" y="40860"/>
                </a:lnTo>
                <a:lnTo>
                  <a:pt x="552946" y="40860"/>
                </a:lnTo>
                <a:lnTo>
                  <a:pt x="552946" y="19527"/>
                </a:lnTo>
                <a:lnTo>
                  <a:pt x="565663" y="19527"/>
                </a:lnTo>
                <a:lnTo>
                  <a:pt x="565663" y="40860"/>
                </a:lnTo>
                <a:lnTo>
                  <a:pt x="588965" y="40860"/>
                </a:lnTo>
                <a:lnTo>
                  <a:pt x="588965" y="51854"/>
                </a:lnTo>
                <a:lnTo>
                  <a:pt x="565663" y="51854"/>
                </a:lnTo>
                <a:lnTo>
                  <a:pt x="565663" y="97245"/>
                </a:lnTo>
                <a:cubicBezTo>
                  <a:pt x="565663" y="99047"/>
                  <a:pt x="565923" y="100712"/>
                  <a:pt x="566443" y="102242"/>
                </a:cubicBezTo>
                <a:cubicBezTo>
                  <a:pt x="566962" y="103772"/>
                  <a:pt x="567783" y="105097"/>
                  <a:pt x="568904" y="106217"/>
                </a:cubicBezTo>
                <a:cubicBezTo>
                  <a:pt x="570025" y="107336"/>
                  <a:pt x="571461" y="108210"/>
                  <a:pt x="573212" y="108839"/>
                </a:cubicBezTo>
                <a:cubicBezTo>
                  <a:pt x="574962" y="109467"/>
                  <a:pt x="577068" y="109780"/>
                  <a:pt x="579529" y="109780"/>
                </a:cubicBezTo>
                <a:cubicBezTo>
                  <a:pt x="581225" y="109780"/>
                  <a:pt x="583016" y="109644"/>
                  <a:pt x="584903" y="109370"/>
                </a:cubicBezTo>
                <a:cubicBezTo>
                  <a:pt x="586791" y="109097"/>
                  <a:pt x="588527" y="108741"/>
                  <a:pt x="590113" y="108304"/>
                </a:cubicBezTo>
                <a:lnTo>
                  <a:pt x="590113" y="119039"/>
                </a:lnTo>
                <a:close/>
                <a:moveTo>
                  <a:pt x="648421" y="119039"/>
                </a:moveTo>
                <a:cubicBezTo>
                  <a:pt x="647327" y="119478"/>
                  <a:pt x="645659" y="119891"/>
                  <a:pt x="643416" y="120278"/>
                </a:cubicBezTo>
                <a:cubicBezTo>
                  <a:pt x="641174" y="120664"/>
                  <a:pt x="638493" y="120884"/>
                  <a:pt x="635376" y="120939"/>
                </a:cubicBezTo>
                <a:cubicBezTo>
                  <a:pt x="631273" y="120939"/>
                  <a:pt x="627718" y="120433"/>
                  <a:pt x="624709" y="119421"/>
                </a:cubicBezTo>
                <a:cubicBezTo>
                  <a:pt x="621701" y="118409"/>
                  <a:pt x="619198" y="116960"/>
                  <a:pt x="617202" y="115073"/>
                </a:cubicBezTo>
                <a:cubicBezTo>
                  <a:pt x="615205" y="113185"/>
                  <a:pt x="613715" y="110902"/>
                  <a:pt x="612730" y="108222"/>
                </a:cubicBezTo>
                <a:cubicBezTo>
                  <a:pt x="611746" y="105541"/>
                  <a:pt x="611253" y="102560"/>
                  <a:pt x="611253" y="99278"/>
                </a:cubicBezTo>
                <a:lnTo>
                  <a:pt x="611253" y="51854"/>
                </a:lnTo>
                <a:lnTo>
                  <a:pt x="596239" y="51854"/>
                </a:lnTo>
                <a:lnTo>
                  <a:pt x="596239" y="40860"/>
                </a:lnTo>
                <a:lnTo>
                  <a:pt x="611253" y="40860"/>
                </a:lnTo>
                <a:lnTo>
                  <a:pt x="611253" y="19527"/>
                </a:lnTo>
                <a:lnTo>
                  <a:pt x="623971" y="19527"/>
                </a:lnTo>
                <a:lnTo>
                  <a:pt x="623971" y="40860"/>
                </a:lnTo>
                <a:lnTo>
                  <a:pt x="647273" y="40860"/>
                </a:lnTo>
                <a:lnTo>
                  <a:pt x="647273" y="51854"/>
                </a:lnTo>
                <a:lnTo>
                  <a:pt x="623971" y="51854"/>
                </a:lnTo>
                <a:lnTo>
                  <a:pt x="623971" y="97245"/>
                </a:lnTo>
                <a:cubicBezTo>
                  <a:pt x="623971" y="99047"/>
                  <a:pt x="624231" y="100712"/>
                  <a:pt x="624750" y="102242"/>
                </a:cubicBezTo>
                <a:cubicBezTo>
                  <a:pt x="625270" y="103772"/>
                  <a:pt x="626091" y="105097"/>
                  <a:pt x="627212" y="106217"/>
                </a:cubicBezTo>
                <a:cubicBezTo>
                  <a:pt x="628333" y="107336"/>
                  <a:pt x="629769" y="108210"/>
                  <a:pt x="631519" y="108839"/>
                </a:cubicBezTo>
                <a:cubicBezTo>
                  <a:pt x="633270" y="109467"/>
                  <a:pt x="635376" y="109780"/>
                  <a:pt x="637837" y="109780"/>
                </a:cubicBezTo>
                <a:cubicBezTo>
                  <a:pt x="639533" y="109780"/>
                  <a:pt x="641324" y="109644"/>
                  <a:pt x="643211" y="109370"/>
                </a:cubicBezTo>
                <a:cubicBezTo>
                  <a:pt x="645098" y="109097"/>
                  <a:pt x="646835" y="108741"/>
                  <a:pt x="648421" y="108304"/>
                </a:cubicBezTo>
                <a:lnTo>
                  <a:pt x="648421" y="119039"/>
                </a:lnTo>
                <a:close/>
                <a:moveTo>
                  <a:pt x="711930" y="110191"/>
                </a:moveTo>
                <a:lnTo>
                  <a:pt x="711602" y="110191"/>
                </a:lnTo>
                <a:cubicBezTo>
                  <a:pt x="710564" y="111503"/>
                  <a:pt x="709253" y="112803"/>
                  <a:pt x="707668" y="114088"/>
                </a:cubicBezTo>
                <a:cubicBezTo>
                  <a:pt x="706086" y="115373"/>
                  <a:pt x="704256" y="116524"/>
                  <a:pt x="702179" y="117539"/>
                </a:cubicBezTo>
                <a:cubicBezTo>
                  <a:pt x="700104" y="118555"/>
                  <a:pt x="697837" y="119375"/>
                  <a:pt x="695379" y="120001"/>
                </a:cubicBezTo>
                <a:cubicBezTo>
                  <a:pt x="692921" y="120626"/>
                  <a:pt x="690299" y="120939"/>
                  <a:pt x="687513" y="120939"/>
                </a:cubicBezTo>
                <a:cubicBezTo>
                  <a:pt x="683744" y="120939"/>
                  <a:pt x="680288" y="120378"/>
                  <a:pt x="677147" y="119254"/>
                </a:cubicBezTo>
                <a:cubicBezTo>
                  <a:pt x="674007" y="118131"/>
                  <a:pt x="671302" y="116488"/>
                  <a:pt x="669034" y="114324"/>
                </a:cubicBezTo>
                <a:cubicBezTo>
                  <a:pt x="666767" y="112160"/>
                  <a:pt x="665006" y="109516"/>
                  <a:pt x="663750" y="106393"/>
                </a:cubicBezTo>
                <a:cubicBezTo>
                  <a:pt x="662493" y="103270"/>
                  <a:pt x="661865" y="99736"/>
                  <a:pt x="661865" y="95791"/>
                </a:cubicBezTo>
                <a:cubicBezTo>
                  <a:pt x="661865" y="91901"/>
                  <a:pt x="662561" y="88421"/>
                  <a:pt x="663952" y="85353"/>
                </a:cubicBezTo>
                <a:cubicBezTo>
                  <a:pt x="665345" y="82285"/>
                  <a:pt x="667297" y="79682"/>
                  <a:pt x="669808" y="77546"/>
                </a:cubicBezTo>
                <a:cubicBezTo>
                  <a:pt x="672321" y="75409"/>
                  <a:pt x="675339" y="73766"/>
                  <a:pt x="678862" y="72615"/>
                </a:cubicBezTo>
                <a:cubicBezTo>
                  <a:pt x="682385" y="71465"/>
                  <a:pt x="686275" y="70890"/>
                  <a:pt x="690533" y="70890"/>
                </a:cubicBezTo>
                <a:cubicBezTo>
                  <a:pt x="694574" y="70944"/>
                  <a:pt x="698315" y="71300"/>
                  <a:pt x="701756" y="71956"/>
                </a:cubicBezTo>
                <a:cubicBezTo>
                  <a:pt x="705197" y="72613"/>
                  <a:pt x="708255" y="73433"/>
                  <a:pt x="710930" y="74418"/>
                </a:cubicBezTo>
                <a:lnTo>
                  <a:pt x="711258" y="74418"/>
                </a:lnTo>
                <a:lnTo>
                  <a:pt x="711258" y="69003"/>
                </a:lnTo>
                <a:cubicBezTo>
                  <a:pt x="711258" y="66869"/>
                  <a:pt x="711121" y="64982"/>
                  <a:pt x="710848" y="63341"/>
                </a:cubicBezTo>
                <a:cubicBezTo>
                  <a:pt x="710574" y="61700"/>
                  <a:pt x="710109" y="60251"/>
                  <a:pt x="709453" y="58993"/>
                </a:cubicBezTo>
                <a:cubicBezTo>
                  <a:pt x="708031" y="56367"/>
                  <a:pt x="705761" y="54193"/>
                  <a:pt x="702643" y="52470"/>
                </a:cubicBezTo>
                <a:cubicBezTo>
                  <a:pt x="699525" y="50747"/>
                  <a:pt x="695313" y="49885"/>
                  <a:pt x="690008" y="49885"/>
                </a:cubicBezTo>
                <a:cubicBezTo>
                  <a:pt x="686069" y="49885"/>
                  <a:pt x="682363" y="50248"/>
                  <a:pt x="678890" y="50972"/>
                </a:cubicBezTo>
                <a:cubicBezTo>
                  <a:pt x="675417" y="51695"/>
                  <a:pt x="671957" y="52701"/>
                  <a:pt x="668511" y="53988"/>
                </a:cubicBezTo>
                <a:lnTo>
                  <a:pt x="668511" y="43321"/>
                </a:lnTo>
                <a:cubicBezTo>
                  <a:pt x="669824" y="42665"/>
                  <a:pt x="671369" y="42050"/>
                  <a:pt x="673147" y="41475"/>
                </a:cubicBezTo>
                <a:cubicBezTo>
                  <a:pt x="674924" y="40901"/>
                  <a:pt x="676798" y="40409"/>
                  <a:pt x="678767" y="39998"/>
                </a:cubicBezTo>
                <a:cubicBezTo>
                  <a:pt x="680736" y="39588"/>
                  <a:pt x="682815" y="39274"/>
                  <a:pt x="685003" y="39055"/>
                </a:cubicBezTo>
                <a:cubicBezTo>
                  <a:pt x="687191" y="38836"/>
                  <a:pt x="689379" y="38727"/>
                  <a:pt x="691567" y="38727"/>
                </a:cubicBezTo>
                <a:cubicBezTo>
                  <a:pt x="699443" y="38727"/>
                  <a:pt x="705884" y="40123"/>
                  <a:pt x="710889" y="42916"/>
                </a:cubicBezTo>
                <a:cubicBezTo>
                  <a:pt x="715894" y="45708"/>
                  <a:pt x="719490" y="49403"/>
                  <a:pt x="721678" y="54003"/>
                </a:cubicBezTo>
                <a:cubicBezTo>
                  <a:pt x="722499" y="55755"/>
                  <a:pt x="723087" y="57686"/>
                  <a:pt x="723442" y="59795"/>
                </a:cubicBezTo>
                <a:cubicBezTo>
                  <a:pt x="723798" y="61903"/>
                  <a:pt x="723976" y="64216"/>
                  <a:pt x="723976" y="66733"/>
                </a:cubicBezTo>
                <a:lnTo>
                  <a:pt x="723976" y="118806"/>
                </a:lnTo>
                <a:lnTo>
                  <a:pt x="713322" y="118806"/>
                </a:lnTo>
                <a:lnTo>
                  <a:pt x="711930" y="110191"/>
                </a:lnTo>
                <a:moveTo>
                  <a:pt x="711258" y="84599"/>
                </a:moveTo>
                <a:cubicBezTo>
                  <a:pt x="708921" y="83941"/>
                  <a:pt x="706151" y="83311"/>
                  <a:pt x="702946" y="82707"/>
                </a:cubicBezTo>
                <a:cubicBezTo>
                  <a:pt x="699741" y="82104"/>
                  <a:pt x="696209" y="81775"/>
                  <a:pt x="692351" y="81720"/>
                </a:cubicBezTo>
                <a:cubicBezTo>
                  <a:pt x="686974" y="81720"/>
                  <a:pt x="682763" y="82872"/>
                  <a:pt x="679721" y="85176"/>
                </a:cubicBezTo>
                <a:cubicBezTo>
                  <a:pt x="676678" y="87480"/>
                  <a:pt x="675157" y="91019"/>
                  <a:pt x="675157" y="95791"/>
                </a:cubicBezTo>
                <a:cubicBezTo>
                  <a:pt x="675157" y="98205"/>
                  <a:pt x="675537" y="100317"/>
                  <a:pt x="676298" y="102127"/>
                </a:cubicBezTo>
                <a:cubicBezTo>
                  <a:pt x="677059" y="103937"/>
                  <a:pt x="678104" y="105432"/>
                  <a:pt x="679434" y="106611"/>
                </a:cubicBezTo>
                <a:cubicBezTo>
                  <a:pt x="680765" y="107791"/>
                  <a:pt x="682341" y="108669"/>
                  <a:pt x="684162" y="109245"/>
                </a:cubicBezTo>
                <a:cubicBezTo>
                  <a:pt x="685982" y="109821"/>
                  <a:pt x="687925" y="110109"/>
                  <a:pt x="689990" y="110109"/>
                </a:cubicBezTo>
                <a:cubicBezTo>
                  <a:pt x="692706" y="110109"/>
                  <a:pt x="695231" y="109711"/>
                  <a:pt x="697566" y="108916"/>
                </a:cubicBezTo>
                <a:cubicBezTo>
                  <a:pt x="699903" y="108120"/>
                  <a:pt x="701982" y="107174"/>
                  <a:pt x="703802" y="106078"/>
                </a:cubicBezTo>
                <a:cubicBezTo>
                  <a:pt x="705622" y="104981"/>
                  <a:pt x="707170" y="103883"/>
                  <a:pt x="708445" y="102786"/>
                </a:cubicBezTo>
                <a:cubicBezTo>
                  <a:pt x="709722" y="101688"/>
                  <a:pt x="710660" y="100838"/>
                  <a:pt x="711258" y="100235"/>
                </a:cubicBezTo>
                <a:lnTo>
                  <a:pt x="711258" y="84599"/>
                </a:lnTo>
                <a:close/>
                <a:moveTo>
                  <a:pt x="782694" y="38727"/>
                </a:moveTo>
                <a:cubicBezTo>
                  <a:pt x="786469" y="38727"/>
                  <a:pt x="790079" y="39123"/>
                  <a:pt x="793525" y="39916"/>
                </a:cubicBezTo>
                <a:cubicBezTo>
                  <a:pt x="796971" y="40710"/>
                  <a:pt x="799924" y="41817"/>
                  <a:pt x="802386" y="43239"/>
                </a:cubicBezTo>
                <a:lnTo>
                  <a:pt x="802386" y="53824"/>
                </a:lnTo>
                <a:cubicBezTo>
                  <a:pt x="798940" y="52511"/>
                  <a:pt x="795767" y="51526"/>
                  <a:pt x="792868" y="50870"/>
                </a:cubicBezTo>
                <a:cubicBezTo>
                  <a:pt x="789969" y="50213"/>
                  <a:pt x="787016" y="49885"/>
                  <a:pt x="784007" y="49885"/>
                </a:cubicBezTo>
                <a:cubicBezTo>
                  <a:pt x="780835" y="49885"/>
                  <a:pt x="777689" y="50406"/>
                  <a:pt x="774572" y="51447"/>
                </a:cubicBezTo>
                <a:cubicBezTo>
                  <a:pt x="771454" y="52488"/>
                  <a:pt x="768664" y="54200"/>
                  <a:pt x="766203" y="56582"/>
                </a:cubicBezTo>
                <a:cubicBezTo>
                  <a:pt x="763741" y="58964"/>
                  <a:pt x="761758" y="62113"/>
                  <a:pt x="760254" y="66031"/>
                </a:cubicBezTo>
                <a:cubicBezTo>
                  <a:pt x="758750" y="69947"/>
                  <a:pt x="757998" y="74807"/>
                  <a:pt x="757998" y="80612"/>
                </a:cubicBezTo>
                <a:cubicBezTo>
                  <a:pt x="757998" y="84831"/>
                  <a:pt x="758558" y="88721"/>
                  <a:pt x="759680" y="92281"/>
                </a:cubicBezTo>
                <a:cubicBezTo>
                  <a:pt x="760801" y="95842"/>
                  <a:pt x="762469" y="98923"/>
                  <a:pt x="764685" y="101524"/>
                </a:cubicBezTo>
                <a:cubicBezTo>
                  <a:pt x="766900" y="104126"/>
                  <a:pt x="769676" y="106152"/>
                  <a:pt x="773013" y="107604"/>
                </a:cubicBezTo>
                <a:cubicBezTo>
                  <a:pt x="776349" y="109055"/>
                  <a:pt x="780206" y="109780"/>
                  <a:pt x="784581" y="109780"/>
                </a:cubicBezTo>
                <a:cubicBezTo>
                  <a:pt x="787754" y="109780"/>
                  <a:pt x="790954" y="109439"/>
                  <a:pt x="794181" y="108755"/>
                </a:cubicBezTo>
                <a:cubicBezTo>
                  <a:pt x="797408" y="108071"/>
                  <a:pt x="800553" y="107100"/>
                  <a:pt x="803617" y="105842"/>
                </a:cubicBezTo>
                <a:lnTo>
                  <a:pt x="803617" y="116485"/>
                </a:lnTo>
                <a:cubicBezTo>
                  <a:pt x="802687" y="117034"/>
                  <a:pt x="801470" y="117584"/>
                  <a:pt x="799965" y="118134"/>
                </a:cubicBezTo>
                <a:cubicBezTo>
                  <a:pt x="798461" y="118684"/>
                  <a:pt x="796807" y="119166"/>
                  <a:pt x="795002" y="119578"/>
                </a:cubicBezTo>
                <a:cubicBezTo>
                  <a:pt x="793197" y="119989"/>
                  <a:pt x="791282" y="120319"/>
                  <a:pt x="789258" y="120567"/>
                </a:cubicBezTo>
                <a:cubicBezTo>
                  <a:pt x="787234" y="120815"/>
                  <a:pt x="785210" y="120939"/>
                  <a:pt x="783187" y="120939"/>
                </a:cubicBezTo>
                <a:cubicBezTo>
                  <a:pt x="777936" y="120939"/>
                  <a:pt x="772972" y="120144"/>
                  <a:pt x="768295" y="118555"/>
                </a:cubicBezTo>
                <a:cubicBezTo>
                  <a:pt x="763618" y="116965"/>
                  <a:pt x="759529" y="114526"/>
                  <a:pt x="756029" y="111239"/>
                </a:cubicBezTo>
                <a:cubicBezTo>
                  <a:pt x="752528" y="107951"/>
                  <a:pt x="749766" y="103785"/>
                  <a:pt x="747742" y="98742"/>
                </a:cubicBezTo>
                <a:cubicBezTo>
                  <a:pt x="745718" y="93700"/>
                  <a:pt x="744706" y="87726"/>
                  <a:pt x="744706" y="80820"/>
                </a:cubicBezTo>
                <a:cubicBezTo>
                  <a:pt x="744706" y="75668"/>
                  <a:pt x="745239" y="71037"/>
                  <a:pt x="746306" y="66926"/>
                </a:cubicBezTo>
                <a:cubicBezTo>
                  <a:pt x="747373" y="62815"/>
                  <a:pt x="748836" y="59198"/>
                  <a:pt x="750696" y="56075"/>
                </a:cubicBezTo>
                <a:cubicBezTo>
                  <a:pt x="752555" y="52950"/>
                  <a:pt x="754730" y="50292"/>
                  <a:pt x="757218" y="48101"/>
                </a:cubicBezTo>
                <a:cubicBezTo>
                  <a:pt x="759707" y="45908"/>
                  <a:pt x="762360" y="44112"/>
                  <a:pt x="765177" y="42714"/>
                </a:cubicBezTo>
                <a:cubicBezTo>
                  <a:pt x="767994" y="41316"/>
                  <a:pt x="770907" y="40302"/>
                  <a:pt x="773915" y="39673"/>
                </a:cubicBezTo>
                <a:cubicBezTo>
                  <a:pt x="776924" y="39042"/>
                  <a:pt x="779850" y="38727"/>
                  <a:pt x="782694" y="38727"/>
                </a:cubicBezTo>
                <a:close/>
                <a:moveTo>
                  <a:pt x="872523" y="40860"/>
                </a:moveTo>
                <a:lnTo>
                  <a:pt x="889097" y="40860"/>
                </a:lnTo>
                <a:lnTo>
                  <a:pt x="851027" y="76715"/>
                </a:lnTo>
                <a:lnTo>
                  <a:pt x="889015" y="118806"/>
                </a:lnTo>
                <a:lnTo>
                  <a:pt x="873180" y="118806"/>
                </a:lnTo>
                <a:lnTo>
                  <a:pt x="835766" y="77289"/>
                </a:lnTo>
                <a:lnTo>
                  <a:pt x="835602" y="77289"/>
                </a:lnTo>
                <a:lnTo>
                  <a:pt x="835602" y="118806"/>
                </a:lnTo>
                <a:lnTo>
                  <a:pt x="822884" y="118806"/>
                </a:lnTo>
                <a:lnTo>
                  <a:pt x="822884" y="0"/>
                </a:lnTo>
                <a:lnTo>
                  <a:pt x="835602" y="0"/>
                </a:lnTo>
                <a:lnTo>
                  <a:pt x="835602" y="75648"/>
                </a:lnTo>
                <a:lnTo>
                  <a:pt x="835766" y="75648"/>
                </a:lnTo>
                <a:lnTo>
                  <a:pt x="872523" y="40860"/>
                </a:lnTo>
                <a:close/>
              </a:path>
            </a:pathLst>
          </a:custGeom>
          <a:solidFill xmlns:a="http://schemas.openxmlformats.org/drawingml/2006/main">
            <a:srgbClr val="BE5108"/>
          </a:solidFill>
          <a:ln xmlns:a="http://schemas.openxmlformats.org/drawingml/2006/main" w="0" cap="flat">
            <a:noFill/>
            <a:miter/>
          </a:ln>
        </p:spPr>
      </p:sp>
      <p:pic>
        <p:nvPicPr>
          <p:cNvPr id="44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e01e5c1c7d642e8"/>
          <a:stretch xmlns:a="http://schemas.openxmlformats.org/drawingml/2006/main"/>
        </p:blipFill>
        <p:spPr>
          <a:xfrm xmlns:a="http://schemas.openxmlformats.org/drawingml/2006/main">
            <a:off x="7434198" y="583065"/>
            <a:ext cx="346192" cy="327646"/>
          </a:xfrm>
          <a:prstGeom xmlns:a="http://schemas.openxmlformats.org/drawingml/2006/main" prst="rect">
            <a:avLst/>
          </a:prstGeom>
        </p:spPr>
      </p:pic>
      <p:sp>
        <p:nvSpPr>
          <p:cNvPr id="21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59BDB24-6171-40B1-A25E-D2C50D234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4257" y="1060688"/>
            <a:ext cx="1113483" cy="406927"/>
          </a:xfrm>
          <a:custGeom xmlns:a="http://schemas.openxmlformats.org/drawingml/2006/main">
            <a:pathLst>
              <a:path w="1113483" h="406927" fill="none">
                <a:moveTo>
                  <a:pt x="0" y="67821"/>
                </a:moveTo>
                <a:cubicBezTo>
                  <a:pt x="0" y="30368"/>
                  <a:pt x="30368" y="0"/>
                  <a:pt x="67821" y="0"/>
                </a:cubicBezTo>
                <a:lnTo>
                  <a:pt x="1045662" y="0"/>
                </a:lnTo>
                <a:cubicBezTo>
                  <a:pt x="1083115" y="0"/>
                  <a:pt x="1113483" y="30368"/>
                  <a:pt x="1113483" y="67821"/>
                </a:cubicBezTo>
                <a:lnTo>
                  <a:pt x="1113483" y="339106"/>
                </a:lnTo>
                <a:cubicBezTo>
                  <a:pt x="1113483" y="376560"/>
                  <a:pt x="1083115" y="406927"/>
                  <a:pt x="1045662" y="406927"/>
                </a:cubicBezTo>
                <a:lnTo>
                  <a:pt x="67821" y="406927"/>
                </a:lnTo>
                <a:cubicBezTo>
                  <a:pt x="30368" y="406927"/>
                  <a:pt x="0" y="376560"/>
                  <a:pt x="0" y="339106"/>
                </a:cubicBezTo>
                <a:lnTo>
                  <a:pt x="0" y="67821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6871" cap="flat">
            <a:solidFill>
              <a:srgbClr val="000000"/>
            </a:solidFill>
            <a:miter/>
          </a:ln>
        </p:spPr>
      </p:sp>
      <p:sp>
        <p:nvSpPr>
          <p:cNvPr id="21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1B8BA61-1ABF-43CD-A13F-C6889622C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6075" y="878481"/>
            <a:ext cx="67484" cy="181700"/>
          </a:xfrm>
          <a:custGeom xmlns:a="http://schemas.openxmlformats.org/drawingml/2006/main">
            <a:pathLst>
              <a:path w="67484" h="181700">
                <a:moveTo>
                  <a:pt x="41334" y="0"/>
                </a:moveTo>
                <a:lnTo>
                  <a:pt x="24463" y="0"/>
                </a:lnTo>
                <a:lnTo>
                  <a:pt x="25345" y="114364"/>
                </a:lnTo>
                <a:lnTo>
                  <a:pt x="0" y="114554"/>
                </a:lnTo>
                <a:lnTo>
                  <a:pt x="34248" y="181700"/>
                </a:lnTo>
                <a:lnTo>
                  <a:pt x="67484" y="114048"/>
                </a:lnTo>
                <a:lnTo>
                  <a:pt x="42216" y="114237"/>
                </a:lnTo>
                <a:lnTo>
                  <a:pt x="41334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1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05C2EBC-5ADA-46F2-B74C-970922541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1552" y="1217250"/>
            <a:ext cx="254245" cy="67484"/>
          </a:xfrm>
          <a:custGeom xmlns:a="http://schemas.openxmlformats.org/drawingml/2006/main">
            <a:pathLst>
              <a:path w="254245" h="67484">
                <a:moveTo>
                  <a:pt x="0" y="25306"/>
                </a:moveTo>
                <a:lnTo>
                  <a:pt x="0" y="42177"/>
                </a:lnTo>
                <a:lnTo>
                  <a:pt x="186761" y="42177"/>
                </a:lnTo>
                <a:lnTo>
                  <a:pt x="186761" y="67484"/>
                </a:lnTo>
                <a:lnTo>
                  <a:pt x="254245" y="33742"/>
                </a:lnTo>
                <a:lnTo>
                  <a:pt x="186761" y="0"/>
                </a:lnTo>
                <a:lnTo>
                  <a:pt x="186761" y="25306"/>
                </a:lnTo>
                <a:lnTo>
                  <a:pt x="0" y="25306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1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9D13F07-79FA-4032-AF9B-E390D2719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9405" y="1298231"/>
            <a:ext cx="249859" cy="67484"/>
          </a:xfrm>
          <a:custGeom xmlns:a="http://schemas.openxmlformats.org/drawingml/2006/main">
            <a:pathLst>
              <a:path w="249859" h="67484">
                <a:moveTo>
                  <a:pt x="249859" y="42177"/>
                </a:moveTo>
                <a:lnTo>
                  <a:pt x="249859" y="25306"/>
                </a:lnTo>
                <a:lnTo>
                  <a:pt x="67484" y="25306"/>
                </a:lnTo>
                <a:lnTo>
                  <a:pt x="67484" y="0"/>
                </a:lnTo>
                <a:lnTo>
                  <a:pt x="0" y="33742"/>
                </a:lnTo>
                <a:lnTo>
                  <a:pt x="67484" y="67484"/>
                </a:lnTo>
                <a:lnTo>
                  <a:pt x="67484" y="42177"/>
                </a:lnTo>
                <a:lnTo>
                  <a:pt x="249859" y="42177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pic>
        <p:nvPicPr>
          <p:cNvPr id="45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5d5112e97534816"/>
          <a:stretch xmlns:a="http://schemas.openxmlformats.org/drawingml/2006/main"/>
        </p:blipFill>
        <p:spPr>
          <a:xfrm xmlns:a="http://schemas.openxmlformats.org/drawingml/2006/main">
            <a:off x="7936686" y="546461"/>
            <a:ext cx="454699" cy="350241"/>
          </a:xfrm>
          <a:prstGeom xmlns:a="http://schemas.openxmlformats.org/drawingml/2006/main" prst="rect">
            <a:avLst/>
          </a:prstGeom>
        </p:spPr>
      </p:pic>
      <p:pic>
        <p:nvPicPr>
          <p:cNvPr id="45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038cc9c070f48af"/>
          <a:stretch xmlns:a="http://schemas.openxmlformats.org/drawingml/2006/main"/>
        </p:blipFill>
        <p:spPr>
          <a:xfrm xmlns:a="http://schemas.openxmlformats.org/drawingml/2006/main">
            <a:off x="7606282" y="1089274"/>
            <a:ext cx="457540" cy="347730"/>
          </a:xfrm>
          <a:prstGeom xmlns:a="http://schemas.openxmlformats.org/drawingml/2006/main" prst="rect">
            <a:avLst/>
          </a:prstGeom>
        </p:spPr>
      </p:pic>
      <p:pic>
        <p:nvPicPr>
          <p:cNvPr id="45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5256b19e07a403f"/>
          <a:stretch xmlns:a="http://schemas.openxmlformats.org/drawingml/2006/main"/>
        </p:blipFill>
        <p:spPr>
          <a:xfrm xmlns:a="http://schemas.openxmlformats.org/drawingml/2006/main">
            <a:off x="8290567" y="1083200"/>
            <a:ext cx="457540" cy="347730"/>
          </a:xfrm>
          <a:prstGeom xmlns:a="http://schemas.openxmlformats.org/drawingml/2006/main" prst="rect">
            <a:avLst/>
          </a:prstGeom>
        </p:spPr>
      </p:pic>
      <p:sp>
        <p:nvSpPr>
          <p:cNvPr id="22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66BA1C9-5AA9-4373-AB00-6E825D758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169" y="729342"/>
            <a:ext cx="196209" cy="67484"/>
          </a:xfrm>
          <a:custGeom xmlns:a="http://schemas.openxmlformats.org/drawingml/2006/main">
            <a:pathLst>
              <a:path w="196209" h="67484">
                <a:moveTo>
                  <a:pt x="0" y="25306"/>
                </a:moveTo>
                <a:lnTo>
                  <a:pt x="0" y="42177"/>
                </a:lnTo>
                <a:lnTo>
                  <a:pt x="128725" y="42177"/>
                </a:lnTo>
                <a:lnTo>
                  <a:pt x="128725" y="67484"/>
                </a:lnTo>
                <a:lnTo>
                  <a:pt x="196209" y="33742"/>
                </a:lnTo>
                <a:lnTo>
                  <a:pt x="128725" y="0"/>
                </a:lnTo>
                <a:lnTo>
                  <a:pt x="128725" y="25306"/>
                </a:lnTo>
                <a:lnTo>
                  <a:pt x="0" y="25306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24" name="Text HI-TraitsAttack">
            <a:extLst xmlns:a="http://schemas.openxmlformats.org/drawingml/2006/main">
              <a:ext uri="{FF2B5EF4-FFF2-40B4-BE49-F238E27FC236}">
                <a16:creationId xmlns:a16="http://schemas.microsoft.com/office/drawing/2014/main" id="{145E5D68-D9FF-4039-BE40-74A4AA5AB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80321" y="224360"/>
            <a:ext cx="1089052" cy="120939"/>
          </a:xfrm>
          <a:custGeom xmlns:a="http://schemas.openxmlformats.org/drawingml/2006/main">
            <a:pathLst>
              <a:path w="1089052" h="120939">
                <a:moveTo>
                  <a:pt x="13374" y="56449"/>
                </a:moveTo>
                <a:lnTo>
                  <a:pt x="70972" y="56449"/>
                </a:lnTo>
                <a:lnTo>
                  <a:pt x="70972" y="9025"/>
                </a:lnTo>
                <a:lnTo>
                  <a:pt x="84346" y="9025"/>
                </a:lnTo>
                <a:lnTo>
                  <a:pt x="84346" y="118806"/>
                </a:lnTo>
                <a:lnTo>
                  <a:pt x="70972" y="118806"/>
                </a:lnTo>
                <a:lnTo>
                  <a:pt x="70972" y="68592"/>
                </a:lnTo>
                <a:lnTo>
                  <a:pt x="13374" y="68592"/>
                </a:lnTo>
                <a:lnTo>
                  <a:pt x="13374" y="118806"/>
                </a:lnTo>
                <a:lnTo>
                  <a:pt x="0" y="118806"/>
                </a:lnTo>
                <a:lnTo>
                  <a:pt x="0" y="9025"/>
                </a:lnTo>
                <a:lnTo>
                  <a:pt x="13374" y="9025"/>
                </a:lnTo>
                <a:lnTo>
                  <a:pt x="13374" y="56449"/>
                </a:lnTo>
                <a:close/>
                <a:moveTo>
                  <a:pt x="111349" y="118806"/>
                </a:moveTo>
                <a:lnTo>
                  <a:pt x="111349" y="9025"/>
                </a:lnTo>
                <a:lnTo>
                  <a:pt x="124723" y="9025"/>
                </a:lnTo>
                <a:lnTo>
                  <a:pt x="124723" y="118806"/>
                </a:lnTo>
                <a:lnTo>
                  <a:pt x="111349" y="118806"/>
                </a:lnTo>
                <a:close/>
                <a:moveTo>
                  <a:pt x="147736" y="71874"/>
                </a:moveTo>
                <a:lnTo>
                  <a:pt x="183920" y="71874"/>
                </a:lnTo>
                <a:lnTo>
                  <a:pt x="183920" y="83853"/>
                </a:lnTo>
                <a:lnTo>
                  <a:pt x="147736" y="83853"/>
                </a:lnTo>
                <a:lnTo>
                  <a:pt x="147736" y="71874"/>
                </a:lnTo>
                <a:close/>
                <a:moveTo>
                  <a:pt x="247990" y="118806"/>
                </a:moveTo>
                <a:lnTo>
                  <a:pt x="234616" y="118806"/>
                </a:lnTo>
                <a:lnTo>
                  <a:pt x="234616" y="21168"/>
                </a:lnTo>
                <a:lnTo>
                  <a:pt x="197941" y="21168"/>
                </a:lnTo>
                <a:lnTo>
                  <a:pt x="197941" y="9025"/>
                </a:lnTo>
                <a:lnTo>
                  <a:pt x="284666" y="9025"/>
                </a:lnTo>
                <a:lnTo>
                  <a:pt x="284666" y="21168"/>
                </a:lnTo>
                <a:lnTo>
                  <a:pt x="247990" y="21168"/>
                </a:lnTo>
                <a:lnTo>
                  <a:pt x="247990" y="118806"/>
                </a:lnTo>
                <a:close/>
                <a:moveTo>
                  <a:pt x="342890" y="51198"/>
                </a:moveTo>
                <a:lnTo>
                  <a:pt x="341905" y="51198"/>
                </a:lnTo>
                <a:cubicBezTo>
                  <a:pt x="338897" y="51198"/>
                  <a:pt x="335943" y="51472"/>
                  <a:pt x="333044" y="52019"/>
                </a:cubicBezTo>
                <a:cubicBezTo>
                  <a:pt x="330145" y="52566"/>
                  <a:pt x="327423" y="53400"/>
                  <a:pt x="324880" y="54521"/>
                </a:cubicBezTo>
                <a:cubicBezTo>
                  <a:pt x="322337" y="55642"/>
                  <a:pt x="320039" y="57023"/>
                  <a:pt x="317988" y="58664"/>
                </a:cubicBezTo>
                <a:cubicBezTo>
                  <a:pt x="315937" y="60305"/>
                  <a:pt x="314227" y="62247"/>
                  <a:pt x="312860" y="64490"/>
                </a:cubicBezTo>
                <a:lnTo>
                  <a:pt x="312860" y="118806"/>
                </a:lnTo>
                <a:lnTo>
                  <a:pt x="300142" y="118806"/>
                </a:lnTo>
                <a:lnTo>
                  <a:pt x="300142" y="40860"/>
                </a:lnTo>
                <a:lnTo>
                  <a:pt x="309988" y="40860"/>
                </a:lnTo>
                <a:lnTo>
                  <a:pt x="312450" y="53249"/>
                </a:lnTo>
                <a:lnTo>
                  <a:pt x="312696" y="53249"/>
                </a:lnTo>
                <a:cubicBezTo>
                  <a:pt x="313954" y="51213"/>
                  <a:pt x="315499" y="49316"/>
                  <a:pt x="317332" y="47557"/>
                </a:cubicBezTo>
                <a:cubicBezTo>
                  <a:pt x="319164" y="45797"/>
                  <a:pt x="321229" y="44256"/>
                  <a:pt x="323526" y="42937"/>
                </a:cubicBezTo>
                <a:cubicBezTo>
                  <a:pt x="325824" y="41616"/>
                  <a:pt x="328340" y="40584"/>
                  <a:pt x="331075" y="39842"/>
                </a:cubicBezTo>
                <a:cubicBezTo>
                  <a:pt x="333810" y="39099"/>
                  <a:pt x="336681" y="38727"/>
                  <a:pt x="339690" y="38727"/>
                </a:cubicBezTo>
                <a:cubicBezTo>
                  <a:pt x="340237" y="38727"/>
                  <a:pt x="340797" y="38740"/>
                  <a:pt x="341372" y="38768"/>
                </a:cubicBezTo>
                <a:cubicBezTo>
                  <a:pt x="341946" y="38795"/>
                  <a:pt x="342452" y="38836"/>
                  <a:pt x="342890" y="38891"/>
                </a:cubicBezTo>
                <a:lnTo>
                  <a:pt x="342890" y="51198"/>
                </a:lnTo>
                <a:close/>
                <a:moveTo>
                  <a:pt x="402069" y="110191"/>
                </a:moveTo>
                <a:lnTo>
                  <a:pt x="401740" y="110191"/>
                </a:lnTo>
                <a:cubicBezTo>
                  <a:pt x="400703" y="111503"/>
                  <a:pt x="399392" y="112803"/>
                  <a:pt x="397807" y="114088"/>
                </a:cubicBezTo>
                <a:cubicBezTo>
                  <a:pt x="396224" y="115373"/>
                  <a:pt x="394394" y="116524"/>
                  <a:pt x="392318" y="117539"/>
                </a:cubicBezTo>
                <a:cubicBezTo>
                  <a:pt x="390242" y="118555"/>
                  <a:pt x="387976" y="119375"/>
                  <a:pt x="385518" y="120001"/>
                </a:cubicBezTo>
                <a:cubicBezTo>
                  <a:pt x="383060" y="120626"/>
                  <a:pt x="380438" y="120939"/>
                  <a:pt x="377652" y="120939"/>
                </a:cubicBezTo>
                <a:cubicBezTo>
                  <a:pt x="373882" y="120939"/>
                  <a:pt x="370427" y="120378"/>
                  <a:pt x="367285" y="119254"/>
                </a:cubicBezTo>
                <a:cubicBezTo>
                  <a:pt x="364145" y="118131"/>
                  <a:pt x="361441" y="116488"/>
                  <a:pt x="359173" y="114324"/>
                </a:cubicBezTo>
                <a:cubicBezTo>
                  <a:pt x="356906" y="112160"/>
                  <a:pt x="355145" y="109516"/>
                  <a:pt x="353888" y="106393"/>
                </a:cubicBezTo>
                <a:cubicBezTo>
                  <a:pt x="352632" y="103270"/>
                  <a:pt x="352004" y="99736"/>
                  <a:pt x="352004" y="95791"/>
                </a:cubicBezTo>
                <a:cubicBezTo>
                  <a:pt x="352004" y="91901"/>
                  <a:pt x="352699" y="88421"/>
                  <a:pt x="354091" y="85353"/>
                </a:cubicBezTo>
                <a:cubicBezTo>
                  <a:pt x="355484" y="82285"/>
                  <a:pt x="357436" y="79682"/>
                  <a:pt x="359947" y="77546"/>
                </a:cubicBezTo>
                <a:cubicBezTo>
                  <a:pt x="362460" y="75409"/>
                  <a:pt x="365478" y="73766"/>
                  <a:pt x="369001" y="72615"/>
                </a:cubicBezTo>
                <a:cubicBezTo>
                  <a:pt x="372523" y="71465"/>
                  <a:pt x="376414" y="70890"/>
                  <a:pt x="380672" y="70890"/>
                </a:cubicBezTo>
                <a:cubicBezTo>
                  <a:pt x="384713" y="70944"/>
                  <a:pt x="388454" y="71300"/>
                  <a:pt x="391895" y="71956"/>
                </a:cubicBezTo>
                <a:cubicBezTo>
                  <a:pt x="395335" y="72613"/>
                  <a:pt x="398393" y="73433"/>
                  <a:pt x="401069" y="74418"/>
                </a:cubicBezTo>
                <a:lnTo>
                  <a:pt x="401397" y="74418"/>
                </a:lnTo>
                <a:lnTo>
                  <a:pt x="401397" y="69003"/>
                </a:lnTo>
                <a:cubicBezTo>
                  <a:pt x="401397" y="66869"/>
                  <a:pt x="401260" y="64982"/>
                  <a:pt x="400987" y="63341"/>
                </a:cubicBezTo>
                <a:cubicBezTo>
                  <a:pt x="400713" y="61700"/>
                  <a:pt x="400248" y="60251"/>
                  <a:pt x="399592" y="58993"/>
                </a:cubicBezTo>
                <a:cubicBezTo>
                  <a:pt x="398170" y="56367"/>
                  <a:pt x="395900" y="54193"/>
                  <a:pt x="392782" y="52470"/>
                </a:cubicBezTo>
                <a:cubicBezTo>
                  <a:pt x="389664" y="50747"/>
                  <a:pt x="385452" y="49885"/>
                  <a:pt x="380146" y="49885"/>
                </a:cubicBezTo>
                <a:cubicBezTo>
                  <a:pt x="376208" y="49885"/>
                  <a:pt x="372502" y="50248"/>
                  <a:pt x="369029" y="50972"/>
                </a:cubicBezTo>
                <a:cubicBezTo>
                  <a:pt x="365555" y="51695"/>
                  <a:pt x="362096" y="52701"/>
                  <a:pt x="358650" y="53988"/>
                </a:cubicBezTo>
                <a:lnTo>
                  <a:pt x="358650" y="43321"/>
                </a:lnTo>
                <a:cubicBezTo>
                  <a:pt x="359962" y="42665"/>
                  <a:pt x="361508" y="42050"/>
                  <a:pt x="363285" y="41475"/>
                </a:cubicBezTo>
                <a:cubicBezTo>
                  <a:pt x="365063" y="40901"/>
                  <a:pt x="366937" y="40409"/>
                  <a:pt x="368906" y="39998"/>
                </a:cubicBezTo>
                <a:cubicBezTo>
                  <a:pt x="370875" y="39588"/>
                  <a:pt x="372953" y="39274"/>
                  <a:pt x="375141" y="39055"/>
                </a:cubicBezTo>
                <a:cubicBezTo>
                  <a:pt x="377329" y="38836"/>
                  <a:pt x="379517" y="38727"/>
                  <a:pt x="381705" y="38727"/>
                </a:cubicBezTo>
                <a:cubicBezTo>
                  <a:pt x="389582" y="38727"/>
                  <a:pt x="396023" y="40123"/>
                  <a:pt x="401028" y="42916"/>
                </a:cubicBezTo>
                <a:cubicBezTo>
                  <a:pt x="406032" y="45708"/>
                  <a:pt x="409629" y="49403"/>
                  <a:pt x="411817" y="54003"/>
                </a:cubicBezTo>
                <a:cubicBezTo>
                  <a:pt x="412637" y="55755"/>
                  <a:pt x="413225" y="57686"/>
                  <a:pt x="413581" y="59795"/>
                </a:cubicBezTo>
                <a:cubicBezTo>
                  <a:pt x="413936" y="61903"/>
                  <a:pt x="414114" y="64216"/>
                  <a:pt x="414114" y="66733"/>
                </a:cubicBezTo>
                <a:lnTo>
                  <a:pt x="414114" y="118806"/>
                </a:lnTo>
                <a:lnTo>
                  <a:pt x="403461" y="118806"/>
                </a:lnTo>
                <a:lnTo>
                  <a:pt x="402069" y="110191"/>
                </a:lnTo>
                <a:moveTo>
                  <a:pt x="401397" y="84599"/>
                </a:moveTo>
                <a:cubicBezTo>
                  <a:pt x="399060" y="83941"/>
                  <a:pt x="396289" y="83311"/>
                  <a:pt x="393084" y="82707"/>
                </a:cubicBezTo>
                <a:cubicBezTo>
                  <a:pt x="389879" y="82104"/>
                  <a:pt x="386348" y="81775"/>
                  <a:pt x="382490" y="81720"/>
                </a:cubicBezTo>
                <a:cubicBezTo>
                  <a:pt x="377112" y="81720"/>
                  <a:pt x="372902" y="82872"/>
                  <a:pt x="369859" y="85176"/>
                </a:cubicBezTo>
                <a:cubicBezTo>
                  <a:pt x="366817" y="87480"/>
                  <a:pt x="365296" y="91019"/>
                  <a:pt x="365296" y="95791"/>
                </a:cubicBezTo>
                <a:cubicBezTo>
                  <a:pt x="365296" y="98205"/>
                  <a:pt x="365676" y="100317"/>
                  <a:pt x="366437" y="102127"/>
                </a:cubicBezTo>
                <a:cubicBezTo>
                  <a:pt x="367197" y="103937"/>
                  <a:pt x="368242" y="105432"/>
                  <a:pt x="369572" y="106611"/>
                </a:cubicBezTo>
                <a:cubicBezTo>
                  <a:pt x="370904" y="107791"/>
                  <a:pt x="372480" y="108669"/>
                  <a:pt x="374300" y="109245"/>
                </a:cubicBezTo>
                <a:cubicBezTo>
                  <a:pt x="376121" y="109821"/>
                  <a:pt x="378063" y="110109"/>
                  <a:pt x="380128" y="110109"/>
                </a:cubicBezTo>
                <a:cubicBezTo>
                  <a:pt x="382844" y="110109"/>
                  <a:pt x="385370" y="109711"/>
                  <a:pt x="387705" y="108916"/>
                </a:cubicBezTo>
                <a:cubicBezTo>
                  <a:pt x="390042" y="108120"/>
                  <a:pt x="392120" y="107174"/>
                  <a:pt x="393941" y="106078"/>
                </a:cubicBezTo>
                <a:cubicBezTo>
                  <a:pt x="395761" y="104981"/>
                  <a:pt x="397309" y="103883"/>
                  <a:pt x="398584" y="102786"/>
                </a:cubicBezTo>
                <a:cubicBezTo>
                  <a:pt x="399861" y="101688"/>
                  <a:pt x="400799" y="100838"/>
                  <a:pt x="401397" y="100235"/>
                </a:cubicBezTo>
                <a:lnTo>
                  <a:pt x="401397" y="84599"/>
                </a:lnTo>
                <a:close/>
                <a:moveTo>
                  <a:pt x="440432" y="118806"/>
                </a:moveTo>
                <a:lnTo>
                  <a:pt x="440432" y="40860"/>
                </a:lnTo>
                <a:lnTo>
                  <a:pt x="453149" y="40860"/>
                </a:lnTo>
                <a:lnTo>
                  <a:pt x="453149" y="118806"/>
                </a:lnTo>
                <a:lnTo>
                  <a:pt x="440432" y="118806"/>
                </a:lnTo>
                <a:moveTo>
                  <a:pt x="440104" y="22645"/>
                </a:moveTo>
                <a:lnTo>
                  <a:pt x="440104" y="8369"/>
                </a:lnTo>
                <a:lnTo>
                  <a:pt x="452821" y="8369"/>
                </a:lnTo>
                <a:lnTo>
                  <a:pt x="452821" y="22645"/>
                </a:lnTo>
                <a:lnTo>
                  <a:pt x="440104" y="22645"/>
                </a:lnTo>
                <a:close/>
                <a:moveTo>
                  <a:pt x="519197" y="119039"/>
                </a:moveTo>
                <a:cubicBezTo>
                  <a:pt x="518103" y="119478"/>
                  <a:pt x="516435" y="119891"/>
                  <a:pt x="514192" y="120278"/>
                </a:cubicBezTo>
                <a:cubicBezTo>
                  <a:pt x="511949" y="120664"/>
                  <a:pt x="509269" y="120884"/>
                  <a:pt x="506151" y="120939"/>
                </a:cubicBezTo>
                <a:cubicBezTo>
                  <a:pt x="502049" y="120939"/>
                  <a:pt x="498493" y="120433"/>
                  <a:pt x="495485" y="119421"/>
                </a:cubicBezTo>
                <a:cubicBezTo>
                  <a:pt x="492476" y="118409"/>
                  <a:pt x="489974" y="116960"/>
                  <a:pt x="487978" y="115073"/>
                </a:cubicBezTo>
                <a:cubicBezTo>
                  <a:pt x="485981" y="113185"/>
                  <a:pt x="484490" y="110902"/>
                  <a:pt x="483506" y="108222"/>
                </a:cubicBezTo>
                <a:cubicBezTo>
                  <a:pt x="482521" y="105541"/>
                  <a:pt x="482029" y="102560"/>
                  <a:pt x="482029" y="99278"/>
                </a:cubicBezTo>
                <a:lnTo>
                  <a:pt x="482029" y="51854"/>
                </a:lnTo>
                <a:lnTo>
                  <a:pt x="467014" y="51854"/>
                </a:lnTo>
                <a:lnTo>
                  <a:pt x="467014" y="40860"/>
                </a:lnTo>
                <a:lnTo>
                  <a:pt x="482029" y="40860"/>
                </a:lnTo>
                <a:lnTo>
                  <a:pt x="482029" y="19527"/>
                </a:lnTo>
                <a:lnTo>
                  <a:pt x="494746" y="19527"/>
                </a:lnTo>
                <a:lnTo>
                  <a:pt x="494746" y="40860"/>
                </a:lnTo>
                <a:lnTo>
                  <a:pt x="518048" y="40860"/>
                </a:lnTo>
                <a:lnTo>
                  <a:pt x="518048" y="51854"/>
                </a:lnTo>
                <a:lnTo>
                  <a:pt x="494746" y="51854"/>
                </a:lnTo>
                <a:lnTo>
                  <a:pt x="494746" y="97245"/>
                </a:lnTo>
                <a:cubicBezTo>
                  <a:pt x="494746" y="99047"/>
                  <a:pt x="495006" y="100712"/>
                  <a:pt x="495526" y="102242"/>
                </a:cubicBezTo>
                <a:cubicBezTo>
                  <a:pt x="496046" y="103772"/>
                  <a:pt x="496866" y="105097"/>
                  <a:pt x="497987" y="106217"/>
                </a:cubicBezTo>
                <a:cubicBezTo>
                  <a:pt x="499109" y="107336"/>
                  <a:pt x="500545" y="108210"/>
                  <a:pt x="502295" y="108839"/>
                </a:cubicBezTo>
                <a:cubicBezTo>
                  <a:pt x="504045" y="109467"/>
                  <a:pt x="506151" y="109780"/>
                  <a:pt x="508613" y="109780"/>
                </a:cubicBezTo>
                <a:cubicBezTo>
                  <a:pt x="510308" y="109780"/>
                  <a:pt x="512100" y="109644"/>
                  <a:pt x="513987" y="109370"/>
                </a:cubicBezTo>
                <a:cubicBezTo>
                  <a:pt x="515874" y="109097"/>
                  <a:pt x="517611" y="108741"/>
                  <a:pt x="519197" y="108304"/>
                </a:cubicBezTo>
                <a:lnTo>
                  <a:pt x="519197" y="119039"/>
                </a:lnTo>
                <a:close/>
                <a:moveTo>
                  <a:pt x="545588" y="61582"/>
                </a:moveTo>
                <a:cubicBezTo>
                  <a:pt x="545588" y="63719"/>
                  <a:pt x="546042" y="65473"/>
                  <a:pt x="546952" y="66844"/>
                </a:cubicBezTo>
                <a:cubicBezTo>
                  <a:pt x="547861" y="68215"/>
                  <a:pt x="549077" y="69325"/>
                  <a:pt x="550600" y="70174"/>
                </a:cubicBezTo>
                <a:cubicBezTo>
                  <a:pt x="552125" y="71024"/>
                  <a:pt x="553890" y="71723"/>
                  <a:pt x="555895" y="72272"/>
                </a:cubicBezTo>
                <a:cubicBezTo>
                  <a:pt x="557900" y="72819"/>
                  <a:pt x="559973" y="73311"/>
                  <a:pt x="562113" y="73749"/>
                </a:cubicBezTo>
                <a:cubicBezTo>
                  <a:pt x="565054" y="74407"/>
                  <a:pt x="567836" y="75133"/>
                  <a:pt x="570456" y="75928"/>
                </a:cubicBezTo>
                <a:cubicBezTo>
                  <a:pt x="573076" y="76723"/>
                  <a:pt x="575496" y="77915"/>
                  <a:pt x="577715" y="79505"/>
                </a:cubicBezTo>
                <a:cubicBezTo>
                  <a:pt x="579933" y="81094"/>
                  <a:pt x="581725" y="83246"/>
                  <a:pt x="583089" y="85958"/>
                </a:cubicBezTo>
                <a:cubicBezTo>
                  <a:pt x="584453" y="88671"/>
                  <a:pt x="585135" y="92192"/>
                  <a:pt x="585135" y="96522"/>
                </a:cubicBezTo>
                <a:cubicBezTo>
                  <a:pt x="585135" y="100469"/>
                  <a:pt x="584369" y="103964"/>
                  <a:pt x="582838" y="107006"/>
                </a:cubicBezTo>
                <a:cubicBezTo>
                  <a:pt x="581306" y="110047"/>
                  <a:pt x="579145" y="112596"/>
                  <a:pt x="576356" y="114652"/>
                </a:cubicBezTo>
                <a:cubicBezTo>
                  <a:pt x="573566" y="116707"/>
                  <a:pt x="570229" y="118268"/>
                  <a:pt x="566346" y="119337"/>
                </a:cubicBezTo>
                <a:cubicBezTo>
                  <a:pt x="562462" y="120405"/>
                  <a:pt x="558196" y="120939"/>
                  <a:pt x="553546" y="120939"/>
                </a:cubicBezTo>
                <a:cubicBezTo>
                  <a:pt x="550702" y="120939"/>
                  <a:pt x="548117" y="120789"/>
                  <a:pt x="545793" y="120488"/>
                </a:cubicBezTo>
                <a:cubicBezTo>
                  <a:pt x="543468" y="120187"/>
                  <a:pt x="541417" y="119804"/>
                  <a:pt x="539639" y="119339"/>
                </a:cubicBezTo>
                <a:cubicBezTo>
                  <a:pt x="537861" y="118874"/>
                  <a:pt x="536344" y="118396"/>
                  <a:pt x="535086" y="117903"/>
                </a:cubicBezTo>
                <a:cubicBezTo>
                  <a:pt x="533827" y="117411"/>
                  <a:pt x="532788" y="116946"/>
                  <a:pt x="531968" y="116508"/>
                </a:cubicBezTo>
                <a:lnTo>
                  <a:pt x="531968" y="105842"/>
                </a:lnTo>
                <a:cubicBezTo>
                  <a:pt x="535190" y="107155"/>
                  <a:pt x="538385" y="108194"/>
                  <a:pt x="541552" y="108960"/>
                </a:cubicBezTo>
                <a:cubicBezTo>
                  <a:pt x="544721" y="109726"/>
                  <a:pt x="548212" y="110109"/>
                  <a:pt x="552026" y="110109"/>
                </a:cubicBezTo>
                <a:cubicBezTo>
                  <a:pt x="555034" y="110109"/>
                  <a:pt x="557746" y="109834"/>
                  <a:pt x="560161" y="109286"/>
                </a:cubicBezTo>
                <a:cubicBezTo>
                  <a:pt x="562578" y="108737"/>
                  <a:pt x="564660" y="107928"/>
                  <a:pt x="566405" y="106858"/>
                </a:cubicBezTo>
                <a:cubicBezTo>
                  <a:pt x="568150" y="105786"/>
                  <a:pt x="569493" y="104441"/>
                  <a:pt x="570433" y="102822"/>
                </a:cubicBezTo>
                <a:cubicBezTo>
                  <a:pt x="571373" y="101201"/>
                  <a:pt x="571843" y="99321"/>
                  <a:pt x="571843" y="97181"/>
                </a:cubicBezTo>
                <a:cubicBezTo>
                  <a:pt x="571843" y="94988"/>
                  <a:pt x="571413" y="93179"/>
                  <a:pt x="570553" y="91756"/>
                </a:cubicBezTo>
                <a:cubicBezTo>
                  <a:pt x="569695" y="90330"/>
                  <a:pt x="568541" y="89151"/>
                  <a:pt x="567089" y="88220"/>
                </a:cubicBezTo>
                <a:cubicBezTo>
                  <a:pt x="565640" y="87288"/>
                  <a:pt x="563962" y="86521"/>
                  <a:pt x="562056" y="85917"/>
                </a:cubicBezTo>
                <a:cubicBezTo>
                  <a:pt x="560150" y="85314"/>
                  <a:pt x="558150" y="84766"/>
                  <a:pt x="556057" y="84274"/>
                </a:cubicBezTo>
                <a:cubicBezTo>
                  <a:pt x="553318" y="83670"/>
                  <a:pt x="550539" y="82958"/>
                  <a:pt x="547718" y="82135"/>
                </a:cubicBezTo>
                <a:cubicBezTo>
                  <a:pt x="544900" y="81313"/>
                  <a:pt x="542336" y="80163"/>
                  <a:pt x="540026" y="78684"/>
                </a:cubicBezTo>
                <a:cubicBezTo>
                  <a:pt x="537719" y="77204"/>
                  <a:pt x="535853" y="75189"/>
                  <a:pt x="534429" y="72641"/>
                </a:cubicBezTo>
                <a:cubicBezTo>
                  <a:pt x="533007" y="70092"/>
                  <a:pt x="532296" y="66817"/>
                  <a:pt x="532296" y="62816"/>
                </a:cubicBezTo>
                <a:cubicBezTo>
                  <a:pt x="532296" y="58705"/>
                  <a:pt x="533033" y="55142"/>
                  <a:pt x="534506" y="52129"/>
                </a:cubicBezTo>
                <a:cubicBezTo>
                  <a:pt x="535981" y="49114"/>
                  <a:pt x="537974" y="46620"/>
                  <a:pt x="540485" y="44647"/>
                </a:cubicBezTo>
                <a:cubicBezTo>
                  <a:pt x="542998" y="42673"/>
                  <a:pt x="545920" y="41192"/>
                  <a:pt x="549252" y="40206"/>
                </a:cubicBezTo>
                <a:cubicBezTo>
                  <a:pt x="552583" y="39220"/>
                  <a:pt x="556105" y="38727"/>
                  <a:pt x="559818" y="38727"/>
                </a:cubicBezTo>
                <a:cubicBezTo>
                  <a:pt x="564132" y="38727"/>
                  <a:pt x="568132" y="39135"/>
                  <a:pt x="571817" y="39952"/>
                </a:cubicBezTo>
                <a:cubicBezTo>
                  <a:pt x="575505" y="40768"/>
                  <a:pt x="578850" y="41801"/>
                  <a:pt x="581853" y="43052"/>
                </a:cubicBezTo>
                <a:lnTo>
                  <a:pt x="581853" y="53824"/>
                </a:lnTo>
                <a:cubicBezTo>
                  <a:pt x="578658" y="52589"/>
                  <a:pt x="575423" y="51584"/>
                  <a:pt x="572148" y="50806"/>
                </a:cubicBezTo>
                <a:cubicBezTo>
                  <a:pt x="568873" y="50026"/>
                  <a:pt x="565505" y="49610"/>
                  <a:pt x="562043" y="49557"/>
                </a:cubicBezTo>
                <a:cubicBezTo>
                  <a:pt x="559114" y="49557"/>
                  <a:pt x="556610" y="49860"/>
                  <a:pt x="554533" y="50465"/>
                </a:cubicBezTo>
                <a:cubicBezTo>
                  <a:pt x="552457" y="51068"/>
                  <a:pt x="550752" y="51906"/>
                  <a:pt x="549421" y="52977"/>
                </a:cubicBezTo>
                <a:cubicBezTo>
                  <a:pt x="548091" y="54048"/>
                  <a:pt x="547119" y="55310"/>
                  <a:pt x="546506" y="56765"/>
                </a:cubicBezTo>
                <a:cubicBezTo>
                  <a:pt x="545894" y="58219"/>
                  <a:pt x="545588" y="59825"/>
                  <a:pt x="545588" y="61582"/>
                </a:cubicBezTo>
                <a:close/>
                <a:moveTo>
                  <a:pt x="632321" y="118806"/>
                </a:moveTo>
                <a:lnTo>
                  <a:pt x="677038" y="9025"/>
                </a:lnTo>
                <a:lnTo>
                  <a:pt x="688688" y="9025"/>
                </a:lnTo>
                <a:lnTo>
                  <a:pt x="733405" y="118806"/>
                </a:lnTo>
                <a:lnTo>
                  <a:pt x="718882" y="118806"/>
                </a:lnTo>
                <a:lnTo>
                  <a:pt x="705803" y="85822"/>
                </a:lnTo>
                <a:lnTo>
                  <a:pt x="659697" y="85822"/>
                </a:lnTo>
                <a:lnTo>
                  <a:pt x="646680" y="118806"/>
                </a:lnTo>
                <a:lnTo>
                  <a:pt x="632321" y="118806"/>
                </a:lnTo>
                <a:moveTo>
                  <a:pt x="682781" y="26091"/>
                </a:moveTo>
                <a:cubicBezTo>
                  <a:pt x="677916" y="39788"/>
                  <a:pt x="673200" y="52201"/>
                  <a:pt x="668633" y="63328"/>
                </a:cubicBezTo>
                <a:lnTo>
                  <a:pt x="664602" y="73679"/>
                </a:lnTo>
                <a:lnTo>
                  <a:pt x="701119" y="73679"/>
                </a:lnTo>
                <a:lnTo>
                  <a:pt x="696937" y="63292"/>
                </a:lnTo>
                <a:cubicBezTo>
                  <a:pt x="692433" y="51922"/>
                  <a:pt x="687824" y="39522"/>
                  <a:pt x="683109" y="26091"/>
                </a:cubicBezTo>
                <a:lnTo>
                  <a:pt x="682781" y="26091"/>
                </a:lnTo>
                <a:close/>
                <a:moveTo>
                  <a:pt x="790069" y="119039"/>
                </a:moveTo>
                <a:cubicBezTo>
                  <a:pt x="788975" y="119478"/>
                  <a:pt x="787307" y="119891"/>
                  <a:pt x="785064" y="120278"/>
                </a:cubicBezTo>
                <a:cubicBezTo>
                  <a:pt x="782821" y="120664"/>
                  <a:pt x="780141" y="120884"/>
                  <a:pt x="777023" y="120939"/>
                </a:cubicBezTo>
                <a:cubicBezTo>
                  <a:pt x="772921" y="120939"/>
                  <a:pt x="769365" y="120433"/>
                  <a:pt x="766357" y="119421"/>
                </a:cubicBezTo>
                <a:cubicBezTo>
                  <a:pt x="763349" y="118409"/>
                  <a:pt x="760846" y="116960"/>
                  <a:pt x="758850" y="115073"/>
                </a:cubicBezTo>
                <a:cubicBezTo>
                  <a:pt x="756853" y="113185"/>
                  <a:pt x="755363" y="110902"/>
                  <a:pt x="754378" y="108222"/>
                </a:cubicBezTo>
                <a:cubicBezTo>
                  <a:pt x="753393" y="105541"/>
                  <a:pt x="752901" y="102560"/>
                  <a:pt x="752901" y="99278"/>
                </a:cubicBezTo>
                <a:lnTo>
                  <a:pt x="752901" y="51854"/>
                </a:lnTo>
                <a:lnTo>
                  <a:pt x="737886" y="51854"/>
                </a:lnTo>
                <a:lnTo>
                  <a:pt x="737886" y="40860"/>
                </a:lnTo>
                <a:lnTo>
                  <a:pt x="752901" y="40860"/>
                </a:lnTo>
                <a:lnTo>
                  <a:pt x="752901" y="19527"/>
                </a:lnTo>
                <a:lnTo>
                  <a:pt x="765619" y="19527"/>
                </a:lnTo>
                <a:lnTo>
                  <a:pt x="765619" y="40860"/>
                </a:lnTo>
                <a:lnTo>
                  <a:pt x="788920" y="40860"/>
                </a:lnTo>
                <a:lnTo>
                  <a:pt x="788920" y="51854"/>
                </a:lnTo>
                <a:lnTo>
                  <a:pt x="765619" y="51854"/>
                </a:lnTo>
                <a:lnTo>
                  <a:pt x="765619" y="97245"/>
                </a:lnTo>
                <a:cubicBezTo>
                  <a:pt x="765619" y="99047"/>
                  <a:pt x="765878" y="100712"/>
                  <a:pt x="766398" y="102242"/>
                </a:cubicBezTo>
                <a:cubicBezTo>
                  <a:pt x="766918" y="103772"/>
                  <a:pt x="767738" y="105097"/>
                  <a:pt x="768860" y="106217"/>
                </a:cubicBezTo>
                <a:cubicBezTo>
                  <a:pt x="769981" y="107336"/>
                  <a:pt x="771417" y="108210"/>
                  <a:pt x="773167" y="108839"/>
                </a:cubicBezTo>
                <a:cubicBezTo>
                  <a:pt x="774917" y="109467"/>
                  <a:pt x="777023" y="109780"/>
                  <a:pt x="779485" y="109780"/>
                </a:cubicBezTo>
                <a:cubicBezTo>
                  <a:pt x="781180" y="109780"/>
                  <a:pt x="782972" y="109644"/>
                  <a:pt x="784859" y="109370"/>
                </a:cubicBezTo>
                <a:cubicBezTo>
                  <a:pt x="786746" y="109097"/>
                  <a:pt x="788483" y="108741"/>
                  <a:pt x="790069" y="108304"/>
                </a:cubicBezTo>
                <a:lnTo>
                  <a:pt x="790069" y="119039"/>
                </a:lnTo>
                <a:close/>
                <a:moveTo>
                  <a:pt x="848377" y="119039"/>
                </a:moveTo>
                <a:cubicBezTo>
                  <a:pt x="847283" y="119478"/>
                  <a:pt x="845615" y="119891"/>
                  <a:pt x="843372" y="120278"/>
                </a:cubicBezTo>
                <a:cubicBezTo>
                  <a:pt x="841130" y="120664"/>
                  <a:pt x="838449" y="120884"/>
                  <a:pt x="835331" y="120939"/>
                </a:cubicBezTo>
                <a:cubicBezTo>
                  <a:pt x="831229" y="120939"/>
                  <a:pt x="827674" y="120433"/>
                  <a:pt x="824665" y="119421"/>
                </a:cubicBezTo>
                <a:cubicBezTo>
                  <a:pt x="821657" y="118409"/>
                  <a:pt x="819154" y="116960"/>
                  <a:pt x="817158" y="115073"/>
                </a:cubicBezTo>
                <a:cubicBezTo>
                  <a:pt x="815161" y="113185"/>
                  <a:pt x="813671" y="110902"/>
                  <a:pt x="812686" y="108222"/>
                </a:cubicBezTo>
                <a:cubicBezTo>
                  <a:pt x="811702" y="105541"/>
                  <a:pt x="811209" y="102560"/>
                  <a:pt x="811209" y="99278"/>
                </a:cubicBezTo>
                <a:lnTo>
                  <a:pt x="811209" y="51854"/>
                </a:lnTo>
                <a:lnTo>
                  <a:pt x="796194" y="51854"/>
                </a:lnTo>
                <a:lnTo>
                  <a:pt x="796194" y="40860"/>
                </a:lnTo>
                <a:lnTo>
                  <a:pt x="811209" y="40860"/>
                </a:lnTo>
                <a:lnTo>
                  <a:pt x="811209" y="19527"/>
                </a:lnTo>
                <a:lnTo>
                  <a:pt x="823927" y="19527"/>
                </a:lnTo>
                <a:lnTo>
                  <a:pt x="823927" y="40860"/>
                </a:lnTo>
                <a:lnTo>
                  <a:pt x="847228" y="40860"/>
                </a:lnTo>
                <a:lnTo>
                  <a:pt x="847228" y="51854"/>
                </a:lnTo>
                <a:lnTo>
                  <a:pt x="823927" y="51854"/>
                </a:lnTo>
                <a:lnTo>
                  <a:pt x="823927" y="97245"/>
                </a:lnTo>
                <a:cubicBezTo>
                  <a:pt x="823927" y="99047"/>
                  <a:pt x="824187" y="100712"/>
                  <a:pt x="824706" y="102242"/>
                </a:cubicBezTo>
                <a:cubicBezTo>
                  <a:pt x="825226" y="103772"/>
                  <a:pt x="826046" y="105097"/>
                  <a:pt x="827168" y="106217"/>
                </a:cubicBezTo>
                <a:cubicBezTo>
                  <a:pt x="828289" y="107336"/>
                  <a:pt x="829725" y="108210"/>
                  <a:pt x="831475" y="108839"/>
                </a:cubicBezTo>
                <a:cubicBezTo>
                  <a:pt x="833226" y="109467"/>
                  <a:pt x="835331" y="109780"/>
                  <a:pt x="837793" y="109780"/>
                </a:cubicBezTo>
                <a:cubicBezTo>
                  <a:pt x="839489" y="109780"/>
                  <a:pt x="841280" y="109644"/>
                  <a:pt x="843167" y="109370"/>
                </a:cubicBezTo>
                <a:cubicBezTo>
                  <a:pt x="845054" y="109097"/>
                  <a:pt x="846791" y="108741"/>
                  <a:pt x="848377" y="108304"/>
                </a:cubicBezTo>
                <a:lnTo>
                  <a:pt x="848377" y="119039"/>
                </a:lnTo>
                <a:close/>
                <a:moveTo>
                  <a:pt x="911885" y="110191"/>
                </a:moveTo>
                <a:lnTo>
                  <a:pt x="911557" y="110191"/>
                </a:lnTo>
                <a:cubicBezTo>
                  <a:pt x="910519" y="111503"/>
                  <a:pt x="909208" y="112803"/>
                  <a:pt x="907624" y="114088"/>
                </a:cubicBezTo>
                <a:cubicBezTo>
                  <a:pt x="906041" y="115373"/>
                  <a:pt x="904211" y="116524"/>
                  <a:pt x="902134" y="117539"/>
                </a:cubicBezTo>
                <a:cubicBezTo>
                  <a:pt x="900059" y="118555"/>
                  <a:pt x="897792" y="119375"/>
                  <a:pt x="895334" y="120001"/>
                </a:cubicBezTo>
                <a:cubicBezTo>
                  <a:pt x="892876" y="120626"/>
                  <a:pt x="890254" y="120939"/>
                  <a:pt x="887468" y="120939"/>
                </a:cubicBezTo>
                <a:cubicBezTo>
                  <a:pt x="883699" y="120939"/>
                  <a:pt x="880244" y="120378"/>
                  <a:pt x="877102" y="119254"/>
                </a:cubicBezTo>
                <a:cubicBezTo>
                  <a:pt x="873962" y="118131"/>
                  <a:pt x="871258" y="116488"/>
                  <a:pt x="868989" y="114324"/>
                </a:cubicBezTo>
                <a:cubicBezTo>
                  <a:pt x="866723" y="112160"/>
                  <a:pt x="864961" y="109516"/>
                  <a:pt x="863705" y="106393"/>
                </a:cubicBezTo>
                <a:cubicBezTo>
                  <a:pt x="862449" y="103270"/>
                  <a:pt x="861820" y="99736"/>
                  <a:pt x="861820" y="95791"/>
                </a:cubicBezTo>
                <a:cubicBezTo>
                  <a:pt x="861820" y="91901"/>
                  <a:pt x="862516" y="88421"/>
                  <a:pt x="863907" y="85353"/>
                </a:cubicBezTo>
                <a:cubicBezTo>
                  <a:pt x="865301" y="82285"/>
                  <a:pt x="867253" y="79682"/>
                  <a:pt x="869764" y="77546"/>
                </a:cubicBezTo>
                <a:cubicBezTo>
                  <a:pt x="872276" y="75409"/>
                  <a:pt x="875294" y="73766"/>
                  <a:pt x="878817" y="72615"/>
                </a:cubicBezTo>
                <a:cubicBezTo>
                  <a:pt x="882340" y="71465"/>
                  <a:pt x="886231" y="70890"/>
                  <a:pt x="890488" y="70890"/>
                </a:cubicBezTo>
                <a:cubicBezTo>
                  <a:pt x="894529" y="70944"/>
                  <a:pt x="898270" y="71300"/>
                  <a:pt x="901711" y="71956"/>
                </a:cubicBezTo>
                <a:cubicBezTo>
                  <a:pt x="905152" y="72613"/>
                  <a:pt x="908210" y="73433"/>
                  <a:pt x="910885" y="74418"/>
                </a:cubicBezTo>
                <a:lnTo>
                  <a:pt x="911213" y="74418"/>
                </a:lnTo>
                <a:lnTo>
                  <a:pt x="911213" y="69003"/>
                </a:lnTo>
                <a:cubicBezTo>
                  <a:pt x="911213" y="66869"/>
                  <a:pt x="911077" y="64982"/>
                  <a:pt x="910803" y="63341"/>
                </a:cubicBezTo>
                <a:cubicBezTo>
                  <a:pt x="910530" y="61700"/>
                  <a:pt x="910065" y="60251"/>
                  <a:pt x="909408" y="58993"/>
                </a:cubicBezTo>
                <a:cubicBezTo>
                  <a:pt x="907986" y="56367"/>
                  <a:pt x="905716" y="54193"/>
                  <a:pt x="902598" y="52470"/>
                </a:cubicBezTo>
                <a:cubicBezTo>
                  <a:pt x="899480" y="50747"/>
                  <a:pt x="895269" y="49885"/>
                  <a:pt x="889963" y="49885"/>
                </a:cubicBezTo>
                <a:cubicBezTo>
                  <a:pt x="886025" y="49885"/>
                  <a:pt x="882319" y="50248"/>
                  <a:pt x="878845" y="50972"/>
                </a:cubicBezTo>
                <a:cubicBezTo>
                  <a:pt x="875372" y="51695"/>
                  <a:pt x="871912" y="52701"/>
                  <a:pt x="868466" y="53988"/>
                </a:cubicBezTo>
                <a:lnTo>
                  <a:pt x="868466" y="43321"/>
                </a:lnTo>
                <a:cubicBezTo>
                  <a:pt x="869779" y="42665"/>
                  <a:pt x="871324" y="42050"/>
                  <a:pt x="873102" y="41475"/>
                </a:cubicBezTo>
                <a:cubicBezTo>
                  <a:pt x="874880" y="40901"/>
                  <a:pt x="876753" y="40409"/>
                  <a:pt x="878722" y="39998"/>
                </a:cubicBezTo>
                <a:cubicBezTo>
                  <a:pt x="880691" y="39588"/>
                  <a:pt x="882770" y="39274"/>
                  <a:pt x="884958" y="39055"/>
                </a:cubicBezTo>
                <a:cubicBezTo>
                  <a:pt x="887146" y="38836"/>
                  <a:pt x="889334" y="38727"/>
                  <a:pt x="891522" y="38727"/>
                </a:cubicBezTo>
                <a:cubicBezTo>
                  <a:pt x="899398" y="38727"/>
                  <a:pt x="905839" y="40123"/>
                  <a:pt x="910844" y="42916"/>
                </a:cubicBezTo>
                <a:cubicBezTo>
                  <a:pt x="915849" y="45708"/>
                  <a:pt x="919446" y="49403"/>
                  <a:pt x="921633" y="54003"/>
                </a:cubicBezTo>
                <a:cubicBezTo>
                  <a:pt x="922454" y="55755"/>
                  <a:pt x="923042" y="57686"/>
                  <a:pt x="923398" y="59795"/>
                </a:cubicBezTo>
                <a:cubicBezTo>
                  <a:pt x="923753" y="61903"/>
                  <a:pt x="923931" y="64216"/>
                  <a:pt x="923931" y="66733"/>
                </a:cubicBezTo>
                <a:lnTo>
                  <a:pt x="923931" y="118806"/>
                </a:lnTo>
                <a:lnTo>
                  <a:pt x="913277" y="118806"/>
                </a:lnTo>
                <a:lnTo>
                  <a:pt x="911885" y="110191"/>
                </a:lnTo>
                <a:moveTo>
                  <a:pt x="911213" y="84599"/>
                </a:moveTo>
                <a:cubicBezTo>
                  <a:pt x="908877" y="83941"/>
                  <a:pt x="906106" y="83311"/>
                  <a:pt x="902901" y="82707"/>
                </a:cubicBezTo>
                <a:cubicBezTo>
                  <a:pt x="899696" y="82104"/>
                  <a:pt x="896164" y="81775"/>
                  <a:pt x="892306" y="81720"/>
                </a:cubicBezTo>
                <a:cubicBezTo>
                  <a:pt x="886929" y="81720"/>
                  <a:pt x="882719" y="82872"/>
                  <a:pt x="879676" y="85176"/>
                </a:cubicBezTo>
                <a:cubicBezTo>
                  <a:pt x="876633" y="87480"/>
                  <a:pt x="875112" y="91019"/>
                  <a:pt x="875112" y="95791"/>
                </a:cubicBezTo>
                <a:cubicBezTo>
                  <a:pt x="875112" y="98205"/>
                  <a:pt x="875492" y="100317"/>
                  <a:pt x="876253" y="102127"/>
                </a:cubicBezTo>
                <a:cubicBezTo>
                  <a:pt x="877014" y="103937"/>
                  <a:pt x="878059" y="105432"/>
                  <a:pt x="879389" y="106611"/>
                </a:cubicBezTo>
                <a:cubicBezTo>
                  <a:pt x="880720" y="107791"/>
                  <a:pt x="882296" y="108669"/>
                  <a:pt x="884117" y="109245"/>
                </a:cubicBezTo>
                <a:cubicBezTo>
                  <a:pt x="885937" y="109821"/>
                  <a:pt x="887880" y="110109"/>
                  <a:pt x="889945" y="110109"/>
                </a:cubicBezTo>
                <a:cubicBezTo>
                  <a:pt x="892661" y="110109"/>
                  <a:pt x="895187" y="109711"/>
                  <a:pt x="897522" y="108916"/>
                </a:cubicBezTo>
                <a:cubicBezTo>
                  <a:pt x="899858" y="108120"/>
                  <a:pt x="901937" y="107174"/>
                  <a:pt x="903757" y="106078"/>
                </a:cubicBezTo>
                <a:cubicBezTo>
                  <a:pt x="905578" y="104981"/>
                  <a:pt x="907125" y="103883"/>
                  <a:pt x="908401" y="102786"/>
                </a:cubicBezTo>
                <a:cubicBezTo>
                  <a:pt x="909678" y="101688"/>
                  <a:pt x="910615" y="100838"/>
                  <a:pt x="911213" y="100235"/>
                </a:cubicBezTo>
                <a:lnTo>
                  <a:pt x="911213" y="84599"/>
                </a:lnTo>
                <a:close/>
                <a:moveTo>
                  <a:pt x="982650" y="38727"/>
                </a:moveTo>
                <a:cubicBezTo>
                  <a:pt x="986425" y="38727"/>
                  <a:pt x="990035" y="39123"/>
                  <a:pt x="993481" y="39916"/>
                </a:cubicBezTo>
                <a:cubicBezTo>
                  <a:pt x="996927" y="40710"/>
                  <a:pt x="999881" y="41817"/>
                  <a:pt x="1002342" y="43239"/>
                </a:cubicBezTo>
                <a:lnTo>
                  <a:pt x="1002342" y="53824"/>
                </a:lnTo>
                <a:cubicBezTo>
                  <a:pt x="998896" y="52511"/>
                  <a:pt x="995723" y="51526"/>
                  <a:pt x="992824" y="50870"/>
                </a:cubicBezTo>
                <a:cubicBezTo>
                  <a:pt x="989925" y="50213"/>
                  <a:pt x="986972" y="49885"/>
                  <a:pt x="983963" y="49885"/>
                </a:cubicBezTo>
                <a:cubicBezTo>
                  <a:pt x="980791" y="49885"/>
                  <a:pt x="977645" y="50406"/>
                  <a:pt x="974528" y="51447"/>
                </a:cubicBezTo>
                <a:cubicBezTo>
                  <a:pt x="971410" y="52488"/>
                  <a:pt x="968620" y="54200"/>
                  <a:pt x="966159" y="56582"/>
                </a:cubicBezTo>
                <a:cubicBezTo>
                  <a:pt x="963697" y="58964"/>
                  <a:pt x="961714" y="62113"/>
                  <a:pt x="960210" y="66031"/>
                </a:cubicBezTo>
                <a:cubicBezTo>
                  <a:pt x="958706" y="69947"/>
                  <a:pt x="957954" y="74807"/>
                  <a:pt x="957954" y="80612"/>
                </a:cubicBezTo>
                <a:cubicBezTo>
                  <a:pt x="957954" y="84831"/>
                  <a:pt x="958515" y="88721"/>
                  <a:pt x="959636" y="92281"/>
                </a:cubicBezTo>
                <a:cubicBezTo>
                  <a:pt x="960757" y="95842"/>
                  <a:pt x="962426" y="98923"/>
                  <a:pt x="964641" y="101524"/>
                </a:cubicBezTo>
                <a:cubicBezTo>
                  <a:pt x="966856" y="104126"/>
                  <a:pt x="969632" y="106152"/>
                  <a:pt x="972969" y="107604"/>
                </a:cubicBezTo>
                <a:cubicBezTo>
                  <a:pt x="976305" y="109055"/>
                  <a:pt x="980162" y="109780"/>
                  <a:pt x="984538" y="109780"/>
                </a:cubicBezTo>
                <a:cubicBezTo>
                  <a:pt x="987710" y="109780"/>
                  <a:pt x="990910" y="109439"/>
                  <a:pt x="994137" y="108755"/>
                </a:cubicBezTo>
                <a:cubicBezTo>
                  <a:pt x="997364" y="108071"/>
                  <a:pt x="1000510" y="107100"/>
                  <a:pt x="1003573" y="105842"/>
                </a:cubicBezTo>
                <a:lnTo>
                  <a:pt x="1003573" y="116485"/>
                </a:lnTo>
                <a:cubicBezTo>
                  <a:pt x="1002643" y="117034"/>
                  <a:pt x="1001426" y="117584"/>
                  <a:pt x="999922" y="118134"/>
                </a:cubicBezTo>
                <a:cubicBezTo>
                  <a:pt x="998417" y="118684"/>
                  <a:pt x="996763" y="119166"/>
                  <a:pt x="994958" y="119578"/>
                </a:cubicBezTo>
                <a:cubicBezTo>
                  <a:pt x="993153" y="119989"/>
                  <a:pt x="991238" y="120319"/>
                  <a:pt x="989214" y="120567"/>
                </a:cubicBezTo>
                <a:cubicBezTo>
                  <a:pt x="987190" y="120815"/>
                  <a:pt x="985167" y="120939"/>
                  <a:pt x="983143" y="120939"/>
                </a:cubicBezTo>
                <a:cubicBezTo>
                  <a:pt x="977892" y="120939"/>
                  <a:pt x="972928" y="120144"/>
                  <a:pt x="968251" y="118555"/>
                </a:cubicBezTo>
                <a:cubicBezTo>
                  <a:pt x="963574" y="116965"/>
                  <a:pt x="959485" y="114526"/>
                  <a:pt x="955985" y="111239"/>
                </a:cubicBezTo>
                <a:cubicBezTo>
                  <a:pt x="952484" y="107951"/>
                  <a:pt x="949722" y="103785"/>
                  <a:pt x="947698" y="98742"/>
                </a:cubicBezTo>
                <a:cubicBezTo>
                  <a:pt x="945674" y="93700"/>
                  <a:pt x="944662" y="87726"/>
                  <a:pt x="944662" y="80820"/>
                </a:cubicBezTo>
                <a:cubicBezTo>
                  <a:pt x="944662" y="75668"/>
                  <a:pt x="945195" y="71037"/>
                  <a:pt x="946262" y="66926"/>
                </a:cubicBezTo>
                <a:cubicBezTo>
                  <a:pt x="947329" y="62815"/>
                  <a:pt x="948792" y="59198"/>
                  <a:pt x="950652" y="56075"/>
                </a:cubicBezTo>
                <a:cubicBezTo>
                  <a:pt x="952511" y="52950"/>
                  <a:pt x="954686" y="50292"/>
                  <a:pt x="957174" y="48101"/>
                </a:cubicBezTo>
                <a:cubicBezTo>
                  <a:pt x="959663" y="45908"/>
                  <a:pt x="962316" y="44112"/>
                  <a:pt x="965133" y="42714"/>
                </a:cubicBezTo>
                <a:cubicBezTo>
                  <a:pt x="967950" y="41316"/>
                  <a:pt x="970863" y="40302"/>
                  <a:pt x="973871" y="39673"/>
                </a:cubicBezTo>
                <a:cubicBezTo>
                  <a:pt x="976880" y="39042"/>
                  <a:pt x="979806" y="38727"/>
                  <a:pt x="982650" y="38727"/>
                </a:cubicBezTo>
                <a:close/>
                <a:moveTo>
                  <a:pt x="1072479" y="40860"/>
                </a:moveTo>
                <a:lnTo>
                  <a:pt x="1089052" y="40860"/>
                </a:lnTo>
                <a:lnTo>
                  <a:pt x="1050982" y="76715"/>
                </a:lnTo>
                <a:lnTo>
                  <a:pt x="1088970" y="118806"/>
                </a:lnTo>
                <a:lnTo>
                  <a:pt x="1073135" y="118806"/>
                </a:lnTo>
                <a:lnTo>
                  <a:pt x="1035721" y="77289"/>
                </a:lnTo>
                <a:lnTo>
                  <a:pt x="1035557" y="77289"/>
                </a:lnTo>
                <a:lnTo>
                  <a:pt x="1035557" y="118806"/>
                </a:lnTo>
                <a:lnTo>
                  <a:pt x="1022839" y="118806"/>
                </a:lnTo>
                <a:lnTo>
                  <a:pt x="1022839" y="0"/>
                </a:lnTo>
                <a:lnTo>
                  <a:pt x="1035557" y="0"/>
                </a:lnTo>
                <a:lnTo>
                  <a:pt x="1035557" y="75648"/>
                </a:lnTo>
                <a:lnTo>
                  <a:pt x="1035721" y="75648"/>
                </a:lnTo>
                <a:lnTo>
                  <a:pt x="1072479" y="40860"/>
                </a:lnTo>
                <a:close/>
              </a:path>
            </a:pathLst>
          </a:custGeom>
          <a:solidFill xmlns:a="http://schemas.openxmlformats.org/drawingml/2006/main">
            <a:srgbClr val="BE5108"/>
          </a:solidFill>
          <a:ln xmlns:a="http://schemas.openxmlformats.org/drawingml/2006/main" w="0" cap="flat">
            <a:noFill/>
            <a:miter/>
          </a:ln>
        </p:spPr>
      </p:sp>
      <p:pic>
        <p:nvPicPr>
          <p:cNvPr id="45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baeace635bd4662"/>
          <a:stretch xmlns:a="http://schemas.openxmlformats.org/drawingml/2006/main"/>
        </p:blipFill>
        <p:spPr>
          <a:xfrm xmlns:a="http://schemas.openxmlformats.org/drawingml/2006/main">
            <a:off x="8765203" y="578853"/>
            <a:ext cx="350466" cy="332020"/>
          </a:xfrm>
          <a:prstGeom xmlns:a="http://schemas.openxmlformats.org/drawingml/2006/main" prst="rect">
            <a:avLst/>
          </a:prstGeom>
        </p:spPr>
      </p:pic>
      <p:sp>
        <p:nvSpPr>
          <p:cNvPr id="22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38AF1DB-12E4-4314-9474-D38FEBCC5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8289" y="1060688"/>
            <a:ext cx="1113483" cy="406927"/>
          </a:xfrm>
          <a:custGeom xmlns:a="http://schemas.openxmlformats.org/drawingml/2006/main">
            <a:pathLst>
              <a:path w="1113483" h="406927" fill="none">
                <a:moveTo>
                  <a:pt x="0" y="67821"/>
                </a:moveTo>
                <a:cubicBezTo>
                  <a:pt x="0" y="30368"/>
                  <a:pt x="30368" y="0"/>
                  <a:pt x="67821" y="0"/>
                </a:cubicBezTo>
                <a:lnTo>
                  <a:pt x="1045662" y="0"/>
                </a:lnTo>
                <a:cubicBezTo>
                  <a:pt x="1083115" y="0"/>
                  <a:pt x="1113483" y="30368"/>
                  <a:pt x="1113483" y="67821"/>
                </a:cubicBezTo>
                <a:lnTo>
                  <a:pt x="1113483" y="339106"/>
                </a:lnTo>
                <a:cubicBezTo>
                  <a:pt x="1113483" y="376560"/>
                  <a:pt x="1083115" y="406927"/>
                  <a:pt x="1045662" y="406927"/>
                </a:cubicBezTo>
                <a:lnTo>
                  <a:pt x="67821" y="406927"/>
                </a:lnTo>
                <a:cubicBezTo>
                  <a:pt x="30368" y="406927"/>
                  <a:pt x="0" y="376560"/>
                  <a:pt x="0" y="339106"/>
                </a:cubicBezTo>
                <a:lnTo>
                  <a:pt x="0" y="67821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6871" cap="flat">
            <a:solidFill>
              <a:srgbClr val="000000"/>
            </a:solidFill>
            <a:miter/>
          </a:ln>
        </p:spPr>
      </p:sp>
      <p:sp>
        <p:nvSpPr>
          <p:cNvPr id="22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2CA1F56-E6D8-4E89-BD02-269572C3C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52132" y="878481"/>
            <a:ext cx="67484" cy="181700"/>
          </a:xfrm>
          <a:custGeom xmlns:a="http://schemas.openxmlformats.org/drawingml/2006/main">
            <a:pathLst>
              <a:path w="67484" h="181700">
                <a:moveTo>
                  <a:pt x="41334" y="0"/>
                </a:moveTo>
                <a:lnTo>
                  <a:pt x="24463" y="0"/>
                </a:lnTo>
                <a:lnTo>
                  <a:pt x="25345" y="114364"/>
                </a:lnTo>
                <a:lnTo>
                  <a:pt x="0" y="114554"/>
                </a:lnTo>
                <a:lnTo>
                  <a:pt x="34248" y="181700"/>
                </a:lnTo>
                <a:lnTo>
                  <a:pt x="67484" y="114048"/>
                </a:lnTo>
                <a:lnTo>
                  <a:pt x="42216" y="114237"/>
                </a:lnTo>
                <a:lnTo>
                  <a:pt x="41334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2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193D6D2-027C-4A43-B05B-3DFF0C377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67608" y="1217250"/>
            <a:ext cx="254245" cy="67484"/>
          </a:xfrm>
          <a:custGeom xmlns:a="http://schemas.openxmlformats.org/drawingml/2006/main">
            <a:pathLst>
              <a:path w="254245" h="67484">
                <a:moveTo>
                  <a:pt x="0" y="25306"/>
                </a:moveTo>
                <a:lnTo>
                  <a:pt x="0" y="42177"/>
                </a:lnTo>
                <a:lnTo>
                  <a:pt x="186761" y="42177"/>
                </a:lnTo>
                <a:lnTo>
                  <a:pt x="186761" y="67484"/>
                </a:lnTo>
                <a:lnTo>
                  <a:pt x="254245" y="33742"/>
                </a:lnTo>
                <a:lnTo>
                  <a:pt x="186761" y="0"/>
                </a:lnTo>
                <a:lnTo>
                  <a:pt x="186761" y="25306"/>
                </a:lnTo>
                <a:lnTo>
                  <a:pt x="0" y="25306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2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CB0DDC4-9990-4F73-8E71-98B270DBC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437" y="1298231"/>
            <a:ext cx="249859" cy="67484"/>
          </a:xfrm>
          <a:custGeom xmlns:a="http://schemas.openxmlformats.org/drawingml/2006/main">
            <a:pathLst>
              <a:path w="249859" h="67484">
                <a:moveTo>
                  <a:pt x="249859" y="42177"/>
                </a:moveTo>
                <a:lnTo>
                  <a:pt x="249859" y="25306"/>
                </a:lnTo>
                <a:lnTo>
                  <a:pt x="67484" y="25306"/>
                </a:lnTo>
                <a:lnTo>
                  <a:pt x="67484" y="0"/>
                </a:lnTo>
                <a:lnTo>
                  <a:pt x="0" y="33742"/>
                </a:lnTo>
                <a:lnTo>
                  <a:pt x="67484" y="67484"/>
                </a:lnTo>
                <a:lnTo>
                  <a:pt x="67484" y="42177"/>
                </a:lnTo>
                <a:lnTo>
                  <a:pt x="249859" y="42177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pic>
        <p:nvPicPr>
          <p:cNvPr id="46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092de47a02d4094"/>
          <a:stretch xmlns:a="http://schemas.openxmlformats.org/drawingml/2006/main"/>
        </p:blipFill>
        <p:spPr>
          <a:xfrm xmlns:a="http://schemas.openxmlformats.org/drawingml/2006/main">
            <a:off x="9260309" y="547716"/>
            <a:ext cx="457540" cy="347730"/>
          </a:xfrm>
          <a:prstGeom xmlns:a="http://schemas.openxmlformats.org/drawingml/2006/main" prst="rect">
            <a:avLst/>
          </a:prstGeom>
        </p:spPr>
      </p:pic>
      <p:pic>
        <p:nvPicPr>
          <p:cNvPr id="46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0674b4198ee4cba"/>
          <a:stretch xmlns:a="http://schemas.openxmlformats.org/drawingml/2006/main"/>
        </p:blipFill>
        <p:spPr>
          <a:xfrm xmlns:a="http://schemas.openxmlformats.org/drawingml/2006/main">
            <a:off x="8932339" y="1090043"/>
            <a:ext cx="455515" cy="346191"/>
          </a:xfrm>
          <a:prstGeom xmlns:a="http://schemas.openxmlformats.org/drawingml/2006/main" prst="rect">
            <a:avLst/>
          </a:prstGeom>
        </p:spPr>
      </p:pic>
      <p:pic>
        <p:nvPicPr>
          <p:cNvPr id="46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23be9be518a4d7f"/>
          <a:stretch xmlns:a="http://schemas.openxmlformats.org/drawingml/2006/main"/>
        </p:blipFill>
        <p:spPr>
          <a:xfrm xmlns:a="http://schemas.openxmlformats.org/drawingml/2006/main">
            <a:off x="9616624" y="1083970"/>
            <a:ext cx="455515" cy="346192"/>
          </a:xfrm>
          <a:prstGeom xmlns:a="http://schemas.openxmlformats.org/drawingml/2006/main" prst="rect">
            <a:avLst/>
          </a:prstGeom>
        </p:spPr>
      </p:pic>
      <p:sp>
        <p:nvSpPr>
          <p:cNvPr id="23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DB73903-619C-40EE-9C82-698C22939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2275" y="729342"/>
            <a:ext cx="196209" cy="67484"/>
          </a:xfrm>
          <a:custGeom xmlns:a="http://schemas.openxmlformats.org/drawingml/2006/main">
            <a:pathLst>
              <a:path w="196209" h="67484">
                <a:moveTo>
                  <a:pt x="0" y="25306"/>
                </a:moveTo>
                <a:lnTo>
                  <a:pt x="0" y="42177"/>
                </a:lnTo>
                <a:lnTo>
                  <a:pt x="128725" y="42177"/>
                </a:lnTo>
                <a:lnTo>
                  <a:pt x="128725" y="67484"/>
                </a:lnTo>
                <a:lnTo>
                  <a:pt x="196209" y="33742"/>
                </a:lnTo>
                <a:lnTo>
                  <a:pt x="128725" y="0"/>
                </a:lnTo>
                <a:lnTo>
                  <a:pt x="128725" y="25306"/>
                </a:lnTo>
                <a:lnTo>
                  <a:pt x="0" y="25306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3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C5B588C-5E9E-4237-8607-2012FE41F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1814" y="1294182"/>
            <a:ext cx="223371" cy="67484"/>
          </a:xfrm>
          <a:custGeom xmlns:a="http://schemas.openxmlformats.org/drawingml/2006/main">
            <a:pathLst>
              <a:path w="223371" h="67484">
                <a:moveTo>
                  <a:pt x="67484" y="0"/>
                </a:moveTo>
                <a:lnTo>
                  <a:pt x="0" y="33742"/>
                </a:lnTo>
                <a:lnTo>
                  <a:pt x="67484" y="67484"/>
                </a:lnTo>
                <a:lnTo>
                  <a:pt x="67484" y="42177"/>
                </a:lnTo>
                <a:lnTo>
                  <a:pt x="223371" y="42177"/>
                </a:lnTo>
                <a:lnTo>
                  <a:pt x="223371" y="25306"/>
                </a:lnTo>
                <a:lnTo>
                  <a:pt x="67484" y="25306"/>
                </a:lnTo>
                <a:lnTo>
                  <a:pt x="67484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</p:spTree>
    <p:extLst>
      <p:ext uri="{BB962C8B-B14F-4D97-AF65-F5344CB8AC3E}">
        <p14:creationId xmlns:p14="http://schemas.microsoft.com/office/powerpoint/2010/main" val="27807765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2026-09-05T17:18:11.9330000Z</dcterms:created>
  <dcterms:modified xsi:type="dcterms:W3CDTF">2026-09-05T17:18:11.9330000Z</dcterms:modified>
</coreProperties>
</file>