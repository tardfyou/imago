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c5dff846394925" /><Relationship Type="http://schemas.openxmlformats.org/officeDocument/2006/relationships/extended-properties" Target="/docProps/app.xml" Id="R4c55191cb3b74170" /><Relationship Type="http://schemas.openxmlformats.org/officeDocument/2006/relationships/officeDocument" Target="/ppt/presentation.xml" Id="R1bfa9fd50e8247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e60104593a42cf"/>
  </p:sldMasterIdLst>
  <p:notesMasterIdLst>
    <p:notesMasterId xmlns:r="http://schemas.openxmlformats.org/officeDocument/2006/relationships" r:id="Rf97e06d70747487d"/>
  </p:notesMasterIdLst>
  <p:sldIdLst>
    <p:sldId xmlns:r="http://schemas.openxmlformats.org/officeDocument/2006/relationships" id="256" r:id="R56cfe40660f24159"/>
  </p:sldIdLst>
  <p:sldSz cx="13030200" cy="4429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c2d044b2be47c3" /><Relationship Type="http://schemas.openxmlformats.org/officeDocument/2006/relationships/slideMaster" Target="/ppt/slideMasters/slideMaster1.xml" Id="R90e60104593a42cf" /><Relationship Type="http://schemas.openxmlformats.org/officeDocument/2006/relationships/notesMaster" Target="/ppt/notesMasters/notesMaster1.xml" Id="Rf97e06d70747487d" /><Relationship Type="http://schemas.openxmlformats.org/officeDocument/2006/relationships/presProps" Target="/ppt/presProps.xml" Id="R0c87e456720f48e8" /><Relationship Type="http://schemas.openxmlformats.org/officeDocument/2006/relationships/tableStyles" Target="/ppt/tableStyles.xml" Id="R80baf66dc3fa404d" /><Relationship Type="http://schemas.openxmlformats.org/officeDocument/2006/relationships/slide" Target="/ppt/slides/slide1.xml" Id="R56cfe40660f241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c92269e17a49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dba5c9ebde49d8" /><Relationship Type="http://schemas.openxmlformats.org/officeDocument/2006/relationships/notesMaster" Target="/ppt/notesMasters/notesMaster1.xml" Id="Rb26d7ac521f3487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素材ID：AI-062</ns1:t>
            </ns1:r>
          </ns1:p>
          <ns1:p>
            <ns1:r>
              <ns1:t>论文：Lying with Truths: Open-Channel Multi-Agent Collusion for Belief Manipulation via Generative Montage</ns1:t>
            </ns1:r>
          </ns1:p>
          <ns1:p>
            <ns1:r>
              <ns1:t>会议：ACL 2026</ns1:t>
            </ns1:r>
          </ns1:p>
          <ns1:p>
            <ns1:r>
              <ns1:t>奖项：Outstanding Paper</ns1:t>
            </ns1:r>
          </ns1:p>
          <ns1:p>
            <ns1:r>
              <ns1:t>图号：Figure 2，PDF第5页</ns1:t>
            </ns1:r>
          </ns1:p>
          <ns1:p>
            <ns1:r>
              <ns1:t>类型：威胁与攻击</ns1:t>
            </ns1:r>
          </ns1:p>
          <ns1:p>
            <ns1:r>
              <ns1:t>借鉴点：用四个阶段展示片段生产、分布式发布、个体信念变化和下游汇总，底部区分显式/隐式角色。</ns1:t>
            </ns1:r>
          </ns1:p>
          <ns1:p>
            <ns1:r>
              <ns1:t>论文URL：https://aclanthology.org/2026.acl-long.270/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72f4912a14f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22756139724c70" /><Relationship Type="http://schemas.openxmlformats.org/officeDocument/2006/relationships/slideLayout" Target="/ppt/slideLayouts/slideLayout1.xml" Id="R848de8fe047c4b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8de8fe047c4b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7832d0fcb43f5" /><Relationship Type="http://schemas.openxmlformats.org/officeDocument/2006/relationships/image" Target="/ppt/media/image.png" Id="R10273afec1fe4768" /><Relationship Type="http://schemas.openxmlformats.org/officeDocument/2006/relationships/image" Target="/ppt/media/image2.png" Id="R70fc07c5ccd44788" /><Relationship Type="http://schemas.openxmlformats.org/officeDocument/2006/relationships/image" Target="/ppt/media/image3.png" Id="R49e548268f4c45f4" /><Relationship Type="http://schemas.openxmlformats.org/officeDocument/2006/relationships/image" Target="/ppt/media/image4.png" Id="Rf4cb6e60534e4429" /><Relationship Type="http://schemas.openxmlformats.org/officeDocument/2006/relationships/image" Target="/ppt/media/image5.png" Id="R9c470fd03a11429b" /><Relationship Type="http://schemas.openxmlformats.org/officeDocument/2006/relationships/image" Target="/ppt/media/image6.png" Id="R31bda72ce1d640cc" /><Relationship Type="http://schemas.openxmlformats.org/officeDocument/2006/relationships/image" Target="/ppt/media/image7.png" Id="Rec138b91445743a1" /><Relationship Type="http://schemas.openxmlformats.org/officeDocument/2006/relationships/image" Target="/ppt/media/image8.png" Id="R337d526e1bb04a6e" /><Relationship Type="http://schemas.openxmlformats.org/officeDocument/2006/relationships/image" Target="/ppt/media/image9.png" Id="R1e0ecca04f1b45ed" /><Relationship Type="http://schemas.openxmlformats.org/officeDocument/2006/relationships/image" Target="/ppt/media/image10.png" Id="Rbf41a73fc4ef4710" /><Relationship Type="http://schemas.openxmlformats.org/officeDocument/2006/relationships/image" Target="/ppt/media/image11.png" Id="R5a5d05022e7b4fab" /><Relationship Type="http://schemas.openxmlformats.org/officeDocument/2006/relationships/image" Target="/ppt/media/image12.png" Id="R532a4dd58eed45c3" /><Relationship Type="http://schemas.openxmlformats.org/officeDocument/2006/relationships/image" Target="/ppt/media/image13.png" Id="R4277a80edffa43f5" /><Relationship Type="http://schemas.openxmlformats.org/officeDocument/2006/relationships/image" Target="/ppt/media/image14.png" Id="R6707a027815b4bd5" /><Relationship Type="http://schemas.openxmlformats.org/officeDocument/2006/relationships/image" Target="/ppt/media/image15.png" Id="R48df5710b96a4d19" /><Relationship Type="http://schemas.openxmlformats.org/officeDocument/2006/relationships/image" Target="/ppt/media/image16.png" Id="R41ad1c588952464f" /><Relationship Type="http://schemas.openxmlformats.org/officeDocument/2006/relationships/image" Target="/ppt/media/image17.png" Id="R2895dcb37ad14123" /><Relationship Type="http://schemas.openxmlformats.org/officeDocument/2006/relationships/image" Target="/ppt/media/image18.png" Id="R5bb1788d018a431c" /><Relationship Type="http://schemas.openxmlformats.org/officeDocument/2006/relationships/image" Target="/ppt/media/image19.png" Id="Rc92b4fbacd59440f" /><Relationship Type="http://schemas.openxmlformats.org/officeDocument/2006/relationships/image" Target="/ppt/media/image20.png" Id="R21a4fc87afed40d9" /><Relationship Type="http://schemas.openxmlformats.org/officeDocument/2006/relationships/image" Target="/ppt/media/image21.png" Id="R44a8aa178c4f4fd9" /><Relationship Type="http://schemas.openxmlformats.org/officeDocument/2006/relationships/image" Target="/ppt/media/image22.png" Id="Rd3b68be7369c48de" /><Relationship Type="http://schemas.openxmlformats.org/officeDocument/2006/relationships/image" Target="/ppt/media/image23.png" Id="R87a163b4c6954fc5" /><Relationship Type="http://schemas.openxmlformats.org/officeDocument/2006/relationships/notesSlide" Target="/ppt/notesSlides/notesSlide1.xml" Id="Ra0ddad5fdbe14b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8411E-AD34-4350-8926-7610A08E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" y="24132"/>
            <a:ext cx="12960493" cy="4404993"/>
          </a:xfrm>
          <a:custGeom xmlns:a="http://schemas.openxmlformats.org/drawingml/2006/main">
            <a:pathLst>
              <a:path w="12960493" h="4404993">
                <a:moveTo>
                  <a:pt x="12960493" y="0"/>
                </a:moveTo>
                <a:lnTo>
                  <a:pt x="0" y="0"/>
                </a:lnTo>
                <a:lnTo>
                  <a:pt x="0" y="4404993"/>
                </a:lnTo>
                <a:lnTo>
                  <a:pt x="12960493" y="4404993"/>
                </a:lnTo>
                <a:lnTo>
                  <a:pt x="1296049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FE27E2-0CEC-463A-873F-208B2C4F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" y="24132"/>
            <a:ext cx="12960493" cy="4404993"/>
          </a:xfrm>
          <a:custGeom xmlns:a="http://schemas.openxmlformats.org/drawingml/2006/main">
            <a:pathLst>
              <a:path w="12960493" h="4404993">
                <a:moveTo>
                  <a:pt x="12960493" y="0"/>
                </a:moveTo>
                <a:lnTo>
                  <a:pt x="0" y="0"/>
                </a:lnTo>
                <a:lnTo>
                  <a:pt x="0" y="4404993"/>
                </a:lnTo>
                <a:lnTo>
                  <a:pt x="12960493" y="4404993"/>
                </a:lnTo>
                <a:lnTo>
                  <a:pt x="1296049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D30E6-D3E4-4BA6-870A-AAE203D5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448" y="45206"/>
            <a:ext cx="3982214" cy="3905710"/>
          </a:xfrm>
          <a:custGeom xmlns:a="http://schemas.openxmlformats.org/drawingml/2006/main">
            <a:pathLst>
              <a:path w="3982214" h="3905710">
                <a:moveTo>
                  <a:pt x="140493" y="0"/>
                </a:moveTo>
                <a:lnTo>
                  <a:pt x="3841721" y="0"/>
                </a:lnTo>
                <a:cubicBezTo>
                  <a:pt x="3919315" y="0"/>
                  <a:pt x="3982214" y="62901"/>
                  <a:pt x="3982214" y="140493"/>
                </a:cubicBezTo>
                <a:lnTo>
                  <a:pt x="3982214" y="3765216"/>
                </a:lnTo>
                <a:cubicBezTo>
                  <a:pt x="3982214" y="3842809"/>
                  <a:pt x="3919315" y="3905710"/>
                  <a:pt x="3841721" y="3905710"/>
                </a:cubicBezTo>
                <a:lnTo>
                  <a:pt x="140493" y="3905710"/>
                </a:lnTo>
                <a:cubicBezTo>
                  <a:pt x="62901" y="3905710"/>
                  <a:pt x="0" y="3842809"/>
                  <a:pt x="0" y="3765216"/>
                </a:cubicBezTo>
                <a:lnTo>
                  <a:pt x="0" y="140493"/>
                </a:lnTo>
                <a:cubicBezTo>
                  <a:pt x="0" y="62901"/>
                  <a:pt x="62901" y="0"/>
                  <a:pt x="140493" y="0"/>
                </a:cubicBezTo>
                <a:close/>
                <a:moveTo>
                  <a:pt x="14049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0362CA-9A2B-4742-8BA2-93BE1B1C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448" y="45205"/>
            <a:ext cx="3982214" cy="3905710"/>
          </a:xfrm>
          <a:custGeom xmlns:a="http://schemas.openxmlformats.org/drawingml/2006/main">
            <a:pathLst>
              <a:path w="3982214" h="3905710" fill="none">
                <a:moveTo>
                  <a:pt x="140493" y="0"/>
                </a:moveTo>
                <a:lnTo>
                  <a:pt x="3841721" y="0"/>
                </a:lnTo>
                <a:cubicBezTo>
                  <a:pt x="3919313" y="0"/>
                  <a:pt x="3982214" y="62901"/>
                  <a:pt x="3982214" y="140493"/>
                </a:cubicBezTo>
                <a:lnTo>
                  <a:pt x="3982214" y="3765216"/>
                </a:lnTo>
                <a:cubicBezTo>
                  <a:pt x="3982214" y="3842809"/>
                  <a:pt x="3919313" y="3905710"/>
                  <a:pt x="3841721" y="3905710"/>
                </a:cubicBezTo>
                <a:lnTo>
                  <a:pt x="140493" y="3905710"/>
                </a:lnTo>
                <a:cubicBezTo>
                  <a:pt x="62901" y="3905710"/>
                  <a:pt x="0" y="3842809"/>
                  <a:pt x="0" y="3765216"/>
                </a:cubicBezTo>
                <a:lnTo>
                  <a:pt x="0" y="140493"/>
                </a:lnTo>
                <a:cubicBezTo>
                  <a:pt x="0" y="62901"/>
                  <a:pt x="62901" y="0"/>
                  <a:pt x="140493" y="0"/>
                </a:cubicBezTo>
                <a:close/>
                <a:moveTo>
                  <a:pt x="140493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1074" cap="rnd">
            <a:solidFill>
              <a:srgbClr val="000000"/>
            </a:solidFill>
            <a:bevel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3168EB-5898-476A-B080-8D63401A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323" y="44636"/>
            <a:ext cx="2736104" cy="3905710"/>
          </a:xfrm>
          <a:custGeom xmlns:a="http://schemas.openxmlformats.org/drawingml/2006/main">
            <a:pathLst>
              <a:path w="2736104" h="3905710">
                <a:moveTo>
                  <a:pt x="140493" y="0"/>
                </a:moveTo>
                <a:lnTo>
                  <a:pt x="2595611" y="0"/>
                </a:lnTo>
                <a:cubicBezTo>
                  <a:pt x="2673205" y="0"/>
                  <a:pt x="2736104" y="62901"/>
                  <a:pt x="2736104" y="140493"/>
                </a:cubicBezTo>
                <a:lnTo>
                  <a:pt x="2736104" y="3765217"/>
                </a:lnTo>
                <a:cubicBezTo>
                  <a:pt x="2736104" y="3842809"/>
                  <a:pt x="2673205" y="3905710"/>
                  <a:pt x="2595611" y="3905710"/>
                </a:cubicBezTo>
                <a:lnTo>
                  <a:pt x="140493" y="3905710"/>
                </a:lnTo>
                <a:cubicBezTo>
                  <a:pt x="62906" y="3905710"/>
                  <a:pt x="0" y="3842809"/>
                  <a:pt x="0" y="3765217"/>
                </a:cubicBezTo>
                <a:lnTo>
                  <a:pt x="0" y="140493"/>
                </a:lnTo>
                <a:cubicBezTo>
                  <a:pt x="0" y="62901"/>
                  <a:pt x="62906" y="0"/>
                  <a:pt x="140493" y="0"/>
                </a:cubicBezTo>
                <a:close/>
                <a:moveTo>
                  <a:pt x="14049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E4B93C-E306-4F7C-97EA-A5A70BF2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326" y="44636"/>
            <a:ext cx="2736101" cy="3905710"/>
          </a:xfrm>
          <a:custGeom xmlns:a="http://schemas.openxmlformats.org/drawingml/2006/main">
            <a:pathLst>
              <a:path w="2736101" h="3905710" fill="none">
                <a:moveTo>
                  <a:pt x="140493" y="0"/>
                </a:moveTo>
                <a:lnTo>
                  <a:pt x="2595608" y="0"/>
                </a:lnTo>
                <a:cubicBezTo>
                  <a:pt x="2673202" y="0"/>
                  <a:pt x="2736101" y="62901"/>
                  <a:pt x="2736101" y="140493"/>
                </a:cubicBezTo>
                <a:lnTo>
                  <a:pt x="2736101" y="3765216"/>
                </a:lnTo>
                <a:cubicBezTo>
                  <a:pt x="2736101" y="3842809"/>
                  <a:pt x="2673202" y="3905710"/>
                  <a:pt x="2595608" y="3905710"/>
                </a:cubicBezTo>
                <a:lnTo>
                  <a:pt x="140493" y="3905710"/>
                </a:lnTo>
                <a:cubicBezTo>
                  <a:pt x="62901" y="3905710"/>
                  <a:pt x="0" y="3842809"/>
                  <a:pt x="0" y="3765216"/>
                </a:cubicBezTo>
                <a:lnTo>
                  <a:pt x="0" y="140493"/>
                </a:lnTo>
                <a:cubicBezTo>
                  <a:pt x="0" y="62901"/>
                  <a:pt x="62901" y="0"/>
                  <a:pt x="140493" y="0"/>
                </a:cubicBezTo>
                <a:close/>
                <a:moveTo>
                  <a:pt x="140493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1074" cap="rnd">
            <a:solidFill>
              <a:srgbClr val="000000"/>
            </a:solidFill>
            <a:bevel/>
          </a:ln>
        </p:spPr>
      </p:sp>
      <p:sp>
        <p:nvSpPr>
          <p:cNvPr id="7" name="Text StealthyInjection">
            <a:extLst xmlns:a="http://schemas.openxmlformats.org/drawingml/2006/main">
              <a:ext uri="{FF2B5EF4-FFF2-40B4-BE49-F238E27FC236}">
                <a16:creationId xmlns:a16="http://schemas.microsoft.com/office/drawing/2014/main" id="{282F64B7-FD78-4D97-A25C-1CB70E26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768" y="96765"/>
            <a:ext cx="1608085" cy="184781"/>
          </a:xfrm>
          <a:custGeom xmlns:a="http://schemas.openxmlformats.org/drawingml/2006/main">
            <a:pathLst>
              <a:path w="1608085" h="184781">
                <a:moveTo>
                  <a:pt x="0" y="97577"/>
                </a:moveTo>
                <a:lnTo>
                  <a:pt x="27660" y="94888"/>
                </a:lnTo>
                <a:cubicBezTo>
                  <a:pt x="29324" y="104206"/>
                  <a:pt x="32702" y="111050"/>
                  <a:pt x="37792" y="115419"/>
                </a:cubicBezTo>
                <a:cubicBezTo>
                  <a:pt x="42882" y="119787"/>
                  <a:pt x="49749" y="121971"/>
                  <a:pt x="58392" y="121971"/>
                </a:cubicBezTo>
                <a:cubicBezTo>
                  <a:pt x="67548" y="121971"/>
                  <a:pt x="74447" y="120028"/>
                  <a:pt x="79089" y="116143"/>
                </a:cubicBezTo>
                <a:cubicBezTo>
                  <a:pt x="83731" y="112257"/>
                  <a:pt x="86052" y="107712"/>
                  <a:pt x="86052" y="102508"/>
                </a:cubicBezTo>
                <a:cubicBezTo>
                  <a:pt x="86052" y="99169"/>
                  <a:pt x="85076" y="96327"/>
                  <a:pt x="83123" y="93984"/>
                </a:cubicBezTo>
                <a:cubicBezTo>
                  <a:pt x="81170" y="91639"/>
                  <a:pt x="77761" y="89600"/>
                  <a:pt x="72895" y="87865"/>
                </a:cubicBezTo>
                <a:cubicBezTo>
                  <a:pt x="69565" y="86710"/>
                  <a:pt x="61978" y="84657"/>
                  <a:pt x="50133" y="81706"/>
                </a:cubicBezTo>
                <a:cubicBezTo>
                  <a:pt x="34895" y="77921"/>
                  <a:pt x="24202" y="73269"/>
                  <a:pt x="18056" y="67750"/>
                </a:cubicBezTo>
                <a:cubicBezTo>
                  <a:pt x="9412" y="59987"/>
                  <a:pt x="5090" y="50524"/>
                  <a:pt x="5090" y="39361"/>
                </a:cubicBezTo>
                <a:cubicBezTo>
                  <a:pt x="5090" y="32176"/>
                  <a:pt x="7123" y="25457"/>
                  <a:pt x="11189" y="19202"/>
                </a:cubicBezTo>
                <a:cubicBezTo>
                  <a:pt x="15254" y="12945"/>
                  <a:pt x="21113" y="8181"/>
                  <a:pt x="28764" y="4910"/>
                </a:cubicBezTo>
                <a:cubicBezTo>
                  <a:pt x="36415" y="1637"/>
                  <a:pt x="45651" y="0"/>
                  <a:pt x="56472" y="0"/>
                </a:cubicBezTo>
                <a:cubicBezTo>
                  <a:pt x="74143" y="0"/>
                  <a:pt x="87445" y="3892"/>
                  <a:pt x="96376" y="11675"/>
                </a:cubicBezTo>
                <a:cubicBezTo>
                  <a:pt x="105308" y="19456"/>
                  <a:pt x="109998" y="29842"/>
                  <a:pt x="110446" y="42834"/>
                </a:cubicBezTo>
                <a:lnTo>
                  <a:pt x="82018" y="43986"/>
                </a:lnTo>
                <a:cubicBezTo>
                  <a:pt x="80802" y="36751"/>
                  <a:pt x="78193" y="31549"/>
                  <a:pt x="74191" y="28380"/>
                </a:cubicBezTo>
                <a:cubicBezTo>
                  <a:pt x="70189" y="25211"/>
                  <a:pt x="64187" y="23626"/>
                  <a:pt x="56184" y="23626"/>
                </a:cubicBezTo>
                <a:cubicBezTo>
                  <a:pt x="47924" y="23626"/>
                  <a:pt x="41457" y="25324"/>
                  <a:pt x="36783" y="28719"/>
                </a:cubicBezTo>
                <a:cubicBezTo>
                  <a:pt x="33774" y="30896"/>
                  <a:pt x="32270" y="33810"/>
                  <a:pt x="32270" y="37462"/>
                </a:cubicBezTo>
                <a:cubicBezTo>
                  <a:pt x="32270" y="40793"/>
                  <a:pt x="33678" y="43643"/>
                  <a:pt x="36495" y="46012"/>
                </a:cubicBezTo>
                <a:cubicBezTo>
                  <a:pt x="40081" y="49024"/>
                  <a:pt x="48788" y="52165"/>
                  <a:pt x="62618" y="55436"/>
                </a:cubicBezTo>
                <a:cubicBezTo>
                  <a:pt x="76448" y="58708"/>
                  <a:pt x="86676" y="62092"/>
                  <a:pt x="93303" y="65589"/>
                </a:cubicBezTo>
                <a:cubicBezTo>
                  <a:pt x="99930" y="69085"/>
                  <a:pt x="105116" y="73864"/>
                  <a:pt x="108862" y="79926"/>
                </a:cubicBezTo>
                <a:cubicBezTo>
                  <a:pt x="112607" y="85987"/>
                  <a:pt x="114480" y="93476"/>
                  <a:pt x="114480" y="102394"/>
                </a:cubicBezTo>
                <a:cubicBezTo>
                  <a:pt x="114480" y="110475"/>
                  <a:pt x="112239" y="118044"/>
                  <a:pt x="107757" y="125101"/>
                </a:cubicBezTo>
                <a:cubicBezTo>
                  <a:pt x="103275" y="132158"/>
                  <a:pt x="96937" y="137403"/>
                  <a:pt x="88741" y="140834"/>
                </a:cubicBezTo>
                <a:cubicBezTo>
                  <a:pt x="80546" y="144265"/>
                  <a:pt x="70333" y="145981"/>
                  <a:pt x="58104" y="145981"/>
                </a:cubicBezTo>
                <a:cubicBezTo>
                  <a:pt x="40305" y="145981"/>
                  <a:pt x="26635" y="141859"/>
                  <a:pt x="17095" y="133616"/>
                </a:cubicBezTo>
                <a:cubicBezTo>
                  <a:pt x="7555" y="125373"/>
                  <a:pt x="1857" y="113359"/>
                  <a:pt x="0" y="97577"/>
                </a:cubicBezTo>
                <a:close/>
                <a:moveTo>
                  <a:pt x="184975" y="41297"/>
                </a:moveTo>
                <a:lnTo>
                  <a:pt x="184975" y="62810"/>
                </a:lnTo>
                <a:lnTo>
                  <a:pt x="166535" y="62810"/>
                </a:lnTo>
                <a:lnTo>
                  <a:pt x="166535" y="103850"/>
                </a:lnTo>
                <a:cubicBezTo>
                  <a:pt x="166535" y="112161"/>
                  <a:pt x="166712" y="117004"/>
                  <a:pt x="167064" y="118379"/>
                </a:cubicBezTo>
                <a:cubicBezTo>
                  <a:pt x="167416" y="119751"/>
                  <a:pt x="168216" y="120886"/>
                  <a:pt x="169465" y="121782"/>
                </a:cubicBezTo>
                <a:cubicBezTo>
                  <a:pt x="170713" y="122676"/>
                  <a:pt x="172234" y="123124"/>
                  <a:pt x="174027" y="123124"/>
                </a:cubicBezTo>
                <a:cubicBezTo>
                  <a:pt x="176524" y="123124"/>
                  <a:pt x="180141" y="122259"/>
                  <a:pt x="184879" y="120530"/>
                </a:cubicBezTo>
                <a:lnTo>
                  <a:pt x="187184" y="141545"/>
                </a:lnTo>
                <a:cubicBezTo>
                  <a:pt x="180910" y="144246"/>
                  <a:pt x="173803" y="145597"/>
                  <a:pt x="165863" y="145597"/>
                </a:cubicBezTo>
                <a:cubicBezTo>
                  <a:pt x="160997" y="145597"/>
                  <a:pt x="156611" y="144781"/>
                  <a:pt x="152706" y="143148"/>
                </a:cubicBezTo>
                <a:cubicBezTo>
                  <a:pt x="148800" y="141515"/>
                  <a:pt x="145935" y="139402"/>
                  <a:pt x="144110" y="136809"/>
                </a:cubicBezTo>
                <a:cubicBezTo>
                  <a:pt x="142285" y="134216"/>
                  <a:pt x="141021" y="130711"/>
                  <a:pt x="140317" y="126293"/>
                </a:cubicBezTo>
                <a:cubicBezTo>
                  <a:pt x="139740" y="123156"/>
                  <a:pt x="139452" y="116817"/>
                  <a:pt x="139452" y="107277"/>
                </a:cubicBezTo>
                <a:lnTo>
                  <a:pt x="139452" y="62810"/>
                </a:lnTo>
                <a:lnTo>
                  <a:pt x="127063" y="62810"/>
                </a:lnTo>
                <a:lnTo>
                  <a:pt x="127063" y="41297"/>
                </a:lnTo>
                <a:lnTo>
                  <a:pt x="139452" y="41297"/>
                </a:lnTo>
                <a:lnTo>
                  <a:pt x="139452" y="20937"/>
                </a:lnTo>
                <a:lnTo>
                  <a:pt x="166535" y="4994"/>
                </a:lnTo>
                <a:lnTo>
                  <a:pt x="166535" y="41297"/>
                </a:lnTo>
                <a:lnTo>
                  <a:pt x="184975" y="41297"/>
                </a:lnTo>
                <a:close/>
                <a:moveTo>
                  <a:pt x="262766" y="110830"/>
                </a:moveTo>
                <a:lnTo>
                  <a:pt x="289657" y="115440"/>
                </a:lnTo>
                <a:cubicBezTo>
                  <a:pt x="286200" y="125268"/>
                  <a:pt x="280742" y="132752"/>
                  <a:pt x="273282" y="137890"/>
                </a:cubicBezTo>
                <a:cubicBezTo>
                  <a:pt x="265823" y="143028"/>
                  <a:pt x="256491" y="145597"/>
                  <a:pt x="245287" y="145597"/>
                </a:cubicBezTo>
                <a:cubicBezTo>
                  <a:pt x="227551" y="145597"/>
                  <a:pt x="214426" y="139803"/>
                  <a:pt x="205910" y="128214"/>
                </a:cubicBezTo>
                <a:cubicBezTo>
                  <a:pt x="199187" y="118930"/>
                  <a:pt x="195826" y="107213"/>
                  <a:pt x="195826" y="93063"/>
                </a:cubicBezTo>
                <a:cubicBezTo>
                  <a:pt x="195826" y="76160"/>
                  <a:pt x="200244" y="62922"/>
                  <a:pt x="209079" y="53350"/>
                </a:cubicBezTo>
                <a:cubicBezTo>
                  <a:pt x="217915" y="43778"/>
                  <a:pt x="229088" y="38992"/>
                  <a:pt x="242598" y="38992"/>
                </a:cubicBezTo>
                <a:cubicBezTo>
                  <a:pt x="257772" y="38992"/>
                  <a:pt x="269745" y="44002"/>
                  <a:pt x="278517" y="54023"/>
                </a:cubicBezTo>
                <a:cubicBezTo>
                  <a:pt x="287288" y="64043"/>
                  <a:pt x="291482" y="79393"/>
                  <a:pt x="291098" y="100074"/>
                </a:cubicBezTo>
                <a:lnTo>
                  <a:pt x="223486" y="100074"/>
                </a:lnTo>
                <a:cubicBezTo>
                  <a:pt x="223678" y="108077"/>
                  <a:pt x="225855" y="114304"/>
                  <a:pt x="230016" y="118754"/>
                </a:cubicBezTo>
                <a:cubicBezTo>
                  <a:pt x="234178" y="123204"/>
                  <a:pt x="239364" y="125429"/>
                  <a:pt x="245575" y="125429"/>
                </a:cubicBezTo>
                <a:cubicBezTo>
                  <a:pt x="249801" y="125429"/>
                  <a:pt x="253354" y="124276"/>
                  <a:pt x="256235" y="121971"/>
                </a:cubicBezTo>
                <a:cubicBezTo>
                  <a:pt x="259116" y="119666"/>
                  <a:pt x="261293" y="115953"/>
                  <a:pt x="262766" y="110830"/>
                </a:cubicBezTo>
                <a:moveTo>
                  <a:pt x="264303" y="83555"/>
                </a:moveTo>
                <a:cubicBezTo>
                  <a:pt x="264111" y="75776"/>
                  <a:pt x="262094" y="69861"/>
                  <a:pt x="258252" y="65812"/>
                </a:cubicBezTo>
                <a:cubicBezTo>
                  <a:pt x="254410" y="61762"/>
                  <a:pt x="249737" y="59737"/>
                  <a:pt x="244230" y="59737"/>
                </a:cubicBezTo>
                <a:cubicBezTo>
                  <a:pt x="238340" y="59737"/>
                  <a:pt x="233474" y="61873"/>
                  <a:pt x="229632" y="66145"/>
                </a:cubicBezTo>
                <a:cubicBezTo>
                  <a:pt x="225790" y="70418"/>
                  <a:pt x="223902" y="76222"/>
                  <a:pt x="223966" y="83555"/>
                </a:cubicBezTo>
                <a:lnTo>
                  <a:pt x="264303" y="83555"/>
                </a:lnTo>
                <a:close/>
                <a:moveTo>
                  <a:pt x="333269" y="72798"/>
                </a:moveTo>
                <a:lnTo>
                  <a:pt x="308779" y="68381"/>
                </a:lnTo>
                <a:cubicBezTo>
                  <a:pt x="311532" y="58390"/>
                  <a:pt x="316270" y="50995"/>
                  <a:pt x="322993" y="46195"/>
                </a:cubicBezTo>
                <a:cubicBezTo>
                  <a:pt x="329716" y="41393"/>
                  <a:pt x="339704" y="38992"/>
                  <a:pt x="352957" y="38992"/>
                </a:cubicBezTo>
                <a:cubicBezTo>
                  <a:pt x="364994" y="38992"/>
                  <a:pt x="373958" y="40417"/>
                  <a:pt x="379849" y="43266"/>
                </a:cubicBezTo>
                <a:cubicBezTo>
                  <a:pt x="385739" y="46115"/>
                  <a:pt x="389885" y="49733"/>
                  <a:pt x="392286" y="54119"/>
                </a:cubicBezTo>
                <a:cubicBezTo>
                  <a:pt x="394687" y="58505"/>
                  <a:pt x="395887" y="66556"/>
                  <a:pt x="395887" y="78273"/>
                </a:cubicBezTo>
                <a:lnTo>
                  <a:pt x="395599" y="109774"/>
                </a:lnTo>
                <a:cubicBezTo>
                  <a:pt x="395599" y="118738"/>
                  <a:pt x="396031" y="125349"/>
                  <a:pt x="396896" y="129606"/>
                </a:cubicBezTo>
                <a:cubicBezTo>
                  <a:pt x="397760" y="133864"/>
                  <a:pt x="399377" y="138426"/>
                  <a:pt x="401746" y="143292"/>
                </a:cubicBezTo>
                <a:lnTo>
                  <a:pt x="375047" y="143292"/>
                </a:lnTo>
                <a:cubicBezTo>
                  <a:pt x="374342" y="141499"/>
                  <a:pt x="373478" y="138842"/>
                  <a:pt x="372453" y="135321"/>
                </a:cubicBezTo>
                <a:cubicBezTo>
                  <a:pt x="372005" y="133720"/>
                  <a:pt x="371685" y="132664"/>
                  <a:pt x="371493" y="132151"/>
                </a:cubicBezTo>
                <a:cubicBezTo>
                  <a:pt x="366883" y="136633"/>
                  <a:pt x="361953" y="139995"/>
                  <a:pt x="356703" y="142236"/>
                </a:cubicBezTo>
                <a:cubicBezTo>
                  <a:pt x="351453" y="144477"/>
                  <a:pt x="345850" y="145597"/>
                  <a:pt x="339896" y="145597"/>
                </a:cubicBezTo>
                <a:cubicBezTo>
                  <a:pt x="329395" y="145597"/>
                  <a:pt x="321120" y="142760"/>
                  <a:pt x="315069" y="137085"/>
                </a:cubicBezTo>
                <a:cubicBezTo>
                  <a:pt x="309019" y="131411"/>
                  <a:pt x="305994" y="124238"/>
                  <a:pt x="305994" y="115566"/>
                </a:cubicBezTo>
                <a:cubicBezTo>
                  <a:pt x="305994" y="109828"/>
                  <a:pt x="307370" y="104712"/>
                  <a:pt x="310123" y="100218"/>
                </a:cubicBezTo>
                <a:cubicBezTo>
                  <a:pt x="312877" y="95722"/>
                  <a:pt x="316734" y="92279"/>
                  <a:pt x="321696" y="89888"/>
                </a:cubicBezTo>
                <a:cubicBezTo>
                  <a:pt x="326658" y="87497"/>
                  <a:pt x="333813" y="85409"/>
                  <a:pt x="343161" y="83624"/>
                </a:cubicBezTo>
                <a:cubicBezTo>
                  <a:pt x="355775" y="81265"/>
                  <a:pt x="364514" y="79065"/>
                  <a:pt x="369380" y="77024"/>
                </a:cubicBezTo>
                <a:lnTo>
                  <a:pt x="369380" y="74305"/>
                </a:lnTo>
                <a:cubicBezTo>
                  <a:pt x="369380" y="69061"/>
                  <a:pt x="368100" y="65322"/>
                  <a:pt x="365539" y="63089"/>
                </a:cubicBezTo>
                <a:cubicBezTo>
                  <a:pt x="362978" y="60854"/>
                  <a:pt x="358143" y="59737"/>
                  <a:pt x="351037" y="59737"/>
                </a:cubicBezTo>
                <a:cubicBezTo>
                  <a:pt x="346235" y="59737"/>
                  <a:pt x="342489" y="60703"/>
                  <a:pt x="339800" y="62636"/>
                </a:cubicBezTo>
                <a:cubicBezTo>
                  <a:pt x="337111" y="64567"/>
                  <a:pt x="334934" y="67954"/>
                  <a:pt x="333269" y="72798"/>
                </a:cubicBezTo>
                <a:moveTo>
                  <a:pt x="369380" y="94696"/>
                </a:moveTo>
                <a:cubicBezTo>
                  <a:pt x="365923" y="95834"/>
                  <a:pt x="360448" y="97195"/>
                  <a:pt x="352957" y="98777"/>
                </a:cubicBezTo>
                <a:cubicBezTo>
                  <a:pt x="345466" y="100358"/>
                  <a:pt x="340568" y="101908"/>
                  <a:pt x="338263" y="103426"/>
                </a:cubicBezTo>
                <a:cubicBezTo>
                  <a:pt x="334742" y="105893"/>
                  <a:pt x="332981" y="109025"/>
                  <a:pt x="332981" y="112820"/>
                </a:cubicBezTo>
                <a:cubicBezTo>
                  <a:pt x="332981" y="116554"/>
                  <a:pt x="334390" y="119781"/>
                  <a:pt x="337207" y="122502"/>
                </a:cubicBezTo>
                <a:cubicBezTo>
                  <a:pt x="340024" y="125221"/>
                  <a:pt x="343609" y="126581"/>
                  <a:pt x="347963" y="126581"/>
                </a:cubicBezTo>
                <a:cubicBezTo>
                  <a:pt x="352829" y="126581"/>
                  <a:pt x="357471" y="124999"/>
                  <a:pt x="361889" y="121836"/>
                </a:cubicBezTo>
                <a:cubicBezTo>
                  <a:pt x="365154" y="119433"/>
                  <a:pt x="367299" y="116491"/>
                  <a:pt x="368324" y="113009"/>
                </a:cubicBezTo>
                <a:cubicBezTo>
                  <a:pt x="369028" y="110732"/>
                  <a:pt x="369380" y="106400"/>
                  <a:pt x="369380" y="100011"/>
                </a:cubicBezTo>
                <a:lnTo>
                  <a:pt x="369380" y="94696"/>
                </a:lnTo>
                <a:close/>
                <a:moveTo>
                  <a:pt x="422500" y="143292"/>
                </a:moveTo>
                <a:lnTo>
                  <a:pt x="422500" y="2497"/>
                </a:lnTo>
                <a:lnTo>
                  <a:pt x="449487" y="2497"/>
                </a:lnTo>
                <a:lnTo>
                  <a:pt x="449487" y="143292"/>
                </a:lnTo>
                <a:lnTo>
                  <a:pt x="422500" y="143292"/>
                </a:lnTo>
                <a:close/>
                <a:moveTo>
                  <a:pt x="523912" y="41297"/>
                </a:moveTo>
                <a:lnTo>
                  <a:pt x="523912" y="62810"/>
                </a:lnTo>
                <a:lnTo>
                  <a:pt x="505472" y="62810"/>
                </a:lnTo>
                <a:lnTo>
                  <a:pt x="505472" y="103850"/>
                </a:lnTo>
                <a:cubicBezTo>
                  <a:pt x="505472" y="112161"/>
                  <a:pt x="505648" y="117004"/>
                  <a:pt x="506000" y="118379"/>
                </a:cubicBezTo>
                <a:cubicBezTo>
                  <a:pt x="506352" y="119751"/>
                  <a:pt x="507153" y="120886"/>
                  <a:pt x="508401" y="121782"/>
                </a:cubicBezTo>
                <a:cubicBezTo>
                  <a:pt x="509650" y="122676"/>
                  <a:pt x="511170" y="123124"/>
                  <a:pt x="512963" y="123124"/>
                </a:cubicBezTo>
                <a:cubicBezTo>
                  <a:pt x="515460" y="123124"/>
                  <a:pt x="519078" y="122259"/>
                  <a:pt x="523816" y="120530"/>
                </a:cubicBezTo>
                <a:lnTo>
                  <a:pt x="526121" y="141545"/>
                </a:lnTo>
                <a:cubicBezTo>
                  <a:pt x="519846" y="144246"/>
                  <a:pt x="512739" y="145597"/>
                  <a:pt x="504800" y="145597"/>
                </a:cubicBezTo>
                <a:cubicBezTo>
                  <a:pt x="499934" y="145597"/>
                  <a:pt x="495548" y="144781"/>
                  <a:pt x="491642" y="143148"/>
                </a:cubicBezTo>
                <a:cubicBezTo>
                  <a:pt x="487736" y="141515"/>
                  <a:pt x="484871" y="139402"/>
                  <a:pt x="483046" y="136809"/>
                </a:cubicBezTo>
                <a:cubicBezTo>
                  <a:pt x="481222" y="134216"/>
                  <a:pt x="479957" y="130711"/>
                  <a:pt x="479253" y="126293"/>
                </a:cubicBezTo>
                <a:cubicBezTo>
                  <a:pt x="478677" y="123156"/>
                  <a:pt x="478389" y="116817"/>
                  <a:pt x="478389" y="107277"/>
                </a:cubicBezTo>
                <a:lnTo>
                  <a:pt x="478389" y="62810"/>
                </a:lnTo>
                <a:lnTo>
                  <a:pt x="465999" y="62810"/>
                </a:lnTo>
                <a:lnTo>
                  <a:pt x="465999" y="41297"/>
                </a:lnTo>
                <a:lnTo>
                  <a:pt x="478389" y="41297"/>
                </a:lnTo>
                <a:lnTo>
                  <a:pt x="478389" y="20937"/>
                </a:lnTo>
                <a:lnTo>
                  <a:pt x="505472" y="4994"/>
                </a:lnTo>
                <a:lnTo>
                  <a:pt x="505472" y="41297"/>
                </a:lnTo>
                <a:lnTo>
                  <a:pt x="523912" y="41297"/>
                </a:lnTo>
                <a:close/>
                <a:moveTo>
                  <a:pt x="569529" y="2497"/>
                </a:moveTo>
                <a:lnTo>
                  <a:pt x="569529" y="54335"/>
                </a:lnTo>
                <a:cubicBezTo>
                  <a:pt x="578237" y="44106"/>
                  <a:pt x="588641" y="38992"/>
                  <a:pt x="600743" y="38992"/>
                </a:cubicBezTo>
                <a:cubicBezTo>
                  <a:pt x="606953" y="38992"/>
                  <a:pt x="612555" y="40145"/>
                  <a:pt x="617550" y="42450"/>
                </a:cubicBezTo>
                <a:cubicBezTo>
                  <a:pt x="622544" y="44755"/>
                  <a:pt x="626305" y="47700"/>
                  <a:pt x="628834" y="51285"/>
                </a:cubicBezTo>
                <a:cubicBezTo>
                  <a:pt x="631363" y="54871"/>
                  <a:pt x="633092" y="58841"/>
                  <a:pt x="634020" y="63194"/>
                </a:cubicBezTo>
                <a:cubicBezTo>
                  <a:pt x="634949" y="67548"/>
                  <a:pt x="635413" y="74303"/>
                  <a:pt x="635413" y="83459"/>
                </a:cubicBezTo>
                <a:lnTo>
                  <a:pt x="635413" y="143292"/>
                </a:lnTo>
                <a:lnTo>
                  <a:pt x="608426" y="143292"/>
                </a:lnTo>
                <a:lnTo>
                  <a:pt x="608426" y="89476"/>
                </a:lnTo>
                <a:cubicBezTo>
                  <a:pt x="608426" y="78796"/>
                  <a:pt x="607914" y="72017"/>
                  <a:pt x="606889" y="69140"/>
                </a:cubicBezTo>
                <a:cubicBezTo>
                  <a:pt x="605865" y="66261"/>
                  <a:pt x="604056" y="63974"/>
                  <a:pt x="601463" y="62279"/>
                </a:cubicBezTo>
                <a:cubicBezTo>
                  <a:pt x="598870" y="60584"/>
                  <a:pt x="595620" y="59737"/>
                  <a:pt x="591715" y="59737"/>
                </a:cubicBezTo>
                <a:cubicBezTo>
                  <a:pt x="587233" y="59737"/>
                  <a:pt x="583231" y="60824"/>
                  <a:pt x="579710" y="62999"/>
                </a:cubicBezTo>
                <a:cubicBezTo>
                  <a:pt x="576188" y="65174"/>
                  <a:pt x="573611" y="68452"/>
                  <a:pt x="571978" y="72832"/>
                </a:cubicBezTo>
                <a:cubicBezTo>
                  <a:pt x="570346" y="77211"/>
                  <a:pt x="569529" y="83687"/>
                  <a:pt x="569529" y="92259"/>
                </a:cubicBezTo>
                <a:lnTo>
                  <a:pt x="569529" y="143292"/>
                </a:lnTo>
                <a:lnTo>
                  <a:pt x="542542" y="143292"/>
                </a:lnTo>
                <a:lnTo>
                  <a:pt x="542542" y="2497"/>
                </a:lnTo>
                <a:lnTo>
                  <a:pt x="569529" y="2497"/>
                </a:lnTo>
                <a:close/>
                <a:moveTo>
                  <a:pt x="650003" y="41297"/>
                </a:moveTo>
                <a:lnTo>
                  <a:pt x="678719" y="41297"/>
                </a:lnTo>
                <a:lnTo>
                  <a:pt x="703113" y="113781"/>
                </a:lnTo>
                <a:lnTo>
                  <a:pt x="726931" y="41297"/>
                </a:lnTo>
                <a:lnTo>
                  <a:pt x="754879" y="41297"/>
                </a:lnTo>
                <a:lnTo>
                  <a:pt x="718864" y="139483"/>
                </a:lnTo>
                <a:lnTo>
                  <a:pt x="712429" y="157314"/>
                </a:lnTo>
                <a:cubicBezTo>
                  <a:pt x="710060" y="163268"/>
                  <a:pt x="707803" y="167814"/>
                  <a:pt x="705658" y="170952"/>
                </a:cubicBezTo>
                <a:cubicBezTo>
                  <a:pt x="703513" y="174089"/>
                  <a:pt x="701048" y="176634"/>
                  <a:pt x="698263" y="178587"/>
                </a:cubicBezTo>
                <a:cubicBezTo>
                  <a:pt x="695478" y="180540"/>
                  <a:pt x="692053" y="182060"/>
                  <a:pt x="687987" y="183149"/>
                </a:cubicBezTo>
                <a:cubicBezTo>
                  <a:pt x="683921" y="184237"/>
                  <a:pt x="679327" y="184781"/>
                  <a:pt x="674205" y="184781"/>
                </a:cubicBezTo>
                <a:cubicBezTo>
                  <a:pt x="669019" y="184781"/>
                  <a:pt x="663929" y="184237"/>
                  <a:pt x="658935" y="183149"/>
                </a:cubicBezTo>
                <a:lnTo>
                  <a:pt x="656534" y="162020"/>
                </a:lnTo>
                <a:cubicBezTo>
                  <a:pt x="660759" y="162852"/>
                  <a:pt x="664569" y="163268"/>
                  <a:pt x="667962" y="163268"/>
                </a:cubicBezTo>
                <a:cubicBezTo>
                  <a:pt x="674237" y="163268"/>
                  <a:pt x="678879" y="161428"/>
                  <a:pt x="681888" y="157746"/>
                </a:cubicBezTo>
                <a:cubicBezTo>
                  <a:pt x="684898" y="154065"/>
                  <a:pt x="687203" y="149375"/>
                  <a:pt x="688803" y="143676"/>
                </a:cubicBezTo>
                <a:lnTo>
                  <a:pt x="650003" y="41297"/>
                </a:lnTo>
                <a:close/>
                <a:moveTo>
                  <a:pt x="826144" y="143292"/>
                </a:moveTo>
                <a:lnTo>
                  <a:pt x="826144" y="2497"/>
                </a:lnTo>
                <a:lnTo>
                  <a:pt x="854572" y="2497"/>
                </a:lnTo>
                <a:lnTo>
                  <a:pt x="854572" y="143292"/>
                </a:lnTo>
                <a:lnTo>
                  <a:pt x="826144" y="143292"/>
                </a:lnTo>
                <a:close/>
                <a:moveTo>
                  <a:pt x="974232" y="143292"/>
                </a:moveTo>
                <a:lnTo>
                  <a:pt x="947245" y="143292"/>
                </a:lnTo>
                <a:lnTo>
                  <a:pt x="947245" y="91298"/>
                </a:lnTo>
                <a:cubicBezTo>
                  <a:pt x="947245" y="80298"/>
                  <a:pt x="946668" y="73183"/>
                  <a:pt x="945516" y="69953"/>
                </a:cubicBezTo>
                <a:cubicBezTo>
                  <a:pt x="944363" y="66724"/>
                  <a:pt x="942491" y="64214"/>
                  <a:pt x="939898" y="62423"/>
                </a:cubicBezTo>
                <a:cubicBezTo>
                  <a:pt x="937304" y="60632"/>
                  <a:pt x="934183" y="59737"/>
                  <a:pt x="930534" y="59737"/>
                </a:cubicBezTo>
                <a:cubicBezTo>
                  <a:pt x="925860" y="59737"/>
                  <a:pt x="921666" y="61017"/>
                  <a:pt x="917952" y="63576"/>
                </a:cubicBezTo>
                <a:cubicBezTo>
                  <a:pt x="914239" y="66133"/>
                  <a:pt x="911694" y="69522"/>
                  <a:pt x="910317" y="73744"/>
                </a:cubicBezTo>
                <a:cubicBezTo>
                  <a:pt x="908941" y="77964"/>
                  <a:pt x="908252" y="85766"/>
                  <a:pt x="908252" y="97151"/>
                </a:cubicBezTo>
                <a:lnTo>
                  <a:pt x="908252" y="143292"/>
                </a:lnTo>
                <a:lnTo>
                  <a:pt x="881265" y="143292"/>
                </a:lnTo>
                <a:lnTo>
                  <a:pt x="881265" y="41297"/>
                </a:lnTo>
                <a:lnTo>
                  <a:pt x="906332" y="41297"/>
                </a:lnTo>
                <a:lnTo>
                  <a:pt x="906332" y="56280"/>
                </a:lnTo>
                <a:cubicBezTo>
                  <a:pt x="915231" y="44755"/>
                  <a:pt x="926436" y="38992"/>
                  <a:pt x="939946" y="38992"/>
                </a:cubicBezTo>
                <a:cubicBezTo>
                  <a:pt x="945900" y="38992"/>
                  <a:pt x="951342" y="40065"/>
                  <a:pt x="956272" y="42210"/>
                </a:cubicBezTo>
                <a:cubicBezTo>
                  <a:pt x="961202" y="44355"/>
                  <a:pt x="964932" y="47092"/>
                  <a:pt x="967461" y="50421"/>
                </a:cubicBezTo>
                <a:cubicBezTo>
                  <a:pt x="969990" y="53751"/>
                  <a:pt x="971751" y="57528"/>
                  <a:pt x="972743" y="61754"/>
                </a:cubicBezTo>
                <a:cubicBezTo>
                  <a:pt x="973736" y="65980"/>
                  <a:pt x="974232" y="72030"/>
                  <a:pt x="974232" y="79905"/>
                </a:cubicBezTo>
                <a:lnTo>
                  <a:pt x="974232" y="143292"/>
                </a:lnTo>
                <a:close/>
                <a:moveTo>
                  <a:pt x="1001019" y="27468"/>
                </a:moveTo>
                <a:lnTo>
                  <a:pt x="1001019" y="2497"/>
                </a:lnTo>
                <a:lnTo>
                  <a:pt x="1028006" y="2497"/>
                </a:lnTo>
                <a:lnTo>
                  <a:pt x="1028006" y="27468"/>
                </a:lnTo>
                <a:lnTo>
                  <a:pt x="1001019" y="27468"/>
                </a:lnTo>
                <a:moveTo>
                  <a:pt x="1028006" y="41297"/>
                </a:moveTo>
                <a:lnTo>
                  <a:pt x="1028006" y="140189"/>
                </a:lnTo>
                <a:cubicBezTo>
                  <a:pt x="1028006" y="153194"/>
                  <a:pt x="1027158" y="162372"/>
                  <a:pt x="1025461" y="167722"/>
                </a:cubicBezTo>
                <a:cubicBezTo>
                  <a:pt x="1023764" y="173073"/>
                  <a:pt x="1020499" y="177253"/>
                  <a:pt x="1015665" y="180265"/>
                </a:cubicBezTo>
                <a:cubicBezTo>
                  <a:pt x="1010831" y="183276"/>
                  <a:pt x="1004668" y="184781"/>
                  <a:pt x="997177" y="184781"/>
                </a:cubicBezTo>
                <a:cubicBezTo>
                  <a:pt x="994488" y="184781"/>
                  <a:pt x="991591" y="184540"/>
                  <a:pt x="988485" y="184058"/>
                </a:cubicBezTo>
                <a:cubicBezTo>
                  <a:pt x="985380" y="183576"/>
                  <a:pt x="982035" y="182853"/>
                  <a:pt x="978449" y="181888"/>
                </a:cubicBezTo>
                <a:lnTo>
                  <a:pt x="983155" y="158755"/>
                </a:lnTo>
                <a:cubicBezTo>
                  <a:pt x="984436" y="159011"/>
                  <a:pt x="985636" y="159219"/>
                  <a:pt x="986757" y="159379"/>
                </a:cubicBezTo>
                <a:cubicBezTo>
                  <a:pt x="987877" y="159539"/>
                  <a:pt x="988918" y="159619"/>
                  <a:pt x="989878" y="159619"/>
                </a:cubicBezTo>
                <a:cubicBezTo>
                  <a:pt x="992631" y="159619"/>
                  <a:pt x="994888" y="159027"/>
                  <a:pt x="996649" y="157842"/>
                </a:cubicBezTo>
                <a:cubicBezTo>
                  <a:pt x="998410" y="156658"/>
                  <a:pt x="999578" y="155233"/>
                  <a:pt x="1000154" y="153568"/>
                </a:cubicBezTo>
                <a:cubicBezTo>
                  <a:pt x="1000731" y="151904"/>
                  <a:pt x="1001019" y="146910"/>
                  <a:pt x="1001019" y="138586"/>
                </a:cubicBezTo>
                <a:lnTo>
                  <a:pt x="1001019" y="41297"/>
                </a:lnTo>
                <a:lnTo>
                  <a:pt x="1028006" y="41297"/>
                </a:lnTo>
                <a:close/>
                <a:moveTo>
                  <a:pt x="1115300" y="110830"/>
                </a:moveTo>
                <a:lnTo>
                  <a:pt x="1142192" y="115440"/>
                </a:lnTo>
                <a:cubicBezTo>
                  <a:pt x="1138734" y="125268"/>
                  <a:pt x="1133276" y="132752"/>
                  <a:pt x="1125817" y="137890"/>
                </a:cubicBezTo>
                <a:cubicBezTo>
                  <a:pt x="1118358" y="143028"/>
                  <a:pt x="1109026" y="145597"/>
                  <a:pt x="1097821" y="145597"/>
                </a:cubicBezTo>
                <a:cubicBezTo>
                  <a:pt x="1080085" y="145597"/>
                  <a:pt x="1066960" y="139803"/>
                  <a:pt x="1058444" y="128214"/>
                </a:cubicBezTo>
                <a:cubicBezTo>
                  <a:pt x="1051722" y="118930"/>
                  <a:pt x="1048360" y="107213"/>
                  <a:pt x="1048360" y="93063"/>
                </a:cubicBezTo>
                <a:cubicBezTo>
                  <a:pt x="1048360" y="76160"/>
                  <a:pt x="1052778" y="62922"/>
                  <a:pt x="1061614" y="53350"/>
                </a:cubicBezTo>
                <a:cubicBezTo>
                  <a:pt x="1070449" y="43778"/>
                  <a:pt x="1081622" y="38992"/>
                  <a:pt x="1095132" y="38992"/>
                </a:cubicBezTo>
                <a:cubicBezTo>
                  <a:pt x="1110306" y="38992"/>
                  <a:pt x="1122279" y="44002"/>
                  <a:pt x="1131051" y="54023"/>
                </a:cubicBezTo>
                <a:cubicBezTo>
                  <a:pt x="1139823" y="64043"/>
                  <a:pt x="1144016" y="79393"/>
                  <a:pt x="1143632" y="100074"/>
                </a:cubicBezTo>
                <a:lnTo>
                  <a:pt x="1076020" y="100074"/>
                </a:lnTo>
                <a:cubicBezTo>
                  <a:pt x="1076212" y="108077"/>
                  <a:pt x="1078389" y="114304"/>
                  <a:pt x="1082551" y="118754"/>
                </a:cubicBezTo>
                <a:cubicBezTo>
                  <a:pt x="1086712" y="123204"/>
                  <a:pt x="1091898" y="125429"/>
                  <a:pt x="1098109" y="125429"/>
                </a:cubicBezTo>
                <a:cubicBezTo>
                  <a:pt x="1102335" y="125429"/>
                  <a:pt x="1105888" y="124276"/>
                  <a:pt x="1108770" y="121971"/>
                </a:cubicBezTo>
                <a:cubicBezTo>
                  <a:pt x="1111651" y="119666"/>
                  <a:pt x="1113828" y="115953"/>
                  <a:pt x="1115300" y="110830"/>
                </a:cubicBezTo>
                <a:moveTo>
                  <a:pt x="1116837" y="83555"/>
                </a:moveTo>
                <a:cubicBezTo>
                  <a:pt x="1116645" y="75776"/>
                  <a:pt x="1114628" y="69861"/>
                  <a:pt x="1110786" y="65812"/>
                </a:cubicBezTo>
                <a:cubicBezTo>
                  <a:pt x="1106945" y="61762"/>
                  <a:pt x="1102271" y="59737"/>
                  <a:pt x="1096764" y="59737"/>
                </a:cubicBezTo>
                <a:cubicBezTo>
                  <a:pt x="1090874" y="59737"/>
                  <a:pt x="1086008" y="61873"/>
                  <a:pt x="1082166" y="66145"/>
                </a:cubicBezTo>
                <a:cubicBezTo>
                  <a:pt x="1078325" y="70418"/>
                  <a:pt x="1076436" y="76222"/>
                  <a:pt x="1076500" y="83555"/>
                </a:cubicBezTo>
                <a:lnTo>
                  <a:pt x="1116837" y="83555"/>
                </a:lnTo>
                <a:close/>
                <a:moveTo>
                  <a:pt x="1254568" y="71454"/>
                </a:moveTo>
                <a:lnTo>
                  <a:pt x="1227965" y="76256"/>
                </a:lnTo>
                <a:cubicBezTo>
                  <a:pt x="1227068" y="70974"/>
                  <a:pt x="1225035" y="66996"/>
                  <a:pt x="1221866" y="64323"/>
                </a:cubicBezTo>
                <a:cubicBezTo>
                  <a:pt x="1218697" y="61650"/>
                  <a:pt x="1214583" y="60313"/>
                  <a:pt x="1209525" y="60313"/>
                </a:cubicBezTo>
                <a:cubicBezTo>
                  <a:pt x="1202802" y="60313"/>
                  <a:pt x="1197440" y="62627"/>
                  <a:pt x="1193438" y="67255"/>
                </a:cubicBezTo>
                <a:cubicBezTo>
                  <a:pt x="1189437" y="71883"/>
                  <a:pt x="1187436" y="79622"/>
                  <a:pt x="1187436" y="90473"/>
                </a:cubicBezTo>
                <a:cubicBezTo>
                  <a:pt x="1187436" y="102538"/>
                  <a:pt x="1189469" y="111061"/>
                  <a:pt x="1193534" y="116041"/>
                </a:cubicBezTo>
                <a:cubicBezTo>
                  <a:pt x="1197600" y="121019"/>
                  <a:pt x="1203058" y="123508"/>
                  <a:pt x="1209909" y="123508"/>
                </a:cubicBezTo>
                <a:cubicBezTo>
                  <a:pt x="1215031" y="123508"/>
                  <a:pt x="1219225" y="122051"/>
                  <a:pt x="1222490" y="119138"/>
                </a:cubicBezTo>
                <a:cubicBezTo>
                  <a:pt x="1225756" y="116225"/>
                  <a:pt x="1228061" y="111215"/>
                  <a:pt x="1229405" y="104108"/>
                </a:cubicBezTo>
                <a:lnTo>
                  <a:pt x="1255912" y="108718"/>
                </a:lnTo>
                <a:cubicBezTo>
                  <a:pt x="1253159" y="120883"/>
                  <a:pt x="1247877" y="130070"/>
                  <a:pt x="1240066" y="136281"/>
                </a:cubicBezTo>
                <a:cubicBezTo>
                  <a:pt x="1232255" y="142492"/>
                  <a:pt x="1221786" y="145597"/>
                  <a:pt x="1208661" y="145597"/>
                </a:cubicBezTo>
                <a:cubicBezTo>
                  <a:pt x="1193742" y="145597"/>
                  <a:pt x="1181849" y="140891"/>
                  <a:pt x="1172982" y="131479"/>
                </a:cubicBezTo>
                <a:cubicBezTo>
                  <a:pt x="1164114" y="122067"/>
                  <a:pt x="1159680" y="109038"/>
                  <a:pt x="1159680" y="92391"/>
                </a:cubicBezTo>
                <a:cubicBezTo>
                  <a:pt x="1159680" y="75552"/>
                  <a:pt x="1164130" y="62442"/>
                  <a:pt x="1173030" y="53062"/>
                </a:cubicBezTo>
                <a:cubicBezTo>
                  <a:pt x="1181929" y="43682"/>
                  <a:pt x="1193966" y="38992"/>
                  <a:pt x="1209141" y="38992"/>
                </a:cubicBezTo>
                <a:cubicBezTo>
                  <a:pt x="1221562" y="38992"/>
                  <a:pt x="1231438" y="41665"/>
                  <a:pt x="1238769" y="47012"/>
                </a:cubicBezTo>
                <a:cubicBezTo>
                  <a:pt x="1246100" y="52358"/>
                  <a:pt x="1251367" y="60505"/>
                  <a:pt x="1254568" y="71454"/>
                </a:cubicBezTo>
                <a:close/>
                <a:moveTo>
                  <a:pt x="1321805" y="41297"/>
                </a:moveTo>
                <a:lnTo>
                  <a:pt x="1321805" y="62810"/>
                </a:lnTo>
                <a:lnTo>
                  <a:pt x="1303366" y="62810"/>
                </a:lnTo>
                <a:lnTo>
                  <a:pt x="1303366" y="103850"/>
                </a:lnTo>
                <a:cubicBezTo>
                  <a:pt x="1303366" y="112161"/>
                  <a:pt x="1303542" y="117004"/>
                  <a:pt x="1303894" y="118379"/>
                </a:cubicBezTo>
                <a:cubicBezTo>
                  <a:pt x="1304246" y="119751"/>
                  <a:pt x="1305046" y="120886"/>
                  <a:pt x="1306295" y="121782"/>
                </a:cubicBezTo>
                <a:cubicBezTo>
                  <a:pt x="1307543" y="122676"/>
                  <a:pt x="1309064" y="123124"/>
                  <a:pt x="1310857" y="123124"/>
                </a:cubicBezTo>
                <a:cubicBezTo>
                  <a:pt x="1313354" y="123124"/>
                  <a:pt x="1316971" y="122259"/>
                  <a:pt x="1321709" y="120530"/>
                </a:cubicBezTo>
                <a:lnTo>
                  <a:pt x="1324014" y="141545"/>
                </a:lnTo>
                <a:cubicBezTo>
                  <a:pt x="1317740" y="144246"/>
                  <a:pt x="1310633" y="145597"/>
                  <a:pt x="1302693" y="145597"/>
                </a:cubicBezTo>
                <a:cubicBezTo>
                  <a:pt x="1297827" y="145597"/>
                  <a:pt x="1293441" y="144781"/>
                  <a:pt x="1289536" y="143148"/>
                </a:cubicBezTo>
                <a:cubicBezTo>
                  <a:pt x="1285630" y="141515"/>
                  <a:pt x="1282765" y="139402"/>
                  <a:pt x="1280940" y="136809"/>
                </a:cubicBezTo>
                <a:cubicBezTo>
                  <a:pt x="1279115" y="134216"/>
                  <a:pt x="1277851" y="130711"/>
                  <a:pt x="1277147" y="126293"/>
                </a:cubicBezTo>
                <a:cubicBezTo>
                  <a:pt x="1276570" y="123156"/>
                  <a:pt x="1276282" y="116817"/>
                  <a:pt x="1276282" y="107277"/>
                </a:cubicBezTo>
                <a:lnTo>
                  <a:pt x="1276282" y="62810"/>
                </a:lnTo>
                <a:lnTo>
                  <a:pt x="1263893" y="62810"/>
                </a:lnTo>
                <a:lnTo>
                  <a:pt x="1263893" y="41297"/>
                </a:lnTo>
                <a:lnTo>
                  <a:pt x="1276282" y="41297"/>
                </a:lnTo>
                <a:lnTo>
                  <a:pt x="1276282" y="20937"/>
                </a:lnTo>
                <a:lnTo>
                  <a:pt x="1303366" y="4994"/>
                </a:lnTo>
                <a:lnTo>
                  <a:pt x="1303366" y="41297"/>
                </a:lnTo>
                <a:lnTo>
                  <a:pt x="1321805" y="41297"/>
                </a:lnTo>
                <a:close/>
                <a:moveTo>
                  <a:pt x="1340532" y="27468"/>
                </a:moveTo>
                <a:lnTo>
                  <a:pt x="1340532" y="2497"/>
                </a:lnTo>
                <a:lnTo>
                  <a:pt x="1367519" y="2497"/>
                </a:lnTo>
                <a:lnTo>
                  <a:pt x="1367519" y="27468"/>
                </a:lnTo>
                <a:lnTo>
                  <a:pt x="1340532" y="27468"/>
                </a:lnTo>
                <a:moveTo>
                  <a:pt x="1340532" y="143292"/>
                </a:moveTo>
                <a:lnTo>
                  <a:pt x="1340532" y="41297"/>
                </a:lnTo>
                <a:lnTo>
                  <a:pt x="1367519" y="41297"/>
                </a:lnTo>
                <a:lnTo>
                  <a:pt x="1367519" y="143292"/>
                </a:lnTo>
                <a:lnTo>
                  <a:pt x="1340532" y="143292"/>
                </a:lnTo>
                <a:close/>
                <a:moveTo>
                  <a:pt x="1388930" y="90854"/>
                </a:moveTo>
                <a:cubicBezTo>
                  <a:pt x="1388930" y="81890"/>
                  <a:pt x="1391138" y="73215"/>
                  <a:pt x="1395556" y="64827"/>
                </a:cubicBezTo>
                <a:cubicBezTo>
                  <a:pt x="1399974" y="56440"/>
                  <a:pt x="1406233" y="50037"/>
                  <a:pt x="1414332" y="45619"/>
                </a:cubicBezTo>
                <a:cubicBezTo>
                  <a:pt x="1422432" y="41201"/>
                  <a:pt x="1431475" y="38992"/>
                  <a:pt x="1441464" y="38992"/>
                </a:cubicBezTo>
                <a:cubicBezTo>
                  <a:pt x="1456894" y="38992"/>
                  <a:pt x="1469539" y="44002"/>
                  <a:pt x="1479399" y="54023"/>
                </a:cubicBezTo>
                <a:cubicBezTo>
                  <a:pt x="1489260" y="64043"/>
                  <a:pt x="1494190" y="76704"/>
                  <a:pt x="1494190" y="92007"/>
                </a:cubicBezTo>
                <a:cubicBezTo>
                  <a:pt x="1494190" y="107437"/>
                  <a:pt x="1489212" y="120226"/>
                  <a:pt x="1479255" y="130375"/>
                </a:cubicBezTo>
                <a:cubicBezTo>
                  <a:pt x="1469299" y="140523"/>
                  <a:pt x="1456766" y="145597"/>
                  <a:pt x="1441656" y="145597"/>
                </a:cubicBezTo>
                <a:cubicBezTo>
                  <a:pt x="1432308" y="145597"/>
                  <a:pt x="1423392" y="143484"/>
                  <a:pt x="1414908" y="139258"/>
                </a:cubicBezTo>
                <a:cubicBezTo>
                  <a:pt x="1406425" y="135033"/>
                  <a:pt x="1399974" y="128838"/>
                  <a:pt x="1395556" y="120675"/>
                </a:cubicBezTo>
                <a:cubicBezTo>
                  <a:pt x="1391138" y="112511"/>
                  <a:pt x="1388930" y="102571"/>
                  <a:pt x="1388930" y="90854"/>
                </a:cubicBezTo>
                <a:moveTo>
                  <a:pt x="1416589" y="92295"/>
                </a:moveTo>
                <a:cubicBezTo>
                  <a:pt x="1416589" y="102379"/>
                  <a:pt x="1418990" y="110102"/>
                  <a:pt x="1423792" y="115464"/>
                </a:cubicBezTo>
                <a:cubicBezTo>
                  <a:pt x="1428594" y="120827"/>
                  <a:pt x="1434517" y="123508"/>
                  <a:pt x="1441560" y="123508"/>
                </a:cubicBezTo>
                <a:cubicBezTo>
                  <a:pt x="1448603" y="123508"/>
                  <a:pt x="1454509" y="120827"/>
                  <a:pt x="1459279" y="115464"/>
                </a:cubicBezTo>
                <a:cubicBezTo>
                  <a:pt x="1464049" y="110102"/>
                  <a:pt x="1466434" y="102315"/>
                  <a:pt x="1466434" y="92103"/>
                </a:cubicBezTo>
                <a:cubicBezTo>
                  <a:pt x="1466434" y="82146"/>
                  <a:pt x="1464049" y="74487"/>
                  <a:pt x="1459279" y="69125"/>
                </a:cubicBezTo>
                <a:cubicBezTo>
                  <a:pt x="1454509" y="63763"/>
                  <a:pt x="1448603" y="61082"/>
                  <a:pt x="1441560" y="61082"/>
                </a:cubicBezTo>
                <a:cubicBezTo>
                  <a:pt x="1434517" y="61082"/>
                  <a:pt x="1428594" y="63763"/>
                  <a:pt x="1423792" y="69125"/>
                </a:cubicBezTo>
                <a:cubicBezTo>
                  <a:pt x="1418990" y="74487"/>
                  <a:pt x="1416589" y="82210"/>
                  <a:pt x="1416589" y="92295"/>
                </a:cubicBezTo>
                <a:close/>
                <a:moveTo>
                  <a:pt x="1608085" y="143292"/>
                </a:moveTo>
                <a:lnTo>
                  <a:pt x="1581098" y="143292"/>
                </a:lnTo>
                <a:lnTo>
                  <a:pt x="1581098" y="91298"/>
                </a:lnTo>
                <a:cubicBezTo>
                  <a:pt x="1581098" y="80298"/>
                  <a:pt x="1580522" y="73183"/>
                  <a:pt x="1579369" y="69953"/>
                </a:cubicBezTo>
                <a:cubicBezTo>
                  <a:pt x="1578217" y="66724"/>
                  <a:pt x="1576344" y="64214"/>
                  <a:pt x="1573751" y="62423"/>
                </a:cubicBezTo>
                <a:cubicBezTo>
                  <a:pt x="1571158" y="60632"/>
                  <a:pt x="1568037" y="59737"/>
                  <a:pt x="1564387" y="59737"/>
                </a:cubicBezTo>
                <a:cubicBezTo>
                  <a:pt x="1559713" y="59737"/>
                  <a:pt x="1555519" y="61017"/>
                  <a:pt x="1551806" y="63576"/>
                </a:cubicBezTo>
                <a:cubicBezTo>
                  <a:pt x="1548092" y="66133"/>
                  <a:pt x="1545547" y="69522"/>
                  <a:pt x="1544171" y="73744"/>
                </a:cubicBezTo>
                <a:cubicBezTo>
                  <a:pt x="1542794" y="77964"/>
                  <a:pt x="1542106" y="85766"/>
                  <a:pt x="1542106" y="97151"/>
                </a:cubicBezTo>
                <a:lnTo>
                  <a:pt x="1542106" y="143292"/>
                </a:lnTo>
                <a:lnTo>
                  <a:pt x="1515119" y="143292"/>
                </a:lnTo>
                <a:lnTo>
                  <a:pt x="1515119" y="41297"/>
                </a:lnTo>
                <a:lnTo>
                  <a:pt x="1540185" y="41297"/>
                </a:lnTo>
                <a:lnTo>
                  <a:pt x="1540185" y="56280"/>
                </a:lnTo>
                <a:cubicBezTo>
                  <a:pt x="1549085" y="44755"/>
                  <a:pt x="1560289" y="38992"/>
                  <a:pt x="1573799" y="38992"/>
                </a:cubicBezTo>
                <a:cubicBezTo>
                  <a:pt x="1579754" y="38992"/>
                  <a:pt x="1585196" y="40065"/>
                  <a:pt x="1590126" y="42210"/>
                </a:cubicBezTo>
                <a:cubicBezTo>
                  <a:pt x="1595056" y="44355"/>
                  <a:pt x="1598786" y="47092"/>
                  <a:pt x="1601315" y="50421"/>
                </a:cubicBezTo>
                <a:cubicBezTo>
                  <a:pt x="1603844" y="53751"/>
                  <a:pt x="1605604" y="57528"/>
                  <a:pt x="1606597" y="61754"/>
                </a:cubicBezTo>
                <a:cubicBezTo>
                  <a:pt x="1607589" y="65980"/>
                  <a:pt x="1608085" y="72030"/>
                  <a:pt x="1608085" y="79905"/>
                </a:cubicBezTo>
                <a:lnTo>
                  <a:pt x="1608085" y="1432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(Publisher)">
            <a:extLst xmlns:a="http://schemas.openxmlformats.org/drawingml/2006/main">
              <a:ext uri="{FF2B5EF4-FFF2-40B4-BE49-F238E27FC236}">
                <a16:creationId xmlns:a16="http://schemas.microsoft.com/office/drawing/2014/main" id="{44CBA1BF-C622-4AC9-A8BE-A7AB6BB2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543" y="320964"/>
            <a:ext cx="1006780" cy="184781"/>
          </a:xfrm>
          <a:custGeom xmlns:a="http://schemas.openxmlformats.org/drawingml/2006/main">
            <a:pathLst>
              <a:path w="1006780" h="184781">
                <a:moveTo>
                  <a:pt x="48596" y="184781"/>
                </a:moveTo>
                <a:lnTo>
                  <a:pt x="30061" y="184781"/>
                </a:lnTo>
                <a:cubicBezTo>
                  <a:pt x="20264" y="169975"/>
                  <a:pt x="12805" y="154593"/>
                  <a:pt x="7683" y="138634"/>
                </a:cubicBezTo>
                <a:cubicBezTo>
                  <a:pt x="2561" y="122675"/>
                  <a:pt x="0" y="107229"/>
                  <a:pt x="0" y="92295"/>
                </a:cubicBezTo>
                <a:cubicBezTo>
                  <a:pt x="0" y="73771"/>
                  <a:pt x="3169" y="56242"/>
                  <a:pt x="9508" y="39707"/>
                </a:cubicBezTo>
                <a:cubicBezTo>
                  <a:pt x="15014" y="25349"/>
                  <a:pt x="21993" y="12113"/>
                  <a:pt x="30445" y="0"/>
                </a:cubicBezTo>
                <a:lnTo>
                  <a:pt x="48884" y="0"/>
                </a:lnTo>
                <a:cubicBezTo>
                  <a:pt x="40113" y="19420"/>
                  <a:pt x="34078" y="35940"/>
                  <a:pt x="30781" y="49560"/>
                </a:cubicBezTo>
                <a:cubicBezTo>
                  <a:pt x="27484" y="63179"/>
                  <a:pt x="25835" y="77617"/>
                  <a:pt x="25835" y="92871"/>
                </a:cubicBezTo>
                <a:cubicBezTo>
                  <a:pt x="25835" y="103383"/>
                  <a:pt x="26811" y="114152"/>
                  <a:pt x="28764" y="125176"/>
                </a:cubicBezTo>
                <a:cubicBezTo>
                  <a:pt x="30717" y="136199"/>
                  <a:pt x="33390" y="146677"/>
                  <a:pt x="36783" y="156612"/>
                </a:cubicBezTo>
                <a:cubicBezTo>
                  <a:pt x="39024" y="163150"/>
                  <a:pt x="42962" y="172540"/>
                  <a:pt x="48596" y="184781"/>
                </a:cubicBezTo>
                <a:close/>
                <a:moveTo>
                  <a:pt x="69532" y="143292"/>
                </a:moveTo>
                <a:lnTo>
                  <a:pt x="69532" y="2497"/>
                </a:lnTo>
                <a:lnTo>
                  <a:pt x="115151" y="2497"/>
                </a:lnTo>
                <a:cubicBezTo>
                  <a:pt x="132438" y="2497"/>
                  <a:pt x="143707" y="3200"/>
                  <a:pt x="148957" y="4607"/>
                </a:cubicBezTo>
                <a:cubicBezTo>
                  <a:pt x="157025" y="6718"/>
                  <a:pt x="163779" y="11307"/>
                  <a:pt x="169222" y="18374"/>
                </a:cubicBezTo>
                <a:cubicBezTo>
                  <a:pt x="174664" y="25441"/>
                  <a:pt x="177385" y="34570"/>
                  <a:pt x="177385" y="45763"/>
                </a:cubicBezTo>
                <a:cubicBezTo>
                  <a:pt x="177385" y="54397"/>
                  <a:pt x="175816" y="61656"/>
                  <a:pt x="172679" y="67540"/>
                </a:cubicBezTo>
                <a:cubicBezTo>
                  <a:pt x="169542" y="73425"/>
                  <a:pt x="165556" y="78046"/>
                  <a:pt x="160722" y="81403"/>
                </a:cubicBezTo>
                <a:cubicBezTo>
                  <a:pt x="155888" y="84761"/>
                  <a:pt x="150974" y="86983"/>
                  <a:pt x="145980" y="88072"/>
                </a:cubicBezTo>
                <a:cubicBezTo>
                  <a:pt x="139193" y="89414"/>
                  <a:pt x="129365" y="90086"/>
                  <a:pt x="116496" y="90086"/>
                </a:cubicBezTo>
                <a:lnTo>
                  <a:pt x="97960" y="90086"/>
                </a:lnTo>
                <a:lnTo>
                  <a:pt x="97960" y="143292"/>
                </a:lnTo>
                <a:lnTo>
                  <a:pt x="69532" y="143292"/>
                </a:lnTo>
                <a:moveTo>
                  <a:pt x="97960" y="26315"/>
                </a:moveTo>
                <a:lnTo>
                  <a:pt x="97960" y="66268"/>
                </a:lnTo>
                <a:lnTo>
                  <a:pt x="113518" y="66268"/>
                </a:lnTo>
                <a:cubicBezTo>
                  <a:pt x="124723" y="66268"/>
                  <a:pt x="132214" y="65531"/>
                  <a:pt x="135992" y="64059"/>
                </a:cubicBezTo>
                <a:cubicBezTo>
                  <a:pt x="139769" y="62586"/>
                  <a:pt x="142731" y="60281"/>
                  <a:pt x="144875" y="57144"/>
                </a:cubicBezTo>
                <a:cubicBezTo>
                  <a:pt x="147020" y="54007"/>
                  <a:pt x="148093" y="50357"/>
                  <a:pt x="148093" y="46195"/>
                </a:cubicBezTo>
                <a:cubicBezTo>
                  <a:pt x="148093" y="41073"/>
                  <a:pt x="146588" y="36847"/>
                  <a:pt x="143579" y="33518"/>
                </a:cubicBezTo>
                <a:cubicBezTo>
                  <a:pt x="140570" y="30189"/>
                  <a:pt x="136760" y="28108"/>
                  <a:pt x="132150" y="27275"/>
                </a:cubicBezTo>
                <a:cubicBezTo>
                  <a:pt x="128757" y="26635"/>
                  <a:pt x="121938" y="26315"/>
                  <a:pt x="111694" y="26315"/>
                </a:cubicBezTo>
                <a:lnTo>
                  <a:pt x="97960" y="26315"/>
                </a:lnTo>
                <a:close/>
                <a:moveTo>
                  <a:pt x="267665" y="143292"/>
                </a:moveTo>
                <a:lnTo>
                  <a:pt x="267665" y="128022"/>
                </a:lnTo>
                <a:cubicBezTo>
                  <a:pt x="263951" y="133464"/>
                  <a:pt x="259069" y="137754"/>
                  <a:pt x="253018" y="140891"/>
                </a:cubicBezTo>
                <a:cubicBezTo>
                  <a:pt x="246968" y="144028"/>
                  <a:pt x="240581" y="145597"/>
                  <a:pt x="233858" y="145597"/>
                </a:cubicBezTo>
                <a:cubicBezTo>
                  <a:pt x="227008" y="145597"/>
                  <a:pt x="220861" y="144092"/>
                  <a:pt x="215419" y="141083"/>
                </a:cubicBezTo>
                <a:cubicBezTo>
                  <a:pt x="209976" y="138074"/>
                  <a:pt x="206039" y="133848"/>
                  <a:pt x="203606" y="128406"/>
                </a:cubicBezTo>
                <a:cubicBezTo>
                  <a:pt x="201173" y="122964"/>
                  <a:pt x="199956" y="115440"/>
                  <a:pt x="199956" y="105836"/>
                </a:cubicBezTo>
                <a:lnTo>
                  <a:pt x="199956" y="41297"/>
                </a:lnTo>
                <a:lnTo>
                  <a:pt x="226944" y="41297"/>
                </a:lnTo>
                <a:lnTo>
                  <a:pt x="226944" y="88057"/>
                </a:lnTo>
                <a:cubicBezTo>
                  <a:pt x="226944" y="102367"/>
                  <a:pt x="227440" y="111135"/>
                  <a:pt x="228432" y="114360"/>
                </a:cubicBezTo>
                <a:cubicBezTo>
                  <a:pt x="229425" y="117585"/>
                  <a:pt x="231233" y="120140"/>
                  <a:pt x="233858" y="122025"/>
                </a:cubicBezTo>
                <a:cubicBezTo>
                  <a:pt x="236484" y="123910"/>
                  <a:pt x="239813" y="124852"/>
                  <a:pt x="243847" y="124852"/>
                </a:cubicBezTo>
                <a:cubicBezTo>
                  <a:pt x="248457" y="124852"/>
                  <a:pt x="252586" y="123591"/>
                  <a:pt x="256236" y="121068"/>
                </a:cubicBezTo>
                <a:cubicBezTo>
                  <a:pt x="259885" y="118545"/>
                  <a:pt x="262382" y="115414"/>
                  <a:pt x="263727" y="111677"/>
                </a:cubicBezTo>
                <a:cubicBezTo>
                  <a:pt x="265072" y="107939"/>
                  <a:pt x="265744" y="98788"/>
                  <a:pt x="265744" y="84224"/>
                </a:cubicBezTo>
                <a:lnTo>
                  <a:pt x="265744" y="41297"/>
                </a:lnTo>
                <a:lnTo>
                  <a:pt x="292731" y="41297"/>
                </a:lnTo>
                <a:lnTo>
                  <a:pt x="292731" y="143292"/>
                </a:lnTo>
                <a:lnTo>
                  <a:pt x="267665" y="143292"/>
                </a:lnTo>
                <a:close/>
                <a:moveTo>
                  <a:pt x="319518" y="143292"/>
                </a:moveTo>
                <a:lnTo>
                  <a:pt x="319518" y="2497"/>
                </a:lnTo>
                <a:lnTo>
                  <a:pt x="346505" y="2497"/>
                </a:lnTo>
                <a:lnTo>
                  <a:pt x="346505" y="53206"/>
                </a:lnTo>
                <a:cubicBezTo>
                  <a:pt x="354829" y="43730"/>
                  <a:pt x="364689" y="38992"/>
                  <a:pt x="376086" y="38992"/>
                </a:cubicBezTo>
                <a:cubicBezTo>
                  <a:pt x="388507" y="38992"/>
                  <a:pt x="398783" y="43490"/>
                  <a:pt x="406915" y="52486"/>
                </a:cubicBezTo>
                <a:cubicBezTo>
                  <a:pt x="415046" y="61482"/>
                  <a:pt x="419112" y="74399"/>
                  <a:pt x="419112" y="91238"/>
                </a:cubicBezTo>
                <a:cubicBezTo>
                  <a:pt x="419112" y="108654"/>
                  <a:pt x="414966" y="122067"/>
                  <a:pt x="406675" y="131479"/>
                </a:cubicBezTo>
                <a:cubicBezTo>
                  <a:pt x="398383" y="140891"/>
                  <a:pt x="388315" y="145597"/>
                  <a:pt x="376470" y="145597"/>
                </a:cubicBezTo>
                <a:cubicBezTo>
                  <a:pt x="370644" y="145597"/>
                  <a:pt x="364897" y="144140"/>
                  <a:pt x="359231" y="141227"/>
                </a:cubicBezTo>
                <a:cubicBezTo>
                  <a:pt x="353564" y="138314"/>
                  <a:pt x="348682" y="134008"/>
                  <a:pt x="344585" y="128310"/>
                </a:cubicBezTo>
                <a:lnTo>
                  <a:pt x="344585" y="143292"/>
                </a:lnTo>
                <a:lnTo>
                  <a:pt x="319518" y="143292"/>
                </a:lnTo>
                <a:moveTo>
                  <a:pt x="346313" y="90137"/>
                </a:moveTo>
                <a:cubicBezTo>
                  <a:pt x="346313" y="100685"/>
                  <a:pt x="347978" y="108484"/>
                  <a:pt x="351307" y="113535"/>
                </a:cubicBezTo>
                <a:cubicBezTo>
                  <a:pt x="355981" y="120696"/>
                  <a:pt x="362192" y="124276"/>
                  <a:pt x="369939" y="124276"/>
                </a:cubicBezTo>
                <a:cubicBezTo>
                  <a:pt x="375894" y="124276"/>
                  <a:pt x="380968" y="121735"/>
                  <a:pt x="385162" y="116653"/>
                </a:cubicBezTo>
                <a:cubicBezTo>
                  <a:pt x="389355" y="111571"/>
                  <a:pt x="391452" y="103563"/>
                  <a:pt x="391452" y="92631"/>
                </a:cubicBezTo>
                <a:cubicBezTo>
                  <a:pt x="391452" y="80994"/>
                  <a:pt x="389339" y="72602"/>
                  <a:pt x="385114" y="67456"/>
                </a:cubicBezTo>
                <a:cubicBezTo>
                  <a:pt x="380888" y="62310"/>
                  <a:pt x="375478" y="59737"/>
                  <a:pt x="368883" y="59737"/>
                </a:cubicBezTo>
                <a:cubicBezTo>
                  <a:pt x="362416" y="59737"/>
                  <a:pt x="357038" y="62247"/>
                  <a:pt x="352748" y="67267"/>
                </a:cubicBezTo>
                <a:cubicBezTo>
                  <a:pt x="348458" y="72285"/>
                  <a:pt x="346313" y="79908"/>
                  <a:pt x="346313" y="90137"/>
                </a:cubicBezTo>
                <a:close/>
                <a:moveTo>
                  <a:pt x="440809" y="143292"/>
                </a:moveTo>
                <a:lnTo>
                  <a:pt x="440809" y="2497"/>
                </a:lnTo>
                <a:lnTo>
                  <a:pt x="467796" y="2497"/>
                </a:lnTo>
                <a:lnTo>
                  <a:pt x="467796" y="143292"/>
                </a:lnTo>
                <a:lnTo>
                  <a:pt x="440809" y="143292"/>
                </a:lnTo>
                <a:close/>
                <a:moveTo>
                  <a:pt x="495449" y="27468"/>
                </a:moveTo>
                <a:lnTo>
                  <a:pt x="495449" y="2497"/>
                </a:lnTo>
                <a:lnTo>
                  <a:pt x="522437" y="2497"/>
                </a:lnTo>
                <a:lnTo>
                  <a:pt x="522437" y="27468"/>
                </a:lnTo>
                <a:lnTo>
                  <a:pt x="495449" y="27468"/>
                </a:lnTo>
                <a:moveTo>
                  <a:pt x="495449" y="143292"/>
                </a:moveTo>
                <a:lnTo>
                  <a:pt x="495449" y="41297"/>
                </a:lnTo>
                <a:lnTo>
                  <a:pt x="522437" y="41297"/>
                </a:lnTo>
                <a:lnTo>
                  <a:pt x="522437" y="143292"/>
                </a:lnTo>
                <a:lnTo>
                  <a:pt x="495449" y="143292"/>
                </a:lnTo>
                <a:close/>
                <a:moveTo>
                  <a:pt x="540582" y="114288"/>
                </a:moveTo>
                <a:lnTo>
                  <a:pt x="567666" y="110062"/>
                </a:lnTo>
                <a:cubicBezTo>
                  <a:pt x="568818" y="115280"/>
                  <a:pt x="571155" y="119242"/>
                  <a:pt x="574676" y="121947"/>
                </a:cubicBezTo>
                <a:cubicBezTo>
                  <a:pt x="578198" y="124652"/>
                  <a:pt x="583128" y="126005"/>
                  <a:pt x="589467" y="126005"/>
                </a:cubicBezTo>
                <a:cubicBezTo>
                  <a:pt x="596446" y="126005"/>
                  <a:pt x="601696" y="124726"/>
                  <a:pt x="605217" y="122169"/>
                </a:cubicBezTo>
                <a:cubicBezTo>
                  <a:pt x="607586" y="120378"/>
                  <a:pt x="608771" y="117980"/>
                  <a:pt x="608771" y="114975"/>
                </a:cubicBezTo>
                <a:cubicBezTo>
                  <a:pt x="608771" y="112928"/>
                  <a:pt x="608130" y="111234"/>
                  <a:pt x="606850" y="109891"/>
                </a:cubicBezTo>
                <a:cubicBezTo>
                  <a:pt x="605505" y="108612"/>
                  <a:pt x="602496" y="107430"/>
                  <a:pt x="597822" y="106344"/>
                </a:cubicBezTo>
                <a:cubicBezTo>
                  <a:pt x="576053" y="101550"/>
                  <a:pt x="562255" y="97170"/>
                  <a:pt x="556429" y="93204"/>
                </a:cubicBezTo>
                <a:cubicBezTo>
                  <a:pt x="548361" y="87702"/>
                  <a:pt x="544328" y="80058"/>
                  <a:pt x="544328" y="70271"/>
                </a:cubicBezTo>
                <a:cubicBezTo>
                  <a:pt x="544328" y="61444"/>
                  <a:pt x="547817" y="54024"/>
                  <a:pt x="554796" y="48011"/>
                </a:cubicBezTo>
                <a:cubicBezTo>
                  <a:pt x="561775" y="41999"/>
                  <a:pt x="572596" y="38992"/>
                  <a:pt x="587258" y="38992"/>
                </a:cubicBezTo>
                <a:cubicBezTo>
                  <a:pt x="601216" y="38992"/>
                  <a:pt x="611588" y="41257"/>
                  <a:pt x="618375" y="45787"/>
                </a:cubicBezTo>
                <a:cubicBezTo>
                  <a:pt x="625162" y="50317"/>
                  <a:pt x="629836" y="57016"/>
                  <a:pt x="632397" y="65884"/>
                </a:cubicBezTo>
                <a:lnTo>
                  <a:pt x="606946" y="70686"/>
                </a:lnTo>
                <a:cubicBezTo>
                  <a:pt x="605858" y="66716"/>
                  <a:pt x="603793" y="63675"/>
                  <a:pt x="600751" y="61562"/>
                </a:cubicBezTo>
                <a:cubicBezTo>
                  <a:pt x="597710" y="59449"/>
                  <a:pt x="593372" y="58392"/>
                  <a:pt x="587738" y="58392"/>
                </a:cubicBezTo>
                <a:cubicBezTo>
                  <a:pt x="580631" y="58392"/>
                  <a:pt x="575541" y="59384"/>
                  <a:pt x="572468" y="61367"/>
                </a:cubicBezTo>
                <a:cubicBezTo>
                  <a:pt x="570419" y="62771"/>
                  <a:pt x="569394" y="64593"/>
                  <a:pt x="569394" y="66832"/>
                </a:cubicBezTo>
                <a:cubicBezTo>
                  <a:pt x="569394" y="68749"/>
                  <a:pt x="570291" y="70378"/>
                  <a:pt x="572083" y="71721"/>
                </a:cubicBezTo>
                <a:cubicBezTo>
                  <a:pt x="574516" y="73512"/>
                  <a:pt x="582920" y="76038"/>
                  <a:pt x="597294" y="79299"/>
                </a:cubicBezTo>
                <a:cubicBezTo>
                  <a:pt x="611668" y="82561"/>
                  <a:pt x="621704" y="86561"/>
                  <a:pt x="627403" y="91301"/>
                </a:cubicBezTo>
                <a:cubicBezTo>
                  <a:pt x="633037" y="96107"/>
                  <a:pt x="635854" y="102802"/>
                  <a:pt x="635854" y="111386"/>
                </a:cubicBezTo>
                <a:cubicBezTo>
                  <a:pt x="635854" y="120740"/>
                  <a:pt x="631948" y="128780"/>
                  <a:pt x="624137" y="135507"/>
                </a:cubicBezTo>
                <a:cubicBezTo>
                  <a:pt x="616326" y="142234"/>
                  <a:pt x="604769" y="145597"/>
                  <a:pt x="589467" y="145597"/>
                </a:cubicBezTo>
                <a:cubicBezTo>
                  <a:pt x="575573" y="145597"/>
                  <a:pt x="564576" y="142789"/>
                  <a:pt x="556477" y="137172"/>
                </a:cubicBezTo>
                <a:cubicBezTo>
                  <a:pt x="548377" y="131554"/>
                  <a:pt x="543079" y="123926"/>
                  <a:pt x="540582" y="114288"/>
                </a:cubicBezTo>
                <a:close/>
                <a:moveTo>
                  <a:pt x="686381" y="2497"/>
                </a:moveTo>
                <a:lnTo>
                  <a:pt x="686381" y="54335"/>
                </a:lnTo>
                <a:cubicBezTo>
                  <a:pt x="695088" y="44106"/>
                  <a:pt x="705493" y="38992"/>
                  <a:pt x="717594" y="38992"/>
                </a:cubicBezTo>
                <a:cubicBezTo>
                  <a:pt x="723805" y="38992"/>
                  <a:pt x="729407" y="40145"/>
                  <a:pt x="734401" y="42450"/>
                </a:cubicBezTo>
                <a:cubicBezTo>
                  <a:pt x="739395" y="44755"/>
                  <a:pt x="743157" y="47700"/>
                  <a:pt x="745686" y="51285"/>
                </a:cubicBezTo>
                <a:cubicBezTo>
                  <a:pt x="748215" y="54871"/>
                  <a:pt x="749943" y="58841"/>
                  <a:pt x="750872" y="63194"/>
                </a:cubicBezTo>
                <a:cubicBezTo>
                  <a:pt x="751800" y="67548"/>
                  <a:pt x="752264" y="74303"/>
                  <a:pt x="752264" y="83459"/>
                </a:cubicBezTo>
                <a:lnTo>
                  <a:pt x="752264" y="143292"/>
                </a:lnTo>
                <a:lnTo>
                  <a:pt x="725277" y="143292"/>
                </a:lnTo>
                <a:lnTo>
                  <a:pt x="725277" y="89476"/>
                </a:lnTo>
                <a:cubicBezTo>
                  <a:pt x="725277" y="78796"/>
                  <a:pt x="724765" y="72017"/>
                  <a:pt x="723740" y="69140"/>
                </a:cubicBezTo>
                <a:cubicBezTo>
                  <a:pt x="722716" y="66261"/>
                  <a:pt x="720907" y="63974"/>
                  <a:pt x="718314" y="62279"/>
                </a:cubicBezTo>
                <a:cubicBezTo>
                  <a:pt x="715721" y="60584"/>
                  <a:pt x="712472" y="59737"/>
                  <a:pt x="708566" y="59737"/>
                </a:cubicBezTo>
                <a:cubicBezTo>
                  <a:pt x="704084" y="59737"/>
                  <a:pt x="700083" y="60824"/>
                  <a:pt x="696561" y="62999"/>
                </a:cubicBezTo>
                <a:cubicBezTo>
                  <a:pt x="693040" y="65174"/>
                  <a:pt x="690463" y="68452"/>
                  <a:pt x="688830" y="72832"/>
                </a:cubicBezTo>
                <a:cubicBezTo>
                  <a:pt x="687197" y="77211"/>
                  <a:pt x="686381" y="83687"/>
                  <a:pt x="686381" y="92259"/>
                </a:cubicBezTo>
                <a:lnTo>
                  <a:pt x="686381" y="143292"/>
                </a:lnTo>
                <a:lnTo>
                  <a:pt x="659394" y="143292"/>
                </a:lnTo>
                <a:lnTo>
                  <a:pt x="659394" y="2497"/>
                </a:lnTo>
                <a:lnTo>
                  <a:pt x="686381" y="2497"/>
                </a:lnTo>
                <a:close/>
                <a:moveTo>
                  <a:pt x="838692" y="110830"/>
                </a:moveTo>
                <a:lnTo>
                  <a:pt x="865583" y="115440"/>
                </a:lnTo>
                <a:cubicBezTo>
                  <a:pt x="862126" y="125268"/>
                  <a:pt x="856668" y="132752"/>
                  <a:pt x="849209" y="137890"/>
                </a:cubicBezTo>
                <a:cubicBezTo>
                  <a:pt x="841749" y="143028"/>
                  <a:pt x="832418" y="145597"/>
                  <a:pt x="821213" y="145597"/>
                </a:cubicBezTo>
                <a:cubicBezTo>
                  <a:pt x="803477" y="145597"/>
                  <a:pt x="790352" y="139803"/>
                  <a:pt x="781836" y="128214"/>
                </a:cubicBezTo>
                <a:cubicBezTo>
                  <a:pt x="775114" y="118930"/>
                  <a:pt x="771752" y="107213"/>
                  <a:pt x="771752" y="93063"/>
                </a:cubicBezTo>
                <a:cubicBezTo>
                  <a:pt x="771752" y="76160"/>
                  <a:pt x="776170" y="62922"/>
                  <a:pt x="785006" y="53350"/>
                </a:cubicBezTo>
                <a:cubicBezTo>
                  <a:pt x="793841" y="43778"/>
                  <a:pt x="805014" y="38992"/>
                  <a:pt x="818524" y="38992"/>
                </a:cubicBezTo>
                <a:cubicBezTo>
                  <a:pt x="833698" y="38992"/>
                  <a:pt x="845671" y="44002"/>
                  <a:pt x="854443" y="54023"/>
                </a:cubicBezTo>
                <a:cubicBezTo>
                  <a:pt x="863214" y="64043"/>
                  <a:pt x="867408" y="79393"/>
                  <a:pt x="867024" y="100074"/>
                </a:cubicBezTo>
                <a:lnTo>
                  <a:pt x="799412" y="100074"/>
                </a:lnTo>
                <a:cubicBezTo>
                  <a:pt x="799604" y="108077"/>
                  <a:pt x="801781" y="114304"/>
                  <a:pt x="805942" y="118754"/>
                </a:cubicBezTo>
                <a:cubicBezTo>
                  <a:pt x="810104" y="123204"/>
                  <a:pt x="815290" y="125429"/>
                  <a:pt x="821501" y="125429"/>
                </a:cubicBezTo>
                <a:cubicBezTo>
                  <a:pt x="825727" y="125429"/>
                  <a:pt x="829280" y="124276"/>
                  <a:pt x="832161" y="121971"/>
                </a:cubicBezTo>
                <a:cubicBezTo>
                  <a:pt x="835043" y="119666"/>
                  <a:pt x="837220" y="115953"/>
                  <a:pt x="838692" y="110830"/>
                </a:cubicBezTo>
                <a:moveTo>
                  <a:pt x="840229" y="83555"/>
                </a:moveTo>
                <a:cubicBezTo>
                  <a:pt x="840037" y="75776"/>
                  <a:pt x="838020" y="69861"/>
                  <a:pt x="834178" y="65812"/>
                </a:cubicBezTo>
                <a:cubicBezTo>
                  <a:pt x="830337" y="61762"/>
                  <a:pt x="825663" y="59737"/>
                  <a:pt x="820156" y="59737"/>
                </a:cubicBezTo>
                <a:cubicBezTo>
                  <a:pt x="814266" y="59737"/>
                  <a:pt x="809400" y="61873"/>
                  <a:pt x="805558" y="66145"/>
                </a:cubicBezTo>
                <a:cubicBezTo>
                  <a:pt x="801717" y="70418"/>
                  <a:pt x="799828" y="76222"/>
                  <a:pt x="799892" y="83555"/>
                </a:cubicBezTo>
                <a:lnTo>
                  <a:pt x="840229" y="83555"/>
                </a:lnTo>
                <a:close/>
                <a:moveTo>
                  <a:pt x="914862" y="143292"/>
                </a:moveTo>
                <a:lnTo>
                  <a:pt x="887875" y="143292"/>
                </a:lnTo>
                <a:lnTo>
                  <a:pt x="887875" y="41297"/>
                </a:lnTo>
                <a:lnTo>
                  <a:pt x="912941" y="41297"/>
                </a:lnTo>
                <a:lnTo>
                  <a:pt x="912941" y="55799"/>
                </a:lnTo>
                <a:cubicBezTo>
                  <a:pt x="917231" y="48949"/>
                  <a:pt x="921089" y="44435"/>
                  <a:pt x="924514" y="42258"/>
                </a:cubicBezTo>
                <a:cubicBezTo>
                  <a:pt x="927939" y="40081"/>
                  <a:pt x="931829" y="38992"/>
                  <a:pt x="936183" y="38992"/>
                </a:cubicBezTo>
                <a:cubicBezTo>
                  <a:pt x="942329" y="38992"/>
                  <a:pt x="948252" y="40689"/>
                  <a:pt x="953950" y="44082"/>
                </a:cubicBezTo>
                <a:lnTo>
                  <a:pt x="945595" y="67612"/>
                </a:lnTo>
                <a:cubicBezTo>
                  <a:pt x="941049" y="64667"/>
                  <a:pt x="936823" y="63194"/>
                  <a:pt x="932917" y="63194"/>
                </a:cubicBezTo>
                <a:cubicBezTo>
                  <a:pt x="929140" y="63194"/>
                  <a:pt x="925939" y="64235"/>
                  <a:pt x="923313" y="66316"/>
                </a:cubicBezTo>
                <a:cubicBezTo>
                  <a:pt x="920688" y="68397"/>
                  <a:pt x="918624" y="72158"/>
                  <a:pt x="917119" y="77601"/>
                </a:cubicBezTo>
                <a:cubicBezTo>
                  <a:pt x="915614" y="83043"/>
                  <a:pt x="914862" y="94440"/>
                  <a:pt x="914862" y="111791"/>
                </a:cubicBezTo>
                <a:lnTo>
                  <a:pt x="914862" y="143292"/>
                </a:lnTo>
                <a:close/>
                <a:moveTo>
                  <a:pt x="958088" y="184781"/>
                </a:moveTo>
                <a:cubicBezTo>
                  <a:pt x="963402" y="173373"/>
                  <a:pt x="967148" y="164624"/>
                  <a:pt x="969325" y="158535"/>
                </a:cubicBezTo>
                <a:cubicBezTo>
                  <a:pt x="971501" y="152447"/>
                  <a:pt x="973518" y="145429"/>
                  <a:pt x="975375" y="137482"/>
                </a:cubicBezTo>
                <a:cubicBezTo>
                  <a:pt x="977232" y="129532"/>
                  <a:pt x="978608" y="121985"/>
                  <a:pt x="979505" y="114840"/>
                </a:cubicBezTo>
                <a:cubicBezTo>
                  <a:pt x="980401" y="107693"/>
                  <a:pt x="980849" y="100370"/>
                  <a:pt x="980849" y="92871"/>
                </a:cubicBezTo>
                <a:cubicBezTo>
                  <a:pt x="980849" y="77617"/>
                  <a:pt x="979217" y="63179"/>
                  <a:pt x="975951" y="49560"/>
                </a:cubicBezTo>
                <a:cubicBezTo>
                  <a:pt x="972686" y="35940"/>
                  <a:pt x="966667" y="19420"/>
                  <a:pt x="957896" y="0"/>
                </a:cubicBezTo>
                <a:lnTo>
                  <a:pt x="976239" y="0"/>
                </a:lnTo>
                <a:cubicBezTo>
                  <a:pt x="985907" y="13780"/>
                  <a:pt x="993415" y="28393"/>
                  <a:pt x="998761" y="43839"/>
                </a:cubicBezTo>
                <a:cubicBezTo>
                  <a:pt x="1004107" y="59286"/>
                  <a:pt x="1006780" y="74956"/>
                  <a:pt x="1006780" y="90851"/>
                </a:cubicBezTo>
                <a:cubicBezTo>
                  <a:pt x="1006780" y="104247"/>
                  <a:pt x="1004667" y="118604"/>
                  <a:pt x="1000442" y="133922"/>
                </a:cubicBezTo>
                <a:cubicBezTo>
                  <a:pt x="995640" y="151099"/>
                  <a:pt x="987732" y="168052"/>
                  <a:pt x="976720" y="184781"/>
                </a:cubicBezTo>
                <a:lnTo>
                  <a:pt x="958088" y="1847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2355ED-873B-4A78-9EF1-96ECD298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387" y="529907"/>
            <a:ext cx="1898948" cy="3322663"/>
          </a:xfrm>
          <a:custGeom xmlns:a="http://schemas.openxmlformats.org/drawingml/2006/main">
            <a:pathLst>
              <a:path w="1898948" h="3322663">
                <a:moveTo>
                  <a:pt x="140493" y="0"/>
                </a:moveTo>
                <a:lnTo>
                  <a:pt x="1758454" y="0"/>
                </a:lnTo>
                <a:cubicBezTo>
                  <a:pt x="1836049" y="0"/>
                  <a:pt x="1898948" y="62901"/>
                  <a:pt x="1898948" y="140493"/>
                </a:cubicBezTo>
                <a:lnTo>
                  <a:pt x="1898948" y="3182170"/>
                </a:lnTo>
                <a:cubicBezTo>
                  <a:pt x="1898948" y="3259762"/>
                  <a:pt x="1836049" y="3322663"/>
                  <a:pt x="1758454" y="3322663"/>
                </a:cubicBezTo>
                <a:lnTo>
                  <a:pt x="140493" y="3322663"/>
                </a:lnTo>
                <a:cubicBezTo>
                  <a:pt x="62901" y="3322663"/>
                  <a:pt x="0" y="3259762"/>
                  <a:pt x="0" y="3182170"/>
                </a:cubicBezTo>
                <a:lnTo>
                  <a:pt x="0" y="140493"/>
                </a:lnTo>
                <a:cubicBezTo>
                  <a:pt x="0" y="62901"/>
                  <a:pt x="62901" y="0"/>
                  <a:pt x="140493" y="0"/>
                </a:cubicBezTo>
                <a:close/>
                <a:moveTo>
                  <a:pt x="14049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A388A1-7731-4522-9994-4A071745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387" y="529907"/>
            <a:ext cx="1898948" cy="3322663"/>
          </a:xfrm>
          <a:custGeom xmlns:a="http://schemas.openxmlformats.org/drawingml/2006/main">
            <a:pathLst>
              <a:path w="1898948" h="3322663" fill="none">
                <a:moveTo>
                  <a:pt x="140493" y="0"/>
                </a:moveTo>
                <a:lnTo>
                  <a:pt x="1758455" y="0"/>
                </a:lnTo>
                <a:cubicBezTo>
                  <a:pt x="1836047" y="0"/>
                  <a:pt x="1898948" y="62901"/>
                  <a:pt x="1898948" y="140493"/>
                </a:cubicBezTo>
                <a:lnTo>
                  <a:pt x="1898948" y="3182170"/>
                </a:lnTo>
                <a:cubicBezTo>
                  <a:pt x="1898948" y="3259762"/>
                  <a:pt x="1836047" y="3322663"/>
                  <a:pt x="1758455" y="3322663"/>
                </a:cubicBezTo>
                <a:lnTo>
                  <a:pt x="140493" y="3322663"/>
                </a:lnTo>
                <a:cubicBezTo>
                  <a:pt x="62901" y="3322663"/>
                  <a:pt x="0" y="3259762"/>
                  <a:pt x="0" y="3182170"/>
                </a:cubicBezTo>
                <a:lnTo>
                  <a:pt x="0" y="140493"/>
                </a:lnTo>
                <a:cubicBezTo>
                  <a:pt x="0" y="62901"/>
                  <a:pt x="62901" y="0"/>
                  <a:pt x="140493" y="0"/>
                </a:cubicBezTo>
                <a:close/>
                <a:moveTo>
                  <a:pt x="140493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1074" cap="rnd">
            <a:solidFill>
              <a:srgbClr val="000000"/>
            </a:solidFill>
            <a:bevel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BD1AED-13E2-4874-AAB5-2B1A2E0A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531" y="631139"/>
            <a:ext cx="203854" cy="203855"/>
          </a:xfrm>
          <a:custGeom xmlns:a="http://schemas.openxmlformats.org/drawingml/2006/main">
            <a:pathLst>
              <a:path w="203854" h="203855">
                <a:moveTo>
                  <a:pt x="167589" y="36265"/>
                </a:moveTo>
                <a:cubicBezTo>
                  <a:pt x="203854" y="72530"/>
                  <a:pt x="203854" y="131325"/>
                  <a:pt x="167589" y="167590"/>
                </a:cubicBezTo>
                <a:cubicBezTo>
                  <a:pt x="131325" y="203855"/>
                  <a:pt x="72529" y="203855"/>
                  <a:pt x="36264" y="167590"/>
                </a:cubicBezTo>
                <a:cubicBezTo>
                  <a:pt x="0" y="131325"/>
                  <a:pt x="0" y="72530"/>
                  <a:pt x="36264" y="36265"/>
                </a:cubicBezTo>
                <a:cubicBezTo>
                  <a:pt x="72529" y="0"/>
                  <a:pt x="131325" y="0"/>
                  <a:pt x="167589" y="36265"/>
                </a:cubicBezTo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35849-2842-4B14-8CD2-59478A35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220" y="625931"/>
            <a:ext cx="519112" cy="70436"/>
          </a:xfrm>
          <a:custGeom xmlns:a="http://schemas.openxmlformats.org/drawingml/2006/main">
            <a:pathLst>
              <a:path w="519112" h="70436">
                <a:moveTo>
                  <a:pt x="35218" y="0"/>
                </a:moveTo>
                <a:lnTo>
                  <a:pt x="483894" y="0"/>
                </a:lnTo>
                <a:cubicBezTo>
                  <a:pt x="503344" y="0"/>
                  <a:pt x="519112" y="15768"/>
                  <a:pt x="519112" y="35217"/>
                </a:cubicBezTo>
                <a:cubicBezTo>
                  <a:pt x="519112" y="54668"/>
                  <a:pt x="503344" y="70436"/>
                  <a:pt x="483894" y="70436"/>
                </a:cubicBezTo>
                <a:lnTo>
                  <a:pt x="35218" y="70436"/>
                </a:lnTo>
                <a:cubicBezTo>
                  <a:pt x="15768" y="70436"/>
                  <a:pt x="0" y="54668"/>
                  <a:pt x="0" y="35217"/>
                </a:cubicBezTo>
                <a:cubicBezTo>
                  <a:pt x="0" y="15768"/>
                  <a:pt x="15768" y="0"/>
                  <a:pt x="35218" y="0"/>
                </a:cubicBezTo>
                <a:close/>
                <a:moveTo>
                  <a:pt x="35218" y="0"/>
                </a:moveTo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E3A91-13E4-4171-A0EF-C01AB8A0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220" y="747851"/>
            <a:ext cx="1296810" cy="70436"/>
          </a:xfrm>
          <a:custGeom xmlns:a="http://schemas.openxmlformats.org/drawingml/2006/main">
            <a:pathLst>
              <a:path w="1296810" h="70436">
                <a:moveTo>
                  <a:pt x="35218" y="0"/>
                </a:moveTo>
                <a:lnTo>
                  <a:pt x="1261595" y="0"/>
                </a:lnTo>
                <a:cubicBezTo>
                  <a:pt x="1281047" y="0"/>
                  <a:pt x="1296810" y="15768"/>
                  <a:pt x="1296810" y="35218"/>
                </a:cubicBezTo>
                <a:cubicBezTo>
                  <a:pt x="1296810" y="54668"/>
                  <a:pt x="1281047" y="70436"/>
                  <a:pt x="1261595" y="70436"/>
                </a:cubicBezTo>
                <a:lnTo>
                  <a:pt x="35218" y="70436"/>
                </a:lnTo>
                <a:cubicBezTo>
                  <a:pt x="15768" y="70436"/>
                  <a:pt x="0" y="54668"/>
                  <a:pt x="0" y="35218"/>
                </a:cubicBezTo>
                <a:cubicBezTo>
                  <a:pt x="0" y="15768"/>
                  <a:pt x="15768" y="0"/>
                  <a:pt x="35218" y="0"/>
                </a:cubicBezTo>
                <a:close/>
                <a:moveTo>
                  <a:pt x="35218" y="0"/>
                </a:moveTo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51F7A1-E4FE-46E5-B070-392DA798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220" y="878917"/>
            <a:ext cx="999985" cy="70436"/>
          </a:xfrm>
          <a:custGeom xmlns:a="http://schemas.openxmlformats.org/drawingml/2006/main">
            <a:pathLst>
              <a:path w="999985" h="70436">
                <a:moveTo>
                  <a:pt x="35218" y="0"/>
                </a:moveTo>
                <a:lnTo>
                  <a:pt x="964767" y="0"/>
                </a:lnTo>
                <a:cubicBezTo>
                  <a:pt x="984217" y="0"/>
                  <a:pt x="999985" y="15768"/>
                  <a:pt x="999985" y="35218"/>
                </a:cubicBezTo>
                <a:cubicBezTo>
                  <a:pt x="999985" y="54668"/>
                  <a:pt x="984217" y="70436"/>
                  <a:pt x="964767" y="70436"/>
                </a:cubicBezTo>
                <a:lnTo>
                  <a:pt x="35218" y="70436"/>
                </a:lnTo>
                <a:cubicBezTo>
                  <a:pt x="15768" y="70436"/>
                  <a:pt x="0" y="54668"/>
                  <a:pt x="0" y="35218"/>
                </a:cubicBezTo>
                <a:cubicBezTo>
                  <a:pt x="0" y="15768"/>
                  <a:pt x="15768" y="0"/>
                  <a:pt x="35218" y="0"/>
                </a:cubicBezTo>
                <a:close/>
                <a:moveTo>
                  <a:pt x="35218" y="0"/>
                </a:moveTo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7E129C-21A8-4976-B4BA-1712A354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691" y="993584"/>
            <a:ext cx="1751086" cy="452351"/>
          </a:xfrm>
          <a:custGeom xmlns:a="http://schemas.openxmlformats.org/drawingml/2006/main">
            <a:pathLst>
              <a:path w="1751086" h="452351">
                <a:moveTo>
                  <a:pt x="70247" y="0"/>
                </a:moveTo>
                <a:lnTo>
                  <a:pt x="1680840" y="0"/>
                </a:lnTo>
                <a:cubicBezTo>
                  <a:pt x="1719637" y="0"/>
                  <a:pt x="1751086" y="31451"/>
                  <a:pt x="1751086" y="70247"/>
                </a:cubicBezTo>
                <a:lnTo>
                  <a:pt x="1751086" y="382105"/>
                </a:lnTo>
                <a:cubicBezTo>
                  <a:pt x="1751086" y="420901"/>
                  <a:pt x="1719637" y="452351"/>
                  <a:pt x="1680840" y="452351"/>
                </a:cubicBezTo>
                <a:lnTo>
                  <a:pt x="70247" y="452351"/>
                </a:lnTo>
                <a:cubicBezTo>
                  <a:pt x="31451" y="452351"/>
                  <a:pt x="0" y="420901"/>
                  <a:pt x="0" y="382105"/>
                </a:cubicBezTo>
                <a:lnTo>
                  <a:pt x="0" y="70247"/>
                </a:lnTo>
                <a:cubicBezTo>
                  <a:pt x="0" y="31451"/>
                  <a:pt x="31451" y="0"/>
                  <a:pt x="70247" y="0"/>
                </a:cubicBezTo>
                <a:close/>
                <a:moveTo>
                  <a:pt x="70247" y="0"/>
                </a:moveTo>
              </a:path>
            </a:pathLst>
          </a:custGeom>
          <a:solidFill xmlns:a="http://schemas.openxmlformats.org/drawingml/2006/main">
            <a:srgbClr val="497A9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73afec1fe4768"/>
          <a:stretch xmlns:a="http://schemas.openxmlformats.org/drawingml/2006/main"/>
        </p:blipFill>
        <p:spPr>
          <a:xfrm xmlns:a="http://schemas.openxmlformats.org/drawingml/2006/main">
            <a:off x="5607740" y="1024689"/>
            <a:ext cx="196594" cy="196594"/>
          </a:xfrm>
          <a:prstGeom xmlns:a="http://schemas.openxmlformats.org/drawingml/2006/main" prst="rect">
            <a:avLst/>
          </a:prstGeom>
        </p:spPr>
      </p:pic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C4C44D-82DB-461A-8A49-7F052533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467" y="1528863"/>
            <a:ext cx="1745310" cy="820430"/>
          </a:xfrm>
          <a:custGeom xmlns:a="http://schemas.openxmlformats.org/drawingml/2006/main">
            <a:pathLst>
              <a:path w="1745310" h="820430">
                <a:moveTo>
                  <a:pt x="70247" y="0"/>
                </a:moveTo>
                <a:lnTo>
                  <a:pt x="1675063" y="0"/>
                </a:lnTo>
                <a:cubicBezTo>
                  <a:pt x="1713860" y="0"/>
                  <a:pt x="1745310" y="31451"/>
                  <a:pt x="1745310" y="70247"/>
                </a:cubicBezTo>
                <a:lnTo>
                  <a:pt x="1745310" y="750184"/>
                </a:lnTo>
                <a:cubicBezTo>
                  <a:pt x="1745310" y="788979"/>
                  <a:pt x="1713860" y="820430"/>
                  <a:pt x="1675063" y="820430"/>
                </a:cubicBezTo>
                <a:lnTo>
                  <a:pt x="70247" y="820430"/>
                </a:lnTo>
                <a:cubicBezTo>
                  <a:pt x="31450" y="820430"/>
                  <a:pt x="0" y="788979"/>
                  <a:pt x="0" y="750184"/>
                </a:cubicBezTo>
                <a:lnTo>
                  <a:pt x="0" y="70247"/>
                </a:lnTo>
                <a:cubicBezTo>
                  <a:pt x="0" y="31451"/>
                  <a:pt x="31450" y="0"/>
                  <a:pt x="70247" y="0"/>
                </a:cubicBezTo>
                <a:close/>
                <a:moveTo>
                  <a:pt x="70247" y="0"/>
                </a:moveTo>
              </a:path>
            </a:pathLst>
          </a:custGeom>
          <a:solidFill xmlns:a="http://schemas.openxmlformats.org/drawingml/2006/main">
            <a:srgbClr val="BE602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c07c5ccd44788"/>
          <a:stretch xmlns:a="http://schemas.openxmlformats.org/drawingml/2006/main"/>
        </p:blipFill>
        <p:spPr>
          <a:xfrm xmlns:a="http://schemas.openxmlformats.org/drawingml/2006/main">
            <a:off x="5611597" y="1623183"/>
            <a:ext cx="213635" cy="213635"/>
          </a:xfrm>
          <a:prstGeom xmlns:a="http://schemas.openxmlformats.org/drawingml/2006/main" prst="rect">
            <a:avLst/>
          </a:prstGeom>
        </p:spPr>
      </p:pic>
      <p:sp>
        <p:nvSpPr>
          <p:cNvPr id="19" name="Text CCTV:Suspectat">
            <a:extLst xmlns:a="http://schemas.openxmlformats.org/drawingml/2006/main">
              <a:ext uri="{FF2B5EF4-FFF2-40B4-BE49-F238E27FC236}">
                <a16:creationId xmlns:a16="http://schemas.microsoft.com/office/drawing/2014/main" id="{598C0753-FA00-4EF5-ACE8-9CD0BF4F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612" y="1578648"/>
            <a:ext cx="1395432" cy="162925"/>
          </a:xfrm>
          <a:custGeom xmlns:a="http://schemas.openxmlformats.org/drawingml/2006/main">
            <a:pathLst>
              <a:path w="1395432" h="162925">
                <a:moveTo>
                  <a:pt x="94497" y="83778"/>
                </a:moveTo>
                <a:lnTo>
                  <a:pt x="111132" y="87980"/>
                </a:lnTo>
                <a:cubicBezTo>
                  <a:pt x="107645" y="101643"/>
                  <a:pt x="101371" y="112061"/>
                  <a:pt x="92310" y="119236"/>
                </a:cubicBezTo>
                <a:cubicBezTo>
                  <a:pt x="83249" y="126410"/>
                  <a:pt x="72173" y="129997"/>
                  <a:pt x="59082" y="129997"/>
                </a:cubicBezTo>
                <a:cubicBezTo>
                  <a:pt x="45533" y="129997"/>
                  <a:pt x="34514" y="127239"/>
                  <a:pt x="26025" y="121722"/>
                </a:cubicBezTo>
                <a:cubicBezTo>
                  <a:pt x="17536" y="116206"/>
                  <a:pt x="11076" y="108217"/>
                  <a:pt x="6646" y="97755"/>
                </a:cubicBezTo>
                <a:cubicBezTo>
                  <a:pt x="2215" y="87294"/>
                  <a:pt x="0" y="76060"/>
                  <a:pt x="0" y="64055"/>
                </a:cubicBezTo>
                <a:cubicBezTo>
                  <a:pt x="0" y="50964"/>
                  <a:pt x="2501" y="39545"/>
                  <a:pt x="7503" y="29798"/>
                </a:cubicBezTo>
                <a:cubicBezTo>
                  <a:pt x="12505" y="20051"/>
                  <a:pt x="19623" y="12648"/>
                  <a:pt x="28855" y="7589"/>
                </a:cubicBezTo>
                <a:cubicBezTo>
                  <a:pt x="38087" y="2530"/>
                  <a:pt x="48249" y="0"/>
                  <a:pt x="59339" y="0"/>
                </a:cubicBezTo>
                <a:cubicBezTo>
                  <a:pt x="71916" y="0"/>
                  <a:pt x="82492" y="3201"/>
                  <a:pt x="91067" y="9604"/>
                </a:cubicBezTo>
                <a:cubicBezTo>
                  <a:pt x="99642" y="16007"/>
                  <a:pt x="105616" y="25010"/>
                  <a:pt x="108989" y="36615"/>
                </a:cubicBezTo>
                <a:lnTo>
                  <a:pt x="92610" y="40474"/>
                </a:lnTo>
                <a:cubicBezTo>
                  <a:pt x="89695" y="31327"/>
                  <a:pt x="85464" y="24667"/>
                  <a:pt x="79919" y="20494"/>
                </a:cubicBezTo>
                <a:cubicBezTo>
                  <a:pt x="74374" y="16321"/>
                  <a:pt x="67400" y="14235"/>
                  <a:pt x="58996" y="14235"/>
                </a:cubicBezTo>
                <a:cubicBezTo>
                  <a:pt x="49335" y="14235"/>
                  <a:pt x="41260" y="16550"/>
                  <a:pt x="34772" y="21180"/>
                </a:cubicBezTo>
                <a:cubicBezTo>
                  <a:pt x="28283" y="25811"/>
                  <a:pt x="23724" y="32028"/>
                  <a:pt x="21095" y="39831"/>
                </a:cubicBezTo>
                <a:cubicBezTo>
                  <a:pt x="18465" y="47634"/>
                  <a:pt x="17150" y="55680"/>
                  <a:pt x="17150" y="63970"/>
                </a:cubicBezTo>
                <a:cubicBezTo>
                  <a:pt x="17150" y="74660"/>
                  <a:pt x="18708" y="83992"/>
                  <a:pt x="21823" y="91967"/>
                </a:cubicBezTo>
                <a:cubicBezTo>
                  <a:pt x="24939" y="99942"/>
                  <a:pt x="29784" y="105902"/>
                  <a:pt x="36358" y="109846"/>
                </a:cubicBezTo>
                <a:cubicBezTo>
                  <a:pt x="42932" y="113791"/>
                  <a:pt x="50050" y="115763"/>
                  <a:pt x="57710" y="115763"/>
                </a:cubicBezTo>
                <a:cubicBezTo>
                  <a:pt x="67028" y="115763"/>
                  <a:pt x="74917" y="113076"/>
                  <a:pt x="81377" y="107702"/>
                </a:cubicBezTo>
                <a:cubicBezTo>
                  <a:pt x="87837" y="102329"/>
                  <a:pt x="92210" y="94354"/>
                  <a:pt x="94497" y="83778"/>
                </a:cubicBezTo>
                <a:close/>
                <a:moveTo>
                  <a:pt x="221327" y="83778"/>
                </a:moveTo>
                <a:lnTo>
                  <a:pt x="237963" y="87980"/>
                </a:lnTo>
                <a:cubicBezTo>
                  <a:pt x="234476" y="101643"/>
                  <a:pt x="228201" y="112061"/>
                  <a:pt x="219141" y="119236"/>
                </a:cubicBezTo>
                <a:cubicBezTo>
                  <a:pt x="210080" y="126410"/>
                  <a:pt x="199004" y="129997"/>
                  <a:pt x="185912" y="129997"/>
                </a:cubicBezTo>
                <a:cubicBezTo>
                  <a:pt x="172364" y="129997"/>
                  <a:pt x="161345" y="127239"/>
                  <a:pt x="152856" y="121722"/>
                </a:cubicBezTo>
                <a:cubicBezTo>
                  <a:pt x="144366" y="116206"/>
                  <a:pt x="137906" y="108217"/>
                  <a:pt x="133476" y="97755"/>
                </a:cubicBezTo>
                <a:cubicBezTo>
                  <a:pt x="129046" y="87294"/>
                  <a:pt x="126830" y="76060"/>
                  <a:pt x="126830" y="64055"/>
                </a:cubicBezTo>
                <a:cubicBezTo>
                  <a:pt x="126830" y="50964"/>
                  <a:pt x="129331" y="39545"/>
                  <a:pt x="134334" y="29798"/>
                </a:cubicBezTo>
                <a:cubicBezTo>
                  <a:pt x="139336" y="20051"/>
                  <a:pt x="146453" y="12648"/>
                  <a:pt x="155685" y="7589"/>
                </a:cubicBezTo>
                <a:cubicBezTo>
                  <a:pt x="164918" y="2530"/>
                  <a:pt x="175079" y="0"/>
                  <a:pt x="186170" y="0"/>
                </a:cubicBezTo>
                <a:cubicBezTo>
                  <a:pt x="198746" y="0"/>
                  <a:pt x="209322" y="3201"/>
                  <a:pt x="217897" y="9604"/>
                </a:cubicBezTo>
                <a:cubicBezTo>
                  <a:pt x="226472" y="16007"/>
                  <a:pt x="232446" y="25010"/>
                  <a:pt x="235819" y="36615"/>
                </a:cubicBezTo>
                <a:lnTo>
                  <a:pt x="219441" y="40474"/>
                </a:lnTo>
                <a:cubicBezTo>
                  <a:pt x="216525" y="31327"/>
                  <a:pt x="212295" y="24667"/>
                  <a:pt x="206750" y="20494"/>
                </a:cubicBezTo>
                <a:cubicBezTo>
                  <a:pt x="201204" y="16321"/>
                  <a:pt x="194230" y="14235"/>
                  <a:pt x="185827" y="14235"/>
                </a:cubicBezTo>
                <a:cubicBezTo>
                  <a:pt x="176165" y="14235"/>
                  <a:pt x="168091" y="16550"/>
                  <a:pt x="161602" y="21180"/>
                </a:cubicBezTo>
                <a:cubicBezTo>
                  <a:pt x="155114" y="25811"/>
                  <a:pt x="150555" y="32028"/>
                  <a:pt x="147925" y="39831"/>
                </a:cubicBezTo>
                <a:cubicBezTo>
                  <a:pt x="145295" y="47634"/>
                  <a:pt x="143980" y="55680"/>
                  <a:pt x="143980" y="63970"/>
                </a:cubicBezTo>
                <a:cubicBezTo>
                  <a:pt x="143980" y="74660"/>
                  <a:pt x="145538" y="83992"/>
                  <a:pt x="148654" y="91967"/>
                </a:cubicBezTo>
                <a:cubicBezTo>
                  <a:pt x="151769" y="99942"/>
                  <a:pt x="156614" y="105902"/>
                  <a:pt x="163189" y="109846"/>
                </a:cubicBezTo>
                <a:cubicBezTo>
                  <a:pt x="169763" y="113791"/>
                  <a:pt x="176880" y="115763"/>
                  <a:pt x="184540" y="115763"/>
                </a:cubicBezTo>
                <a:cubicBezTo>
                  <a:pt x="193859" y="115763"/>
                  <a:pt x="201748" y="113076"/>
                  <a:pt x="208207" y="107702"/>
                </a:cubicBezTo>
                <a:cubicBezTo>
                  <a:pt x="214667" y="102329"/>
                  <a:pt x="219040" y="94354"/>
                  <a:pt x="221327" y="83778"/>
                </a:cubicBezTo>
                <a:close/>
                <a:moveTo>
                  <a:pt x="290448" y="127939"/>
                </a:moveTo>
                <a:lnTo>
                  <a:pt x="290448" y="17150"/>
                </a:lnTo>
                <a:lnTo>
                  <a:pt x="249030" y="17150"/>
                </a:lnTo>
                <a:lnTo>
                  <a:pt x="249030" y="2230"/>
                </a:lnTo>
                <a:lnTo>
                  <a:pt x="348672" y="2230"/>
                </a:lnTo>
                <a:lnTo>
                  <a:pt x="348672" y="17150"/>
                </a:lnTo>
                <a:lnTo>
                  <a:pt x="307083" y="17150"/>
                </a:lnTo>
                <a:lnTo>
                  <a:pt x="307083" y="127939"/>
                </a:lnTo>
                <a:lnTo>
                  <a:pt x="290448" y="127939"/>
                </a:lnTo>
                <a:close/>
                <a:moveTo>
                  <a:pt x="401659" y="127939"/>
                </a:moveTo>
                <a:lnTo>
                  <a:pt x="352953" y="2230"/>
                </a:lnTo>
                <a:lnTo>
                  <a:pt x="370960" y="2230"/>
                </a:lnTo>
                <a:lnTo>
                  <a:pt x="403631" y="93553"/>
                </a:lnTo>
                <a:cubicBezTo>
                  <a:pt x="406261" y="100871"/>
                  <a:pt x="408462" y="107731"/>
                  <a:pt x="410234" y="114134"/>
                </a:cubicBezTo>
                <a:cubicBezTo>
                  <a:pt x="412177" y="107274"/>
                  <a:pt x="414436" y="100413"/>
                  <a:pt x="417008" y="93553"/>
                </a:cubicBezTo>
                <a:lnTo>
                  <a:pt x="450965" y="2230"/>
                </a:lnTo>
                <a:lnTo>
                  <a:pt x="467944" y="2230"/>
                </a:lnTo>
                <a:lnTo>
                  <a:pt x="418723" y="127939"/>
                </a:lnTo>
                <a:lnTo>
                  <a:pt x="401659" y="127939"/>
                </a:lnTo>
                <a:close/>
                <a:moveTo>
                  <a:pt x="485180" y="54537"/>
                </a:moveTo>
                <a:lnTo>
                  <a:pt x="485180" y="36873"/>
                </a:lnTo>
                <a:lnTo>
                  <a:pt x="502759" y="36873"/>
                </a:lnTo>
                <a:lnTo>
                  <a:pt x="502759" y="54537"/>
                </a:lnTo>
                <a:lnTo>
                  <a:pt x="485180" y="54537"/>
                </a:lnTo>
                <a:moveTo>
                  <a:pt x="485180" y="127939"/>
                </a:moveTo>
                <a:lnTo>
                  <a:pt x="485180" y="110275"/>
                </a:lnTo>
                <a:lnTo>
                  <a:pt x="502759" y="110275"/>
                </a:lnTo>
                <a:lnTo>
                  <a:pt x="502759" y="127939"/>
                </a:lnTo>
                <a:lnTo>
                  <a:pt x="485180" y="127939"/>
                </a:lnTo>
                <a:close/>
                <a:moveTo>
                  <a:pt x="574778" y="87465"/>
                </a:moveTo>
                <a:lnTo>
                  <a:pt x="590470" y="86093"/>
                </a:lnTo>
                <a:cubicBezTo>
                  <a:pt x="591214" y="92382"/>
                  <a:pt x="592943" y="97541"/>
                  <a:pt x="595658" y="101571"/>
                </a:cubicBezTo>
                <a:cubicBezTo>
                  <a:pt x="598374" y="105601"/>
                  <a:pt x="602590" y="108860"/>
                  <a:pt x="608306" y="111347"/>
                </a:cubicBezTo>
                <a:cubicBezTo>
                  <a:pt x="614023" y="113833"/>
                  <a:pt x="620454" y="115077"/>
                  <a:pt x="627600" y="115077"/>
                </a:cubicBezTo>
                <a:cubicBezTo>
                  <a:pt x="633946" y="115077"/>
                  <a:pt x="639548" y="114134"/>
                  <a:pt x="644407" y="112247"/>
                </a:cubicBezTo>
                <a:cubicBezTo>
                  <a:pt x="649267" y="110361"/>
                  <a:pt x="652882" y="107774"/>
                  <a:pt x="655255" y="104487"/>
                </a:cubicBezTo>
                <a:cubicBezTo>
                  <a:pt x="657627" y="101200"/>
                  <a:pt x="658813" y="97621"/>
                  <a:pt x="658813" y="93752"/>
                </a:cubicBezTo>
                <a:cubicBezTo>
                  <a:pt x="658813" y="89825"/>
                  <a:pt x="657670" y="86397"/>
                  <a:pt x="655383" y="83467"/>
                </a:cubicBezTo>
                <a:cubicBezTo>
                  <a:pt x="653097" y="80536"/>
                  <a:pt x="649324" y="78071"/>
                  <a:pt x="644064" y="76074"/>
                </a:cubicBezTo>
                <a:cubicBezTo>
                  <a:pt x="640691" y="74763"/>
                  <a:pt x="633231" y="72724"/>
                  <a:pt x="621684" y="69959"/>
                </a:cubicBezTo>
                <a:cubicBezTo>
                  <a:pt x="610136" y="67193"/>
                  <a:pt x="602047" y="64579"/>
                  <a:pt x="597416" y="62115"/>
                </a:cubicBezTo>
                <a:cubicBezTo>
                  <a:pt x="591414" y="58966"/>
                  <a:pt x="586940" y="55057"/>
                  <a:pt x="583996" y="50389"/>
                </a:cubicBezTo>
                <a:cubicBezTo>
                  <a:pt x="581052" y="45721"/>
                  <a:pt x="579580" y="40495"/>
                  <a:pt x="579580" y="34710"/>
                </a:cubicBezTo>
                <a:cubicBezTo>
                  <a:pt x="579580" y="28352"/>
                  <a:pt x="581381" y="22409"/>
                  <a:pt x="584982" y="16882"/>
                </a:cubicBezTo>
                <a:cubicBezTo>
                  <a:pt x="588584" y="11355"/>
                  <a:pt x="593843" y="7159"/>
                  <a:pt x="600760" y="4296"/>
                </a:cubicBezTo>
                <a:cubicBezTo>
                  <a:pt x="607678" y="1432"/>
                  <a:pt x="615367" y="0"/>
                  <a:pt x="623827" y="0"/>
                </a:cubicBezTo>
                <a:cubicBezTo>
                  <a:pt x="633145" y="0"/>
                  <a:pt x="641363" y="1501"/>
                  <a:pt x="648480" y="4502"/>
                </a:cubicBezTo>
                <a:cubicBezTo>
                  <a:pt x="655598" y="7503"/>
                  <a:pt x="661071" y="11919"/>
                  <a:pt x="664902" y="17750"/>
                </a:cubicBezTo>
                <a:cubicBezTo>
                  <a:pt x="668732" y="23581"/>
                  <a:pt x="670790" y="30184"/>
                  <a:pt x="671076" y="37559"/>
                </a:cubicBezTo>
                <a:lnTo>
                  <a:pt x="655126" y="38759"/>
                </a:lnTo>
                <a:cubicBezTo>
                  <a:pt x="654269" y="30897"/>
                  <a:pt x="651367" y="24959"/>
                  <a:pt x="646422" y="20944"/>
                </a:cubicBezTo>
                <a:cubicBezTo>
                  <a:pt x="641478" y="16929"/>
                  <a:pt x="634174" y="14921"/>
                  <a:pt x="624513" y="14921"/>
                </a:cubicBezTo>
                <a:cubicBezTo>
                  <a:pt x="614452" y="14921"/>
                  <a:pt x="607120" y="16760"/>
                  <a:pt x="602518" y="20438"/>
                </a:cubicBezTo>
                <a:cubicBezTo>
                  <a:pt x="597916" y="24115"/>
                  <a:pt x="595615" y="28548"/>
                  <a:pt x="595615" y="33737"/>
                </a:cubicBezTo>
                <a:cubicBezTo>
                  <a:pt x="595615" y="38241"/>
                  <a:pt x="597245" y="41947"/>
                  <a:pt x="600503" y="44855"/>
                </a:cubicBezTo>
                <a:cubicBezTo>
                  <a:pt x="603705" y="47764"/>
                  <a:pt x="612065" y="50744"/>
                  <a:pt x="625585" y="53795"/>
                </a:cubicBezTo>
                <a:cubicBezTo>
                  <a:pt x="639105" y="56844"/>
                  <a:pt x="648380" y="59510"/>
                  <a:pt x="653411" y="61791"/>
                </a:cubicBezTo>
                <a:cubicBezTo>
                  <a:pt x="660728" y="65159"/>
                  <a:pt x="666131" y="69424"/>
                  <a:pt x="669618" y="74587"/>
                </a:cubicBezTo>
                <a:cubicBezTo>
                  <a:pt x="673105" y="79749"/>
                  <a:pt x="674849" y="85697"/>
                  <a:pt x="674849" y="92428"/>
                </a:cubicBezTo>
                <a:cubicBezTo>
                  <a:pt x="674849" y="99104"/>
                  <a:pt x="672934" y="105394"/>
                  <a:pt x="669103" y="111298"/>
                </a:cubicBezTo>
                <a:cubicBezTo>
                  <a:pt x="665273" y="117203"/>
                  <a:pt x="659771" y="121796"/>
                  <a:pt x="652596" y="125077"/>
                </a:cubicBezTo>
                <a:cubicBezTo>
                  <a:pt x="645422" y="128357"/>
                  <a:pt x="637347" y="129997"/>
                  <a:pt x="628372" y="129997"/>
                </a:cubicBezTo>
                <a:cubicBezTo>
                  <a:pt x="616996" y="129997"/>
                  <a:pt x="607463" y="128339"/>
                  <a:pt x="599774" y="125024"/>
                </a:cubicBezTo>
                <a:cubicBezTo>
                  <a:pt x="592085" y="121708"/>
                  <a:pt x="586054" y="116720"/>
                  <a:pt x="581681" y="110060"/>
                </a:cubicBezTo>
                <a:cubicBezTo>
                  <a:pt x="577308" y="103400"/>
                  <a:pt x="575007" y="95869"/>
                  <a:pt x="574778" y="87465"/>
                </a:cubicBezTo>
                <a:close/>
                <a:moveTo>
                  <a:pt x="755284" y="127939"/>
                </a:moveTo>
                <a:lnTo>
                  <a:pt x="755284" y="114479"/>
                </a:lnTo>
                <a:cubicBezTo>
                  <a:pt x="748195" y="124825"/>
                  <a:pt x="738563" y="129997"/>
                  <a:pt x="726386" y="129997"/>
                </a:cubicBezTo>
                <a:cubicBezTo>
                  <a:pt x="721012" y="129997"/>
                  <a:pt x="715996" y="128968"/>
                  <a:pt x="711337" y="126910"/>
                </a:cubicBezTo>
                <a:cubicBezTo>
                  <a:pt x="706678" y="124852"/>
                  <a:pt x="703219" y="122266"/>
                  <a:pt x="700961" y="119150"/>
                </a:cubicBezTo>
                <a:cubicBezTo>
                  <a:pt x="698703" y="116034"/>
                  <a:pt x="697117" y="112218"/>
                  <a:pt x="696202" y="107702"/>
                </a:cubicBezTo>
                <a:cubicBezTo>
                  <a:pt x="695573" y="104672"/>
                  <a:pt x="695259" y="99870"/>
                  <a:pt x="695259" y="93296"/>
                </a:cubicBezTo>
                <a:lnTo>
                  <a:pt x="695259" y="36873"/>
                </a:lnTo>
                <a:lnTo>
                  <a:pt x="710694" y="36873"/>
                </a:lnTo>
                <a:lnTo>
                  <a:pt x="710694" y="87326"/>
                </a:lnTo>
                <a:cubicBezTo>
                  <a:pt x="710694" y="95377"/>
                  <a:pt x="711008" y="100802"/>
                  <a:pt x="711637" y="103600"/>
                </a:cubicBezTo>
                <a:cubicBezTo>
                  <a:pt x="712609" y="107655"/>
                  <a:pt x="714667" y="110839"/>
                  <a:pt x="717811" y="113153"/>
                </a:cubicBezTo>
                <a:cubicBezTo>
                  <a:pt x="720955" y="115464"/>
                  <a:pt x="724843" y="116620"/>
                  <a:pt x="729473" y="116620"/>
                </a:cubicBezTo>
                <a:cubicBezTo>
                  <a:pt x="734104" y="116620"/>
                  <a:pt x="738448" y="115436"/>
                  <a:pt x="742507" y="113067"/>
                </a:cubicBezTo>
                <a:cubicBezTo>
                  <a:pt x="746566" y="110696"/>
                  <a:pt x="749439" y="107470"/>
                  <a:pt x="751125" y="103388"/>
                </a:cubicBezTo>
                <a:cubicBezTo>
                  <a:pt x="752811" y="99304"/>
                  <a:pt x="753655" y="93379"/>
                  <a:pt x="753655" y="85614"/>
                </a:cubicBezTo>
                <a:lnTo>
                  <a:pt x="753655" y="36873"/>
                </a:lnTo>
                <a:lnTo>
                  <a:pt x="769090" y="36873"/>
                </a:lnTo>
                <a:lnTo>
                  <a:pt x="769090" y="127939"/>
                </a:lnTo>
                <a:lnTo>
                  <a:pt x="755284" y="127939"/>
                </a:lnTo>
                <a:close/>
                <a:moveTo>
                  <a:pt x="787106" y="100671"/>
                </a:moveTo>
                <a:lnTo>
                  <a:pt x="802369" y="98270"/>
                </a:lnTo>
                <a:cubicBezTo>
                  <a:pt x="803227" y="104413"/>
                  <a:pt x="805613" y="109122"/>
                  <a:pt x="809529" y="112397"/>
                </a:cubicBezTo>
                <a:cubicBezTo>
                  <a:pt x="813445" y="115670"/>
                  <a:pt x="818919" y="117306"/>
                  <a:pt x="825951" y="117306"/>
                </a:cubicBezTo>
                <a:cubicBezTo>
                  <a:pt x="833039" y="117306"/>
                  <a:pt x="838299" y="115863"/>
                  <a:pt x="841729" y="112976"/>
                </a:cubicBezTo>
                <a:cubicBezTo>
                  <a:pt x="845159" y="110089"/>
                  <a:pt x="846874" y="106702"/>
                  <a:pt x="846874" y="102815"/>
                </a:cubicBezTo>
                <a:cubicBezTo>
                  <a:pt x="846874" y="99327"/>
                  <a:pt x="845359" y="96583"/>
                  <a:pt x="842329" y="94582"/>
                </a:cubicBezTo>
                <a:cubicBezTo>
                  <a:pt x="840214" y="93210"/>
                  <a:pt x="834954" y="91467"/>
                  <a:pt x="826551" y="89352"/>
                </a:cubicBezTo>
                <a:cubicBezTo>
                  <a:pt x="815232" y="86493"/>
                  <a:pt x="807386" y="84021"/>
                  <a:pt x="803012" y="81934"/>
                </a:cubicBezTo>
                <a:cubicBezTo>
                  <a:pt x="798639" y="79848"/>
                  <a:pt x="795323" y="76961"/>
                  <a:pt x="793065" y="73274"/>
                </a:cubicBezTo>
                <a:cubicBezTo>
                  <a:pt x="790807" y="69586"/>
                  <a:pt x="789678" y="65513"/>
                  <a:pt x="789678" y="61054"/>
                </a:cubicBezTo>
                <a:cubicBezTo>
                  <a:pt x="789678" y="56995"/>
                  <a:pt x="790607" y="53237"/>
                  <a:pt x="792465" y="49778"/>
                </a:cubicBezTo>
                <a:cubicBezTo>
                  <a:pt x="794323" y="46319"/>
                  <a:pt x="796853" y="43447"/>
                  <a:pt x="800054" y="41160"/>
                </a:cubicBezTo>
                <a:cubicBezTo>
                  <a:pt x="802455" y="39388"/>
                  <a:pt x="805728" y="37887"/>
                  <a:pt x="809872" y="36658"/>
                </a:cubicBezTo>
                <a:cubicBezTo>
                  <a:pt x="814017" y="35429"/>
                  <a:pt x="818462" y="34815"/>
                  <a:pt x="823207" y="34815"/>
                </a:cubicBezTo>
                <a:cubicBezTo>
                  <a:pt x="830352" y="34815"/>
                  <a:pt x="836626" y="35844"/>
                  <a:pt x="842029" y="37902"/>
                </a:cubicBezTo>
                <a:cubicBezTo>
                  <a:pt x="847431" y="39960"/>
                  <a:pt x="851418" y="42746"/>
                  <a:pt x="853991" y="46262"/>
                </a:cubicBezTo>
                <a:cubicBezTo>
                  <a:pt x="856563" y="49778"/>
                  <a:pt x="858336" y="54480"/>
                  <a:pt x="859307" y="60368"/>
                </a:cubicBezTo>
                <a:lnTo>
                  <a:pt x="844215" y="62426"/>
                </a:lnTo>
                <a:cubicBezTo>
                  <a:pt x="843529" y="57738"/>
                  <a:pt x="841543" y="54080"/>
                  <a:pt x="838256" y="51450"/>
                </a:cubicBezTo>
                <a:cubicBezTo>
                  <a:pt x="834969" y="48820"/>
                  <a:pt x="830324" y="47506"/>
                  <a:pt x="824321" y="47506"/>
                </a:cubicBezTo>
                <a:cubicBezTo>
                  <a:pt x="817233" y="47506"/>
                  <a:pt x="812173" y="48678"/>
                  <a:pt x="809143" y="51021"/>
                </a:cubicBezTo>
                <a:cubicBezTo>
                  <a:pt x="806114" y="53365"/>
                  <a:pt x="804599" y="56109"/>
                  <a:pt x="804599" y="59253"/>
                </a:cubicBezTo>
                <a:cubicBezTo>
                  <a:pt x="804599" y="61254"/>
                  <a:pt x="805228" y="63055"/>
                  <a:pt x="806485" y="64656"/>
                </a:cubicBezTo>
                <a:cubicBezTo>
                  <a:pt x="807743" y="66313"/>
                  <a:pt x="809715" y="67685"/>
                  <a:pt x="812402" y="68772"/>
                </a:cubicBezTo>
                <a:cubicBezTo>
                  <a:pt x="813945" y="69343"/>
                  <a:pt x="818490" y="70658"/>
                  <a:pt x="826036" y="72716"/>
                </a:cubicBezTo>
                <a:cubicBezTo>
                  <a:pt x="836955" y="75632"/>
                  <a:pt x="844573" y="78018"/>
                  <a:pt x="848889" y="79876"/>
                </a:cubicBezTo>
                <a:cubicBezTo>
                  <a:pt x="853205" y="81734"/>
                  <a:pt x="856592" y="84435"/>
                  <a:pt x="859050" y="87980"/>
                </a:cubicBezTo>
                <a:cubicBezTo>
                  <a:pt x="861508" y="91524"/>
                  <a:pt x="862737" y="95926"/>
                  <a:pt x="862737" y="101185"/>
                </a:cubicBezTo>
                <a:cubicBezTo>
                  <a:pt x="862737" y="106330"/>
                  <a:pt x="861237" y="111175"/>
                  <a:pt x="858235" y="115720"/>
                </a:cubicBezTo>
                <a:cubicBezTo>
                  <a:pt x="855234" y="120265"/>
                  <a:pt x="850904" y="123780"/>
                  <a:pt x="845244" y="126267"/>
                </a:cubicBezTo>
                <a:cubicBezTo>
                  <a:pt x="839585" y="128754"/>
                  <a:pt x="833182" y="129997"/>
                  <a:pt x="826036" y="129997"/>
                </a:cubicBezTo>
                <a:cubicBezTo>
                  <a:pt x="814203" y="129997"/>
                  <a:pt x="805185" y="127532"/>
                  <a:pt x="798982" y="122601"/>
                </a:cubicBezTo>
                <a:cubicBezTo>
                  <a:pt x="792779" y="117671"/>
                  <a:pt x="788821" y="110361"/>
                  <a:pt x="787106" y="100671"/>
                </a:cubicBezTo>
                <a:close/>
                <a:moveTo>
                  <a:pt x="881088" y="162925"/>
                </a:moveTo>
                <a:lnTo>
                  <a:pt x="881088" y="36873"/>
                </a:lnTo>
                <a:lnTo>
                  <a:pt x="895151" y="36873"/>
                </a:lnTo>
                <a:lnTo>
                  <a:pt x="895151" y="48789"/>
                </a:lnTo>
                <a:cubicBezTo>
                  <a:pt x="898467" y="44130"/>
                  <a:pt x="902211" y="40637"/>
                  <a:pt x="906384" y="38309"/>
                </a:cubicBezTo>
                <a:cubicBezTo>
                  <a:pt x="910558" y="35979"/>
                  <a:pt x="915617" y="34815"/>
                  <a:pt x="921562" y="34815"/>
                </a:cubicBezTo>
                <a:cubicBezTo>
                  <a:pt x="929337" y="34815"/>
                  <a:pt x="936197" y="36815"/>
                  <a:pt x="942142" y="40817"/>
                </a:cubicBezTo>
                <a:cubicBezTo>
                  <a:pt x="948088" y="44819"/>
                  <a:pt x="952575" y="50464"/>
                  <a:pt x="955605" y="57753"/>
                </a:cubicBezTo>
                <a:cubicBezTo>
                  <a:pt x="958635" y="65042"/>
                  <a:pt x="960150" y="73031"/>
                  <a:pt x="960150" y="81720"/>
                </a:cubicBezTo>
                <a:cubicBezTo>
                  <a:pt x="960150" y="91038"/>
                  <a:pt x="958478" y="99427"/>
                  <a:pt x="955133" y="106888"/>
                </a:cubicBezTo>
                <a:cubicBezTo>
                  <a:pt x="951789" y="114348"/>
                  <a:pt x="946930" y="120065"/>
                  <a:pt x="940556" y="124038"/>
                </a:cubicBezTo>
                <a:cubicBezTo>
                  <a:pt x="934182" y="128011"/>
                  <a:pt x="927479" y="129997"/>
                  <a:pt x="920447" y="129997"/>
                </a:cubicBezTo>
                <a:cubicBezTo>
                  <a:pt x="915302" y="129997"/>
                  <a:pt x="910686" y="128911"/>
                  <a:pt x="906599" y="126739"/>
                </a:cubicBezTo>
                <a:cubicBezTo>
                  <a:pt x="902511" y="124566"/>
                  <a:pt x="899153" y="121822"/>
                  <a:pt x="896523" y="118507"/>
                </a:cubicBezTo>
                <a:lnTo>
                  <a:pt x="896523" y="162925"/>
                </a:lnTo>
                <a:lnTo>
                  <a:pt x="881088" y="162925"/>
                </a:lnTo>
                <a:moveTo>
                  <a:pt x="895065" y="82963"/>
                </a:moveTo>
                <a:cubicBezTo>
                  <a:pt x="895065" y="94668"/>
                  <a:pt x="897438" y="103318"/>
                  <a:pt x="902183" y="108913"/>
                </a:cubicBezTo>
                <a:cubicBezTo>
                  <a:pt x="906927" y="114509"/>
                  <a:pt x="912673" y="117306"/>
                  <a:pt x="919418" y="117306"/>
                </a:cubicBezTo>
                <a:cubicBezTo>
                  <a:pt x="926278" y="117306"/>
                  <a:pt x="932152" y="114409"/>
                  <a:pt x="937040" y="108613"/>
                </a:cubicBezTo>
                <a:cubicBezTo>
                  <a:pt x="941928" y="102818"/>
                  <a:pt x="944372" y="93839"/>
                  <a:pt x="944372" y="81677"/>
                </a:cubicBezTo>
                <a:cubicBezTo>
                  <a:pt x="944372" y="70086"/>
                  <a:pt x="941985" y="61408"/>
                  <a:pt x="937212" y="55641"/>
                </a:cubicBezTo>
                <a:cubicBezTo>
                  <a:pt x="932438" y="49874"/>
                  <a:pt x="926736" y="46991"/>
                  <a:pt x="920104" y="46991"/>
                </a:cubicBezTo>
                <a:cubicBezTo>
                  <a:pt x="913530" y="46991"/>
                  <a:pt x="907714" y="50060"/>
                  <a:pt x="902654" y="56199"/>
                </a:cubicBezTo>
                <a:cubicBezTo>
                  <a:pt x="897595" y="62337"/>
                  <a:pt x="895065" y="71258"/>
                  <a:pt x="895065" y="82963"/>
                </a:cubicBezTo>
                <a:close/>
                <a:moveTo>
                  <a:pt x="1041107" y="98441"/>
                </a:moveTo>
                <a:lnTo>
                  <a:pt x="1057056" y="100499"/>
                </a:lnTo>
                <a:cubicBezTo>
                  <a:pt x="1054541" y="109844"/>
                  <a:pt x="1049882" y="117097"/>
                  <a:pt x="1043079" y="122258"/>
                </a:cubicBezTo>
                <a:cubicBezTo>
                  <a:pt x="1036276" y="127418"/>
                  <a:pt x="1027587" y="129997"/>
                  <a:pt x="1017011" y="129997"/>
                </a:cubicBezTo>
                <a:cubicBezTo>
                  <a:pt x="1003691" y="129997"/>
                  <a:pt x="993129" y="125896"/>
                  <a:pt x="985326" y="117692"/>
                </a:cubicBezTo>
                <a:cubicBezTo>
                  <a:pt x="977523" y="109489"/>
                  <a:pt x="973621" y="97984"/>
                  <a:pt x="973621" y="83178"/>
                </a:cubicBezTo>
                <a:cubicBezTo>
                  <a:pt x="973621" y="67857"/>
                  <a:pt x="977566" y="55966"/>
                  <a:pt x="985455" y="47506"/>
                </a:cubicBezTo>
                <a:cubicBezTo>
                  <a:pt x="993344" y="39045"/>
                  <a:pt x="1003577" y="34815"/>
                  <a:pt x="1016153" y="34815"/>
                </a:cubicBezTo>
                <a:cubicBezTo>
                  <a:pt x="1028330" y="34815"/>
                  <a:pt x="1038277" y="38953"/>
                  <a:pt x="1045994" y="47230"/>
                </a:cubicBezTo>
                <a:cubicBezTo>
                  <a:pt x="1053712" y="55504"/>
                  <a:pt x="1057571" y="67147"/>
                  <a:pt x="1057571" y="82157"/>
                </a:cubicBezTo>
                <a:cubicBezTo>
                  <a:pt x="1057571" y="83070"/>
                  <a:pt x="1057542" y="84439"/>
                  <a:pt x="1057485" y="86265"/>
                </a:cubicBezTo>
                <a:lnTo>
                  <a:pt x="989571" y="86265"/>
                </a:lnTo>
                <a:cubicBezTo>
                  <a:pt x="990142" y="96297"/>
                  <a:pt x="992972" y="103979"/>
                  <a:pt x="998060" y="109310"/>
                </a:cubicBezTo>
                <a:cubicBezTo>
                  <a:pt x="1003148" y="114641"/>
                  <a:pt x="1009493" y="117306"/>
                  <a:pt x="1017097" y="117306"/>
                </a:cubicBezTo>
                <a:cubicBezTo>
                  <a:pt x="1022756" y="117306"/>
                  <a:pt x="1027587" y="115807"/>
                  <a:pt x="1031588" y="112807"/>
                </a:cubicBezTo>
                <a:cubicBezTo>
                  <a:pt x="1035590" y="109806"/>
                  <a:pt x="1038763" y="105017"/>
                  <a:pt x="1041107" y="98441"/>
                </a:cubicBezTo>
                <a:moveTo>
                  <a:pt x="990428" y="73574"/>
                </a:moveTo>
                <a:lnTo>
                  <a:pt x="1041278" y="73574"/>
                </a:lnTo>
                <a:cubicBezTo>
                  <a:pt x="1040592" y="65938"/>
                  <a:pt x="1038649" y="60212"/>
                  <a:pt x="1035447" y="56394"/>
                </a:cubicBezTo>
                <a:cubicBezTo>
                  <a:pt x="1030531" y="50468"/>
                  <a:pt x="1024157" y="47506"/>
                  <a:pt x="1016325" y="47506"/>
                </a:cubicBezTo>
                <a:cubicBezTo>
                  <a:pt x="1009236" y="47506"/>
                  <a:pt x="1003277" y="49871"/>
                  <a:pt x="998446" y="54601"/>
                </a:cubicBezTo>
                <a:cubicBezTo>
                  <a:pt x="993615" y="59330"/>
                  <a:pt x="990943" y="65654"/>
                  <a:pt x="990428" y="73574"/>
                </a:cubicBezTo>
                <a:close/>
                <a:moveTo>
                  <a:pt x="1135869" y="94497"/>
                </a:moveTo>
                <a:lnTo>
                  <a:pt x="1151047" y="96555"/>
                </a:lnTo>
                <a:cubicBezTo>
                  <a:pt x="1149389" y="107016"/>
                  <a:pt x="1145144" y="115205"/>
                  <a:pt x="1138313" y="121122"/>
                </a:cubicBezTo>
                <a:cubicBezTo>
                  <a:pt x="1131482" y="127039"/>
                  <a:pt x="1123092" y="129997"/>
                  <a:pt x="1113145" y="129997"/>
                </a:cubicBezTo>
                <a:cubicBezTo>
                  <a:pt x="1100683" y="129997"/>
                  <a:pt x="1090664" y="125924"/>
                  <a:pt x="1083090" y="117778"/>
                </a:cubicBezTo>
                <a:cubicBezTo>
                  <a:pt x="1075515" y="109632"/>
                  <a:pt x="1071728" y="97955"/>
                  <a:pt x="1071728" y="82749"/>
                </a:cubicBezTo>
                <a:cubicBezTo>
                  <a:pt x="1071728" y="72916"/>
                  <a:pt x="1073357" y="64313"/>
                  <a:pt x="1076616" y="56938"/>
                </a:cubicBezTo>
                <a:cubicBezTo>
                  <a:pt x="1079874" y="49564"/>
                  <a:pt x="1084833" y="44033"/>
                  <a:pt x="1091493" y="40345"/>
                </a:cubicBezTo>
                <a:cubicBezTo>
                  <a:pt x="1098153" y="36658"/>
                  <a:pt x="1105399" y="34815"/>
                  <a:pt x="1113231" y="34815"/>
                </a:cubicBezTo>
                <a:cubicBezTo>
                  <a:pt x="1123121" y="34815"/>
                  <a:pt x="1131210" y="37301"/>
                  <a:pt x="1137498" y="42275"/>
                </a:cubicBezTo>
                <a:cubicBezTo>
                  <a:pt x="1143787" y="47247"/>
                  <a:pt x="1147817" y="54307"/>
                  <a:pt x="1149589" y="63455"/>
                </a:cubicBezTo>
                <a:lnTo>
                  <a:pt x="1134583" y="65856"/>
                </a:lnTo>
                <a:cubicBezTo>
                  <a:pt x="1133154" y="59768"/>
                  <a:pt x="1130624" y="55187"/>
                  <a:pt x="1126994" y="52115"/>
                </a:cubicBezTo>
                <a:cubicBezTo>
                  <a:pt x="1123364" y="49042"/>
                  <a:pt x="1118976" y="47506"/>
                  <a:pt x="1113831" y="47506"/>
                </a:cubicBezTo>
                <a:cubicBezTo>
                  <a:pt x="1106057" y="47506"/>
                  <a:pt x="1099740" y="50292"/>
                  <a:pt x="1094881" y="55866"/>
                </a:cubicBezTo>
                <a:cubicBezTo>
                  <a:pt x="1090021" y="61440"/>
                  <a:pt x="1087592" y="70258"/>
                  <a:pt x="1087592" y="82320"/>
                </a:cubicBezTo>
                <a:cubicBezTo>
                  <a:pt x="1087592" y="94554"/>
                  <a:pt x="1089936" y="103443"/>
                  <a:pt x="1094623" y="108989"/>
                </a:cubicBezTo>
                <a:cubicBezTo>
                  <a:pt x="1099311" y="114534"/>
                  <a:pt x="1105428" y="117306"/>
                  <a:pt x="1112974" y="117306"/>
                </a:cubicBezTo>
                <a:cubicBezTo>
                  <a:pt x="1119034" y="117306"/>
                  <a:pt x="1124093" y="115441"/>
                  <a:pt x="1128152" y="111711"/>
                </a:cubicBezTo>
                <a:cubicBezTo>
                  <a:pt x="1132210" y="107981"/>
                  <a:pt x="1134783" y="102243"/>
                  <a:pt x="1135869" y="94497"/>
                </a:cubicBezTo>
                <a:close/>
                <a:moveTo>
                  <a:pt x="1197952" y="114134"/>
                </a:moveTo>
                <a:lnTo>
                  <a:pt x="1200182" y="127768"/>
                </a:lnTo>
                <a:cubicBezTo>
                  <a:pt x="1195837" y="128682"/>
                  <a:pt x="1191950" y="129140"/>
                  <a:pt x="1188520" y="129140"/>
                </a:cubicBezTo>
                <a:cubicBezTo>
                  <a:pt x="1182918" y="129140"/>
                  <a:pt x="1178573" y="128254"/>
                  <a:pt x="1175486" y="126482"/>
                </a:cubicBezTo>
                <a:cubicBezTo>
                  <a:pt x="1172399" y="124709"/>
                  <a:pt x="1170227" y="122380"/>
                  <a:pt x="1168969" y="119493"/>
                </a:cubicBezTo>
                <a:cubicBezTo>
                  <a:pt x="1167711" y="116606"/>
                  <a:pt x="1167082" y="110532"/>
                  <a:pt x="1167082" y="101271"/>
                </a:cubicBezTo>
                <a:lnTo>
                  <a:pt x="1167082" y="48878"/>
                </a:lnTo>
                <a:lnTo>
                  <a:pt x="1155763" y="48878"/>
                </a:lnTo>
                <a:lnTo>
                  <a:pt x="1155763" y="36873"/>
                </a:lnTo>
                <a:lnTo>
                  <a:pt x="1167082" y="36873"/>
                </a:lnTo>
                <a:lnTo>
                  <a:pt x="1167082" y="14320"/>
                </a:lnTo>
                <a:lnTo>
                  <a:pt x="1182432" y="5059"/>
                </a:lnTo>
                <a:lnTo>
                  <a:pt x="1182432" y="36873"/>
                </a:lnTo>
                <a:lnTo>
                  <a:pt x="1197952" y="36873"/>
                </a:lnTo>
                <a:lnTo>
                  <a:pt x="1197952" y="48878"/>
                </a:lnTo>
                <a:lnTo>
                  <a:pt x="1182432" y="48878"/>
                </a:lnTo>
                <a:lnTo>
                  <a:pt x="1182432" y="102128"/>
                </a:lnTo>
                <a:cubicBezTo>
                  <a:pt x="1182432" y="106530"/>
                  <a:pt x="1182703" y="109360"/>
                  <a:pt x="1183246" y="110618"/>
                </a:cubicBezTo>
                <a:cubicBezTo>
                  <a:pt x="1183789" y="111875"/>
                  <a:pt x="1184675" y="112876"/>
                  <a:pt x="1185905" y="113619"/>
                </a:cubicBezTo>
                <a:cubicBezTo>
                  <a:pt x="1187134" y="114362"/>
                  <a:pt x="1188892" y="114734"/>
                  <a:pt x="1191178" y="114734"/>
                </a:cubicBezTo>
                <a:cubicBezTo>
                  <a:pt x="1192893" y="114734"/>
                  <a:pt x="1195151" y="114534"/>
                  <a:pt x="1197952" y="114134"/>
                </a:cubicBezTo>
                <a:close/>
                <a:moveTo>
                  <a:pt x="1321250" y="116449"/>
                </a:moveTo>
                <a:cubicBezTo>
                  <a:pt x="1315533" y="121403"/>
                  <a:pt x="1310031" y="124900"/>
                  <a:pt x="1304743" y="126940"/>
                </a:cubicBezTo>
                <a:cubicBezTo>
                  <a:pt x="1299455" y="128978"/>
                  <a:pt x="1293781" y="129997"/>
                  <a:pt x="1287721" y="129997"/>
                </a:cubicBezTo>
                <a:cubicBezTo>
                  <a:pt x="1277717" y="129997"/>
                  <a:pt x="1270028" y="127553"/>
                  <a:pt x="1264655" y="122666"/>
                </a:cubicBezTo>
                <a:cubicBezTo>
                  <a:pt x="1259281" y="117778"/>
                  <a:pt x="1256594" y="111532"/>
                  <a:pt x="1256594" y="103929"/>
                </a:cubicBezTo>
                <a:cubicBezTo>
                  <a:pt x="1256594" y="99470"/>
                  <a:pt x="1257609" y="95397"/>
                  <a:pt x="1259638" y="91710"/>
                </a:cubicBezTo>
                <a:cubicBezTo>
                  <a:pt x="1261668" y="88023"/>
                  <a:pt x="1264326" y="85064"/>
                  <a:pt x="1267613" y="82835"/>
                </a:cubicBezTo>
                <a:cubicBezTo>
                  <a:pt x="1270900" y="80605"/>
                  <a:pt x="1274602" y="78919"/>
                  <a:pt x="1278718" y="77775"/>
                </a:cubicBezTo>
                <a:cubicBezTo>
                  <a:pt x="1281747" y="76975"/>
                  <a:pt x="1286321" y="76203"/>
                  <a:pt x="1292438" y="75460"/>
                </a:cubicBezTo>
                <a:cubicBezTo>
                  <a:pt x="1304900" y="73974"/>
                  <a:pt x="1314075" y="72202"/>
                  <a:pt x="1319963" y="70144"/>
                </a:cubicBezTo>
                <a:cubicBezTo>
                  <a:pt x="1320021" y="68037"/>
                  <a:pt x="1320049" y="66699"/>
                  <a:pt x="1320049" y="66129"/>
                </a:cubicBezTo>
                <a:cubicBezTo>
                  <a:pt x="1320049" y="59864"/>
                  <a:pt x="1318591" y="55451"/>
                  <a:pt x="1315676" y="52889"/>
                </a:cubicBezTo>
                <a:cubicBezTo>
                  <a:pt x="1311731" y="49414"/>
                  <a:pt x="1305872" y="47677"/>
                  <a:pt x="1298097" y="47677"/>
                </a:cubicBezTo>
                <a:cubicBezTo>
                  <a:pt x="1290837" y="47677"/>
                  <a:pt x="1285478" y="48949"/>
                  <a:pt x="1282019" y="51493"/>
                </a:cubicBezTo>
                <a:cubicBezTo>
                  <a:pt x="1278560" y="54037"/>
                  <a:pt x="1276002" y="58539"/>
                  <a:pt x="1274344" y="64999"/>
                </a:cubicBezTo>
                <a:lnTo>
                  <a:pt x="1259252" y="62941"/>
                </a:lnTo>
                <a:cubicBezTo>
                  <a:pt x="1260624" y="56461"/>
                  <a:pt x="1262882" y="51229"/>
                  <a:pt x="1266027" y="47243"/>
                </a:cubicBezTo>
                <a:cubicBezTo>
                  <a:pt x="1269171" y="43257"/>
                  <a:pt x="1273716" y="40190"/>
                  <a:pt x="1279661" y="38041"/>
                </a:cubicBezTo>
                <a:cubicBezTo>
                  <a:pt x="1285606" y="35890"/>
                  <a:pt x="1292495" y="34815"/>
                  <a:pt x="1300327" y="34815"/>
                </a:cubicBezTo>
                <a:cubicBezTo>
                  <a:pt x="1308101" y="34815"/>
                  <a:pt x="1314418" y="35733"/>
                  <a:pt x="1319277" y="37569"/>
                </a:cubicBezTo>
                <a:cubicBezTo>
                  <a:pt x="1324137" y="39404"/>
                  <a:pt x="1327710" y="41713"/>
                  <a:pt x="1329996" y="44496"/>
                </a:cubicBezTo>
                <a:cubicBezTo>
                  <a:pt x="1332283" y="47278"/>
                  <a:pt x="1333884" y="50792"/>
                  <a:pt x="1334798" y="55038"/>
                </a:cubicBezTo>
                <a:cubicBezTo>
                  <a:pt x="1335313" y="57677"/>
                  <a:pt x="1335570" y="62416"/>
                  <a:pt x="1335570" y="69257"/>
                </a:cubicBezTo>
                <a:lnTo>
                  <a:pt x="1335570" y="89778"/>
                </a:lnTo>
                <a:cubicBezTo>
                  <a:pt x="1335570" y="104086"/>
                  <a:pt x="1335899" y="113147"/>
                  <a:pt x="1336556" y="116963"/>
                </a:cubicBezTo>
                <a:cubicBezTo>
                  <a:pt x="1337214" y="120779"/>
                  <a:pt x="1338514" y="124438"/>
                  <a:pt x="1340458" y="127939"/>
                </a:cubicBezTo>
                <a:lnTo>
                  <a:pt x="1324337" y="127939"/>
                </a:lnTo>
                <a:cubicBezTo>
                  <a:pt x="1322736" y="124665"/>
                  <a:pt x="1321707" y="120835"/>
                  <a:pt x="1321250" y="116449"/>
                </a:cubicBezTo>
                <a:moveTo>
                  <a:pt x="1319963" y="82320"/>
                </a:moveTo>
                <a:cubicBezTo>
                  <a:pt x="1314361" y="84596"/>
                  <a:pt x="1305958" y="86531"/>
                  <a:pt x="1294753" y="88124"/>
                </a:cubicBezTo>
                <a:cubicBezTo>
                  <a:pt x="1288407" y="89034"/>
                  <a:pt x="1283920" y="90057"/>
                  <a:pt x="1281290" y="91195"/>
                </a:cubicBezTo>
                <a:cubicBezTo>
                  <a:pt x="1278660" y="92333"/>
                  <a:pt x="1276631" y="93997"/>
                  <a:pt x="1275202" y="96188"/>
                </a:cubicBezTo>
                <a:cubicBezTo>
                  <a:pt x="1273773" y="98378"/>
                  <a:pt x="1273058" y="100810"/>
                  <a:pt x="1273058" y="103484"/>
                </a:cubicBezTo>
                <a:cubicBezTo>
                  <a:pt x="1273058" y="107581"/>
                  <a:pt x="1274616" y="110995"/>
                  <a:pt x="1277731" y="113726"/>
                </a:cubicBezTo>
                <a:cubicBezTo>
                  <a:pt x="1280847" y="116456"/>
                  <a:pt x="1285406" y="117821"/>
                  <a:pt x="1291409" y="117821"/>
                </a:cubicBezTo>
                <a:cubicBezTo>
                  <a:pt x="1297354" y="117821"/>
                  <a:pt x="1302642" y="116525"/>
                  <a:pt x="1307272" y="113933"/>
                </a:cubicBezTo>
                <a:cubicBezTo>
                  <a:pt x="1311903" y="111339"/>
                  <a:pt x="1315304" y="107795"/>
                  <a:pt x="1317477" y="103302"/>
                </a:cubicBezTo>
                <a:cubicBezTo>
                  <a:pt x="1319135" y="99835"/>
                  <a:pt x="1319963" y="94717"/>
                  <a:pt x="1319963" y="87950"/>
                </a:cubicBezTo>
                <a:lnTo>
                  <a:pt x="1319963" y="82320"/>
                </a:lnTo>
                <a:close/>
                <a:moveTo>
                  <a:pt x="1393203" y="114134"/>
                </a:moveTo>
                <a:lnTo>
                  <a:pt x="1395432" y="127768"/>
                </a:lnTo>
                <a:cubicBezTo>
                  <a:pt x="1391088" y="128682"/>
                  <a:pt x="1387200" y="129140"/>
                  <a:pt x="1383770" y="129140"/>
                </a:cubicBezTo>
                <a:cubicBezTo>
                  <a:pt x="1378168" y="129140"/>
                  <a:pt x="1373823" y="128254"/>
                  <a:pt x="1370736" y="126482"/>
                </a:cubicBezTo>
                <a:cubicBezTo>
                  <a:pt x="1367649" y="124709"/>
                  <a:pt x="1365477" y="122380"/>
                  <a:pt x="1364219" y="119493"/>
                </a:cubicBezTo>
                <a:cubicBezTo>
                  <a:pt x="1362962" y="116606"/>
                  <a:pt x="1362333" y="110532"/>
                  <a:pt x="1362333" y="101271"/>
                </a:cubicBezTo>
                <a:lnTo>
                  <a:pt x="1362333" y="48878"/>
                </a:lnTo>
                <a:lnTo>
                  <a:pt x="1351014" y="48878"/>
                </a:lnTo>
                <a:lnTo>
                  <a:pt x="1351014" y="36873"/>
                </a:lnTo>
                <a:lnTo>
                  <a:pt x="1362333" y="36873"/>
                </a:lnTo>
                <a:lnTo>
                  <a:pt x="1362333" y="14320"/>
                </a:lnTo>
                <a:lnTo>
                  <a:pt x="1377682" y="5059"/>
                </a:lnTo>
                <a:lnTo>
                  <a:pt x="1377682" y="36873"/>
                </a:lnTo>
                <a:lnTo>
                  <a:pt x="1393203" y="36873"/>
                </a:lnTo>
                <a:lnTo>
                  <a:pt x="1393203" y="48878"/>
                </a:lnTo>
                <a:lnTo>
                  <a:pt x="1377682" y="48878"/>
                </a:lnTo>
                <a:lnTo>
                  <a:pt x="1377682" y="102128"/>
                </a:lnTo>
                <a:cubicBezTo>
                  <a:pt x="1377682" y="106530"/>
                  <a:pt x="1377954" y="109360"/>
                  <a:pt x="1378497" y="110618"/>
                </a:cubicBezTo>
                <a:cubicBezTo>
                  <a:pt x="1379040" y="111875"/>
                  <a:pt x="1379926" y="112876"/>
                  <a:pt x="1381155" y="113619"/>
                </a:cubicBezTo>
                <a:cubicBezTo>
                  <a:pt x="1382384" y="114362"/>
                  <a:pt x="1384142" y="114734"/>
                  <a:pt x="1386429" y="114734"/>
                </a:cubicBezTo>
                <a:cubicBezTo>
                  <a:pt x="1388144" y="114734"/>
                  <a:pt x="1390402" y="114534"/>
                  <a:pt x="1393203" y="11413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boxingmatch">
            <a:extLst xmlns:a="http://schemas.openxmlformats.org/drawingml/2006/main">
              <a:ext uri="{FF2B5EF4-FFF2-40B4-BE49-F238E27FC236}">
                <a16:creationId xmlns:a16="http://schemas.microsoft.com/office/drawing/2014/main" id="{E81C04BF-0B28-4B47-B122-8C52B70B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356" y="1783313"/>
            <a:ext cx="1021150" cy="162754"/>
          </a:xfrm>
          <a:custGeom xmlns:a="http://schemas.openxmlformats.org/drawingml/2006/main">
            <a:pathLst>
              <a:path w="1021150" h="162754">
                <a:moveTo>
                  <a:pt x="14320" y="125710"/>
                </a:moveTo>
                <a:lnTo>
                  <a:pt x="0" y="125710"/>
                </a:lnTo>
                <a:lnTo>
                  <a:pt x="0" y="0"/>
                </a:lnTo>
                <a:lnTo>
                  <a:pt x="15435" y="0"/>
                </a:lnTo>
                <a:lnTo>
                  <a:pt x="15435" y="44847"/>
                </a:lnTo>
                <a:cubicBezTo>
                  <a:pt x="21952" y="36673"/>
                  <a:pt x="30270" y="32585"/>
                  <a:pt x="40388" y="32585"/>
                </a:cubicBezTo>
                <a:cubicBezTo>
                  <a:pt x="45991" y="32585"/>
                  <a:pt x="51293" y="33714"/>
                  <a:pt x="56295" y="35972"/>
                </a:cubicBezTo>
                <a:cubicBezTo>
                  <a:pt x="61297" y="38230"/>
                  <a:pt x="65413" y="41403"/>
                  <a:pt x="68643" y="45490"/>
                </a:cubicBezTo>
                <a:cubicBezTo>
                  <a:pt x="71873" y="49578"/>
                  <a:pt x="74403" y="54509"/>
                  <a:pt x="76232" y="60282"/>
                </a:cubicBezTo>
                <a:cubicBezTo>
                  <a:pt x="78061" y="66056"/>
                  <a:pt x="78976" y="72230"/>
                  <a:pt x="78976" y="78804"/>
                </a:cubicBezTo>
                <a:cubicBezTo>
                  <a:pt x="78976" y="94411"/>
                  <a:pt x="75117" y="106473"/>
                  <a:pt x="67400" y="114991"/>
                </a:cubicBezTo>
                <a:cubicBezTo>
                  <a:pt x="59682" y="123509"/>
                  <a:pt x="50421" y="127768"/>
                  <a:pt x="39617" y="127768"/>
                </a:cubicBezTo>
                <a:cubicBezTo>
                  <a:pt x="28869" y="127768"/>
                  <a:pt x="20437" y="123280"/>
                  <a:pt x="14320" y="114305"/>
                </a:cubicBezTo>
                <a:lnTo>
                  <a:pt x="14320" y="125710"/>
                </a:lnTo>
                <a:moveTo>
                  <a:pt x="14149" y="79490"/>
                </a:moveTo>
                <a:cubicBezTo>
                  <a:pt x="14149" y="90409"/>
                  <a:pt x="15635" y="98298"/>
                  <a:pt x="18608" y="103158"/>
                </a:cubicBezTo>
                <a:cubicBezTo>
                  <a:pt x="23467" y="111104"/>
                  <a:pt x="30041" y="115077"/>
                  <a:pt x="38330" y="115077"/>
                </a:cubicBezTo>
                <a:cubicBezTo>
                  <a:pt x="45076" y="115077"/>
                  <a:pt x="50907" y="112147"/>
                  <a:pt x="55823" y="106287"/>
                </a:cubicBezTo>
                <a:cubicBezTo>
                  <a:pt x="60740" y="100428"/>
                  <a:pt x="63198" y="91696"/>
                  <a:pt x="63198" y="80091"/>
                </a:cubicBezTo>
                <a:cubicBezTo>
                  <a:pt x="63198" y="68200"/>
                  <a:pt x="60840" y="59425"/>
                  <a:pt x="56124" y="53765"/>
                </a:cubicBezTo>
                <a:cubicBezTo>
                  <a:pt x="51407" y="48106"/>
                  <a:pt x="45705" y="45276"/>
                  <a:pt x="39016" y="45276"/>
                </a:cubicBezTo>
                <a:cubicBezTo>
                  <a:pt x="32271" y="45276"/>
                  <a:pt x="26440" y="48206"/>
                  <a:pt x="21523" y="54066"/>
                </a:cubicBezTo>
                <a:cubicBezTo>
                  <a:pt x="16607" y="59925"/>
                  <a:pt x="14149" y="68400"/>
                  <a:pt x="14149" y="79490"/>
                </a:cubicBezTo>
                <a:close/>
                <a:moveTo>
                  <a:pt x="92019" y="80176"/>
                </a:moveTo>
                <a:cubicBezTo>
                  <a:pt x="92019" y="63312"/>
                  <a:pt x="96707" y="50821"/>
                  <a:pt x="106082" y="42704"/>
                </a:cubicBezTo>
                <a:cubicBezTo>
                  <a:pt x="113914" y="35958"/>
                  <a:pt x="123461" y="32585"/>
                  <a:pt x="134723" y="32585"/>
                </a:cubicBezTo>
                <a:cubicBezTo>
                  <a:pt x="147242" y="32585"/>
                  <a:pt x="157475" y="36687"/>
                  <a:pt x="165421" y="44890"/>
                </a:cubicBezTo>
                <a:cubicBezTo>
                  <a:pt x="173367" y="53094"/>
                  <a:pt x="177340" y="64427"/>
                  <a:pt x="177340" y="78890"/>
                </a:cubicBezTo>
                <a:cubicBezTo>
                  <a:pt x="177340" y="90609"/>
                  <a:pt x="175583" y="99828"/>
                  <a:pt x="172067" y="106545"/>
                </a:cubicBezTo>
                <a:cubicBezTo>
                  <a:pt x="168551" y="113262"/>
                  <a:pt x="163435" y="118478"/>
                  <a:pt x="156718" y="122194"/>
                </a:cubicBezTo>
                <a:cubicBezTo>
                  <a:pt x="150000" y="125910"/>
                  <a:pt x="142669" y="127768"/>
                  <a:pt x="134723" y="127768"/>
                </a:cubicBezTo>
                <a:cubicBezTo>
                  <a:pt x="121974" y="127768"/>
                  <a:pt x="111670" y="123680"/>
                  <a:pt x="103810" y="115506"/>
                </a:cubicBezTo>
                <a:cubicBezTo>
                  <a:pt x="95949" y="107331"/>
                  <a:pt x="92019" y="95554"/>
                  <a:pt x="92019" y="80176"/>
                </a:cubicBezTo>
                <a:moveTo>
                  <a:pt x="107883" y="80219"/>
                </a:moveTo>
                <a:cubicBezTo>
                  <a:pt x="107883" y="91867"/>
                  <a:pt x="110427" y="100589"/>
                  <a:pt x="115515" y="106384"/>
                </a:cubicBezTo>
                <a:cubicBezTo>
                  <a:pt x="120602" y="112179"/>
                  <a:pt x="127005" y="115077"/>
                  <a:pt x="134723" y="115077"/>
                </a:cubicBezTo>
                <a:cubicBezTo>
                  <a:pt x="142383" y="115077"/>
                  <a:pt x="148757" y="112165"/>
                  <a:pt x="153845" y="106341"/>
                </a:cubicBezTo>
                <a:cubicBezTo>
                  <a:pt x="158933" y="100517"/>
                  <a:pt x="161477" y="91638"/>
                  <a:pt x="161477" y="79705"/>
                </a:cubicBezTo>
                <a:cubicBezTo>
                  <a:pt x="161477" y="68457"/>
                  <a:pt x="158918" y="59936"/>
                  <a:pt x="153802" y="54141"/>
                </a:cubicBezTo>
                <a:cubicBezTo>
                  <a:pt x="148686" y="48345"/>
                  <a:pt x="142326" y="45448"/>
                  <a:pt x="134723" y="45448"/>
                </a:cubicBezTo>
                <a:cubicBezTo>
                  <a:pt x="127005" y="45448"/>
                  <a:pt x="120602" y="48331"/>
                  <a:pt x="115515" y="54098"/>
                </a:cubicBezTo>
                <a:cubicBezTo>
                  <a:pt x="110427" y="59864"/>
                  <a:pt x="107883" y="68572"/>
                  <a:pt x="107883" y="80219"/>
                </a:cubicBezTo>
                <a:close/>
                <a:moveTo>
                  <a:pt x="185152" y="125710"/>
                </a:moveTo>
                <a:lnTo>
                  <a:pt x="218450" y="78622"/>
                </a:lnTo>
                <a:lnTo>
                  <a:pt x="187639" y="34643"/>
                </a:lnTo>
                <a:lnTo>
                  <a:pt x="206933" y="34643"/>
                </a:lnTo>
                <a:lnTo>
                  <a:pt x="220910" y="55866"/>
                </a:lnTo>
                <a:cubicBezTo>
                  <a:pt x="223540" y="59963"/>
                  <a:pt x="225655" y="63380"/>
                  <a:pt x="227255" y="66119"/>
                </a:cubicBezTo>
                <a:cubicBezTo>
                  <a:pt x="229771" y="62465"/>
                  <a:pt x="232086" y="59169"/>
                  <a:pt x="234201" y="56228"/>
                </a:cubicBezTo>
                <a:lnTo>
                  <a:pt x="249551" y="34643"/>
                </a:lnTo>
                <a:lnTo>
                  <a:pt x="267987" y="34643"/>
                </a:lnTo>
                <a:lnTo>
                  <a:pt x="237296" y="78218"/>
                </a:lnTo>
                <a:lnTo>
                  <a:pt x="270388" y="125710"/>
                </a:lnTo>
                <a:lnTo>
                  <a:pt x="251437" y="125710"/>
                </a:lnTo>
                <a:lnTo>
                  <a:pt x="232744" y="97450"/>
                </a:lnTo>
                <a:lnTo>
                  <a:pt x="227770" y="90308"/>
                </a:lnTo>
                <a:lnTo>
                  <a:pt x="203846" y="125710"/>
                </a:lnTo>
                <a:lnTo>
                  <a:pt x="185152" y="125710"/>
                </a:lnTo>
                <a:close/>
                <a:moveTo>
                  <a:pt x="283336" y="17665"/>
                </a:moveTo>
                <a:lnTo>
                  <a:pt x="283336" y="0"/>
                </a:lnTo>
                <a:lnTo>
                  <a:pt x="298771" y="0"/>
                </a:lnTo>
                <a:lnTo>
                  <a:pt x="298771" y="17665"/>
                </a:lnTo>
                <a:lnTo>
                  <a:pt x="283336" y="17665"/>
                </a:lnTo>
                <a:moveTo>
                  <a:pt x="283336" y="125710"/>
                </a:moveTo>
                <a:lnTo>
                  <a:pt x="283336" y="34643"/>
                </a:lnTo>
                <a:lnTo>
                  <a:pt x="298771" y="34643"/>
                </a:lnTo>
                <a:lnTo>
                  <a:pt x="298771" y="125710"/>
                </a:lnTo>
                <a:lnTo>
                  <a:pt x="283336" y="125710"/>
                </a:lnTo>
                <a:close/>
                <a:moveTo>
                  <a:pt x="322272" y="125710"/>
                </a:moveTo>
                <a:lnTo>
                  <a:pt x="322272" y="34643"/>
                </a:lnTo>
                <a:lnTo>
                  <a:pt x="336164" y="34643"/>
                </a:lnTo>
                <a:lnTo>
                  <a:pt x="336164" y="47591"/>
                </a:lnTo>
                <a:cubicBezTo>
                  <a:pt x="342852" y="37587"/>
                  <a:pt x="352514" y="32585"/>
                  <a:pt x="365147" y="32585"/>
                </a:cubicBezTo>
                <a:cubicBezTo>
                  <a:pt x="370635" y="32585"/>
                  <a:pt x="375680" y="33571"/>
                  <a:pt x="380282" y="35543"/>
                </a:cubicBezTo>
                <a:cubicBezTo>
                  <a:pt x="384884" y="37516"/>
                  <a:pt x="388329" y="40103"/>
                  <a:pt x="390615" y="43304"/>
                </a:cubicBezTo>
                <a:cubicBezTo>
                  <a:pt x="392902" y="46505"/>
                  <a:pt x="394503" y="50307"/>
                  <a:pt x="395417" y="54709"/>
                </a:cubicBezTo>
                <a:cubicBezTo>
                  <a:pt x="395989" y="57567"/>
                  <a:pt x="396275" y="62569"/>
                  <a:pt x="396275" y="69715"/>
                </a:cubicBezTo>
                <a:lnTo>
                  <a:pt x="396275" y="125710"/>
                </a:lnTo>
                <a:lnTo>
                  <a:pt x="380840" y="125710"/>
                </a:lnTo>
                <a:lnTo>
                  <a:pt x="380840" y="70315"/>
                </a:lnTo>
                <a:cubicBezTo>
                  <a:pt x="380840" y="64027"/>
                  <a:pt x="380239" y="59325"/>
                  <a:pt x="379039" y="56209"/>
                </a:cubicBezTo>
                <a:cubicBezTo>
                  <a:pt x="377838" y="53094"/>
                  <a:pt x="375709" y="50607"/>
                  <a:pt x="372651" y="48749"/>
                </a:cubicBezTo>
                <a:cubicBezTo>
                  <a:pt x="369592" y="46891"/>
                  <a:pt x="366005" y="45962"/>
                  <a:pt x="361889" y="45962"/>
                </a:cubicBezTo>
                <a:cubicBezTo>
                  <a:pt x="355315" y="45962"/>
                  <a:pt x="349641" y="48049"/>
                  <a:pt x="344867" y="52222"/>
                </a:cubicBezTo>
                <a:cubicBezTo>
                  <a:pt x="340094" y="56395"/>
                  <a:pt x="337707" y="64313"/>
                  <a:pt x="337707" y="75975"/>
                </a:cubicBezTo>
                <a:lnTo>
                  <a:pt x="337707" y="125710"/>
                </a:lnTo>
                <a:lnTo>
                  <a:pt x="322272" y="125710"/>
                </a:lnTo>
                <a:close/>
                <a:moveTo>
                  <a:pt x="417120" y="133256"/>
                </a:moveTo>
                <a:lnTo>
                  <a:pt x="432127" y="135314"/>
                </a:lnTo>
                <a:cubicBezTo>
                  <a:pt x="432756" y="140000"/>
                  <a:pt x="434499" y="143413"/>
                  <a:pt x="437358" y="145553"/>
                </a:cubicBezTo>
                <a:cubicBezTo>
                  <a:pt x="441188" y="148445"/>
                  <a:pt x="446418" y="149891"/>
                  <a:pt x="453050" y="149891"/>
                </a:cubicBezTo>
                <a:cubicBezTo>
                  <a:pt x="460196" y="149891"/>
                  <a:pt x="465712" y="148459"/>
                  <a:pt x="469600" y="145593"/>
                </a:cubicBezTo>
                <a:cubicBezTo>
                  <a:pt x="473487" y="142728"/>
                  <a:pt x="476117" y="138717"/>
                  <a:pt x="477489" y="133561"/>
                </a:cubicBezTo>
                <a:cubicBezTo>
                  <a:pt x="478289" y="130408"/>
                  <a:pt x="478661" y="123789"/>
                  <a:pt x="478603" y="113705"/>
                </a:cubicBezTo>
                <a:cubicBezTo>
                  <a:pt x="471858" y="121708"/>
                  <a:pt x="463454" y="125710"/>
                  <a:pt x="453393" y="125710"/>
                </a:cubicBezTo>
                <a:cubicBezTo>
                  <a:pt x="440873" y="125710"/>
                  <a:pt x="431184" y="121194"/>
                  <a:pt x="424323" y="112161"/>
                </a:cubicBezTo>
                <a:cubicBezTo>
                  <a:pt x="417463" y="103129"/>
                  <a:pt x="414033" y="92296"/>
                  <a:pt x="414033" y="79662"/>
                </a:cubicBezTo>
                <a:cubicBezTo>
                  <a:pt x="414033" y="70973"/>
                  <a:pt x="415606" y="62955"/>
                  <a:pt x="418750" y="55609"/>
                </a:cubicBezTo>
                <a:cubicBezTo>
                  <a:pt x="421894" y="48263"/>
                  <a:pt x="426453" y="42589"/>
                  <a:pt x="432427" y="38588"/>
                </a:cubicBezTo>
                <a:cubicBezTo>
                  <a:pt x="438401" y="34586"/>
                  <a:pt x="445418" y="32585"/>
                  <a:pt x="453479" y="32585"/>
                </a:cubicBezTo>
                <a:cubicBezTo>
                  <a:pt x="464226" y="32585"/>
                  <a:pt x="473087" y="36987"/>
                  <a:pt x="480061" y="45791"/>
                </a:cubicBezTo>
                <a:lnTo>
                  <a:pt x="480061" y="34643"/>
                </a:lnTo>
                <a:lnTo>
                  <a:pt x="494296" y="34643"/>
                </a:lnTo>
                <a:lnTo>
                  <a:pt x="494296" y="113415"/>
                </a:lnTo>
                <a:cubicBezTo>
                  <a:pt x="494296" y="127602"/>
                  <a:pt x="492852" y="137655"/>
                  <a:pt x="489965" y="143575"/>
                </a:cubicBezTo>
                <a:cubicBezTo>
                  <a:pt x="487078" y="149496"/>
                  <a:pt x="482505" y="154172"/>
                  <a:pt x="476245" y="157604"/>
                </a:cubicBezTo>
                <a:cubicBezTo>
                  <a:pt x="469985" y="161037"/>
                  <a:pt x="462282" y="162754"/>
                  <a:pt x="453136" y="162754"/>
                </a:cubicBezTo>
                <a:cubicBezTo>
                  <a:pt x="442274" y="162754"/>
                  <a:pt x="433499" y="160303"/>
                  <a:pt x="426810" y="155401"/>
                </a:cubicBezTo>
                <a:cubicBezTo>
                  <a:pt x="420122" y="150499"/>
                  <a:pt x="416892" y="143117"/>
                  <a:pt x="417120" y="133256"/>
                </a:cubicBezTo>
                <a:moveTo>
                  <a:pt x="429897" y="78550"/>
                </a:moveTo>
                <a:cubicBezTo>
                  <a:pt x="429897" y="90467"/>
                  <a:pt x="432270" y="99163"/>
                  <a:pt x="437015" y="104637"/>
                </a:cubicBezTo>
                <a:cubicBezTo>
                  <a:pt x="441759" y="110110"/>
                  <a:pt x="447705" y="112847"/>
                  <a:pt x="454851" y="112847"/>
                </a:cubicBezTo>
                <a:cubicBezTo>
                  <a:pt x="461939" y="112847"/>
                  <a:pt x="467885" y="110125"/>
                  <a:pt x="472687" y="104680"/>
                </a:cubicBezTo>
                <a:cubicBezTo>
                  <a:pt x="477489" y="99234"/>
                  <a:pt x="479890" y="90695"/>
                  <a:pt x="479890" y="79062"/>
                </a:cubicBezTo>
                <a:cubicBezTo>
                  <a:pt x="479890" y="67943"/>
                  <a:pt x="477417" y="59561"/>
                  <a:pt x="472472" y="53915"/>
                </a:cubicBezTo>
                <a:cubicBezTo>
                  <a:pt x="467527" y="48270"/>
                  <a:pt x="461568" y="45448"/>
                  <a:pt x="454593" y="45448"/>
                </a:cubicBezTo>
                <a:cubicBezTo>
                  <a:pt x="447733" y="45448"/>
                  <a:pt x="441902" y="48227"/>
                  <a:pt x="437100" y="53787"/>
                </a:cubicBezTo>
                <a:cubicBezTo>
                  <a:pt x="432298" y="59346"/>
                  <a:pt x="429897" y="67601"/>
                  <a:pt x="429897" y="78550"/>
                </a:cubicBezTo>
                <a:close/>
                <a:moveTo>
                  <a:pt x="566415" y="125710"/>
                </a:moveTo>
                <a:lnTo>
                  <a:pt x="566415" y="34643"/>
                </a:lnTo>
                <a:lnTo>
                  <a:pt x="580220" y="34643"/>
                </a:lnTo>
                <a:lnTo>
                  <a:pt x="580220" y="47420"/>
                </a:lnTo>
                <a:cubicBezTo>
                  <a:pt x="583079" y="42961"/>
                  <a:pt x="586880" y="39374"/>
                  <a:pt x="591625" y="36658"/>
                </a:cubicBezTo>
                <a:cubicBezTo>
                  <a:pt x="596370" y="33943"/>
                  <a:pt x="601772" y="32585"/>
                  <a:pt x="607832" y="32585"/>
                </a:cubicBezTo>
                <a:cubicBezTo>
                  <a:pt x="614578" y="32585"/>
                  <a:pt x="620108" y="33986"/>
                  <a:pt x="624425" y="36787"/>
                </a:cubicBezTo>
                <a:cubicBezTo>
                  <a:pt x="628741" y="39588"/>
                  <a:pt x="631785" y="43504"/>
                  <a:pt x="633557" y="48535"/>
                </a:cubicBezTo>
                <a:cubicBezTo>
                  <a:pt x="640760" y="37902"/>
                  <a:pt x="650135" y="32585"/>
                  <a:pt x="661683" y="32585"/>
                </a:cubicBezTo>
                <a:cubicBezTo>
                  <a:pt x="670715" y="32585"/>
                  <a:pt x="677661" y="35086"/>
                  <a:pt x="682520" y="40088"/>
                </a:cubicBezTo>
                <a:cubicBezTo>
                  <a:pt x="687379" y="45090"/>
                  <a:pt x="689809" y="52794"/>
                  <a:pt x="689809" y="63198"/>
                </a:cubicBezTo>
                <a:lnTo>
                  <a:pt x="689809" y="125710"/>
                </a:lnTo>
                <a:lnTo>
                  <a:pt x="674460" y="125710"/>
                </a:lnTo>
                <a:lnTo>
                  <a:pt x="674460" y="68343"/>
                </a:lnTo>
                <a:cubicBezTo>
                  <a:pt x="674460" y="62169"/>
                  <a:pt x="673960" y="57724"/>
                  <a:pt x="672959" y="55009"/>
                </a:cubicBezTo>
                <a:cubicBezTo>
                  <a:pt x="671959" y="52293"/>
                  <a:pt x="670144" y="50107"/>
                  <a:pt x="667514" y="48449"/>
                </a:cubicBezTo>
                <a:cubicBezTo>
                  <a:pt x="664884" y="46791"/>
                  <a:pt x="661797" y="45962"/>
                  <a:pt x="658253" y="45962"/>
                </a:cubicBezTo>
                <a:cubicBezTo>
                  <a:pt x="651850" y="45962"/>
                  <a:pt x="646534" y="48092"/>
                  <a:pt x="642303" y="52351"/>
                </a:cubicBezTo>
                <a:cubicBezTo>
                  <a:pt x="638073" y="56609"/>
                  <a:pt x="635958" y="63427"/>
                  <a:pt x="635958" y="72802"/>
                </a:cubicBezTo>
                <a:lnTo>
                  <a:pt x="635958" y="125710"/>
                </a:lnTo>
                <a:lnTo>
                  <a:pt x="620523" y="125710"/>
                </a:lnTo>
                <a:lnTo>
                  <a:pt x="620523" y="66542"/>
                </a:lnTo>
                <a:cubicBezTo>
                  <a:pt x="620523" y="59682"/>
                  <a:pt x="619265" y="54537"/>
                  <a:pt x="616750" y="51107"/>
                </a:cubicBezTo>
                <a:cubicBezTo>
                  <a:pt x="614235" y="47677"/>
                  <a:pt x="610119" y="45962"/>
                  <a:pt x="604402" y="45962"/>
                </a:cubicBezTo>
                <a:cubicBezTo>
                  <a:pt x="600057" y="45962"/>
                  <a:pt x="596041" y="47105"/>
                  <a:pt x="592354" y="49392"/>
                </a:cubicBezTo>
                <a:cubicBezTo>
                  <a:pt x="588667" y="51679"/>
                  <a:pt x="585994" y="55023"/>
                  <a:pt x="584336" y="59425"/>
                </a:cubicBezTo>
                <a:cubicBezTo>
                  <a:pt x="582678" y="63827"/>
                  <a:pt x="581850" y="70172"/>
                  <a:pt x="581850" y="78461"/>
                </a:cubicBezTo>
                <a:lnTo>
                  <a:pt x="581850" y="125710"/>
                </a:lnTo>
                <a:lnTo>
                  <a:pt x="566415" y="125710"/>
                </a:lnTo>
                <a:close/>
                <a:moveTo>
                  <a:pt x="772128" y="114219"/>
                </a:moveTo>
                <a:cubicBezTo>
                  <a:pt x="766411" y="119173"/>
                  <a:pt x="760909" y="122670"/>
                  <a:pt x="755621" y="124710"/>
                </a:cubicBezTo>
                <a:cubicBezTo>
                  <a:pt x="750333" y="126749"/>
                  <a:pt x="744659" y="127768"/>
                  <a:pt x="738600" y="127768"/>
                </a:cubicBezTo>
                <a:cubicBezTo>
                  <a:pt x="728595" y="127768"/>
                  <a:pt x="720907" y="125324"/>
                  <a:pt x="715533" y="120436"/>
                </a:cubicBezTo>
                <a:cubicBezTo>
                  <a:pt x="710159" y="115548"/>
                  <a:pt x="707472" y="109303"/>
                  <a:pt x="707472" y="101700"/>
                </a:cubicBezTo>
                <a:cubicBezTo>
                  <a:pt x="707472" y="97241"/>
                  <a:pt x="708487" y="93168"/>
                  <a:pt x="710516" y="89480"/>
                </a:cubicBezTo>
                <a:cubicBezTo>
                  <a:pt x="712546" y="85793"/>
                  <a:pt x="715204" y="82835"/>
                  <a:pt x="718491" y="80605"/>
                </a:cubicBezTo>
                <a:cubicBezTo>
                  <a:pt x="721778" y="78376"/>
                  <a:pt x="725480" y="76689"/>
                  <a:pt x="729596" y="75546"/>
                </a:cubicBezTo>
                <a:cubicBezTo>
                  <a:pt x="732626" y="74746"/>
                  <a:pt x="737199" y="73974"/>
                  <a:pt x="743316" y="73231"/>
                </a:cubicBezTo>
                <a:cubicBezTo>
                  <a:pt x="755778" y="71744"/>
                  <a:pt x="764954" y="69972"/>
                  <a:pt x="770842" y="67914"/>
                </a:cubicBezTo>
                <a:cubicBezTo>
                  <a:pt x="770899" y="65808"/>
                  <a:pt x="770927" y="64470"/>
                  <a:pt x="770927" y="63900"/>
                </a:cubicBezTo>
                <a:cubicBezTo>
                  <a:pt x="770927" y="57635"/>
                  <a:pt x="769470" y="53221"/>
                  <a:pt x="766554" y="50660"/>
                </a:cubicBezTo>
                <a:cubicBezTo>
                  <a:pt x="762610" y="47185"/>
                  <a:pt x="756750" y="45448"/>
                  <a:pt x="748975" y="45448"/>
                </a:cubicBezTo>
                <a:cubicBezTo>
                  <a:pt x="741715" y="45448"/>
                  <a:pt x="736356" y="46720"/>
                  <a:pt x="732897" y="49263"/>
                </a:cubicBezTo>
                <a:cubicBezTo>
                  <a:pt x="729439" y="51807"/>
                  <a:pt x="726880" y="56309"/>
                  <a:pt x="725223" y="62769"/>
                </a:cubicBezTo>
                <a:lnTo>
                  <a:pt x="710131" y="60711"/>
                </a:lnTo>
                <a:cubicBezTo>
                  <a:pt x="711503" y="54232"/>
                  <a:pt x="713761" y="48999"/>
                  <a:pt x="716905" y="45013"/>
                </a:cubicBezTo>
                <a:cubicBezTo>
                  <a:pt x="720049" y="41028"/>
                  <a:pt x="724594" y="37961"/>
                  <a:pt x="730539" y="35811"/>
                </a:cubicBezTo>
                <a:cubicBezTo>
                  <a:pt x="736484" y="33661"/>
                  <a:pt x="743373" y="32585"/>
                  <a:pt x="751205" y="32585"/>
                </a:cubicBezTo>
                <a:cubicBezTo>
                  <a:pt x="758980" y="32585"/>
                  <a:pt x="765297" y="33503"/>
                  <a:pt x="770156" y="35340"/>
                </a:cubicBezTo>
                <a:cubicBezTo>
                  <a:pt x="775015" y="37175"/>
                  <a:pt x="778588" y="39484"/>
                  <a:pt x="780875" y="42267"/>
                </a:cubicBezTo>
                <a:cubicBezTo>
                  <a:pt x="783161" y="45048"/>
                  <a:pt x="784762" y="48562"/>
                  <a:pt x="785677" y="52809"/>
                </a:cubicBezTo>
                <a:cubicBezTo>
                  <a:pt x="786191" y="55447"/>
                  <a:pt x="786448" y="60187"/>
                  <a:pt x="786448" y="67027"/>
                </a:cubicBezTo>
                <a:lnTo>
                  <a:pt x="786448" y="87548"/>
                </a:lnTo>
                <a:cubicBezTo>
                  <a:pt x="786448" y="101856"/>
                  <a:pt x="786777" y="110918"/>
                  <a:pt x="787434" y="114734"/>
                </a:cubicBezTo>
                <a:cubicBezTo>
                  <a:pt x="788092" y="118550"/>
                  <a:pt x="789392" y="122208"/>
                  <a:pt x="791336" y="125710"/>
                </a:cubicBezTo>
                <a:lnTo>
                  <a:pt x="775215" y="125710"/>
                </a:lnTo>
                <a:cubicBezTo>
                  <a:pt x="773614" y="122435"/>
                  <a:pt x="772585" y="118605"/>
                  <a:pt x="772128" y="114219"/>
                </a:cubicBezTo>
                <a:moveTo>
                  <a:pt x="770842" y="80091"/>
                </a:moveTo>
                <a:cubicBezTo>
                  <a:pt x="765239" y="82367"/>
                  <a:pt x="756836" y="84301"/>
                  <a:pt x="745631" y="85895"/>
                </a:cubicBezTo>
                <a:cubicBezTo>
                  <a:pt x="739286" y="86804"/>
                  <a:pt x="734798" y="87828"/>
                  <a:pt x="732168" y="88966"/>
                </a:cubicBezTo>
                <a:cubicBezTo>
                  <a:pt x="729539" y="90104"/>
                  <a:pt x="727509" y="91768"/>
                  <a:pt x="726080" y="93958"/>
                </a:cubicBezTo>
                <a:cubicBezTo>
                  <a:pt x="724651" y="96148"/>
                  <a:pt x="723936" y="98581"/>
                  <a:pt x="723936" y="101255"/>
                </a:cubicBezTo>
                <a:cubicBezTo>
                  <a:pt x="723936" y="105351"/>
                  <a:pt x="725494" y="108765"/>
                  <a:pt x="728610" y="111497"/>
                </a:cubicBezTo>
                <a:cubicBezTo>
                  <a:pt x="731725" y="114226"/>
                  <a:pt x="736284" y="115591"/>
                  <a:pt x="742287" y="115591"/>
                </a:cubicBezTo>
                <a:cubicBezTo>
                  <a:pt x="748232" y="115591"/>
                  <a:pt x="753520" y="114295"/>
                  <a:pt x="758151" y="111703"/>
                </a:cubicBezTo>
                <a:cubicBezTo>
                  <a:pt x="762781" y="109109"/>
                  <a:pt x="766183" y="105566"/>
                  <a:pt x="768355" y="101073"/>
                </a:cubicBezTo>
                <a:cubicBezTo>
                  <a:pt x="770013" y="97605"/>
                  <a:pt x="770842" y="92488"/>
                  <a:pt x="770842" y="85721"/>
                </a:cubicBezTo>
                <a:lnTo>
                  <a:pt x="770842" y="80091"/>
                </a:lnTo>
                <a:close/>
                <a:moveTo>
                  <a:pt x="844081" y="111904"/>
                </a:moveTo>
                <a:lnTo>
                  <a:pt x="846311" y="125538"/>
                </a:lnTo>
                <a:cubicBezTo>
                  <a:pt x="841966" y="126453"/>
                  <a:pt x="838079" y="126910"/>
                  <a:pt x="834649" y="126910"/>
                </a:cubicBezTo>
                <a:cubicBezTo>
                  <a:pt x="829046" y="126910"/>
                  <a:pt x="824702" y="126024"/>
                  <a:pt x="821615" y="124252"/>
                </a:cubicBezTo>
                <a:cubicBezTo>
                  <a:pt x="818528" y="122480"/>
                  <a:pt x="816355" y="120150"/>
                  <a:pt x="815098" y="117263"/>
                </a:cubicBezTo>
                <a:cubicBezTo>
                  <a:pt x="813840" y="114376"/>
                  <a:pt x="813211" y="108303"/>
                  <a:pt x="813211" y="99041"/>
                </a:cubicBezTo>
                <a:lnTo>
                  <a:pt x="813211" y="46648"/>
                </a:lnTo>
                <a:lnTo>
                  <a:pt x="801892" y="46648"/>
                </a:lnTo>
                <a:lnTo>
                  <a:pt x="801892" y="34643"/>
                </a:lnTo>
                <a:lnTo>
                  <a:pt x="813211" y="34643"/>
                </a:lnTo>
                <a:lnTo>
                  <a:pt x="813211" y="12091"/>
                </a:lnTo>
                <a:lnTo>
                  <a:pt x="828560" y="2830"/>
                </a:lnTo>
                <a:lnTo>
                  <a:pt x="828560" y="34643"/>
                </a:lnTo>
                <a:lnTo>
                  <a:pt x="844081" y="34643"/>
                </a:lnTo>
                <a:lnTo>
                  <a:pt x="844081" y="46648"/>
                </a:lnTo>
                <a:lnTo>
                  <a:pt x="828560" y="46648"/>
                </a:lnTo>
                <a:lnTo>
                  <a:pt x="828560" y="99899"/>
                </a:lnTo>
                <a:cubicBezTo>
                  <a:pt x="828560" y="104301"/>
                  <a:pt x="828832" y="107131"/>
                  <a:pt x="829375" y="108388"/>
                </a:cubicBezTo>
                <a:cubicBezTo>
                  <a:pt x="829918" y="109646"/>
                  <a:pt x="830804" y="110646"/>
                  <a:pt x="832033" y="111390"/>
                </a:cubicBezTo>
                <a:cubicBezTo>
                  <a:pt x="833262" y="112133"/>
                  <a:pt x="835020" y="112504"/>
                  <a:pt x="837307" y="112504"/>
                </a:cubicBezTo>
                <a:cubicBezTo>
                  <a:pt x="839022" y="112504"/>
                  <a:pt x="841280" y="112304"/>
                  <a:pt x="844081" y="111904"/>
                </a:cubicBezTo>
                <a:close/>
                <a:moveTo>
                  <a:pt x="918592" y="92267"/>
                </a:moveTo>
                <a:lnTo>
                  <a:pt x="933770" y="94325"/>
                </a:lnTo>
                <a:cubicBezTo>
                  <a:pt x="932112" y="104787"/>
                  <a:pt x="927868" y="112976"/>
                  <a:pt x="921036" y="118893"/>
                </a:cubicBezTo>
                <a:cubicBezTo>
                  <a:pt x="914205" y="124809"/>
                  <a:pt x="905816" y="127768"/>
                  <a:pt x="895868" y="127768"/>
                </a:cubicBezTo>
                <a:cubicBezTo>
                  <a:pt x="883406" y="127768"/>
                  <a:pt x="873388" y="123695"/>
                  <a:pt x="865813" y="115548"/>
                </a:cubicBezTo>
                <a:cubicBezTo>
                  <a:pt x="858238" y="107402"/>
                  <a:pt x="854451" y="95726"/>
                  <a:pt x="854451" y="80519"/>
                </a:cubicBezTo>
                <a:cubicBezTo>
                  <a:pt x="854451" y="70687"/>
                  <a:pt x="856080" y="62083"/>
                  <a:pt x="859339" y="54709"/>
                </a:cubicBezTo>
                <a:cubicBezTo>
                  <a:pt x="862597" y="47334"/>
                  <a:pt x="867557" y="41803"/>
                  <a:pt x="874217" y="38116"/>
                </a:cubicBezTo>
                <a:cubicBezTo>
                  <a:pt x="880877" y="34429"/>
                  <a:pt x="888122" y="32585"/>
                  <a:pt x="895954" y="32585"/>
                </a:cubicBezTo>
                <a:cubicBezTo>
                  <a:pt x="905844" y="32585"/>
                  <a:pt x="913933" y="35072"/>
                  <a:pt x="920222" y="40045"/>
                </a:cubicBezTo>
                <a:cubicBezTo>
                  <a:pt x="926510" y="45017"/>
                  <a:pt x="930540" y="52077"/>
                  <a:pt x="932312" y="61226"/>
                </a:cubicBezTo>
                <a:lnTo>
                  <a:pt x="917306" y="63627"/>
                </a:lnTo>
                <a:cubicBezTo>
                  <a:pt x="915877" y="57538"/>
                  <a:pt x="913347" y="52958"/>
                  <a:pt x="909717" y="49885"/>
                </a:cubicBezTo>
                <a:cubicBezTo>
                  <a:pt x="906087" y="46812"/>
                  <a:pt x="901700" y="45276"/>
                  <a:pt x="896555" y="45276"/>
                </a:cubicBezTo>
                <a:cubicBezTo>
                  <a:pt x="888780" y="45276"/>
                  <a:pt x="882463" y="48063"/>
                  <a:pt x="877604" y="53637"/>
                </a:cubicBezTo>
                <a:cubicBezTo>
                  <a:pt x="872745" y="59211"/>
                  <a:pt x="870315" y="68028"/>
                  <a:pt x="870315" y="80091"/>
                </a:cubicBezTo>
                <a:cubicBezTo>
                  <a:pt x="870315" y="92324"/>
                  <a:pt x="872659" y="101214"/>
                  <a:pt x="877346" y="106759"/>
                </a:cubicBezTo>
                <a:cubicBezTo>
                  <a:pt x="882034" y="112304"/>
                  <a:pt x="888151" y="115077"/>
                  <a:pt x="895697" y="115077"/>
                </a:cubicBezTo>
                <a:cubicBezTo>
                  <a:pt x="901757" y="115077"/>
                  <a:pt x="906816" y="113212"/>
                  <a:pt x="910875" y="109482"/>
                </a:cubicBezTo>
                <a:cubicBezTo>
                  <a:pt x="914934" y="105751"/>
                  <a:pt x="917506" y="100013"/>
                  <a:pt x="918592" y="92267"/>
                </a:cubicBezTo>
                <a:close/>
                <a:moveTo>
                  <a:pt x="946976" y="125710"/>
                </a:moveTo>
                <a:lnTo>
                  <a:pt x="946976" y="0"/>
                </a:lnTo>
                <a:lnTo>
                  <a:pt x="962411" y="0"/>
                </a:lnTo>
                <a:lnTo>
                  <a:pt x="962411" y="45185"/>
                </a:lnTo>
                <a:cubicBezTo>
                  <a:pt x="969614" y="36785"/>
                  <a:pt x="978703" y="32585"/>
                  <a:pt x="989679" y="32585"/>
                </a:cubicBezTo>
                <a:cubicBezTo>
                  <a:pt x="996425" y="32585"/>
                  <a:pt x="1002285" y="33914"/>
                  <a:pt x="1007258" y="36572"/>
                </a:cubicBezTo>
                <a:cubicBezTo>
                  <a:pt x="1012232" y="39231"/>
                  <a:pt x="1015790" y="42904"/>
                  <a:pt x="1017934" y="47591"/>
                </a:cubicBezTo>
                <a:cubicBezTo>
                  <a:pt x="1020078" y="52279"/>
                  <a:pt x="1021150" y="59082"/>
                  <a:pt x="1021150" y="68000"/>
                </a:cubicBezTo>
                <a:lnTo>
                  <a:pt x="1021150" y="125710"/>
                </a:lnTo>
                <a:lnTo>
                  <a:pt x="1005715" y="125710"/>
                </a:lnTo>
                <a:lnTo>
                  <a:pt x="1005715" y="68062"/>
                </a:lnTo>
                <a:cubicBezTo>
                  <a:pt x="1005715" y="60353"/>
                  <a:pt x="1004043" y="54743"/>
                  <a:pt x="1000698" y="51230"/>
                </a:cubicBezTo>
                <a:cubicBezTo>
                  <a:pt x="997354" y="47718"/>
                  <a:pt x="992624" y="45962"/>
                  <a:pt x="986507" y="45962"/>
                </a:cubicBezTo>
                <a:cubicBezTo>
                  <a:pt x="981933" y="45962"/>
                  <a:pt x="977632" y="47147"/>
                  <a:pt x="973601" y="49518"/>
                </a:cubicBezTo>
                <a:cubicBezTo>
                  <a:pt x="969571" y="51887"/>
                  <a:pt x="966698" y="55099"/>
                  <a:pt x="964983" y="59154"/>
                </a:cubicBezTo>
                <a:cubicBezTo>
                  <a:pt x="963268" y="63208"/>
                  <a:pt x="962411" y="68804"/>
                  <a:pt x="962411" y="75943"/>
                </a:cubicBezTo>
                <a:lnTo>
                  <a:pt x="962411" y="125710"/>
                </a:lnTo>
                <a:lnTo>
                  <a:pt x="946976" y="1257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buyingpopcorn">
            <a:extLst xmlns:a="http://schemas.openxmlformats.org/drawingml/2006/main">
              <a:ext uri="{FF2B5EF4-FFF2-40B4-BE49-F238E27FC236}">
                <a16:creationId xmlns:a16="http://schemas.microsoft.com/office/drawing/2014/main" id="{93E368D6-F3A5-4552-901C-E798F51C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356" y="1985749"/>
            <a:ext cx="1177418" cy="162754"/>
          </a:xfrm>
          <a:custGeom xmlns:a="http://schemas.openxmlformats.org/drawingml/2006/main">
            <a:pathLst>
              <a:path w="1177418" h="162754">
                <a:moveTo>
                  <a:pt x="14320" y="125710"/>
                </a:moveTo>
                <a:lnTo>
                  <a:pt x="0" y="125710"/>
                </a:lnTo>
                <a:lnTo>
                  <a:pt x="0" y="0"/>
                </a:lnTo>
                <a:lnTo>
                  <a:pt x="15435" y="0"/>
                </a:lnTo>
                <a:lnTo>
                  <a:pt x="15435" y="44847"/>
                </a:lnTo>
                <a:cubicBezTo>
                  <a:pt x="21952" y="36673"/>
                  <a:pt x="30270" y="32585"/>
                  <a:pt x="40388" y="32585"/>
                </a:cubicBezTo>
                <a:cubicBezTo>
                  <a:pt x="45991" y="32585"/>
                  <a:pt x="51293" y="33714"/>
                  <a:pt x="56295" y="35972"/>
                </a:cubicBezTo>
                <a:cubicBezTo>
                  <a:pt x="61297" y="38230"/>
                  <a:pt x="65413" y="41403"/>
                  <a:pt x="68643" y="45490"/>
                </a:cubicBezTo>
                <a:cubicBezTo>
                  <a:pt x="71873" y="49578"/>
                  <a:pt x="74403" y="54509"/>
                  <a:pt x="76232" y="60282"/>
                </a:cubicBezTo>
                <a:cubicBezTo>
                  <a:pt x="78061" y="66056"/>
                  <a:pt x="78976" y="72230"/>
                  <a:pt x="78976" y="78804"/>
                </a:cubicBezTo>
                <a:cubicBezTo>
                  <a:pt x="78976" y="94411"/>
                  <a:pt x="75117" y="106473"/>
                  <a:pt x="67400" y="114991"/>
                </a:cubicBezTo>
                <a:cubicBezTo>
                  <a:pt x="59682" y="123509"/>
                  <a:pt x="50421" y="127768"/>
                  <a:pt x="39617" y="127768"/>
                </a:cubicBezTo>
                <a:cubicBezTo>
                  <a:pt x="28869" y="127768"/>
                  <a:pt x="20437" y="123280"/>
                  <a:pt x="14320" y="114305"/>
                </a:cubicBezTo>
                <a:lnTo>
                  <a:pt x="14320" y="125710"/>
                </a:lnTo>
                <a:moveTo>
                  <a:pt x="14149" y="79490"/>
                </a:moveTo>
                <a:cubicBezTo>
                  <a:pt x="14149" y="90409"/>
                  <a:pt x="15635" y="98298"/>
                  <a:pt x="18608" y="103158"/>
                </a:cubicBezTo>
                <a:cubicBezTo>
                  <a:pt x="23467" y="111104"/>
                  <a:pt x="30041" y="115077"/>
                  <a:pt x="38330" y="115077"/>
                </a:cubicBezTo>
                <a:cubicBezTo>
                  <a:pt x="45076" y="115077"/>
                  <a:pt x="50907" y="112147"/>
                  <a:pt x="55823" y="106287"/>
                </a:cubicBezTo>
                <a:cubicBezTo>
                  <a:pt x="60740" y="100428"/>
                  <a:pt x="63198" y="91696"/>
                  <a:pt x="63198" y="80091"/>
                </a:cubicBezTo>
                <a:cubicBezTo>
                  <a:pt x="63198" y="68200"/>
                  <a:pt x="60840" y="59425"/>
                  <a:pt x="56124" y="53765"/>
                </a:cubicBezTo>
                <a:cubicBezTo>
                  <a:pt x="51407" y="48106"/>
                  <a:pt x="45705" y="45276"/>
                  <a:pt x="39016" y="45276"/>
                </a:cubicBezTo>
                <a:cubicBezTo>
                  <a:pt x="32271" y="45276"/>
                  <a:pt x="26440" y="48206"/>
                  <a:pt x="21523" y="54066"/>
                </a:cubicBezTo>
                <a:cubicBezTo>
                  <a:pt x="16607" y="59925"/>
                  <a:pt x="14149" y="68400"/>
                  <a:pt x="14149" y="79490"/>
                </a:cubicBezTo>
                <a:close/>
                <a:moveTo>
                  <a:pt x="157446" y="125710"/>
                </a:moveTo>
                <a:lnTo>
                  <a:pt x="157446" y="112250"/>
                </a:lnTo>
                <a:cubicBezTo>
                  <a:pt x="150358" y="122595"/>
                  <a:pt x="140725" y="127768"/>
                  <a:pt x="128549" y="127768"/>
                </a:cubicBezTo>
                <a:cubicBezTo>
                  <a:pt x="123175" y="127768"/>
                  <a:pt x="118159" y="126739"/>
                  <a:pt x="113499" y="124681"/>
                </a:cubicBezTo>
                <a:cubicBezTo>
                  <a:pt x="108840" y="122623"/>
                  <a:pt x="105382" y="120036"/>
                  <a:pt x="103124" y="116920"/>
                </a:cubicBezTo>
                <a:cubicBezTo>
                  <a:pt x="100866" y="113805"/>
                  <a:pt x="99279" y="109989"/>
                  <a:pt x="98364" y="105473"/>
                </a:cubicBezTo>
                <a:cubicBezTo>
                  <a:pt x="97736" y="102443"/>
                  <a:pt x="97421" y="97641"/>
                  <a:pt x="97421" y="91067"/>
                </a:cubicBezTo>
                <a:lnTo>
                  <a:pt x="97421" y="34643"/>
                </a:lnTo>
                <a:lnTo>
                  <a:pt x="112856" y="34643"/>
                </a:lnTo>
                <a:lnTo>
                  <a:pt x="112856" y="85096"/>
                </a:lnTo>
                <a:cubicBezTo>
                  <a:pt x="112856" y="93148"/>
                  <a:pt x="113171" y="98573"/>
                  <a:pt x="113800" y="101370"/>
                </a:cubicBezTo>
                <a:cubicBezTo>
                  <a:pt x="114771" y="105425"/>
                  <a:pt x="116829" y="108610"/>
                  <a:pt x="119974" y="110923"/>
                </a:cubicBezTo>
                <a:cubicBezTo>
                  <a:pt x="123118" y="113235"/>
                  <a:pt x="127005" y="114391"/>
                  <a:pt x="131636" y="114391"/>
                </a:cubicBezTo>
                <a:cubicBezTo>
                  <a:pt x="136266" y="114391"/>
                  <a:pt x="140611" y="113206"/>
                  <a:pt x="144670" y="110838"/>
                </a:cubicBezTo>
                <a:cubicBezTo>
                  <a:pt x="148728" y="108467"/>
                  <a:pt x="151601" y="105241"/>
                  <a:pt x="153288" y="101158"/>
                </a:cubicBezTo>
                <a:cubicBezTo>
                  <a:pt x="154974" y="97075"/>
                  <a:pt x="155817" y="91150"/>
                  <a:pt x="155817" y="83384"/>
                </a:cubicBezTo>
                <a:lnTo>
                  <a:pt x="155817" y="34643"/>
                </a:lnTo>
                <a:lnTo>
                  <a:pt x="171252" y="34643"/>
                </a:lnTo>
                <a:lnTo>
                  <a:pt x="171252" y="125710"/>
                </a:lnTo>
                <a:lnTo>
                  <a:pt x="157446" y="125710"/>
                </a:lnTo>
                <a:close/>
                <a:moveTo>
                  <a:pt x="194756" y="160878"/>
                </a:moveTo>
                <a:lnTo>
                  <a:pt x="193041" y="146461"/>
                </a:lnTo>
                <a:cubicBezTo>
                  <a:pt x="196414" y="147376"/>
                  <a:pt x="199358" y="147833"/>
                  <a:pt x="201873" y="147833"/>
                </a:cubicBezTo>
                <a:cubicBezTo>
                  <a:pt x="205303" y="147833"/>
                  <a:pt x="208047" y="147261"/>
                  <a:pt x="210105" y="146116"/>
                </a:cubicBezTo>
                <a:cubicBezTo>
                  <a:pt x="212163" y="144971"/>
                  <a:pt x="213850" y="143367"/>
                  <a:pt x="215165" y="141306"/>
                </a:cubicBezTo>
                <a:cubicBezTo>
                  <a:pt x="216137" y="139760"/>
                  <a:pt x="217709" y="135925"/>
                  <a:pt x="219881" y="129799"/>
                </a:cubicBezTo>
                <a:cubicBezTo>
                  <a:pt x="220167" y="128940"/>
                  <a:pt x="220624" y="127680"/>
                  <a:pt x="221253" y="126021"/>
                </a:cubicBezTo>
                <a:lnTo>
                  <a:pt x="186696" y="34643"/>
                </a:lnTo>
                <a:lnTo>
                  <a:pt x="203331" y="34643"/>
                </a:lnTo>
                <a:lnTo>
                  <a:pt x="222282" y="87396"/>
                </a:lnTo>
                <a:cubicBezTo>
                  <a:pt x="224740" y="94086"/>
                  <a:pt x="226941" y="101119"/>
                  <a:pt x="228885" y="108495"/>
                </a:cubicBezTo>
                <a:cubicBezTo>
                  <a:pt x="230657" y="101391"/>
                  <a:pt x="232772" y="94467"/>
                  <a:pt x="235230" y="87725"/>
                </a:cubicBezTo>
                <a:lnTo>
                  <a:pt x="254696" y="34643"/>
                </a:lnTo>
                <a:lnTo>
                  <a:pt x="270131" y="34643"/>
                </a:lnTo>
                <a:lnTo>
                  <a:pt x="235488" y="127243"/>
                </a:lnTo>
                <a:cubicBezTo>
                  <a:pt x="231772" y="137274"/>
                  <a:pt x="228885" y="144181"/>
                  <a:pt x="226827" y="147965"/>
                </a:cubicBezTo>
                <a:cubicBezTo>
                  <a:pt x="224083" y="153067"/>
                  <a:pt x="220939" y="156807"/>
                  <a:pt x="217394" y="159185"/>
                </a:cubicBezTo>
                <a:cubicBezTo>
                  <a:pt x="213850" y="161564"/>
                  <a:pt x="209620" y="162754"/>
                  <a:pt x="204703" y="162754"/>
                </a:cubicBezTo>
                <a:cubicBezTo>
                  <a:pt x="201731" y="162754"/>
                  <a:pt x="198415" y="162129"/>
                  <a:pt x="194756" y="160878"/>
                </a:cubicBezTo>
                <a:close/>
                <a:moveTo>
                  <a:pt x="283336" y="17665"/>
                </a:moveTo>
                <a:lnTo>
                  <a:pt x="283336" y="0"/>
                </a:lnTo>
                <a:lnTo>
                  <a:pt x="298771" y="0"/>
                </a:lnTo>
                <a:lnTo>
                  <a:pt x="298771" y="17665"/>
                </a:lnTo>
                <a:lnTo>
                  <a:pt x="283336" y="17665"/>
                </a:lnTo>
                <a:moveTo>
                  <a:pt x="283336" y="125710"/>
                </a:moveTo>
                <a:lnTo>
                  <a:pt x="283336" y="34643"/>
                </a:lnTo>
                <a:lnTo>
                  <a:pt x="298771" y="34643"/>
                </a:lnTo>
                <a:lnTo>
                  <a:pt x="298771" y="125710"/>
                </a:lnTo>
                <a:lnTo>
                  <a:pt x="283336" y="125710"/>
                </a:lnTo>
                <a:close/>
                <a:moveTo>
                  <a:pt x="322272" y="125710"/>
                </a:moveTo>
                <a:lnTo>
                  <a:pt x="322272" y="34643"/>
                </a:lnTo>
                <a:lnTo>
                  <a:pt x="336164" y="34643"/>
                </a:lnTo>
                <a:lnTo>
                  <a:pt x="336164" y="47591"/>
                </a:lnTo>
                <a:cubicBezTo>
                  <a:pt x="342852" y="37587"/>
                  <a:pt x="352514" y="32585"/>
                  <a:pt x="365147" y="32585"/>
                </a:cubicBezTo>
                <a:cubicBezTo>
                  <a:pt x="370635" y="32585"/>
                  <a:pt x="375680" y="33571"/>
                  <a:pt x="380282" y="35543"/>
                </a:cubicBezTo>
                <a:cubicBezTo>
                  <a:pt x="384884" y="37516"/>
                  <a:pt x="388329" y="40103"/>
                  <a:pt x="390615" y="43304"/>
                </a:cubicBezTo>
                <a:cubicBezTo>
                  <a:pt x="392902" y="46505"/>
                  <a:pt x="394503" y="50307"/>
                  <a:pt x="395417" y="54709"/>
                </a:cubicBezTo>
                <a:cubicBezTo>
                  <a:pt x="395989" y="57567"/>
                  <a:pt x="396275" y="62569"/>
                  <a:pt x="396275" y="69715"/>
                </a:cubicBezTo>
                <a:lnTo>
                  <a:pt x="396275" y="125710"/>
                </a:lnTo>
                <a:lnTo>
                  <a:pt x="380840" y="125710"/>
                </a:lnTo>
                <a:lnTo>
                  <a:pt x="380840" y="70315"/>
                </a:lnTo>
                <a:cubicBezTo>
                  <a:pt x="380840" y="64027"/>
                  <a:pt x="380239" y="59325"/>
                  <a:pt x="379039" y="56209"/>
                </a:cubicBezTo>
                <a:cubicBezTo>
                  <a:pt x="377838" y="53094"/>
                  <a:pt x="375709" y="50607"/>
                  <a:pt x="372651" y="48749"/>
                </a:cubicBezTo>
                <a:cubicBezTo>
                  <a:pt x="369592" y="46891"/>
                  <a:pt x="366005" y="45962"/>
                  <a:pt x="361889" y="45962"/>
                </a:cubicBezTo>
                <a:cubicBezTo>
                  <a:pt x="355315" y="45962"/>
                  <a:pt x="349641" y="48049"/>
                  <a:pt x="344867" y="52222"/>
                </a:cubicBezTo>
                <a:cubicBezTo>
                  <a:pt x="340094" y="56395"/>
                  <a:pt x="337707" y="64313"/>
                  <a:pt x="337707" y="75975"/>
                </a:cubicBezTo>
                <a:lnTo>
                  <a:pt x="337707" y="125710"/>
                </a:lnTo>
                <a:lnTo>
                  <a:pt x="322272" y="125710"/>
                </a:lnTo>
                <a:close/>
                <a:moveTo>
                  <a:pt x="417120" y="133256"/>
                </a:moveTo>
                <a:lnTo>
                  <a:pt x="432127" y="135314"/>
                </a:lnTo>
                <a:cubicBezTo>
                  <a:pt x="432756" y="140000"/>
                  <a:pt x="434499" y="143413"/>
                  <a:pt x="437358" y="145553"/>
                </a:cubicBezTo>
                <a:cubicBezTo>
                  <a:pt x="441188" y="148445"/>
                  <a:pt x="446418" y="149891"/>
                  <a:pt x="453050" y="149891"/>
                </a:cubicBezTo>
                <a:cubicBezTo>
                  <a:pt x="460196" y="149891"/>
                  <a:pt x="465712" y="148459"/>
                  <a:pt x="469600" y="145593"/>
                </a:cubicBezTo>
                <a:cubicBezTo>
                  <a:pt x="473487" y="142728"/>
                  <a:pt x="476117" y="138717"/>
                  <a:pt x="477489" y="133561"/>
                </a:cubicBezTo>
                <a:cubicBezTo>
                  <a:pt x="478289" y="130408"/>
                  <a:pt x="478661" y="123789"/>
                  <a:pt x="478603" y="113705"/>
                </a:cubicBezTo>
                <a:cubicBezTo>
                  <a:pt x="471858" y="121708"/>
                  <a:pt x="463454" y="125710"/>
                  <a:pt x="453393" y="125710"/>
                </a:cubicBezTo>
                <a:cubicBezTo>
                  <a:pt x="440873" y="125710"/>
                  <a:pt x="431184" y="121194"/>
                  <a:pt x="424323" y="112161"/>
                </a:cubicBezTo>
                <a:cubicBezTo>
                  <a:pt x="417463" y="103129"/>
                  <a:pt x="414033" y="92296"/>
                  <a:pt x="414033" y="79662"/>
                </a:cubicBezTo>
                <a:cubicBezTo>
                  <a:pt x="414033" y="70973"/>
                  <a:pt x="415606" y="62955"/>
                  <a:pt x="418750" y="55609"/>
                </a:cubicBezTo>
                <a:cubicBezTo>
                  <a:pt x="421894" y="48263"/>
                  <a:pt x="426453" y="42589"/>
                  <a:pt x="432427" y="38588"/>
                </a:cubicBezTo>
                <a:cubicBezTo>
                  <a:pt x="438401" y="34586"/>
                  <a:pt x="445418" y="32585"/>
                  <a:pt x="453479" y="32585"/>
                </a:cubicBezTo>
                <a:cubicBezTo>
                  <a:pt x="464226" y="32585"/>
                  <a:pt x="473087" y="36987"/>
                  <a:pt x="480061" y="45791"/>
                </a:cubicBezTo>
                <a:lnTo>
                  <a:pt x="480061" y="34643"/>
                </a:lnTo>
                <a:lnTo>
                  <a:pt x="494296" y="34643"/>
                </a:lnTo>
                <a:lnTo>
                  <a:pt x="494296" y="113415"/>
                </a:lnTo>
                <a:cubicBezTo>
                  <a:pt x="494296" y="127602"/>
                  <a:pt x="492852" y="137655"/>
                  <a:pt x="489965" y="143575"/>
                </a:cubicBezTo>
                <a:cubicBezTo>
                  <a:pt x="487078" y="149496"/>
                  <a:pt x="482505" y="154172"/>
                  <a:pt x="476245" y="157604"/>
                </a:cubicBezTo>
                <a:cubicBezTo>
                  <a:pt x="469985" y="161037"/>
                  <a:pt x="462282" y="162754"/>
                  <a:pt x="453136" y="162754"/>
                </a:cubicBezTo>
                <a:cubicBezTo>
                  <a:pt x="442274" y="162754"/>
                  <a:pt x="433499" y="160303"/>
                  <a:pt x="426810" y="155401"/>
                </a:cubicBezTo>
                <a:cubicBezTo>
                  <a:pt x="420122" y="150499"/>
                  <a:pt x="416892" y="143117"/>
                  <a:pt x="417120" y="133256"/>
                </a:cubicBezTo>
                <a:moveTo>
                  <a:pt x="429897" y="78550"/>
                </a:moveTo>
                <a:cubicBezTo>
                  <a:pt x="429897" y="90467"/>
                  <a:pt x="432270" y="99163"/>
                  <a:pt x="437015" y="104637"/>
                </a:cubicBezTo>
                <a:cubicBezTo>
                  <a:pt x="441759" y="110110"/>
                  <a:pt x="447705" y="112847"/>
                  <a:pt x="454851" y="112847"/>
                </a:cubicBezTo>
                <a:cubicBezTo>
                  <a:pt x="461939" y="112847"/>
                  <a:pt x="467885" y="110125"/>
                  <a:pt x="472687" y="104680"/>
                </a:cubicBezTo>
                <a:cubicBezTo>
                  <a:pt x="477489" y="99234"/>
                  <a:pt x="479890" y="90695"/>
                  <a:pt x="479890" y="79062"/>
                </a:cubicBezTo>
                <a:cubicBezTo>
                  <a:pt x="479890" y="67943"/>
                  <a:pt x="477417" y="59561"/>
                  <a:pt x="472472" y="53915"/>
                </a:cubicBezTo>
                <a:cubicBezTo>
                  <a:pt x="467527" y="48270"/>
                  <a:pt x="461568" y="45448"/>
                  <a:pt x="454593" y="45448"/>
                </a:cubicBezTo>
                <a:cubicBezTo>
                  <a:pt x="447733" y="45448"/>
                  <a:pt x="441902" y="48227"/>
                  <a:pt x="437100" y="53787"/>
                </a:cubicBezTo>
                <a:cubicBezTo>
                  <a:pt x="432298" y="59346"/>
                  <a:pt x="429897" y="67601"/>
                  <a:pt x="429897" y="78550"/>
                </a:cubicBezTo>
                <a:close/>
                <a:moveTo>
                  <a:pt x="566415" y="160696"/>
                </a:moveTo>
                <a:lnTo>
                  <a:pt x="566415" y="34643"/>
                </a:lnTo>
                <a:lnTo>
                  <a:pt x="580478" y="34643"/>
                </a:lnTo>
                <a:lnTo>
                  <a:pt x="580478" y="46560"/>
                </a:lnTo>
                <a:cubicBezTo>
                  <a:pt x="583793" y="41901"/>
                  <a:pt x="587538" y="38407"/>
                  <a:pt x="591711" y="36079"/>
                </a:cubicBezTo>
                <a:cubicBezTo>
                  <a:pt x="595884" y="33750"/>
                  <a:pt x="600943" y="32585"/>
                  <a:pt x="606889" y="32585"/>
                </a:cubicBezTo>
                <a:cubicBezTo>
                  <a:pt x="614663" y="32585"/>
                  <a:pt x="621523" y="34586"/>
                  <a:pt x="627469" y="38588"/>
                </a:cubicBezTo>
                <a:cubicBezTo>
                  <a:pt x="633414" y="42589"/>
                  <a:pt x="637902" y="48234"/>
                  <a:pt x="640931" y="55523"/>
                </a:cubicBezTo>
                <a:cubicBezTo>
                  <a:pt x="643961" y="62812"/>
                  <a:pt x="645476" y="70801"/>
                  <a:pt x="645476" y="79490"/>
                </a:cubicBezTo>
                <a:cubicBezTo>
                  <a:pt x="645476" y="88809"/>
                  <a:pt x="643804" y="97198"/>
                  <a:pt x="640460" y="104658"/>
                </a:cubicBezTo>
                <a:cubicBezTo>
                  <a:pt x="637116" y="112118"/>
                  <a:pt x="632256" y="117835"/>
                  <a:pt x="625882" y="121808"/>
                </a:cubicBezTo>
                <a:cubicBezTo>
                  <a:pt x="619508" y="125781"/>
                  <a:pt x="612805" y="127768"/>
                  <a:pt x="605774" y="127768"/>
                </a:cubicBezTo>
                <a:cubicBezTo>
                  <a:pt x="600629" y="127768"/>
                  <a:pt x="596013" y="126682"/>
                  <a:pt x="591925" y="124509"/>
                </a:cubicBezTo>
                <a:cubicBezTo>
                  <a:pt x="587838" y="122337"/>
                  <a:pt x="584479" y="119593"/>
                  <a:pt x="581850" y="116277"/>
                </a:cubicBezTo>
                <a:lnTo>
                  <a:pt x="581850" y="160696"/>
                </a:lnTo>
                <a:lnTo>
                  <a:pt x="566415" y="160696"/>
                </a:lnTo>
                <a:moveTo>
                  <a:pt x="580392" y="80734"/>
                </a:moveTo>
                <a:cubicBezTo>
                  <a:pt x="580392" y="92439"/>
                  <a:pt x="582764" y="101089"/>
                  <a:pt x="587509" y="106684"/>
                </a:cubicBezTo>
                <a:cubicBezTo>
                  <a:pt x="592254" y="112279"/>
                  <a:pt x="597999" y="115077"/>
                  <a:pt x="604745" y="115077"/>
                </a:cubicBezTo>
                <a:cubicBezTo>
                  <a:pt x="611605" y="115077"/>
                  <a:pt x="617479" y="112179"/>
                  <a:pt x="622367" y="106384"/>
                </a:cubicBezTo>
                <a:cubicBezTo>
                  <a:pt x="627254" y="100589"/>
                  <a:pt x="629698" y="91610"/>
                  <a:pt x="629698" y="79448"/>
                </a:cubicBezTo>
                <a:cubicBezTo>
                  <a:pt x="629698" y="67857"/>
                  <a:pt x="627311" y="59178"/>
                  <a:pt x="622538" y="53412"/>
                </a:cubicBezTo>
                <a:cubicBezTo>
                  <a:pt x="617765" y="47645"/>
                  <a:pt x="612062" y="44762"/>
                  <a:pt x="605431" y="44762"/>
                </a:cubicBezTo>
                <a:cubicBezTo>
                  <a:pt x="598857" y="44762"/>
                  <a:pt x="593040" y="47831"/>
                  <a:pt x="587981" y="53969"/>
                </a:cubicBezTo>
                <a:cubicBezTo>
                  <a:pt x="582921" y="60107"/>
                  <a:pt x="580392" y="69029"/>
                  <a:pt x="580392" y="80734"/>
                </a:cubicBezTo>
                <a:close/>
                <a:moveTo>
                  <a:pt x="658347" y="80176"/>
                </a:moveTo>
                <a:cubicBezTo>
                  <a:pt x="658347" y="63312"/>
                  <a:pt x="663035" y="50821"/>
                  <a:pt x="672411" y="42704"/>
                </a:cubicBezTo>
                <a:cubicBezTo>
                  <a:pt x="680242" y="35958"/>
                  <a:pt x="689789" y="32585"/>
                  <a:pt x="701051" y="32585"/>
                </a:cubicBezTo>
                <a:cubicBezTo>
                  <a:pt x="713571" y="32585"/>
                  <a:pt x="723803" y="36687"/>
                  <a:pt x="731750" y="44890"/>
                </a:cubicBezTo>
                <a:cubicBezTo>
                  <a:pt x="739696" y="53094"/>
                  <a:pt x="743669" y="64427"/>
                  <a:pt x="743669" y="78890"/>
                </a:cubicBezTo>
                <a:cubicBezTo>
                  <a:pt x="743669" y="90609"/>
                  <a:pt x="741911" y="99828"/>
                  <a:pt x="738395" y="106545"/>
                </a:cubicBezTo>
                <a:cubicBezTo>
                  <a:pt x="734880" y="113262"/>
                  <a:pt x="729763" y="118478"/>
                  <a:pt x="723046" y="122194"/>
                </a:cubicBezTo>
                <a:cubicBezTo>
                  <a:pt x="716329" y="125910"/>
                  <a:pt x="708997" y="127768"/>
                  <a:pt x="701051" y="127768"/>
                </a:cubicBezTo>
                <a:cubicBezTo>
                  <a:pt x="688303" y="127768"/>
                  <a:pt x="677999" y="123680"/>
                  <a:pt x="670138" y="115506"/>
                </a:cubicBezTo>
                <a:cubicBezTo>
                  <a:pt x="662278" y="107331"/>
                  <a:pt x="658347" y="95554"/>
                  <a:pt x="658347" y="80176"/>
                </a:cubicBezTo>
                <a:moveTo>
                  <a:pt x="674211" y="80219"/>
                </a:moveTo>
                <a:cubicBezTo>
                  <a:pt x="674211" y="91867"/>
                  <a:pt x="676755" y="100589"/>
                  <a:pt x="681843" y="106384"/>
                </a:cubicBezTo>
                <a:cubicBezTo>
                  <a:pt x="686931" y="112179"/>
                  <a:pt x="693334" y="115077"/>
                  <a:pt x="701051" y="115077"/>
                </a:cubicBezTo>
                <a:cubicBezTo>
                  <a:pt x="708711" y="115077"/>
                  <a:pt x="715086" y="112165"/>
                  <a:pt x="720173" y="106341"/>
                </a:cubicBezTo>
                <a:cubicBezTo>
                  <a:pt x="725261" y="100517"/>
                  <a:pt x="727805" y="91638"/>
                  <a:pt x="727805" y="79705"/>
                </a:cubicBezTo>
                <a:cubicBezTo>
                  <a:pt x="727805" y="68457"/>
                  <a:pt x="725247" y="59936"/>
                  <a:pt x="720131" y="54141"/>
                </a:cubicBezTo>
                <a:cubicBezTo>
                  <a:pt x="715014" y="48345"/>
                  <a:pt x="708654" y="45448"/>
                  <a:pt x="701051" y="45448"/>
                </a:cubicBezTo>
                <a:cubicBezTo>
                  <a:pt x="693334" y="45448"/>
                  <a:pt x="686931" y="48331"/>
                  <a:pt x="681843" y="54098"/>
                </a:cubicBezTo>
                <a:cubicBezTo>
                  <a:pt x="676755" y="59864"/>
                  <a:pt x="674211" y="68572"/>
                  <a:pt x="674211" y="80219"/>
                </a:cubicBezTo>
                <a:close/>
                <a:moveTo>
                  <a:pt x="761771" y="160696"/>
                </a:moveTo>
                <a:lnTo>
                  <a:pt x="761771" y="34643"/>
                </a:lnTo>
                <a:lnTo>
                  <a:pt x="775834" y="34643"/>
                </a:lnTo>
                <a:lnTo>
                  <a:pt x="775834" y="46560"/>
                </a:lnTo>
                <a:cubicBezTo>
                  <a:pt x="779149" y="41901"/>
                  <a:pt x="782894" y="38407"/>
                  <a:pt x="787067" y="36079"/>
                </a:cubicBezTo>
                <a:cubicBezTo>
                  <a:pt x="791240" y="33750"/>
                  <a:pt x="796299" y="32585"/>
                  <a:pt x="802245" y="32585"/>
                </a:cubicBezTo>
                <a:cubicBezTo>
                  <a:pt x="810019" y="32585"/>
                  <a:pt x="816879" y="34586"/>
                  <a:pt x="822825" y="38588"/>
                </a:cubicBezTo>
                <a:cubicBezTo>
                  <a:pt x="828770" y="42589"/>
                  <a:pt x="833258" y="48234"/>
                  <a:pt x="836288" y="55523"/>
                </a:cubicBezTo>
                <a:cubicBezTo>
                  <a:pt x="839317" y="62812"/>
                  <a:pt x="840832" y="70801"/>
                  <a:pt x="840832" y="79490"/>
                </a:cubicBezTo>
                <a:cubicBezTo>
                  <a:pt x="840832" y="88809"/>
                  <a:pt x="839160" y="97198"/>
                  <a:pt x="835816" y="104658"/>
                </a:cubicBezTo>
                <a:cubicBezTo>
                  <a:pt x="832472" y="112118"/>
                  <a:pt x="827613" y="117835"/>
                  <a:pt x="821238" y="121808"/>
                </a:cubicBezTo>
                <a:cubicBezTo>
                  <a:pt x="814864" y="125781"/>
                  <a:pt x="808162" y="127768"/>
                  <a:pt x="801130" y="127768"/>
                </a:cubicBezTo>
                <a:cubicBezTo>
                  <a:pt x="795985" y="127768"/>
                  <a:pt x="791369" y="126682"/>
                  <a:pt x="787281" y="124509"/>
                </a:cubicBezTo>
                <a:cubicBezTo>
                  <a:pt x="783194" y="122337"/>
                  <a:pt x="779835" y="119593"/>
                  <a:pt x="777206" y="116277"/>
                </a:cubicBezTo>
                <a:lnTo>
                  <a:pt x="777206" y="160696"/>
                </a:lnTo>
                <a:lnTo>
                  <a:pt x="761771" y="160696"/>
                </a:lnTo>
                <a:moveTo>
                  <a:pt x="775748" y="80734"/>
                </a:moveTo>
                <a:cubicBezTo>
                  <a:pt x="775748" y="92439"/>
                  <a:pt x="778120" y="101089"/>
                  <a:pt x="782865" y="106684"/>
                </a:cubicBezTo>
                <a:cubicBezTo>
                  <a:pt x="787610" y="112279"/>
                  <a:pt x="793355" y="115077"/>
                  <a:pt x="800101" y="115077"/>
                </a:cubicBezTo>
                <a:cubicBezTo>
                  <a:pt x="806961" y="115077"/>
                  <a:pt x="812835" y="112179"/>
                  <a:pt x="817723" y="106384"/>
                </a:cubicBezTo>
                <a:cubicBezTo>
                  <a:pt x="822610" y="100589"/>
                  <a:pt x="825054" y="91610"/>
                  <a:pt x="825054" y="79448"/>
                </a:cubicBezTo>
                <a:cubicBezTo>
                  <a:pt x="825054" y="67857"/>
                  <a:pt x="822668" y="59178"/>
                  <a:pt x="817894" y="53412"/>
                </a:cubicBezTo>
                <a:cubicBezTo>
                  <a:pt x="813121" y="47645"/>
                  <a:pt x="807418" y="44762"/>
                  <a:pt x="800787" y="44762"/>
                </a:cubicBezTo>
                <a:cubicBezTo>
                  <a:pt x="794213" y="44762"/>
                  <a:pt x="788396" y="47831"/>
                  <a:pt x="783337" y="53969"/>
                </a:cubicBezTo>
                <a:cubicBezTo>
                  <a:pt x="778278" y="60107"/>
                  <a:pt x="775748" y="69029"/>
                  <a:pt x="775748" y="80734"/>
                </a:cubicBezTo>
                <a:close/>
                <a:moveTo>
                  <a:pt x="918874" y="92267"/>
                </a:moveTo>
                <a:lnTo>
                  <a:pt x="934052" y="94325"/>
                </a:lnTo>
                <a:cubicBezTo>
                  <a:pt x="932394" y="104787"/>
                  <a:pt x="928149" y="112976"/>
                  <a:pt x="921318" y="118893"/>
                </a:cubicBezTo>
                <a:cubicBezTo>
                  <a:pt x="914486" y="124809"/>
                  <a:pt x="906097" y="127768"/>
                  <a:pt x="896150" y="127768"/>
                </a:cubicBezTo>
                <a:cubicBezTo>
                  <a:pt x="883688" y="127768"/>
                  <a:pt x="873669" y="123695"/>
                  <a:pt x="866095" y="115548"/>
                </a:cubicBezTo>
                <a:cubicBezTo>
                  <a:pt x="858520" y="107402"/>
                  <a:pt x="854733" y="95726"/>
                  <a:pt x="854733" y="80519"/>
                </a:cubicBezTo>
                <a:cubicBezTo>
                  <a:pt x="854733" y="70687"/>
                  <a:pt x="856362" y="62083"/>
                  <a:pt x="859620" y="54709"/>
                </a:cubicBezTo>
                <a:cubicBezTo>
                  <a:pt x="862879" y="47334"/>
                  <a:pt x="867838" y="41803"/>
                  <a:pt x="874498" y="38116"/>
                </a:cubicBezTo>
                <a:cubicBezTo>
                  <a:pt x="881158" y="34429"/>
                  <a:pt x="888404" y="32585"/>
                  <a:pt x="896236" y="32585"/>
                </a:cubicBezTo>
                <a:cubicBezTo>
                  <a:pt x="906126" y="32585"/>
                  <a:pt x="914215" y="35072"/>
                  <a:pt x="920503" y="40045"/>
                </a:cubicBezTo>
                <a:cubicBezTo>
                  <a:pt x="926791" y="45017"/>
                  <a:pt x="930822" y="52077"/>
                  <a:pt x="932594" y="61226"/>
                </a:cubicBezTo>
                <a:lnTo>
                  <a:pt x="917588" y="63627"/>
                </a:lnTo>
                <a:cubicBezTo>
                  <a:pt x="916158" y="57538"/>
                  <a:pt x="913629" y="52958"/>
                  <a:pt x="909999" y="49885"/>
                </a:cubicBezTo>
                <a:cubicBezTo>
                  <a:pt x="906369" y="46812"/>
                  <a:pt x="901981" y="45276"/>
                  <a:pt x="896836" y="45276"/>
                </a:cubicBezTo>
                <a:cubicBezTo>
                  <a:pt x="889061" y="45276"/>
                  <a:pt x="882744" y="48063"/>
                  <a:pt x="877885" y="53637"/>
                </a:cubicBezTo>
                <a:cubicBezTo>
                  <a:pt x="873026" y="59211"/>
                  <a:pt x="870596" y="68028"/>
                  <a:pt x="870596" y="80091"/>
                </a:cubicBezTo>
                <a:cubicBezTo>
                  <a:pt x="870596" y="92324"/>
                  <a:pt x="872940" y="101214"/>
                  <a:pt x="877628" y="106759"/>
                </a:cubicBezTo>
                <a:cubicBezTo>
                  <a:pt x="882316" y="112304"/>
                  <a:pt x="888432" y="115077"/>
                  <a:pt x="895978" y="115077"/>
                </a:cubicBezTo>
                <a:cubicBezTo>
                  <a:pt x="902038" y="115077"/>
                  <a:pt x="907097" y="113212"/>
                  <a:pt x="911156" y="109482"/>
                </a:cubicBezTo>
                <a:cubicBezTo>
                  <a:pt x="915215" y="105751"/>
                  <a:pt x="917788" y="100013"/>
                  <a:pt x="918874" y="92267"/>
                </a:cubicBezTo>
                <a:close/>
                <a:moveTo>
                  <a:pt x="941512" y="80176"/>
                </a:moveTo>
                <a:cubicBezTo>
                  <a:pt x="941512" y="63312"/>
                  <a:pt x="946199" y="50821"/>
                  <a:pt x="955575" y="42704"/>
                </a:cubicBezTo>
                <a:cubicBezTo>
                  <a:pt x="963407" y="35958"/>
                  <a:pt x="972953" y="32585"/>
                  <a:pt x="984215" y="32585"/>
                </a:cubicBezTo>
                <a:cubicBezTo>
                  <a:pt x="996735" y="32585"/>
                  <a:pt x="1006968" y="36687"/>
                  <a:pt x="1014914" y="44890"/>
                </a:cubicBezTo>
                <a:cubicBezTo>
                  <a:pt x="1022860" y="53094"/>
                  <a:pt x="1026833" y="64427"/>
                  <a:pt x="1026833" y="78890"/>
                </a:cubicBezTo>
                <a:cubicBezTo>
                  <a:pt x="1026833" y="90609"/>
                  <a:pt x="1025075" y="99828"/>
                  <a:pt x="1021560" y="106545"/>
                </a:cubicBezTo>
                <a:cubicBezTo>
                  <a:pt x="1018044" y="113262"/>
                  <a:pt x="1012927" y="118478"/>
                  <a:pt x="1006210" y="122194"/>
                </a:cubicBezTo>
                <a:cubicBezTo>
                  <a:pt x="999493" y="125910"/>
                  <a:pt x="992162" y="127768"/>
                  <a:pt x="984215" y="127768"/>
                </a:cubicBezTo>
                <a:cubicBezTo>
                  <a:pt x="971467" y="127768"/>
                  <a:pt x="961163" y="123680"/>
                  <a:pt x="953302" y="115506"/>
                </a:cubicBezTo>
                <a:cubicBezTo>
                  <a:pt x="945442" y="107331"/>
                  <a:pt x="941512" y="95554"/>
                  <a:pt x="941512" y="80176"/>
                </a:cubicBezTo>
                <a:moveTo>
                  <a:pt x="957376" y="80219"/>
                </a:moveTo>
                <a:cubicBezTo>
                  <a:pt x="957376" y="91867"/>
                  <a:pt x="959919" y="100589"/>
                  <a:pt x="965007" y="106384"/>
                </a:cubicBezTo>
                <a:cubicBezTo>
                  <a:pt x="970095" y="112179"/>
                  <a:pt x="976498" y="115077"/>
                  <a:pt x="984215" y="115077"/>
                </a:cubicBezTo>
                <a:cubicBezTo>
                  <a:pt x="991876" y="115077"/>
                  <a:pt x="998250" y="112165"/>
                  <a:pt x="1003338" y="106341"/>
                </a:cubicBezTo>
                <a:cubicBezTo>
                  <a:pt x="1008425" y="100517"/>
                  <a:pt x="1010969" y="91638"/>
                  <a:pt x="1010969" y="79705"/>
                </a:cubicBezTo>
                <a:cubicBezTo>
                  <a:pt x="1010969" y="68457"/>
                  <a:pt x="1008411" y="59936"/>
                  <a:pt x="1003295" y="54141"/>
                </a:cubicBezTo>
                <a:cubicBezTo>
                  <a:pt x="998178" y="48345"/>
                  <a:pt x="991819" y="45448"/>
                  <a:pt x="984215" y="45448"/>
                </a:cubicBezTo>
                <a:cubicBezTo>
                  <a:pt x="976498" y="45448"/>
                  <a:pt x="970095" y="48331"/>
                  <a:pt x="965007" y="54098"/>
                </a:cubicBezTo>
                <a:cubicBezTo>
                  <a:pt x="959919" y="59864"/>
                  <a:pt x="957376" y="68572"/>
                  <a:pt x="957376" y="80219"/>
                </a:cubicBezTo>
                <a:close/>
                <a:moveTo>
                  <a:pt x="1044764" y="125710"/>
                </a:moveTo>
                <a:lnTo>
                  <a:pt x="1044764" y="34643"/>
                </a:lnTo>
                <a:lnTo>
                  <a:pt x="1058655" y="34643"/>
                </a:lnTo>
                <a:lnTo>
                  <a:pt x="1058655" y="48449"/>
                </a:lnTo>
                <a:cubicBezTo>
                  <a:pt x="1062200" y="41989"/>
                  <a:pt x="1065472" y="37730"/>
                  <a:pt x="1068474" y="35672"/>
                </a:cubicBezTo>
                <a:cubicBezTo>
                  <a:pt x="1071475" y="33614"/>
                  <a:pt x="1074776" y="32585"/>
                  <a:pt x="1078378" y="32585"/>
                </a:cubicBezTo>
                <a:cubicBezTo>
                  <a:pt x="1083580" y="32585"/>
                  <a:pt x="1088868" y="34243"/>
                  <a:pt x="1094242" y="37559"/>
                </a:cubicBezTo>
                <a:lnTo>
                  <a:pt x="1088925" y="51868"/>
                </a:lnTo>
                <a:cubicBezTo>
                  <a:pt x="1085152" y="49646"/>
                  <a:pt x="1081379" y="48535"/>
                  <a:pt x="1077606" y="48535"/>
                </a:cubicBezTo>
                <a:cubicBezTo>
                  <a:pt x="1074233" y="48535"/>
                  <a:pt x="1071203" y="49549"/>
                  <a:pt x="1068517" y="51579"/>
                </a:cubicBezTo>
                <a:cubicBezTo>
                  <a:pt x="1065830" y="53608"/>
                  <a:pt x="1063915" y="56424"/>
                  <a:pt x="1062771" y="60025"/>
                </a:cubicBezTo>
                <a:cubicBezTo>
                  <a:pt x="1061056" y="65513"/>
                  <a:pt x="1060199" y="71516"/>
                  <a:pt x="1060199" y="78033"/>
                </a:cubicBezTo>
                <a:lnTo>
                  <a:pt x="1060199" y="125710"/>
                </a:lnTo>
                <a:lnTo>
                  <a:pt x="1044764" y="125710"/>
                </a:lnTo>
                <a:close/>
                <a:moveTo>
                  <a:pt x="1103415" y="125710"/>
                </a:moveTo>
                <a:lnTo>
                  <a:pt x="1103415" y="34643"/>
                </a:lnTo>
                <a:lnTo>
                  <a:pt x="1117307" y="34643"/>
                </a:lnTo>
                <a:lnTo>
                  <a:pt x="1117307" y="47591"/>
                </a:lnTo>
                <a:cubicBezTo>
                  <a:pt x="1123995" y="37587"/>
                  <a:pt x="1133657" y="32585"/>
                  <a:pt x="1146290" y="32585"/>
                </a:cubicBezTo>
                <a:cubicBezTo>
                  <a:pt x="1151778" y="32585"/>
                  <a:pt x="1156823" y="33571"/>
                  <a:pt x="1161425" y="35543"/>
                </a:cubicBezTo>
                <a:cubicBezTo>
                  <a:pt x="1166027" y="37516"/>
                  <a:pt x="1169472" y="40103"/>
                  <a:pt x="1171758" y="43304"/>
                </a:cubicBezTo>
                <a:cubicBezTo>
                  <a:pt x="1174045" y="46505"/>
                  <a:pt x="1175646" y="50307"/>
                  <a:pt x="1176560" y="54709"/>
                </a:cubicBezTo>
                <a:cubicBezTo>
                  <a:pt x="1177132" y="57567"/>
                  <a:pt x="1177418" y="62569"/>
                  <a:pt x="1177418" y="69715"/>
                </a:cubicBezTo>
                <a:lnTo>
                  <a:pt x="1177418" y="125710"/>
                </a:lnTo>
                <a:lnTo>
                  <a:pt x="1161983" y="125710"/>
                </a:lnTo>
                <a:lnTo>
                  <a:pt x="1161983" y="70315"/>
                </a:lnTo>
                <a:cubicBezTo>
                  <a:pt x="1161983" y="64027"/>
                  <a:pt x="1161383" y="59325"/>
                  <a:pt x="1160182" y="56209"/>
                </a:cubicBezTo>
                <a:cubicBezTo>
                  <a:pt x="1158982" y="53094"/>
                  <a:pt x="1156852" y="50607"/>
                  <a:pt x="1153794" y="48749"/>
                </a:cubicBezTo>
                <a:cubicBezTo>
                  <a:pt x="1150735" y="46891"/>
                  <a:pt x="1147148" y="45962"/>
                  <a:pt x="1143032" y="45962"/>
                </a:cubicBezTo>
                <a:cubicBezTo>
                  <a:pt x="1136458" y="45962"/>
                  <a:pt x="1130784" y="48049"/>
                  <a:pt x="1126011" y="52222"/>
                </a:cubicBezTo>
                <a:cubicBezTo>
                  <a:pt x="1121237" y="56395"/>
                  <a:pt x="1118850" y="64313"/>
                  <a:pt x="1118850" y="75975"/>
                </a:cubicBezTo>
                <a:lnTo>
                  <a:pt x="1118850" y="125710"/>
                </a:lnTo>
                <a:lnTo>
                  <a:pt x="1103415" y="1257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(DateX).">
            <a:extLst xmlns:a="http://schemas.openxmlformats.org/drawingml/2006/main">
              <a:ext uri="{FF2B5EF4-FFF2-40B4-BE49-F238E27FC236}">
                <a16:creationId xmlns:a16="http://schemas.microsoft.com/office/drawing/2014/main" id="{4752E2FA-820F-40DA-AE24-F10D3D5D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498" y="2185955"/>
            <a:ext cx="676741" cy="164983"/>
          </a:xfrm>
          <a:custGeom xmlns:a="http://schemas.openxmlformats.org/drawingml/2006/main">
            <a:pathLst>
              <a:path w="676741" h="164983">
                <a:moveTo>
                  <a:pt x="30441" y="164983"/>
                </a:moveTo>
                <a:cubicBezTo>
                  <a:pt x="21923" y="154225"/>
                  <a:pt x="14720" y="141636"/>
                  <a:pt x="8832" y="127216"/>
                </a:cubicBezTo>
                <a:cubicBezTo>
                  <a:pt x="2944" y="112794"/>
                  <a:pt x="0" y="97857"/>
                  <a:pt x="0" y="82406"/>
                </a:cubicBezTo>
                <a:cubicBezTo>
                  <a:pt x="0" y="68786"/>
                  <a:pt x="2201" y="55739"/>
                  <a:pt x="6603" y="43264"/>
                </a:cubicBezTo>
                <a:cubicBezTo>
                  <a:pt x="11748" y="28784"/>
                  <a:pt x="19694" y="14363"/>
                  <a:pt x="30441" y="0"/>
                </a:cubicBezTo>
                <a:lnTo>
                  <a:pt x="41503" y="0"/>
                </a:lnTo>
                <a:cubicBezTo>
                  <a:pt x="34586" y="11903"/>
                  <a:pt x="30013" y="20401"/>
                  <a:pt x="27783" y="25495"/>
                </a:cubicBezTo>
                <a:cubicBezTo>
                  <a:pt x="24296" y="33391"/>
                  <a:pt x="21552" y="41631"/>
                  <a:pt x="19551" y="50215"/>
                </a:cubicBezTo>
                <a:cubicBezTo>
                  <a:pt x="17093" y="60917"/>
                  <a:pt x="15864" y="71676"/>
                  <a:pt x="15864" y="82492"/>
                </a:cubicBezTo>
                <a:cubicBezTo>
                  <a:pt x="15864" y="110018"/>
                  <a:pt x="24410" y="137515"/>
                  <a:pt x="41503" y="164983"/>
                </a:cubicBezTo>
                <a:lnTo>
                  <a:pt x="30441" y="164983"/>
                </a:lnTo>
                <a:close/>
                <a:moveTo>
                  <a:pt x="61396" y="127939"/>
                </a:moveTo>
                <a:lnTo>
                  <a:pt x="61396" y="2230"/>
                </a:lnTo>
                <a:lnTo>
                  <a:pt x="104700" y="2230"/>
                </a:lnTo>
                <a:cubicBezTo>
                  <a:pt x="114476" y="2230"/>
                  <a:pt x="121936" y="2830"/>
                  <a:pt x="127081" y="4030"/>
                </a:cubicBezTo>
                <a:cubicBezTo>
                  <a:pt x="134284" y="5688"/>
                  <a:pt x="140429" y="8689"/>
                  <a:pt x="145517" y="13034"/>
                </a:cubicBezTo>
                <a:cubicBezTo>
                  <a:pt x="152149" y="18636"/>
                  <a:pt x="157108" y="25797"/>
                  <a:pt x="160395" y="34514"/>
                </a:cubicBezTo>
                <a:cubicBezTo>
                  <a:pt x="163682" y="43232"/>
                  <a:pt x="165326" y="53194"/>
                  <a:pt x="165326" y="64398"/>
                </a:cubicBezTo>
                <a:cubicBezTo>
                  <a:pt x="165326" y="73945"/>
                  <a:pt x="164211" y="82406"/>
                  <a:pt x="161981" y="89780"/>
                </a:cubicBezTo>
                <a:cubicBezTo>
                  <a:pt x="159752" y="97155"/>
                  <a:pt x="156893" y="103258"/>
                  <a:pt x="153406" y="108088"/>
                </a:cubicBezTo>
                <a:cubicBezTo>
                  <a:pt x="149919" y="112919"/>
                  <a:pt x="146103" y="116720"/>
                  <a:pt x="141959" y="119493"/>
                </a:cubicBezTo>
                <a:cubicBezTo>
                  <a:pt x="137814" y="122266"/>
                  <a:pt x="132812" y="124366"/>
                  <a:pt x="126952" y="125796"/>
                </a:cubicBezTo>
                <a:cubicBezTo>
                  <a:pt x="121093" y="127225"/>
                  <a:pt x="114361" y="127939"/>
                  <a:pt x="106758" y="127939"/>
                </a:cubicBezTo>
                <a:lnTo>
                  <a:pt x="61396" y="127939"/>
                </a:lnTo>
                <a:moveTo>
                  <a:pt x="78032" y="113019"/>
                </a:moveTo>
                <a:lnTo>
                  <a:pt x="104872" y="113019"/>
                </a:lnTo>
                <a:cubicBezTo>
                  <a:pt x="113161" y="113019"/>
                  <a:pt x="119664" y="112249"/>
                  <a:pt x="124380" y="110709"/>
                </a:cubicBezTo>
                <a:cubicBezTo>
                  <a:pt x="129096" y="109167"/>
                  <a:pt x="132855" y="106998"/>
                  <a:pt x="135656" y="104203"/>
                </a:cubicBezTo>
                <a:cubicBezTo>
                  <a:pt x="139600" y="100265"/>
                  <a:pt x="142673" y="94973"/>
                  <a:pt x="144874" y="88325"/>
                </a:cubicBezTo>
                <a:cubicBezTo>
                  <a:pt x="147075" y="81676"/>
                  <a:pt x="148175" y="73616"/>
                  <a:pt x="148175" y="64144"/>
                </a:cubicBezTo>
                <a:cubicBezTo>
                  <a:pt x="148175" y="51019"/>
                  <a:pt x="146017" y="40932"/>
                  <a:pt x="141701" y="33885"/>
                </a:cubicBezTo>
                <a:cubicBezTo>
                  <a:pt x="137385" y="26837"/>
                  <a:pt x="132140" y="22115"/>
                  <a:pt x="125966" y="19717"/>
                </a:cubicBezTo>
                <a:cubicBezTo>
                  <a:pt x="121507" y="18006"/>
                  <a:pt x="114333" y="17150"/>
                  <a:pt x="104443" y="17150"/>
                </a:cubicBezTo>
                <a:lnTo>
                  <a:pt x="78032" y="17150"/>
                </a:lnTo>
                <a:lnTo>
                  <a:pt x="78032" y="113019"/>
                </a:lnTo>
                <a:close/>
                <a:moveTo>
                  <a:pt x="245679" y="116449"/>
                </a:moveTo>
                <a:cubicBezTo>
                  <a:pt x="239962" y="121403"/>
                  <a:pt x="234460" y="124900"/>
                  <a:pt x="229172" y="126940"/>
                </a:cubicBezTo>
                <a:cubicBezTo>
                  <a:pt x="223884" y="128978"/>
                  <a:pt x="218210" y="129997"/>
                  <a:pt x="212150" y="129997"/>
                </a:cubicBezTo>
                <a:cubicBezTo>
                  <a:pt x="202146" y="129997"/>
                  <a:pt x="194457" y="127553"/>
                  <a:pt x="189084" y="122666"/>
                </a:cubicBezTo>
                <a:cubicBezTo>
                  <a:pt x="183710" y="117778"/>
                  <a:pt x="181023" y="111532"/>
                  <a:pt x="181023" y="103929"/>
                </a:cubicBezTo>
                <a:cubicBezTo>
                  <a:pt x="181023" y="99470"/>
                  <a:pt x="182038" y="95397"/>
                  <a:pt x="184067" y="91710"/>
                </a:cubicBezTo>
                <a:cubicBezTo>
                  <a:pt x="186097" y="88023"/>
                  <a:pt x="188755" y="85064"/>
                  <a:pt x="192042" y="82835"/>
                </a:cubicBezTo>
                <a:cubicBezTo>
                  <a:pt x="195329" y="80605"/>
                  <a:pt x="199031" y="78919"/>
                  <a:pt x="203147" y="77775"/>
                </a:cubicBezTo>
                <a:cubicBezTo>
                  <a:pt x="206176" y="76975"/>
                  <a:pt x="210750" y="76203"/>
                  <a:pt x="216867" y="75460"/>
                </a:cubicBezTo>
                <a:cubicBezTo>
                  <a:pt x="229329" y="73974"/>
                  <a:pt x="238504" y="72202"/>
                  <a:pt x="244392" y="70144"/>
                </a:cubicBezTo>
                <a:cubicBezTo>
                  <a:pt x="244450" y="68037"/>
                  <a:pt x="244478" y="66699"/>
                  <a:pt x="244478" y="66129"/>
                </a:cubicBezTo>
                <a:cubicBezTo>
                  <a:pt x="244478" y="59864"/>
                  <a:pt x="243020" y="55451"/>
                  <a:pt x="240105" y="52889"/>
                </a:cubicBezTo>
                <a:cubicBezTo>
                  <a:pt x="236160" y="49414"/>
                  <a:pt x="230301" y="47677"/>
                  <a:pt x="222526" y="47677"/>
                </a:cubicBezTo>
                <a:cubicBezTo>
                  <a:pt x="215266" y="47677"/>
                  <a:pt x="209907" y="48949"/>
                  <a:pt x="206448" y="51493"/>
                </a:cubicBezTo>
                <a:cubicBezTo>
                  <a:pt x="202989" y="54037"/>
                  <a:pt x="200431" y="58539"/>
                  <a:pt x="198773" y="64999"/>
                </a:cubicBezTo>
                <a:lnTo>
                  <a:pt x="183681" y="62941"/>
                </a:lnTo>
                <a:cubicBezTo>
                  <a:pt x="185053" y="56461"/>
                  <a:pt x="187311" y="51229"/>
                  <a:pt x="190456" y="47243"/>
                </a:cubicBezTo>
                <a:cubicBezTo>
                  <a:pt x="193600" y="43257"/>
                  <a:pt x="198145" y="40190"/>
                  <a:pt x="204090" y="38041"/>
                </a:cubicBezTo>
                <a:cubicBezTo>
                  <a:pt x="210035" y="35890"/>
                  <a:pt x="216924" y="34815"/>
                  <a:pt x="224756" y="34815"/>
                </a:cubicBezTo>
                <a:cubicBezTo>
                  <a:pt x="232530" y="34815"/>
                  <a:pt x="238847" y="35733"/>
                  <a:pt x="243706" y="37569"/>
                </a:cubicBezTo>
                <a:cubicBezTo>
                  <a:pt x="248566" y="39404"/>
                  <a:pt x="252139" y="41713"/>
                  <a:pt x="254425" y="44496"/>
                </a:cubicBezTo>
                <a:cubicBezTo>
                  <a:pt x="256712" y="47278"/>
                  <a:pt x="258313" y="50792"/>
                  <a:pt x="259227" y="55038"/>
                </a:cubicBezTo>
                <a:cubicBezTo>
                  <a:pt x="259742" y="57677"/>
                  <a:pt x="259999" y="62416"/>
                  <a:pt x="259999" y="69257"/>
                </a:cubicBezTo>
                <a:lnTo>
                  <a:pt x="259999" y="89778"/>
                </a:lnTo>
                <a:cubicBezTo>
                  <a:pt x="259999" y="104086"/>
                  <a:pt x="260328" y="113147"/>
                  <a:pt x="260985" y="116963"/>
                </a:cubicBezTo>
                <a:cubicBezTo>
                  <a:pt x="261643" y="120779"/>
                  <a:pt x="262943" y="124438"/>
                  <a:pt x="264887" y="127939"/>
                </a:cubicBezTo>
                <a:lnTo>
                  <a:pt x="248766" y="127939"/>
                </a:lnTo>
                <a:cubicBezTo>
                  <a:pt x="247165" y="124665"/>
                  <a:pt x="246136" y="120835"/>
                  <a:pt x="245679" y="116449"/>
                </a:cubicBezTo>
                <a:moveTo>
                  <a:pt x="244392" y="82320"/>
                </a:moveTo>
                <a:cubicBezTo>
                  <a:pt x="238790" y="84596"/>
                  <a:pt x="230387" y="86531"/>
                  <a:pt x="219182" y="88124"/>
                </a:cubicBezTo>
                <a:cubicBezTo>
                  <a:pt x="212836" y="89034"/>
                  <a:pt x="208349" y="90057"/>
                  <a:pt x="205719" y="91195"/>
                </a:cubicBezTo>
                <a:cubicBezTo>
                  <a:pt x="203089" y="92333"/>
                  <a:pt x="201060" y="93997"/>
                  <a:pt x="199631" y="96188"/>
                </a:cubicBezTo>
                <a:cubicBezTo>
                  <a:pt x="198202" y="98378"/>
                  <a:pt x="197487" y="100810"/>
                  <a:pt x="197487" y="103484"/>
                </a:cubicBezTo>
                <a:cubicBezTo>
                  <a:pt x="197487" y="107581"/>
                  <a:pt x="199045" y="110995"/>
                  <a:pt x="202161" y="113726"/>
                </a:cubicBezTo>
                <a:cubicBezTo>
                  <a:pt x="205276" y="116456"/>
                  <a:pt x="209835" y="117821"/>
                  <a:pt x="215838" y="117821"/>
                </a:cubicBezTo>
                <a:cubicBezTo>
                  <a:pt x="221783" y="117821"/>
                  <a:pt x="227071" y="116525"/>
                  <a:pt x="231701" y="113933"/>
                </a:cubicBezTo>
                <a:cubicBezTo>
                  <a:pt x="236332" y="111339"/>
                  <a:pt x="239733" y="107795"/>
                  <a:pt x="241906" y="103302"/>
                </a:cubicBezTo>
                <a:cubicBezTo>
                  <a:pt x="243564" y="99835"/>
                  <a:pt x="244392" y="94717"/>
                  <a:pt x="244392" y="87950"/>
                </a:cubicBezTo>
                <a:lnTo>
                  <a:pt x="244392" y="82320"/>
                </a:lnTo>
                <a:close/>
                <a:moveTo>
                  <a:pt x="317632" y="114134"/>
                </a:moveTo>
                <a:lnTo>
                  <a:pt x="319861" y="127768"/>
                </a:lnTo>
                <a:cubicBezTo>
                  <a:pt x="315517" y="128682"/>
                  <a:pt x="311629" y="129140"/>
                  <a:pt x="308199" y="129140"/>
                </a:cubicBezTo>
                <a:cubicBezTo>
                  <a:pt x="302597" y="129140"/>
                  <a:pt x="298252" y="128254"/>
                  <a:pt x="295165" y="126482"/>
                </a:cubicBezTo>
                <a:cubicBezTo>
                  <a:pt x="292078" y="124709"/>
                  <a:pt x="289906" y="122380"/>
                  <a:pt x="288648" y="119493"/>
                </a:cubicBezTo>
                <a:cubicBezTo>
                  <a:pt x="287391" y="116606"/>
                  <a:pt x="286762" y="110532"/>
                  <a:pt x="286762" y="101271"/>
                </a:cubicBezTo>
                <a:lnTo>
                  <a:pt x="286762" y="48878"/>
                </a:lnTo>
                <a:lnTo>
                  <a:pt x="275443" y="48878"/>
                </a:lnTo>
                <a:lnTo>
                  <a:pt x="275443" y="36873"/>
                </a:lnTo>
                <a:lnTo>
                  <a:pt x="286762" y="36873"/>
                </a:lnTo>
                <a:lnTo>
                  <a:pt x="286762" y="14320"/>
                </a:lnTo>
                <a:lnTo>
                  <a:pt x="302111" y="5059"/>
                </a:lnTo>
                <a:lnTo>
                  <a:pt x="302111" y="36873"/>
                </a:lnTo>
                <a:lnTo>
                  <a:pt x="317632" y="36873"/>
                </a:lnTo>
                <a:lnTo>
                  <a:pt x="317632" y="48878"/>
                </a:lnTo>
                <a:lnTo>
                  <a:pt x="302111" y="48878"/>
                </a:lnTo>
                <a:lnTo>
                  <a:pt x="302111" y="102128"/>
                </a:lnTo>
                <a:cubicBezTo>
                  <a:pt x="302111" y="106530"/>
                  <a:pt x="302383" y="109360"/>
                  <a:pt x="302926" y="110618"/>
                </a:cubicBezTo>
                <a:cubicBezTo>
                  <a:pt x="303469" y="111875"/>
                  <a:pt x="304355" y="112876"/>
                  <a:pt x="305584" y="113619"/>
                </a:cubicBezTo>
                <a:cubicBezTo>
                  <a:pt x="306813" y="114362"/>
                  <a:pt x="308571" y="114734"/>
                  <a:pt x="310858" y="114734"/>
                </a:cubicBezTo>
                <a:cubicBezTo>
                  <a:pt x="312573" y="114734"/>
                  <a:pt x="314831" y="114534"/>
                  <a:pt x="317632" y="114134"/>
                </a:cubicBezTo>
                <a:close/>
                <a:moveTo>
                  <a:pt x="395059" y="98441"/>
                </a:moveTo>
                <a:lnTo>
                  <a:pt x="411008" y="100499"/>
                </a:lnTo>
                <a:cubicBezTo>
                  <a:pt x="408493" y="109844"/>
                  <a:pt x="403834" y="117097"/>
                  <a:pt x="397031" y="122258"/>
                </a:cubicBezTo>
                <a:cubicBezTo>
                  <a:pt x="390228" y="127418"/>
                  <a:pt x="381539" y="129997"/>
                  <a:pt x="370963" y="129997"/>
                </a:cubicBezTo>
                <a:cubicBezTo>
                  <a:pt x="357643" y="129997"/>
                  <a:pt x="347081" y="125896"/>
                  <a:pt x="339278" y="117692"/>
                </a:cubicBezTo>
                <a:cubicBezTo>
                  <a:pt x="331475" y="109489"/>
                  <a:pt x="327573" y="97984"/>
                  <a:pt x="327573" y="83178"/>
                </a:cubicBezTo>
                <a:cubicBezTo>
                  <a:pt x="327573" y="67857"/>
                  <a:pt x="331518" y="55966"/>
                  <a:pt x="339407" y="47506"/>
                </a:cubicBezTo>
                <a:cubicBezTo>
                  <a:pt x="347296" y="39045"/>
                  <a:pt x="357529" y="34815"/>
                  <a:pt x="370105" y="34815"/>
                </a:cubicBezTo>
                <a:cubicBezTo>
                  <a:pt x="382282" y="34815"/>
                  <a:pt x="392229" y="38953"/>
                  <a:pt x="399946" y="47230"/>
                </a:cubicBezTo>
                <a:cubicBezTo>
                  <a:pt x="407664" y="55504"/>
                  <a:pt x="411523" y="67147"/>
                  <a:pt x="411523" y="82157"/>
                </a:cubicBezTo>
                <a:cubicBezTo>
                  <a:pt x="411523" y="83070"/>
                  <a:pt x="411494" y="84439"/>
                  <a:pt x="411437" y="86265"/>
                </a:cubicBezTo>
                <a:lnTo>
                  <a:pt x="343523" y="86265"/>
                </a:lnTo>
                <a:cubicBezTo>
                  <a:pt x="344094" y="96297"/>
                  <a:pt x="346924" y="103979"/>
                  <a:pt x="352012" y="109310"/>
                </a:cubicBezTo>
                <a:cubicBezTo>
                  <a:pt x="357100" y="114641"/>
                  <a:pt x="363445" y="117306"/>
                  <a:pt x="371048" y="117306"/>
                </a:cubicBezTo>
                <a:cubicBezTo>
                  <a:pt x="376708" y="117306"/>
                  <a:pt x="381539" y="115807"/>
                  <a:pt x="385540" y="112807"/>
                </a:cubicBezTo>
                <a:cubicBezTo>
                  <a:pt x="389542" y="109806"/>
                  <a:pt x="392715" y="105017"/>
                  <a:pt x="395059" y="98441"/>
                </a:cubicBezTo>
                <a:moveTo>
                  <a:pt x="344380" y="73574"/>
                </a:moveTo>
                <a:lnTo>
                  <a:pt x="395230" y="73574"/>
                </a:lnTo>
                <a:cubicBezTo>
                  <a:pt x="394544" y="65938"/>
                  <a:pt x="392600" y="60212"/>
                  <a:pt x="389399" y="56394"/>
                </a:cubicBezTo>
                <a:cubicBezTo>
                  <a:pt x="384483" y="50468"/>
                  <a:pt x="378109" y="47506"/>
                  <a:pt x="370277" y="47506"/>
                </a:cubicBezTo>
                <a:cubicBezTo>
                  <a:pt x="363188" y="47506"/>
                  <a:pt x="357228" y="49871"/>
                  <a:pt x="352398" y="54601"/>
                </a:cubicBezTo>
                <a:cubicBezTo>
                  <a:pt x="347567" y="59330"/>
                  <a:pt x="344895" y="65654"/>
                  <a:pt x="344380" y="73574"/>
                </a:cubicBezTo>
                <a:close/>
                <a:moveTo>
                  <a:pt x="468378" y="127939"/>
                </a:moveTo>
                <a:lnTo>
                  <a:pt x="516955" y="62783"/>
                </a:lnTo>
                <a:lnTo>
                  <a:pt x="474123" y="2230"/>
                </a:lnTo>
                <a:lnTo>
                  <a:pt x="493931" y="2230"/>
                </a:lnTo>
                <a:lnTo>
                  <a:pt x="516741" y="34380"/>
                </a:lnTo>
                <a:cubicBezTo>
                  <a:pt x="521486" y="41055"/>
                  <a:pt x="524859" y="46225"/>
                  <a:pt x="526860" y="49891"/>
                </a:cubicBezTo>
                <a:cubicBezTo>
                  <a:pt x="529661" y="45385"/>
                  <a:pt x="532976" y="40651"/>
                  <a:pt x="536807" y="35688"/>
                </a:cubicBezTo>
                <a:lnTo>
                  <a:pt x="562103" y="2230"/>
                </a:lnTo>
                <a:lnTo>
                  <a:pt x="580196" y="2230"/>
                </a:lnTo>
                <a:lnTo>
                  <a:pt x="536555" y="61968"/>
                </a:lnTo>
                <a:lnTo>
                  <a:pt x="583626" y="127939"/>
                </a:lnTo>
                <a:lnTo>
                  <a:pt x="563046" y="127939"/>
                </a:lnTo>
                <a:lnTo>
                  <a:pt x="531404" y="83129"/>
                </a:lnTo>
                <a:cubicBezTo>
                  <a:pt x="529632" y="80580"/>
                  <a:pt x="527803" y="77926"/>
                  <a:pt x="525916" y="75168"/>
                </a:cubicBezTo>
                <a:cubicBezTo>
                  <a:pt x="523115" y="79591"/>
                  <a:pt x="521114" y="82648"/>
                  <a:pt x="519914" y="84338"/>
                </a:cubicBezTo>
                <a:lnTo>
                  <a:pt x="488358" y="127939"/>
                </a:lnTo>
                <a:lnTo>
                  <a:pt x="468378" y="127939"/>
                </a:lnTo>
                <a:close/>
                <a:moveTo>
                  <a:pt x="606437" y="164983"/>
                </a:moveTo>
                <a:lnTo>
                  <a:pt x="595376" y="164983"/>
                </a:lnTo>
                <a:cubicBezTo>
                  <a:pt x="612468" y="137515"/>
                  <a:pt x="621015" y="110018"/>
                  <a:pt x="621015" y="82492"/>
                </a:cubicBezTo>
                <a:cubicBezTo>
                  <a:pt x="621015" y="71734"/>
                  <a:pt x="619786" y="61061"/>
                  <a:pt x="617328" y="50475"/>
                </a:cubicBezTo>
                <a:cubicBezTo>
                  <a:pt x="615384" y="41891"/>
                  <a:pt x="612669" y="33650"/>
                  <a:pt x="609181" y="25752"/>
                </a:cubicBezTo>
                <a:cubicBezTo>
                  <a:pt x="606952" y="20601"/>
                  <a:pt x="602350" y="12018"/>
                  <a:pt x="595376" y="0"/>
                </a:cubicBezTo>
                <a:lnTo>
                  <a:pt x="606437" y="0"/>
                </a:lnTo>
                <a:cubicBezTo>
                  <a:pt x="617185" y="14363"/>
                  <a:pt x="625131" y="28784"/>
                  <a:pt x="630276" y="43264"/>
                </a:cubicBezTo>
                <a:cubicBezTo>
                  <a:pt x="634678" y="55739"/>
                  <a:pt x="636879" y="68786"/>
                  <a:pt x="636879" y="82406"/>
                </a:cubicBezTo>
                <a:cubicBezTo>
                  <a:pt x="636879" y="97857"/>
                  <a:pt x="633920" y="112794"/>
                  <a:pt x="628004" y="127216"/>
                </a:cubicBezTo>
                <a:cubicBezTo>
                  <a:pt x="622087" y="141636"/>
                  <a:pt x="614898" y="154225"/>
                  <a:pt x="606437" y="164983"/>
                </a:cubicBezTo>
                <a:close/>
                <a:moveTo>
                  <a:pt x="659162" y="127939"/>
                </a:moveTo>
                <a:lnTo>
                  <a:pt x="659162" y="110275"/>
                </a:lnTo>
                <a:lnTo>
                  <a:pt x="676741" y="110275"/>
                </a:lnTo>
                <a:lnTo>
                  <a:pt x="676741" y="127939"/>
                </a:lnTo>
                <a:lnTo>
                  <a:pt x="659162" y="1279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3991E7-1118-4B8B-AA21-ACE8BF55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691" y="2399692"/>
            <a:ext cx="1745312" cy="1017796"/>
          </a:xfrm>
          <a:custGeom xmlns:a="http://schemas.openxmlformats.org/drawingml/2006/main">
            <a:pathLst>
              <a:path w="1745312" h="1017796">
                <a:moveTo>
                  <a:pt x="70247" y="0"/>
                </a:moveTo>
                <a:lnTo>
                  <a:pt x="1675065" y="0"/>
                </a:lnTo>
                <a:cubicBezTo>
                  <a:pt x="1713863" y="0"/>
                  <a:pt x="1745312" y="31451"/>
                  <a:pt x="1745312" y="70247"/>
                </a:cubicBezTo>
                <a:lnTo>
                  <a:pt x="1745312" y="947549"/>
                </a:lnTo>
                <a:cubicBezTo>
                  <a:pt x="1745312" y="986345"/>
                  <a:pt x="1713863" y="1017796"/>
                  <a:pt x="1675065" y="1017796"/>
                </a:cubicBezTo>
                <a:lnTo>
                  <a:pt x="70247" y="1017796"/>
                </a:lnTo>
                <a:cubicBezTo>
                  <a:pt x="31451" y="1017796"/>
                  <a:pt x="0" y="986345"/>
                  <a:pt x="0" y="947549"/>
                </a:cubicBezTo>
                <a:lnTo>
                  <a:pt x="0" y="70247"/>
                </a:lnTo>
                <a:cubicBezTo>
                  <a:pt x="0" y="31451"/>
                  <a:pt x="31451" y="0"/>
                  <a:pt x="70247" y="0"/>
                </a:cubicBezTo>
                <a:close/>
                <a:moveTo>
                  <a:pt x="70247" y="0"/>
                </a:moveTo>
              </a:path>
            </a:pathLst>
          </a:custGeom>
          <a:solidFill xmlns:a="http://schemas.openxmlformats.org/drawingml/2006/main">
            <a:srgbClr val="BE602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548268f4c45f4"/>
          <a:stretch xmlns:a="http://schemas.openxmlformats.org/drawingml/2006/main"/>
        </p:blipFill>
        <p:spPr>
          <a:xfrm xmlns:a="http://schemas.openxmlformats.org/drawingml/2006/main">
            <a:off x="5597641" y="2453174"/>
            <a:ext cx="213635" cy="213635"/>
          </a:xfrm>
          <a:prstGeom xmlns:a="http://schemas.openxmlformats.org/drawingml/2006/main" prst="rect">
            <a:avLst/>
          </a:prstGeom>
        </p:spPr>
      </p:pic>
      <p:sp>
        <p:nvSpPr>
          <p:cNvPr id="25" name="Text BBC:Of">
            <a:extLst xmlns:a="http://schemas.openxmlformats.org/drawingml/2006/main">
              <a:ext uri="{FF2B5EF4-FFF2-40B4-BE49-F238E27FC236}">
                <a16:creationId xmlns:a16="http://schemas.microsoft.com/office/drawing/2014/main" id="{D6B6914F-F599-4789-897F-16557B4E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261" y="2429266"/>
            <a:ext cx="637287" cy="129997"/>
          </a:xfrm>
          <a:custGeom xmlns:a="http://schemas.openxmlformats.org/drawingml/2006/main">
            <a:pathLst>
              <a:path w="637287" h="129997">
                <a:moveTo>
                  <a:pt x="0" y="127939"/>
                </a:moveTo>
                <a:lnTo>
                  <a:pt x="0" y="2230"/>
                </a:lnTo>
                <a:lnTo>
                  <a:pt x="47163" y="2230"/>
                </a:lnTo>
                <a:cubicBezTo>
                  <a:pt x="56767" y="2230"/>
                  <a:pt x="64470" y="3498"/>
                  <a:pt x="70272" y="6035"/>
                </a:cubicBezTo>
                <a:cubicBezTo>
                  <a:pt x="76075" y="8571"/>
                  <a:pt x="80619" y="12476"/>
                  <a:pt x="83907" y="17748"/>
                </a:cubicBezTo>
                <a:cubicBezTo>
                  <a:pt x="87194" y="23019"/>
                  <a:pt x="88837" y="28534"/>
                  <a:pt x="88837" y="34292"/>
                </a:cubicBezTo>
                <a:cubicBezTo>
                  <a:pt x="88837" y="39650"/>
                  <a:pt x="87379" y="44695"/>
                  <a:pt x="84464" y="49427"/>
                </a:cubicBezTo>
                <a:cubicBezTo>
                  <a:pt x="81548" y="54158"/>
                  <a:pt x="77147" y="57976"/>
                  <a:pt x="71258" y="60883"/>
                </a:cubicBezTo>
                <a:cubicBezTo>
                  <a:pt x="78862" y="63118"/>
                  <a:pt x="84707" y="66929"/>
                  <a:pt x="88794" y="72317"/>
                </a:cubicBezTo>
                <a:cubicBezTo>
                  <a:pt x="92882" y="77705"/>
                  <a:pt x="94925" y="84066"/>
                  <a:pt x="94925" y="91402"/>
                </a:cubicBezTo>
                <a:cubicBezTo>
                  <a:pt x="94925" y="97306"/>
                  <a:pt x="93682" y="102794"/>
                  <a:pt x="91195" y="107866"/>
                </a:cubicBezTo>
                <a:cubicBezTo>
                  <a:pt x="88709" y="112937"/>
                  <a:pt x="85636" y="116849"/>
                  <a:pt x="81977" y="119600"/>
                </a:cubicBezTo>
                <a:cubicBezTo>
                  <a:pt x="78319" y="122351"/>
                  <a:pt x="73731" y="124429"/>
                  <a:pt x="68214" y="125833"/>
                </a:cubicBezTo>
                <a:cubicBezTo>
                  <a:pt x="62698" y="127237"/>
                  <a:pt x="55938" y="127939"/>
                  <a:pt x="47934" y="127939"/>
                </a:cubicBezTo>
                <a:lnTo>
                  <a:pt x="0" y="127939"/>
                </a:lnTo>
                <a:moveTo>
                  <a:pt x="16636" y="54880"/>
                </a:moveTo>
                <a:lnTo>
                  <a:pt x="43818" y="54880"/>
                </a:lnTo>
                <a:cubicBezTo>
                  <a:pt x="51193" y="54880"/>
                  <a:pt x="56481" y="54397"/>
                  <a:pt x="59682" y="53430"/>
                </a:cubicBezTo>
                <a:cubicBezTo>
                  <a:pt x="63912" y="52182"/>
                  <a:pt x="67100" y="50109"/>
                  <a:pt x="69243" y="47214"/>
                </a:cubicBezTo>
                <a:cubicBezTo>
                  <a:pt x="71387" y="44318"/>
                  <a:pt x="72459" y="40684"/>
                  <a:pt x="72459" y="36313"/>
                </a:cubicBezTo>
                <a:cubicBezTo>
                  <a:pt x="72459" y="32168"/>
                  <a:pt x="71459" y="28520"/>
                  <a:pt x="69458" y="25369"/>
                </a:cubicBezTo>
                <a:cubicBezTo>
                  <a:pt x="67457" y="22217"/>
                  <a:pt x="64598" y="20060"/>
                  <a:pt x="60883" y="18897"/>
                </a:cubicBezTo>
                <a:cubicBezTo>
                  <a:pt x="57167" y="17732"/>
                  <a:pt x="50793" y="17150"/>
                  <a:pt x="41760" y="17150"/>
                </a:cubicBezTo>
                <a:lnTo>
                  <a:pt x="16636" y="17150"/>
                </a:lnTo>
                <a:lnTo>
                  <a:pt x="16636" y="54880"/>
                </a:lnTo>
                <a:moveTo>
                  <a:pt x="16636" y="113019"/>
                </a:moveTo>
                <a:lnTo>
                  <a:pt x="47934" y="113019"/>
                </a:lnTo>
                <a:cubicBezTo>
                  <a:pt x="53308" y="113019"/>
                  <a:pt x="57081" y="112819"/>
                  <a:pt x="59253" y="112419"/>
                </a:cubicBezTo>
                <a:cubicBezTo>
                  <a:pt x="63084" y="111733"/>
                  <a:pt x="66285" y="110589"/>
                  <a:pt x="68857" y="108989"/>
                </a:cubicBezTo>
                <a:cubicBezTo>
                  <a:pt x="71430" y="107388"/>
                  <a:pt x="73545" y="105058"/>
                  <a:pt x="75203" y="102000"/>
                </a:cubicBezTo>
                <a:cubicBezTo>
                  <a:pt x="76861" y="98941"/>
                  <a:pt x="77690" y="95411"/>
                  <a:pt x="77690" y="91410"/>
                </a:cubicBezTo>
                <a:cubicBezTo>
                  <a:pt x="77690" y="86722"/>
                  <a:pt x="76489" y="82649"/>
                  <a:pt x="74088" y="79190"/>
                </a:cubicBezTo>
                <a:cubicBezTo>
                  <a:pt x="71687" y="75732"/>
                  <a:pt x="68357" y="73302"/>
                  <a:pt x="64098" y="71902"/>
                </a:cubicBezTo>
                <a:cubicBezTo>
                  <a:pt x="59839" y="70501"/>
                  <a:pt x="53708" y="69801"/>
                  <a:pt x="45705" y="69801"/>
                </a:cubicBezTo>
                <a:lnTo>
                  <a:pt x="16636" y="69801"/>
                </a:lnTo>
                <a:lnTo>
                  <a:pt x="16636" y="113019"/>
                </a:lnTo>
                <a:close/>
                <a:moveTo>
                  <a:pt x="117136" y="127939"/>
                </a:moveTo>
                <a:lnTo>
                  <a:pt x="117136" y="2230"/>
                </a:lnTo>
                <a:lnTo>
                  <a:pt x="164298" y="2230"/>
                </a:lnTo>
                <a:cubicBezTo>
                  <a:pt x="173902" y="2230"/>
                  <a:pt x="181606" y="3498"/>
                  <a:pt x="187408" y="6035"/>
                </a:cubicBezTo>
                <a:cubicBezTo>
                  <a:pt x="193211" y="8571"/>
                  <a:pt x="197755" y="12476"/>
                  <a:pt x="201042" y="17748"/>
                </a:cubicBezTo>
                <a:cubicBezTo>
                  <a:pt x="204329" y="23019"/>
                  <a:pt x="205973" y="28534"/>
                  <a:pt x="205973" y="34292"/>
                </a:cubicBezTo>
                <a:cubicBezTo>
                  <a:pt x="205973" y="39650"/>
                  <a:pt x="204515" y="44695"/>
                  <a:pt x="201600" y="49427"/>
                </a:cubicBezTo>
                <a:cubicBezTo>
                  <a:pt x="198684" y="54158"/>
                  <a:pt x="194282" y="57976"/>
                  <a:pt x="188394" y="60883"/>
                </a:cubicBezTo>
                <a:cubicBezTo>
                  <a:pt x="195997" y="63118"/>
                  <a:pt x="201843" y="66929"/>
                  <a:pt x="205930" y="72317"/>
                </a:cubicBezTo>
                <a:cubicBezTo>
                  <a:pt x="210018" y="77705"/>
                  <a:pt x="212061" y="84066"/>
                  <a:pt x="212061" y="91402"/>
                </a:cubicBezTo>
                <a:cubicBezTo>
                  <a:pt x="212061" y="97306"/>
                  <a:pt x="210818" y="102794"/>
                  <a:pt x="208331" y="107866"/>
                </a:cubicBezTo>
                <a:cubicBezTo>
                  <a:pt x="205844" y="112937"/>
                  <a:pt x="202772" y="116849"/>
                  <a:pt x="199113" y="119600"/>
                </a:cubicBezTo>
                <a:cubicBezTo>
                  <a:pt x="195454" y="122351"/>
                  <a:pt x="190867" y="124429"/>
                  <a:pt x="185350" y="125833"/>
                </a:cubicBezTo>
                <a:cubicBezTo>
                  <a:pt x="179833" y="127237"/>
                  <a:pt x="173074" y="127939"/>
                  <a:pt x="165070" y="127939"/>
                </a:cubicBezTo>
                <a:lnTo>
                  <a:pt x="117136" y="127939"/>
                </a:lnTo>
                <a:moveTo>
                  <a:pt x="133771" y="54880"/>
                </a:moveTo>
                <a:lnTo>
                  <a:pt x="160954" y="54880"/>
                </a:lnTo>
                <a:cubicBezTo>
                  <a:pt x="168329" y="54880"/>
                  <a:pt x="173617" y="54397"/>
                  <a:pt x="176818" y="53430"/>
                </a:cubicBezTo>
                <a:cubicBezTo>
                  <a:pt x="181048" y="52182"/>
                  <a:pt x="184235" y="50109"/>
                  <a:pt x="186379" y="47214"/>
                </a:cubicBezTo>
                <a:cubicBezTo>
                  <a:pt x="188523" y="44318"/>
                  <a:pt x="189595" y="40684"/>
                  <a:pt x="189595" y="36313"/>
                </a:cubicBezTo>
                <a:cubicBezTo>
                  <a:pt x="189595" y="32168"/>
                  <a:pt x="188594" y="28520"/>
                  <a:pt x="186593" y="25369"/>
                </a:cubicBezTo>
                <a:cubicBezTo>
                  <a:pt x="184593" y="22217"/>
                  <a:pt x="181734" y="20060"/>
                  <a:pt x="178018" y="18897"/>
                </a:cubicBezTo>
                <a:cubicBezTo>
                  <a:pt x="174303" y="17732"/>
                  <a:pt x="167928" y="17150"/>
                  <a:pt x="158896" y="17150"/>
                </a:cubicBezTo>
                <a:lnTo>
                  <a:pt x="133771" y="17150"/>
                </a:lnTo>
                <a:lnTo>
                  <a:pt x="133771" y="54880"/>
                </a:lnTo>
                <a:moveTo>
                  <a:pt x="133771" y="113019"/>
                </a:moveTo>
                <a:lnTo>
                  <a:pt x="165070" y="113019"/>
                </a:lnTo>
                <a:cubicBezTo>
                  <a:pt x="170444" y="113019"/>
                  <a:pt x="174217" y="112819"/>
                  <a:pt x="176389" y="112419"/>
                </a:cubicBezTo>
                <a:cubicBezTo>
                  <a:pt x="180219" y="111733"/>
                  <a:pt x="183421" y="110589"/>
                  <a:pt x="185993" y="108989"/>
                </a:cubicBezTo>
                <a:cubicBezTo>
                  <a:pt x="188566" y="107388"/>
                  <a:pt x="190681" y="105058"/>
                  <a:pt x="192339" y="102000"/>
                </a:cubicBezTo>
                <a:cubicBezTo>
                  <a:pt x="193997" y="98941"/>
                  <a:pt x="194825" y="95411"/>
                  <a:pt x="194825" y="91410"/>
                </a:cubicBezTo>
                <a:cubicBezTo>
                  <a:pt x="194825" y="86722"/>
                  <a:pt x="193625" y="82649"/>
                  <a:pt x="191224" y="79190"/>
                </a:cubicBezTo>
                <a:cubicBezTo>
                  <a:pt x="188823" y="75732"/>
                  <a:pt x="185493" y="73302"/>
                  <a:pt x="181234" y="71902"/>
                </a:cubicBezTo>
                <a:cubicBezTo>
                  <a:pt x="176975" y="70501"/>
                  <a:pt x="170844" y="69801"/>
                  <a:pt x="162841" y="69801"/>
                </a:cubicBezTo>
                <a:lnTo>
                  <a:pt x="133771" y="69801"/>
                </a:lnTo>
                <a:lnTo>
                  <a:pt x="133771" y="113019"/>
                </a:lnTo>
                <a:close/>
                <a:moveTo>
                  <a:pt x="324652" y="83778"/>
                </a:moveTo>
                <a:lnTo>
                  <a:pt x="341288" y="87980"/>
                </a:lnTo>
                <a:cubicBezTo>
                  <a:pt x="337801" y="101643"/>
                  <a:pt x="331527" y="112061"/>
                  <a:pt x="322466" y="119236"/>
                </a:cubicBezTo>
                <a:cubicBezTo>
                  <a:pt x="313405" y="126410"/>
                  <a:pt x="302329" y="129997"/>
                  <a:pt x="289237" y="129997"/>
                </a:cubicBezTo>
                <a:cubicBezTo>
                  <a:pt x="275689" y="129997"/>
                  <a:pt x="264670" y="127239"/>
                  <a:pt x="256181" y="121722"/>
                </a:cubicBezTo>
                <a:cubicBezTo>
                  <a:pt x="247691" y="116206"/>
                  <a:pt x="241232" y="108217"/>
                  <a:pt x="236801" y="97755"/>
                </a:cubicBezTo>
                <a:cubicBezTo>
                  <a:pt x="232371" y="87294"/>
                  <a:pt x="230156" y="76060"/>
                  <a:pt x="230156" y="64055"/>
                </a:cubicBezTo>
                <a:cubicBezTo>
                  <a:pt x="230156" y="50964"/>
                  <a:pt x="232657" y="39545"/>
                  <a:pt x="237659" y="29798"/>
                </a:cubicBezTo>
                <a:cubicBezTo>
                  <a:pt x="242661" y="20051"/>
                  <a:pt x="249778" y="12648"/>
                  <a:pt x="259011" y="7589"/>
                </a:cubicBezTo>
                <a:cubicBezTo>
                  <a:pt x="268243" y="2530"/>
                  <a:pt x="278404" y="0"/>
                  <a:pt x="289495" y="0"/>
                </a:cubicBezTo>
                <a:cubicBezTo>
                  <a:pt x="302071" y="0"/>
                  <a:pt x="312647" y="3201"/>
                  <a:pt x="321222" y="9604"/>
                </a:cubicBezTo>
                <a:cubicBezTo>
                  <a:pt x="329797" y="16007"/>
                  <a:pt x="335771" y="25010"/>
                  <a:pt x="339144" y="36615"/>
                </a:cubicBezTo>
                <a:lnTo>
                  <a:pt x="322766" y="40474"/>
                </a:lnTo>
                <a:cubicBezTo>
                  <a:pt x="319850" y="31327"/>
                  <a:pt x="315620" y="24667"/>
                  <a:pt x="310075" y="20494"/>
                </a:cubicBezTo>
                <a:cubicBezTo>
                  <a:pt x="304530" y="16321"/>
                  <a:pt x="297555" y="14235"/>
                  <a:pt x="289152" y="14235"/>
                </a:cubicBezTo>
                <a:cubicBezTo>
                  <a:pt x="279491" y="14235"/>
                  <a:pt x="271416" y="16550"/>
                  <a:pt x="264927" y="21180"/>
                </a:cubicBezTo>
                <a:cubicBezTo>
                  <a:pt x="258439" y="25811"/>
                  <a:pt x="253880" y="32028"/>
                  <a:pt x="251250" y="39831"/>
                </a:cubicBezTo>
                <a:cubicBezTo>
                  <a:pt x="248620" y="47634"/>
                  <a:pt x="247306" y="55680"/>
                  <a:pt x="247306" y="63970"/>
                </a:cubicBezTo>
                <a:cubicBezTo>
                  <a:pt x="247306" y="74660"/>
                  <a:pt x="248863" y="83992"/>
                  <a:pt x="251979" y="91967"/>
                </a:cubicBezTo>
                <a:cubicBezTo>
                  <a:pt x="255095" y="99942"/>
                  <a:pt x="259939" y="105902"/>
                  <a:pt x="266514" y="109846"/>
                </a:cubicBezTo>
                <a:cubicBezTo>
                  <a:pt x="273088" y="113791"/>
                  <a:pt x="280205" y="115763"/>
                  <a:pt x="287865" y="115763"/>
                </a:cubicBezTo>
                <a:cubicBezTo>
                  <a:pt x="297184" y="115763"/>
                  <a:pt x="305073" y="113076"/>
                  <a:pt x="311533" y="107702"/>
                </a:cubicBezTo>
                <a:cubicBezTo>
                  <a:pt x="317992" y="102329"/>
                  <a:pt x="322366" y="94354"/>
                  <a:pt x="324652" y="83778"/>
                </a:cubicBezTo>
                <a:close/>
                <a:moveTo>
                  <a:pt x="364103" y="54537"/>
                </a:moveTo>
                <a:lnTo>
                  <a:pt x="364103" y="36873"/>
                </a:lnTo>
                <a:lnTo>
                  <a:pt x="381682" y="36873"/>
                </a:lnTo>
                <a:lnTo>
                  <a:pt x="381682" y="54537"/>
                </a:lnTo>
                <a:lnTo>
                  <a:pt x="364103" y="54537"/>
                </a:lnTo>
                <a:moveTo>
                  <a:pt x="364103" y="127939"/>
                </a:moveTo>
                <a:lnTo>
                  <a:pt x="364103" y="110275"/>
                </a:lnTo>
                <a:lnTo>
                  <a:pt x="381682" y="110275"/>
                </a:lnTo>
                <a:lnTo>
                  <a:pt x="381682" y="127939"/>
                </a:lnTo>
                <a:lnTo>
                  <a:pt x="364103" y="127939"/>
                </a:lnTo>
                <a:close/>
                <a:moveTo>
                  <a:pt x="454301" y="66671"/>
                </a:moveTo>
                <a:cubicBezTo>
                  <a:pt x="454301" y="45817"/>
                  <a:pt x="459904" y="29493"/>
                  <a:pt x="471108" y="17697"/>
                </a:cubicBezTo>
                <a:cubicBezTo>
                  <a:pt x="482313" y="5899"/>
                  <a:pt x="496776" y="0"/>
                  <a:pt x="514498" y="0"/>
                </a:cubicBezTo>
                <a:cubicBezTo>
                  <a:pt x="526103" y="0"/>
                  <a:pt x="536564" y="2771"/>
                  <a:pt x="545882" y="8312"/>
                </a:cubicBezTo>
                <a:cubicBezTo>
                  <a:pt x="555201" y="13854"/>
                  <a:pt x="562304" y="21581"/>
                  <a:pt x="567191" y="31494"/>
                </a:cubicBezTo>
                <a:cubicBezTo>
                  <a:pt x="572079" y="41406"/>
                  <a:pt x="574523" y="52645"/>
                  <a:pt x="574523" y="65213"/>
                </a:cubicBezTo>
                <a:cubicBezTo>
                  <a:pt x="574523" y="77952"/>
                  <a:pt x="571950" y="89350"/>
                  <a:pt x="566805" y="99406"/>
                </a:cubicBezTo>
                <a:cubicBezTo>
                  <a:pt x="561660" y="109460"/>
                  <a:pt x="554372" y="117072"/>
                  <a:pt x="544939" y="122242"/>
                </a:cubicBezTo>
                <a:cubicBezTo>
                  <a:pt x="535507" y="127412"/>
                  <a:pt x="525331" y="129997"/>
                  <a:pt x="514412" y="129997"/>
                </a:cubicBezTo>
                <a:cubicBezTo>
                  <a:pt x="502579" y="129997"/>
                  <a:pt x="492003" y="127141"/>
                  <a:pt x="482685" y="121428"/>
                </a:cubicBezTo>
                <a:cubicBezTo>
                  <a:pt x="473366" y="115715"/>
                  <a:pt x="466306" y="107917"/>
                  <a:pt x="461504" y="98034"/>
                </a:cubicBezTo>
                <a:cubicBezTo>
                  <a:pt x="456702" y="88151"/>
                  <a:pt x="454301" y="77697"/>
                  <a:pt x="454301" y="66671"/>
                </a:cubicBezTo>
                <a:moveTo>
                  <a:pt x="471451" y="66968"/>
                </a:moveTo>
                <a:cubicBezTo>
                  <a:pt x="471451" y="82091"/>
                  <a:pt x="475524" y="94004"/>
                  <a:pt x="483671" y="102707"/>
                </a:cubicBezTo>
                <a:cubicBezTo>
                  <a:pt x="491817" y="111411"/>
                  <a:pt x="502035" y="115763"/>
                  <a:pt x="514326" y="115763"/>
                </a:cubicBezTo>
                <a:cubicBezTo>
                  <a:pt x="526846" y="115763"/>
                  <a:pt x="537150" y="111369"/>
                  <a:pt x="545239" y="102581"/>
                </a:cubicBezTo>
                <a:cubicBezTo>
                  <a:pt x="553328" y="93792"/>
                  <a:pt x="557373" y="81322"/>
                  <a:pt x="557373" y="65170"/>
                </a:cubicBezTo>
                <a:cubicBezTo>
                  <a:pt x="557373" y="54955"/>
                  <a:pt x="555644" y="46038"/>
                  <a:pt x="552185" y="38419"/>
                </a:cubicBezTo>
                <a:cubicBezTo>
                  <a:pt x="548726" y="30800"/>
                  <a:pt x="543667" y="24893"/>
                  <a:pt x="537007" y="20698"/>
                </a:cubicBezTo>
                <a:cubicBezTo>
                  <a:pt x="530347" y="16503"/>
                  <a:pt x="522873" y="14406"/>
                  <a:pt x="514584" y="14406"/>
                </a:cubicBezTo>
                <a:cubicBezTo>
                  <a:pt x="502807" y="14406"/>
                  <a:pt x="492674" y="18444"/>
                  <a:pt x="484185" y="26521"/>
                </a:cubicBezTo>
                <a:cubicBezTo>
                  <a:pt x="475696" y="34596"/>
                  <a:pt x="471451" y="48078"/>
                  <a:pt x="471451" y="66968"/>
                </a:cubicBezTo>
                <a:close/>
                <a:moveTo>
                  <a:pt x="597670" y="127939"/>
                </a:moveTo>
                <a:lnTo>
                  <a:pt x="597670" y="48878"/>
                </a:lnTo>
                <a:lnTo>
                  <a:pt x="584036" y="48878"/>
                </a:lnTo>
                <a:lnTo>
                  <a:pt x="584036" y="36873"/>
                </a:lnTo>
                <a:lnTo>
                  <a:pt x="597670" y="36873"/>
                </a:lnTo>
                <a:lnTo>
                  <a:pt x="597670" y="27204"/>
                </a:lnTo>
                <a:cubicBezTo>
                  <a:pt x="597670" y="21102"/>
                  <a:pt x="598213" y="16568"/>
                  <a:pt x="599299" y="13602"/>
                </a:cubicBezTo>
                <a:cubicBezTo>
                  <a:pt x="600786" y="9611"/>
                  <a:pt x="603401" y="6375"/>
                  <a:pt x="607145" y="3894"/>
                </a:cubicBezTo>
                <a:cubicBezTo>
                  <a:pt x="610890" y="1412"/>
                  <a:pt x="616135" y="171"/>
                  <a:pt x="622881" y="171"/>
                </a:cubicBezTo>
                <a:cubicBezTo>
                  <a:pt x="627225" y="171"/>
                  <a:pt x="632027" y="689"/>
                  <a:pt x="637287" y="1723"/>
                </a:cubicBezTo>
                <a:lnTo>
                  <a:pt x="634971" y="15258"/>
                </a:lnTo>
                <a:cubicBezTo>
                  <a:pt x="631770" y="14690"/>
                  <a:pt x="628740" y="14406"/>
                  <a:pt x="625882" y="14406"/>
                </a:cubicBezTo>
                <a:cubicBezTo>
                  <a:pt x="621194" y="14406"/>
                  <a:pt x="617878" y="15399"/>
                  <a:pt x="615935" y="17386"/>
                </a:cubicBezTo>
                <a:cubicBezTo>
                  <a:pt x="613991" y="19371"/>
                  <a:pt x="613019" y="23086"/>
                  <a:pt x="613019" y="28533"/>
                </a:cubicBezTo>
                <a:lnTo>
                  <a:pt x="613019" y="36873"/>
                </a:lnTo>
                <a:lnTo>
                  <a:pt x="630770" y="36873"/>
                </a:lnTo>
                <a:lnTo>
                  <a:pt x="630770" y="48878"/>
                </a:lnTo>
                <a:lnTo>
                  <a:pt x="613019" y="48878"/>
                </a:lnTo>
                <a:lnTo>
                  <a:pt x="613019" y="127939"/>
                </a:lnTo>
                <a:lnTo>
                  <a:pt x="597670" y="1279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ficeron">
            <a:extLst xmlns:a="http://schemas.openxmlformats.org/drawingml/2006/main">
              <a:ext uri="{FF2B5EF4-FFF2-40B4-BE49-F238E27FC236}">
                <a16:creationId xmlns:a16="http://schemas.microsoft.com/office/drawing/2014/main" id="{7763E57C-FAC7-4459-B6E7-27BAE012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922" y="2429438"/>
            <a:ext cx="562189" cy="129826"/>
          </a:xfrm>
          <a:custGeom xmlns:a="http://schemas.openxmlformats.org/drawingml/2006/main">
            <a:pathLst>
              <a:path w="562189" h="129826">
                <a:moveTo>
                  <a:pt x="13634" y="127768"/>
                </a:moveTo>
                <a:lnTo>
                  <a:pt x="13634" y="48706"/>
                </a:lnTo>
                <a:lnTo>
                  <a:pt x="0" y="48706"/>
                </a:lnTo>
                <a:lnTo>
                  <a:pt x="0" y="36701"/>
                </a:lnTo>
                <a:lnTo>
                  <a:pt x="13634" y="36701"/>
                </a:lnTo>
                <a:lnTo>
                  <a:pt x="13634" y="27033"/>
                </a:lnTo>
                <a:cubicBezTo>
                  <a:pt x="13634" y="20930"/>
                  <a:pt x="14177" y="16396"/>
                  <a:pt x="15264" y="13431"/>
                </a:cubicBezTo>
                <a:cubicBezTo>
                  <a:pt x="16750" y="9440"/>
                  <a:pt x="19365" y="6203"/>
                  <a:pt x="23110" y="3722"/>
                </a:cubicBezTo>
                <a:cubicBezTo>
                  <a:pt x="26854" y="1241"/>
                  <a:pt x="32099" y="0"/>
                  <a:pt x="38845" y="0"/>
                </a:cubicBezTo>
                <a:cubicBezTo>
                  <a:pt x="43190" y="0"/>
                  <a:pt x="47992" y="517"/>
                  <a:pt x="53251" y="1552"/>
                </a:cubicBezTo>
                <a:lnTo>
                  <a:pt x="50936" y="15087"/>
                </a:lnTo>
                <a:cubicBezTo>
                  <a:pt x="47734" y="14519"/>
                  <a:pt x="44704" y="14235"/>
                  <a:pt x="41846" y="14235"/>
                </a:cubicBezTo>
                <a:cubicBezTo>
                  <a:pt x="37158" y="14235"/>
                  <a:pt x="33843" y="15228"/>
                  <a:pt x="31899" y="17214"/>
                </a:cubicBezTo>
                <a:cubicBezTo>
                  <a:pt x="29955" y="19199"/>
                  <a:pt x="28984" y="22915"/>
                  <a:pt x="28984" y="28362"/>
                </a:cubicBezTo>
                <a:lnTo>
                  <a:pt x="28984" y="36701"/>
                </a:lnTo>
                <a:lnTo>
                  <a:pt x="46734" y="36701"/>
                </a:lnTo>
                <a:lnTo>
                  <a:pt x="46734" y="48706"/>
                </a:lnTo>
                <a:lnTo>
                  <a:pt x="28984" y="48706"/>
                </a:lnTo>
                <a:lnTo>
                  <a:pt x="28984" y="127768"/>
                </a:lnTo>
                <a:lnTo>
                  <a:pt x="13634" y="127768"/>
                </a:lnTo>
                <a:close/>
                <a:moveTo>
                  <a:pt x="58819" y="19723"/>
                </a:moveTo>
                <a:lnTo>
                  <a:pt x="58819" y="2058"/>
                </a:lnTo>
                <a:lnTo>
                  <a:pt x="74254" y="2058"/>
                </a:lnTo>
                <a:lnTo>
                  <a:pt x="74254" y="19723"/>
                </a:lnTo>
                <a:lnTo>
                  <a:pt x="58819" y="19723"/>
                </a:lnTo>
                <a:moveTo>
                  <a:pt x="58819" y="127768"/>
                </a:moveTo>
                <a:lnTo>
                  <a:pt x="58819" y="36701"/>
                </a:lnTo>
                <a:lnTo>
                  <a:pt x="74254" y="36701"/>
                </a:lnTo>
                <a:lnTo>
                  <a:pt x="74254" y="127768"/>
                </a:lnTo>
                <a:lnTo>
                  <a:pt x="58819" y="127768"/>
                </a:lnTo>
                <a:close/>
                <a:moveTo>
                  <a:pt x="157180" y="94325"/>
                </a:moveTo>
                <a:lnTo>
                  <a:pt x="172358" y="96383"/>
                </a:lnTo>
                <a:cubicBezTo>
                  <a:pt x="170700" y="106845"/>
                  <a:pt x="166456" y="115034"/>
                  <a:pt x="159624" y="120951"/>
                </a:cubicBezTo>
                <a:cubicBezTo>
                  <a:pt x="152793" y="126867"/>
                  <a:pt x="144404" y="129826"/>
                  <a:pt x="134457" y="129826"/>
                </a:cubicBezTo>
                <a:cubicBezTo>
                  <a:pt x="121994" y="129826"/>
                  <a:pt x="111976" y="125753"/>
                  <a:pt x="104401" y="117606"/>
                </a:cubicBezTo>
                <a:cubicBezTo>
                  <a:pt x="96826" y="109460"/>
                  <a:pt x="93039" y="97784"/>
                  <a:pt x="93039" y="82577"/>
                </a:cubicBezTo>
                <a:cubicBezTo>
                  <a:pt x="93039" y="72745"/>
                  <a:pt x="94668" y="64141"/>
                  <a:pt x="97927" y="56767"/>
                </a:cubicBezTo>
                <a:cubicBezTo>
                  <a:pt x="101185" y="49392"/>
                  <a:pt x="106145" y="43861"/>
                  <a:pt x="112805" y="40174"/>
                </a:cubicBezTo>
                <a:cubicBezTo>
                  <a:pt x="119465" y="36487"/>
                  <a:pt x="126710" y="34643"/>
                  <a:pt x="134542" y="34643"/>
                </a:cubicBezTo>
                <a:cubicBezTo>
                  <a:pt x="144432" y="34643"/>
                  <a:pt x="152521" y="37130"/>
                  <a:pt x="158810" y="42103"/>
                </a:cubicBezTo>
                <a:cubicBezTo>
                  <a:pt x="165098" y="47075"/>
                  <a:pt x="169128" y="54135"/>
                  <a:pt x="170900" y="63284"/>
                </a:cubicBezTo>
                <a:lnTo>
                  <a:pt x="155894" y="65685"/>
                </a:lnTo>
                <a:cubicBezTo>
                  <a:pt x="154465" y="59596"/>
                  <a:pt x="151935" y="55016"/>
                  <a:pt x="148305" y="51943"/>
                </a:cubicBezTo>
                <a:cubicBezTo>
                  <a:pt x="144675" y="48870"/>
                  <a:pt x="140288" y="47334"/>
                  <a:pt x="135143" y="47334"/>
                </a:cubicBezTo>
                <a:cubicBezTo>
                  <a:pt x="127368" y="47334"/>
                  <a:pt x="121051" y="50121"/>
                  <a:pt x="116192" y="55695"/>
                </a:cubicBezTo>
                <a:cubicBezTo>
                  <a:pt x="111333" y="61269"/>
                  <a:pt x="108903" y="70087"/>
                  <a:pt x="108903" y="82149"/>
                </a:cubicBezTo>
                <a:cubicBezTo>
                  <a:pt x="108903" y="94382"/>
                  <a:pt x="111247" y="103272"/>
                  <a:pt x="115934" y="108817"/>
                </a:cubicBezTo>
                <a:cubicBezTo>
                  <a:pt x="120622" y="114362"/>
                  <a:pt x="126739" y="117135"/>
                  <a:pt x="134285" y="117135"/>
                </a:cubicBezTo>
                <a:cubicBezTo>
                  <a:pt x="140345" y="117135"/>
                  <a:pt x="145404" y="115270"/>
                  <a:pt x="149463" y="111540"/>
                </a:cubicBezTo>
                <a:cubicBezTo>
                  <a:pt x="153522" y="107809"/>
                  <a:pt x="156094" y="102071"/>
                  <a:pt x="157180" y="94325"/>
                </a:cubicBezTo>
                <a:close/>
                <a:moveTo>
                  <a:pt x="247904" y="98270"/>
                </a:moveTo>
                <a:lnTo>
                  <a:pt x="263854" y="100328"/>
                </a:lnTo>
                <a:cubicBezTo>
                  <a:pt x="261338" y="109673"/>
                  <a:pt x="256679" y="116926"/>
                  <a:pt x="249876" y="122087"/>
                </a:cubicBezTo>
                <a:cubicBezTo>
                  <a:pt x="243074" y="127246"/>
                  <a:pt x="234384" y="129826"/>
                  <a:pt x="223808" y="129826"/>
                </a:cubicBezTo>
                <a:cubicBezTo>
                  <a:pt x="210489" y="129826"/>
                  <a:pt x="199927" y="125724"/>
                  <a:pt x="192124" y="117521"/>
                </a:cubicBezTo>
                <a:cubicBezTo>
                  <a:pt x="184320" y="109317"/>
                  <a:pt x="180419" y="97812"/>
                  <a:pt x="180419" y="83006"/>
                </a:cubicBezTo>
                <a:cubicBezTo>
                  <a:pt x="180419" y="67686"/>
                  <a:pt x="184363" y="55795"/>
                  <a:pt x="192252" y="47334"/>
                </a:cubicBezTo>
                <a:cubicBezTo>
                  <a:pt x="200141" y="38873"/>
                  <a:pt x="210374" y="34643"/>
                  <a:pt x="222951" y="34643"/>
                </a:cubicBezTo>
                <a:cubicBezTo>
                  <a:pt x="235127" y="34643"/>
                  <a:pt x="245074" y="38781"/>
                  <a:pt x="252792" y="47058"/>
                </a:cubicBezTo>
                <a:cubicBezTo>
                  <a:pt x="260510" y="55333"/>
                  <a:pt x="264368" y="66975"/>
                  <a:pt x="264368" y="81985"/>
                </a:cubicBezTo>
                <a:cubicBezTo>
                  <a:pt x="264368" y="82898"/>
                  <a:pt x="264340" y="84267"/>
                  <a:pt x="264283" y="86093"/>
                </a:cubicBezTo>
                <a:lnTo>
                  <a:pt x="196368" y="86093"/>
                </a:lnTo>
                <a:cubicBezTo>
                  <a:pt x="196940" y="96126"/>
                  <a:pt x="199770" y="103808"/>
                  <a:pt x="204858" y="109139"/>
                </a:cubicBezTo>
                <a:cubicBezTo>
                  <a:pt x="209945" y="114469"/>
                  <a:pt x="216291" y="117135"/>
                  <a:pt x="223894" y="117135"/>
                </a:cubicBezTo>
                <a:cubicBezTo>
                  <a:pt x="229554" y="117135"/>
                  <a:pt x="234384" y="115635"/>
                  <a:pt x="238386" y="112636"/>
                </a:cubicBezTo>
                <a:cubicBezTo>
                  <a:pt x="242388" y="109634"/>
                  <a:pt x="245560" y="104846"/>
                  <a:pt x="247904" y="98270"/>
                </a:cubicBezTo>
                <a:moveTo>
                  <a:pt x="197226" y="73402"/>
                </a:moveTo>
                <a:lnTo>
                  <a:pt x="248076" y="73402"/>
                </a:lnTo>
                <a:cubicBezTo>
                  <a:pt x="247390" y="65767"/>
                  <a:pt x="245446" y="60040"/>
                  <a:pt x="242245" y="56223"/>
                </a:cubicBezTo>
                <a:cubicBezTo>
                  <a:pt x="237328" y="50297"/>
                  <a:pt x="230954" y="47334"/>
                  <a:pt x="223122" y="47334"/>
                </a:cubicBezTo>
                <a:cubicBezTo>
                  <a:pt x="216034" y="47334"/>
                  <a:pt x="210074" y="49699"/>
                  <a:pt x="205244" y="54430"/>
                </a:cubicBezTo>
                <a:cubicBezTo>
                  <a:pt x="200413" y="59159"/>
                  <a:pt x="197740" y="65483"/>
                  <a:pt x="197226" y="73402"/>
                </a:cubicBezTo>
                <a:close/>
                <a:moveTo>
                  <a:pt x="283070" y="127768"/>
                </a:moveTo>
                <a:lnTo>
                  <a:pt x="283070" y="36701"/>
                </a:lnTo>
                <a:lnTo>
                  <a:pt x="296962" y="36701"/>
                </a:lnTo>
                <a:lnTo>
                  <a:pt x="296962" y="50507"/>
                </a:lnTo>
                <a:cubicBezTo>
                  <a:pt x="300506" y="44047"/>
                  <a:pt x="303779" y="39788"/>
                  <a:pt x="306780" y="37730"/>
                </a:cubicBezTo>
                <a:cubicBezTo>
                  <a:pt x="309781" y="35672"/>
                  <a:pt x="313083" y="34643"/>
                  <a:pt x="316684" y="34643"/>
                </a:cubicBezTo>
                <a:cubicBezTo>
                  <a:pt x="321887" y="34643"/>
                  <a:pt x="327174" y="36301"/>
                  <a:pt x="332548" y="39617"/>
                </a:cubicBezTo>
                <a:lnTo>
                  <a:pt x="327232" y="53926"/>
                </a:lnTo>
                <a:cubicBezTo>
                  <a:pt x="323459" y="51704"/>
                  <a:pt x="319686" y="50593"/>
                  <a:pt x="315913" y="50593"/>
                </a:cubicBezTo>
                <a:cubicBezTo>
                  <a:pt x="312540" y="50593"/>
                  <a:pt x="309510" y="51607"/>
                  <a:pt x="306823" y="53637"/>
                </a:cubicBezTo>
                <a:cubicBezTo>
                  <a:pt x="304136" y="55666"/>
                  <a:pt x="302221" y="58482"/>
                  <a:pt x="301078" y="62083"/>
                </a:cubicBezTo>
                <a:cubicBezTo>
                  <a:pt x="299363" y="67571"/>
                  <a:pt x="298505" y="73574"/>
                  <a:pt x="298505" y="80091"/>
                </a:cubicBezTo>
                <a:lnTo>
                  <a:pt x="298505" y="127768"/>
                </a:lnTo>
                <a:lnTo>
                  <a:pt x="283070" y="127768"/>
                </a:lnTo>
                <a:close/>
                <a:moveTo>
                  <a:pt x="384763" y="82234"/>
                </a:moveTo>
                <a:cubicBezTo>
                  <a:pt x="384763" y="65370"/>
                  <a:pt x="389451" y="52879"/>
                  <a:pt x="398826" y="44762"/>
                </a:cubicBezTo>
                <a:cubicBezTo>
                  <a:pt x="406658" y="38016"/>
                  <a:pt x="416205" y="34643"/>
                  <a:pt x="427467" y="34643"/>
                </a:cubicBezTo>
                <a:cubicBezTo>
                  <a:pt x="439986" y="34643"/>
                  <a:pt x="450219" y="38745"/>
                  <a:pt x="458165" y="46948"/>
                </a:cubicBezTo>
                <a:cubicBezTo>
                  <a:pt x="466111" y="55152"/>
                  <a:pt x="470085" y="66485"/>
                  <a:pt x="470085" y="80948"/>
                </a:cubicBezTo>
                <a:cubicBezTo>
                  <a:pt x="470085" y="92667"/>
                  <a:pt x="468327" y="101886"/>
                  <a:pt x="464811" y="108603"/>
                </a:cubicBezTo>
                <a:cubicBezTo>
                  <a:pt x="461295" y="115320"/>
                  <a:pt x="456179" y="120536"/>
                  <a:pt x="449462" y="124252"/>
                </a:cubicBezTo>
                <a:cubicBezTo>
                  <a:pt x="442744" y="127968"/>
                  <a:pt x="435413" y="129826"/>
                  <a:pt x="427467" y="129826"/>
                </a:cubicBezTo>
                <a:cubicBezTo>
                  <a:pt x="414718" y="129826"/>
                  <a:pt x="404414" y="125738"/>
                  <a:pt x="396554" y="117564"/>
                </a:cubicBezTo>
                <a:cubicBezTo>
                  <a:pt x="388693" y="109389"/>
                  <a:pt x="384763" y="97612"/>
                  <a:pt x="384763" y="82234"/>
                </a:cubicBezTo>
                <a:moveTo>
                  <a:pt x="400627" y="82277"/>
                </a:moveTo>
                <a:cubicBezTo>
                  <a:pt x="400627" y="93925"/>
                  <a:pt x="403171" y="102647"/>
                  <a:pt x="408259" y="108442"/>
                </a:cubicBezTo>
                <a:cubicBezTo>
                  <a:pt x="413346" y="114237"/>
                  <a:pt x="419749" y="117135"/>
                  <a:pt x="427467" y="117135"/>
                </a:cubicBezTo>
                <a:cubicBezTo>
                  <a:pt x="435127" y="117135"/>
                  <a:pt x="441501" y="114223"/>
                  <a:pt x="446589" y="108399"/>
                </a:cubicBezTo>
                <a:cubicBezTo>
                  <a:pt x="451677" y="102575"/>
                  <a:pt x="454221" y="93696"/>
                  <a:pt x="454221" y="81763"/>
                </a:cubicBezTo>
                <a:cubicBezTo>
                  <a:pt x="454221" y="70515"/>
                  <a:pt x="451662" y="61994"/>
                  <a:pt x="446546" y="56199"/>
                </a:cubicBezTo>
                <a:cubicBezTo>
                  <a:pt x="441430" y="50403"/>
                  <a:pt x="435070" y="47506"/>
                  <a:pt x="427467" y="47506"/>
                </a:cubicBezTo>
                <a:cubicBezTo>
                  <a:pt x="419749" y="47506"/>
                  <a:pt x="413346" y="50389"/>
                  <a:pt x="408259" y="56156"/>
                </a:cubicBezTo>
                <a:cubicBezTo>
                  <a:pt x="403171" y="61922"/>
                  <a:pt x="400627" y="70630"/>
                  <a:pt x="400627" y="82277"/>
                </a:cubicBezTo>
                <a:close/>
                <a:moveTo>
                  <a:pt x="488187" y="127768"/>
                </a:moveTo>
                <a:lnTo>
                  <a:pt x="488187" y="36701"/>
                </a:lnTo>
                <a:lnTo>
                  <a:pt x="502078" y="36701"/>
                </a:lnTo>
                <a:lnTo>
                  <a:pt x="502078" y="49649"/>
                </a:lnTo>
                <a:cubicBezTo>
                  <a:pt x="508767" y="39645"/>
                  <a:pt x="518428" y="34643"/>
                  <a:pt x="531062" y="34643"/>
                </a:cubicBezTo>
                <a:cubicBezTo>
                  <a:pt x="536550" y="34643"/>
                  <a:pt x="541595" y="35629"/>
                  <a:pt x="546197" y="37601"/>
                </a:cubicBezTo>
                <a:cubicBezTo>
                  <a:pt x="550798" y="39574"/>
                  <a:pt x="554243" y="42161"/>
                  <a:pt x="556529" y="45362"/>
                </a:cubicBezTo>
                <a:cubicBezTo>
                  <a:pt x="558816" y="48563"/>
                  <a:pt x="560417" y="52365"/>
                  <a:pt x="561331" y="56767"/>
                </a:cubicBezTo>
                <a:cubicBezTo>
                  <a:pt x="561903" y="59625"/>
                  <a:pt x="562189" y="64627"/>
                  <a:pt x="562189" y="71773"/>
                </a:cubicBezTo>
                <a:lnTo>
                  <a:pt x="562189" y="127768"/>
                </a:lnTo>
                <a:lnTo>
                  <a:pt x="546754" y="127768"/>
                </a:lnTo>
                <a:lnTo>
                  <a:pt x="546754" y="72373"/>
                </a:lnTo>
                <a:cubicBezTo>
                  <a:pt x="546754" y="66085"/>
                  <a:pt x="546154" y="61383"/>
                  <a:pt x="544953" y="58267"/>
                </a:cubicBezTo>
                <a:cubicBezTo>
                  <a:pt x="543753" y="55152"/>
                  <a:pt x="541623" y="52665"/>
                  <a:pt x="538565" y="50807"/>
                </a:cubicBezTo>
                <a:cubicBezTo>
                  <a:pt x="535506" y="48949"/>
                  <a:pt x="531919" y="48020"/>
                  <a:pt x="527803" y="48020"/>
                </a:cubicBezTo>
                <a:cubicBezTo>
                  <a:pt x="521229" y="48020"/>
                  <a:pt x="515555" y="50107"/>
                  <a:pt x="510782" y="54280"/>
                </a:cubicBezTo>
                <a:cubicBezTo>
                  <a:pt x="506008" y="58453"/>
                  <a:pt x="503622" y="66371"/>
                  <a:pt x="503622" y="78033"/>
                </a:cubicBezTo>
                <a:lnTo>
                  <a:pt x="503622" y="127768"/>
                </a:lnTo>
                <a:lnTo>
                  <a:pt x="488187" y="12776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caserecently">
            <a:extLst xmlns:a="http://schemas.openxmlformats.org/drawingml/2006/main">
              <a:ext uri="{FF2B5EF4-FFF2-40B4-BE49-F238E27FC236}">
                <a16:creationId xmlns:a16="http://schemas.microsoft.com/office/drawing/2014/main" id="{D605B478-AB46-4BF8-B574-921501F5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259" y="2633932"/>
            <a:ext cx="1026294" cy="162754"/>
          </a:xfrm>
          <a:custGeom xmlns:a="http://schemas.openxmlformats.org/drawingml/2006/main">
            <a:pathLst>
              <a:path w="1026294" h="162754">
                <a:moveTo>
                  <a:pt x="64141" y="92267"/>
                </a:moveTo>
                <a:lnTo>
                  <a:pt x="79319" y="94325"/>
                </a:lnTo>
                <a:cubicBezTo>
                  <a:pt x="77661" y="104787"/>
                  <a:pt x="73416" y="112976"/>
                  <a:pt x="66585" y="118893"/>
                </a:cubicBezTo>
                <a:cubicBezTo>
                  <a:pt x="59754" y="124809"/>
                  <a:pt x="51364" y="127768"/>
                  <a:pt x="41417" y="127768"/>
                </a:cubicBezTo>
                <a:cubicBezTo>
                  <a:pt x="28955" y="127768"/>
                  <a:pt x="18937" y="123695"/>
                  <a:pt x="11362" y="115548"/>
                </a:cubicBezTo>
                <a:cubicBezTo>
                  <a:pt x="3787" y="107402"/>
                  <a:pt x="0" y="95726"/>
                  <a:pt x="0" y="80519"/>
                </a:cubicBezTo>
                <a:cubicBezTo>
                  <a:pt x="0" y="70687"/>
                  <a:pt x="1629" y="62083"/>
                  <a:pt x="4888" y="54709"/>
                </a:cubicBezTo>
                <a:cubicBezTo>
                  <a:pt x="8146" y="47334"/>
                  <a:pt x="13105" y="41803"/>
                  <a:pt x="19765" y="38116"/>
                </a:cubicBezTo>
                <a:cubicBezTo>
                  <a:pt x="26425" y="34429"/>
                  <a:pt x="33671" y="32585"/>
                  <a:pt x="41503" y="32585"/>
                </a:cubicBezTo>
                <a:cubicBezTo>
                  <a:pt x="51393" y="32585"/>
                  <a:pt x="59482" y="35072"/>
                  <a:pt x="65770" y="40045"/>
                </a:cubicBezTo>
                <a:cubicBezTo>
                  <a:pt x="72059" y="45017"/>
                  <a:pt x="76089" y="52077"/>
                  <a:pt x="77861" y="61226"/>
                </a:cubicBezTo>
                <a:lnTo>
                  <a:pt x="62855" y="63627"/>
                </a:lnTo>
                <a:cubicBezTo>
                  <a:pt x="61426" y="57538"/>
                  <a:pt x="58896" y="52958"/>
                  <a:pt x="55266" y="49885"/>
                </a:cubicBezTo>
                <a:cubicBezTo>
                  <a:pt x="51636" y="46812"/>
                  <a:pt x="47248" y="45276"/>
                  <a:pt x="42103" y="45276"/>
                </a:cubicBezTo>
                <a:cubicBezTo>
                  <a:pt x="34329" y="45276"/>
                  <a:pt x="28012" y="48063"/>
                  <a:pt x="23153" y="53637"/>
                </a:cubicBezTo>
                <a:cubicBezTo>
                  <a:pt x="18293" y="59211"/>
                  <a:pt x="15864" y="68028"/>
                  <a:pt x="15864" y="80091"/>
                </a:cubicBezTo>
                <a:cubicBezTo>
                  <a:pt x="15864" y="92324"/>
                  <a:pt x="18208" y="101214"/>
                  <a:pt x="22895" y="106759"/>
                </a:cubicBezTo>
                <a:cubicBezTo>
                  <a:pt x="27583" y="112304"/>
                  <a:pt x="33700" y="115077"/>
                  <a:pt x="41246" y="115077"/>
                </a:cubicBezTo>
                <a:cubicBezTo>
                  <a:pt x="47306" y="115077"/>
                  <a:pt x="52365" y="113212"/>
                  <a:pt x="56424" y="109482"/>
                </a:cubicBezTo>
                <a:cubicBezTo>
                  <a:pt x="60482" y="105751"/>
                  <a:pt x="63055" y="100013"/>
                  <a:pt x="64141" y="92267"/>
                </a:cubicBezTo>
                <a:close/>
                <a:moveTo>
                  <a:pt x="151949" y="114219"/>
                </a:moveTo>
                <a:cubicBezTo>
                  <a:pt x="146232" y="119173"/>
                  <a:pt x="140730" y="122670"/>
                  <a:pt x="135442" y="124710"/>
                </a:cubicBezTo>
                <a:cubicBezTo>
                  <a:pt x="130154" y="126749"/>
                  <a:pt x="124480" y="127768"/>
                  <a:pt x="118421" y="127768"/>
                </a:cubicBezTo>
                <a:cubicBezTo>
                  <a:pt x="108416" y="127768"/>
                  <a:pt x="100728" y="125324"/>
                  <a:pt x="95354" y="120436"/>
                </a:cubicBezTo>
                <a:cubicBezTo>
                  <a:pt x="89980" y="115548"/>
                  <a:pt x="87293" y="109303"/>
                  <a:pt x="87293" y="101700"/>
                </a:cubicBezTo>
                <a:cubicBezTo>
                  <a:pt x="87293" y="97241"/>
                  <a:pt x="88308" y="93168"/>
                  <a:pt x="90337" y="89480"/>
                </a:cubicBezTo>
                <a:cubicBezTo>
                  <a:pt x="92367" y="85793"/>
                  <a:pt x="95025" y="82835"/>
                  <a:pt x="98312" y="80605"/>
                </a:cubicBezTo>
                <a:cubicBezTo>
                  <a:pt x="101599" y="78376"/>
                  <a:pt x="105301" y="76689"/>
                  <a:pt x="109417" y="75546"/>
                </a:cubicBezTo>
                <a:cubicBezTo>
                  <a:pt x="112447" y="74746"/>
                  <a:pt x="117020" y="73974"/>
                  <a:pt x="123137" y="73231"/>
                </a:cubicBezTo>
                <a:cubicBezTo>
                  <a:pt x="135599" y="71744"/>
                  <a:pt x="144775" y="69972"/>
                  <a:pt x="150663" y="67914"/>
                </a:cubicBezTo>
                <a:cubicBezTo>
                  <a:pt x="150720" y="65808"/>
                  <a:pt x="150748" y="64470"/>
                  <a:pt x="150748" y="63900"/>
                </a:cubicBezTo>
                <a:cubicBezTo>
                  <a:pt x="150748" y="57635"/>
                  <a:pt x="149291" y="53221"/>
                  <a:pt x="146375" y="50660"/>
                </a:cubicBezTo>
                <a:cubicBezTo>
                  <a:pt x="142431" y="47185"/>
                  <a:pt x="136571" y="45448"/>
                  <a:pt x="128796" y="45448"/>
                </a:cubicBezTo>
                <a:cubicBezTo>
                  <a:pt x="121536" y="45448"/>
                  <a:pt x="116177" y="46720"/>
                  <a:pt x="112718" y="49263"/>
                </a:cubicBezTo>
                <a:cubicBezTo>
                  <a:pt x="109260" y="51807"/>
                  <a:pt x="106701" y="56309"/>
                  <a:pt x="105044" y="62769"/>
                </a:cubicBezTo>
                <a:lnTo>
                  <a:pt x="89952" y="60711"/>
                </a:lnTo>
                <a:cubicBezTo>
                  <a:pt x="91324" y="54232"/>
                  <a:pt x="93582" y="48999"/>
                  <a:pt x="96726" y="45013"/>
                </a:cubicBezTo>
                <a:cubicBezTo>
                  <a:pt x="99870" y="41028"/>
                  <a:pt x="104415" y="37961"/>
                  <a:pt x="110360" y="35811"/>
                </a:cubicBezTo>
                <a:cubicBezTo>
                  <a:pt x="116305" y="33661"/>
                  <a:pt x="123194" y="32585"/>
                  <a:pt x="131026" y="32585"/>
                </a:cubicBezTo>
                <a:cubicBezTo>
                  <a:pt x="138801" y="32585"/>
                  <a:pt x="145118" y="33503"/>
                  <a:pt x="149977" y="35340"/>
                </a:cubicBezTo>
                <a:cubicBezTo>
                  <a:pt x="154836" y="37175"/>
                  <a:pt x="158409" y="39484"/>
                  <a:pt x="160696" y="42267"/>
                </a:cubicBezTo>
                <a:cubicBezTo>
                  <a:pt x="162982" y="45048"/>
                  <a:pt x="164583" y="48562"/>
                  <a:pt x="165498" y="52809"/>
                </a:cubicBezTo>
                <a:cubicBezTo>
                  <a:pt x="166012" y="55447"/>
                  <a:pt x="166269" y="60187"/>
                  <a:pt x="166269" y="67027"/>
                </a:cubicBezTo>
                <a:lnTo>
                  <a:pt x="166269" y="87548"/>
                </a:lnTo>
                <a:cubicBezTo>
                  <a:pt x="166269" y="101856"/>
                  <a:pt x="166598" y="110918"/>
                  <a:pt x="167255" y="114734"/>
                </a:cubicBezTo>
                <a:cubicBezTo>
                  <a:pt x="167913" y="118550"/>
                  <a:pt x="169213" y="122208"/>
                  <a:pt x="171157" y="125710"/>
                </a:cubicBezTo>
                <a:lnTo>
                  <a:pt x="155036" y="125710"/>
                </a:lnTo>
                <a:cubicBezTo>
                  <a:pt x="153435" y="122435"/>
                  <a:pt x="152406" y="118605"/>
                  <a:pt x="151949" y="114219"/>
                </a:cubicBezTo>
                <a:moveTo>
                  <a:pt x="150663" y="80091"/>
                </a:moveTo>
                <a:cubicBezTo>
                  <a:pt x="145060" y="82367"/>
                  <a:pt x="136657" y="84301"/>
                  <a:pt x="125452" y="85895"/>
                </a:cubicBezTo>
                <a:cubicBezTo>
                  <a:pt x="119107" y="86804"/>
                  <a:pt x="114619" y="87828"/>
                  <a:pt x="111989" y="88966"/>
                </a:cubicBezTo>
                <a:cubicBezTo>
                  <a:pt x="109360" y="90104"/>
                  <a:pt x="107330" y="91768"/>
                  <a:pt x="105901" y="93958"/>
                </a:cubicBezTo>
                <a:cubicBezTo>
                  <a:pt x="104472" y="96148"/>
                  <a:pt x="103757" y="98581"/>
                  <a:pt x="103757" y="101255"/>
                </a:cubicBezTo>
                <a:cubicBezTo>
                  <a:pt x="103757" y="105351"/>
                  <a:pt x="105315" y="108765"/>
                  <a:pt x="108431" y="111497"/>
                </a:cubicBezTo>
                <a:cubicBezTo>
                  <a:pt x="111546" y="114226"/>
                  <a:pt x="116105" y="115591"/>
                  <a:pt x="122108" y="115591"/>
                </a:cubicBezTo>
                <a:cubicBezTo>
                  <a:pt x="128053" y="115591"/>
                  <a:pt x="133341" y="114295"/>
                  <a:pt x="137972" y="111703"/>
                </a:cubicBezTo>
                <a:cubicBezTo>
                  <a:pt x="142602" y="109109"/>
                  <a:pt x="146004" y="105566"/>
                  <a:pt x="148176" y="101073"/>
                </a:cubicBezTo>
                <a:cubicBezTo>
                  <a:pt x="149834" y="97605"/>
                  <a:pt x="150663" y="92488"/>
                  <a:pt x="150663" y="85721"/>
                </a:cubicBezTo>
                <a:lnTo>
                  <a:pt x="150663" y="80091"/>
                </a:lnTo>
                <a:close/>
                <a:moveTo>
                  <a:pt x="184028" y="98441"/>
                </a:moveTo>
                <a:lnTo>
                  <a:pt x="199292" y="96040"/>
                </a:lnTo>
                <a:cubicBezTo>
                  <a:pt x="200149" y="102184"/>
                  <a:pt x="202536" y="106893"/>
                  <a:pt x="206452" y="110168"/>
                </a:cubicBezTo>
                <a:cubicBezTo>
                  <a:pt x="210368" y="113440"/>
                  <a:pt x="215841" y="115077"/>
                  <a:pt x="222873" y="115077"/>
                </a:cubicBezTo>
                <a:cubicBezTo>
                  <a:pt x="229962" y="115077"/>
                  <a:pt x="235221" y="113633"/>
                  <a:pt x="238651" y="110746"/>
                </a:cubicBezTo>
                <a:cubicBezTo>
                  <a:pt x="242081" y="107859"/>
                  <a:pt x="243796" y="104472"/>
                  <a:pt x="243796" y="100585"/>
                </a:cubicBezTo>
                <a:cubicBezTo>
                  <a:pt x="243796" y="97098"/>
                  <a:pt x="242281" y="94354"/>
                  <a:pt x="239251" y="92353"/>
                </a:cubicBezTo>
                <a:cubicBezTo>
                  <a:pt x="237136" y="90981"/>
                  <a:pt x="231877" y="89237"/>
                  <a:pt x="223473" y="87122"/>
                </a:cubicBezTo>
                <a:cubicBezTo>
                  <a:pt x="212154" y="84264"/>
                  <a:pt x="204308" y="81791"/>
                  <a:pt x="199935" y="79705"/>
                </a:cubicBezTo>
                <a:cubicBezTo>
                  <a:pt x="195561" y="77618"/>
                  <a:pt x="192246" y="74731"/>
                  <a:pt x="189988" y="71044"/>
                </a:cubicBezTo>
                <a:cubicBezTo>
                  <a:pt x="187730" y="67357"/>
                  <a:pt x="186601" y="63284"/>
                  <a:pt x="186601" y="58825"/>
                </a:cubicBezTo>
                <a:cubicBezTo>
                  <a:pt x="186601" y="54766"/>
                  <a:pt x="187529" y="51007"/>
                  <a:pt x="189387" y="47548"/>
                </a:cubicBezTo>
                <a:cubicBezTo>
                  <a:pt x="191245" y="44090"/>
                  <a:pt x="193775" y="41217"/>
                  <a:pt x="196976" y="38931"/>
                </a:cubicBezTo>
                <a:cubicBezTo>
                  <a:pt x="199377" y="37158"/>
                  <a:pt x="202650" y="35658"/>
                  <a:pt x="206795" y="34429"/>
                </a:cubicBezTo>
                <a:cubicBezTo>
                  <a:pt x="210939" y="33200"/>
                  <a:pt x="215384" y="32585"/>
                  <a:pt x="220129" y="32585"/>
                </a:cubicBezTo>
                <a:cubicBezTo>
                  <a:pt x="227275" y="32585"/>
                  <a:pt x="233549" y="33614"/>
                  <a:pt x="238951" y="35672"/>
                </a:cubicBezTo>
                <a:cubicBezTo>
                  <a:pt x="244353" y="37730"/>
                  <a:pt x="248341" y="40517"/>
                  <a:pt x="250913" y="44033"/>
                </a:cubicBezTo>
                <a:cubicBezTo>
                  <a:pt x="253486" y="47548"/>
                  <a:pt x="255258" y="52250"/>
                  <a:pt x="256230" y="58139"/>
                </a:cubicBezTo>
                <a:lnTo>
                  <a:pt x="241138" y="60197"/>
                </a:lnTo>
                <a:cubicBezTo>
                  <a:pt x="240452" y="55509"/>
                  <a:pt x="238465" y="51850"/>
                  <a:pt x="235178" y="49221"/>
                </a:cubicBezTo>
                <a:cubicBezTo>
                  <a:pt x="231891" y="46591"/>
                  <a:pt x="227246" y="45276"/>
                  <a:pt x="221244" y="45276"/>
                </a:cubicBezTo>
                <a:cubicBezTo>
                  <a:pt x="214155" y="45276"/>
                  <a:pt x="209096" y="46448"/>
                  <a:pt x="206066" y="48792"/>
                </a:cubicBezTo>
                <a:cubicBezTo>
                  <a:pt x="203036" y="51136"/>
                  <a:pt x="201521" y="53880"/>
                  <a:pt x="201521" y="57024"/>
                </a:cubicBezTo>
                <a:cubicBezTo>
                  <a:pt x="201521" y="59025"/>
                  <a:pt x="202150" y="60825"/>
                  <a:pt x="203408" y="62426"/>
                </a:cubicBezTo>
                <a:cubicBezTo>
                  <a:pt x="204665" y="64084"/>
                  <a:pt x="206637" y="65456"/>
                  <a:pt x="209324" y="66542"/>
                </a:cubicBezTo>
                <a:cubicBezTo>
                  <a:pt x="210868" y="67114"/>
                  <a:pt x="215413" y="68429"/>
                  <a:pt x="222959" y="70487"/>
                </a:cubicBezTo>
                <a:cubicBezTo>
                  <a:pt x="233877" y="73402"/>
                  <a:pt x="241495" y="75789"/>
                  <a:pt x="245811" y="77647"/>
                </a:cubicBezTo>
                <a:cubicBezTo>
                  <a:pt x="250127" y="79505"/>
                  <a:pt x="253514" y="82206"/>
                  <a:pt x="255972" y="85750"/>
                </a:cubicBezTo>
                <a:cubicBezTo>
                  <a:pt x="258431" y="89295"/>
                  <a:pt x="259660" y="93696"/>
                  <a:pt x="259660" y="98956"/>
                </a:cubicBezTo>
                <a:cubicBezTo>
                  <a:pt x="259660" y="104101"/>
                  <a:pt x="258159" y="108946"/>
                  <a:pt x="255158" y="113490"/>
                </a:cubicBezTo>
                <a:cubicBezTo>
                  <a:pt x="252157" y="118035"/>
                  <a:pt x="247826" y="121551"/>
                  <a:pt x="242167" y="124038"/>
                </a:cubicBezTo>
                <a:cubicBezTo>
                  <a:pt x="236507" y="126524"/>
                  <a:pt x="230104" y="127768"/>
                  <a:pt x="222959" y="127768"/>
                </a:cubicBezTo>
                <a:cubicBezTo>
                  <a:pt x="211125" y="127768"/>
                  <a:pt x="202107" y="125302"/>
                  <a:pt x="195904" y="120372"/>
                </a:cubicBezTo>
                <a:cubicBezTo>
                  <a:pt x="189702" y="115441"/>
                  <a:pt x="185743" y="108131"/>
                  <a:pt x="184028" y="98441"/>
                </a:cubicBezTo>
                <a:close/>
                <a:moveTo>
                  <a:pt x="340351" y="96212"/>
                </a:moveTo>
                <a:lnTo>
                  <a:pt x="356300" y="98270"/>
                </a:lnTo>
                <a:cubicBezTo>
                  <a:pt x="353785" y="107615"/>
                  <a:pt x="349126" y="114868"/>
                  <a:pt x="342323" y="120029"/>
                </a:cubicBezTo>
                <a:cubicBezTo>
                  <a:pt x="335520" y="125188"/>
                  <a:pt x="326831" y="127768"/>
                  <a:pt x="316255" y="127768"/>
                </a:cubicBezTo>
                <a:cubicBezTo>
                  <a:pt x="302935" y="127768"/>
                  <a:pt x="292374" y="123666"/>
                  <a:pt x="284570" y="115463"/>
                </a:cubicBezTo>
                <a:cubicBezTo>
                  <a:pt x="276767" y="107259"/>
                  <a:pt x="272865" y="95754"/>
                  <a:pt x="272865" y="80948"/>
                </a:cubicBezTo>
                <a:cubicBezTo>
                  <a:pt x="272865" y="65627"/>
                  <a:pt x="276810" y="53737"/>
                  <a:pt x="284699" y="45276"/>
                </a:cubicBezTo>
                <a:cubicBezTo>
                  <a:pt x="292588" y="36815"/>
                  <a:pt x="302821" y="32585"/>
                  <a:pt x="315398" y="32585"/>
                </a:cubicBezTo>
                <a:cubicBezTo>
                  <a:pt x="327574" y="32585"/>
                  <a:pt x="337521" y="36723"/>
                  <a:pt x="345239" y="45000"/>
                </a:cubicBezTo>
                <a:cubicBezTo>
                  <a:pt x="352956" y="53275"/>
                  <a:pt x="356815" y="64917"/>
                  <a:pt x="356815" y="79927"/>
                </a:cubicBezTo>
                <a:cubicBezTo>
                  <a:pt x="356815" y="80840"/>
                  <a:pt x="356786" y="82209"/>
                  <a:pt x="356729" y="84035"/>
                </a:cubicBezTo>
                <a:lnTo>
                  <a:pt x="288815" y="84035"/>
                </a:lnTo>
                <a:cubicBezTo>
                  <a:pt x="289387" y="94068"/>
                  <a:pt x="292216" y="101750"/>
                  <a:pt x="297304" y="107081"/>
                </a:cubicBezTo>
                <a:cubicBezTo>
                  <a:pt x="302392" y="112411"/>
                  <a:pt x="308738" y="115077"/>
                  <a:pt x="316341" y="115077"/>
                </a:cubicBezTo>
                <a:cubicBezTo>
                  <a:pt x="322000" y="115077"/>
                  <a:pt x="326831" y="113577"/>
                  <a:pt x="330833" y="110578"/>
                </a:cubicBezTo>
                <a:cubicBezTo>
                  <a:pt x="334834" y="107576"/>
                  <a:pt x="338007" y="102788"/>
                  <a:pt x="340351" y="96212"/>
                </a:cubicBezTo>
                <a:moveTo>
                  <a:pt x="289672" y="71344"/>
                </a:moveTo>
                <a:lnTo>
                  <a:pt x="340522" y="71344"/>
                </a:lnTo>
                <a:cubicBezTo>
                  <a:pt x="339836" y="63709"/>
                  <a:pt x="337893" y="57982"/>
                  <a:pt x="334691" y="54165"/>
                </a:cubicBezTo>
                <a:cubicBezTo>
                  <a:pt x="329775" y="48239"/>
                  <a:pt x="323401" y="45276"/>
                  <a:pt x="315569" y="45276"/>
                </a:cubicBezTo>
                <a:cubicBezTo>
                  <a:pt x="308480" y="45276"/>
                  <a:pt x="302521" y="47641"/>
                  <a:pt x="297690" y="52372"/>
                </a:cubicBezTo>
                <a:cubicBezTo>
                  <a:pt x="292859" y="57101"/>
                  <a:pt x="290187" y="63425"/>
                  <a:pt x="289672" y="71344"/>
                </a:cubicBezTo>
                <a:close/>
                <a:moveTo>
                  <a:pt x="424303" y="125710"/>
                </a:moveTo>
                <a:lnTo>
                  <a:pt x="424303" y="34643"/>
                </a:lnTo>
                <a:lnTo>
                  <a:pt x="438195" y="34643"/>
                </a:lnTo>
                <a:lnTo>
                  <a:pt x="438195" y="48449"/>
                </a:lnTo>
                <a:cubicBezTo>
                  <a:pt x="441739" y="41989"/>
                  <a:pt x="445012" y="37730"/>
                  <a:pt x="448013" y="35672"/>
                </a:cubicBezTo>
                <a:cubicBezTo>
                  <a:pt x="451014" y="33614"/>
                  <a:pt x="454316" y="32585"/>
                  <a:pt x="457917" y="32585"/>
                </a:cubicBezTo>
                <a:cubicBezTo>
                  <a:pt x="463119" y="32585"/>
                  <a:pt x="468407" y="34243"/>
                  <a:pt x="473781" y="37559"/>
                </a:cubicBezTo>
                <a:lnTo>
                  <a:pt x="468465" y="51868"/>
                </a:lnTo>
                <a:cubicBezTo>
                  <a:pt x="464692" y="49646"/>
                  <a:pt x="460919" y="48535"/>
                  <a:pt x="457146" y="48535"/>
                </a:cubicBezTo>
                <a:cubicBezTo>
                  <a:pt x="453773" y="48535"/>
                  <a:pt x="450743" y="49549"/>
                  <a:pt x="448056" y="51579"/>
                </a:cubicBezTo>
                <a:cubicBezTo>
                  <a:pt x="445369" y="53608"/>
                  <a:pt x="443454" y="56424"/>
                  <a:pt x="442311" y="60025"/>
                </a:cubicBezTo>
                <a:cubicBezTo>
                  <a:pt x="440596" y="65513"/>
                  <a:pt x="439738" y="71516"/>
                  <a:pt x="439738" y="78033"/>
                </a:cubicBezTo>
                <a:lnTo>
                  <a:pt x="439738" y="125710"/>
                </a:lnTo>
                <a:lnTo>
                  <a:pt x="424303" y="125710"/>
                </a:lnTo>
                <a:close/>
                <a:moveTo>
                  <a:pt x="545295" y="96212"/>
                </a:moveTo>
                <a:lnTo>
                  <a:pt x="561245" y="98270"/>
                </a:lnTo>
                <a:cubicBezTo>
                  <a:pt x="558729" y="107615"/>
                  <a:pt x="554070" y="114868"/>
                  <a:pt x="547268" y="120029"/>
                </a:cubicBezTo>
                <a:cubicBezTo>
                  <a:pt x="540465" y="125188"/>
                  <a:pt x="531775" y="127768"/>
                  <a:pt x="521199" y="127768"/>
                </a:cubicBezTo>
                <a:cubicBezTo>
                  <a:pt x="507880" y="127768"/>
                  <a:pt x="497318" y="123666"/>
                  <a:pt x="489515" y="115463"/>
                </a:cubicBezTo>
                <a:cubicBezTo>
                  <a:pt x="481712" y="107259"/>
                  <a:pt x="477810" y="95754"/>
                  <a:pt x="477810" y="80948"/>
                </a:cubicBezTo>
                <a:cubicBezTo>
                  <a:pt x="477810" y="65627"/>
                  <a:pt x="481754" y="53737"/>
                  <a:pt x="489643" y="45276"/>
                </a:cubicBezTo>
                <a:cubicBezTo>
                  <a:pt x="497532" y="36815"/>
                  <a:pt x="507765" y="32585"/>
                  <a:pt x="520342" y="32585"/>
                </a:cubicBezTo>
                <a:cubicBezTo>
                  <a:pt x="532519" y="32585"/>
                  <a:pt x="542466" y="36723"/>
                  <a:pt x="550183" y="45000"/>
                </a:cubicBezTo>
                <a:cubicBezTo>
                  <a:pt x="557901" y="53275"/>
                  <a:pt x="561759" y="64917"/>
                  <a:pt x="561759" y="79927"/>
                </a:cubicBezTo>
                <a:cubicBezTo>
                  <a:pt x="561759" y="80840"/>
                  <a:pt x="561731" y="82209"/>
                  <a:pt x="561674" y="84035"/>
                </a:cubicBezTo>
                <a:lnTo>
                  <a:pt x="493759" y="84035"/>
                </a:lnTo>
                <a:cubicBezTo>
                  <a:pt x="494331" y="94068"/>
                  <a:pt x="497161" y="101750"/>
                  <a:pt x="502249" y="107081"/>
                </a:cubicBezTo>
                <a:cubicBezTo>
                  <a:pt x="507337" y="112411"/>
                  <a:pt x="513682" y="115077"/>
                  <a:pt x="521285" y="115077"/>
                </a:cubicBezTo>
                <a:cubicBezTo>
                  <a:pt x="526945" y="115077"/>
                  <a:pt x="531775" y="113577"/>
                  <a:pt x="535777" y="110578"/>
                </a:cubicBezTo>
                <a:cubicBezTo>
                  <a:pt x="539779" y="107576"/>
                  <a:pt x="542951" y="102788"/>
                  <a:pt x="545295" y="96212"/>
                </a:cubicBezTo>
                <a:moveTo>
                  <a:pt x="494617" y="71344"/>
                </a:moveTo>
                <a:lnTo>
                  <a:pt x="545467" y="71344"/>
                </a:lnTo>
                <a:cubicBezTo>
                  <a:pt x="544781" y="63709"/>
                  <a:pt x="542837" y="57982"/>
                  <a:pt x="539636" y="54165"/>
                </a:cubicBezTo>
                <a:cubicBezTo>
                  <a:pt x="534719" y="48239"/>
                  <a:pt x="528345" y="45276"/>
                  <a:pt x="520513" y="45276"/>
                </a:cubicBezTo>
                <a:cubicBezTo>
                  <a:pt x="513425" y="45276"/>
                  <a:pt x="507465" y="47641"/>
                  <a:pt x="502635" y="52372"/>
                </a:cubicBezTo>
                <a:cubicBezTo>
                  <a:pt x="497804" y="57101"/>
                  <a:pt x="495131" y="63425"/>
                  <a:pt x="494617" y="71344"/>
                </a:cubicBezTo>
                <a:close/>
                <a:moveTo>
                  <a:pt x="640058" y="92267"/>
                </a:moveTo>
                <a:lnTo>
                  <a:pt x="655236" y="94325"/>
                </a:lnTo>
                <a:cubicBezTo>
                  <a:pt x="653578" y="104787"/>
                  <a:pt x="649333" y="112976"/>
                  <a:pt x="642502" y="118893"/>
                </a:cubicBezTo>
                <a:cubicBezTo>
                  <a:pt x="635670" y="124809"/>
                  <a:pt x="627281" y="127768"/>
                  <a:pt x="617334" y="127768"/>
                </a:cubicBezTo>
                <a:cubicBezTo>
                  <a:pt x="604872" y="127768"/>
                  <a:pt x="594853" y="123695"/>
                  <a:pt x="587279" y="115548"/>
                </a:cubicBezTo>
                <a:cubicBezTo>
                  <a:pt x="579704" y="107402"/>
                  <a:pt x="575917" y="95726"/>
                  <a:pt x="575917" y="80519"/>
                </a:cubicBezTo>
                <a:cubicBezTo>
                  <a:pt x="575917" y="70687"/>
                  <a:pt x="577546" y="62083"/>
                  <a:pt x="580805" y="54709"/>
                </a:cubicBezTo>
                <a:cubicBezTo>
                  <a:pt x="584063" y="47334"/>
                  <a:pt x="589022" y="41803"/>
                  <a:pt x="595682" y="38116"/>
                </a:cubicBezTo>
                <a:cubicBezTo>
                  <a:pt x="602342" y="34429"/>
                  <a:pt x="609588" y="32585"/>
                  <a:pt x="617420" y="32585"/>
                </a:cubicBezTo>
                <a:cubicBezTo>
                  <a:pt x="627310" y="32585"/>
                  <a:pt x="635399" y="35072"/>
                  <a:pt x="641687" y="40045"/>
                </a:cubicBezTo>
                <a:cubicBezTo>
                  <a:pt x="647976" y="45017"/>
                  <a:pt x="652006" y="52077"/>
                  <a:pt x="653778" y="61226"/>
                </a:cubicBezTo>
                <a:lnTo>
                  <a:pt x="638772" y="63627"/>
                </a:lnTo>
                <a:cubicBezTo>
                  <a:pt x="637343" y="57538"/>
                  <a:pt x="634813" y="52958"/>
                  <a:pt x="631183" y="49885"/>
                </a:cubicBezTo>
                <a:cubicBezTo>
                  <a:pt x="627553" y="46812"/>
                  <a:pt x="623165" y="45276"/>
                  <a:pt x="618020" y="45276"/>
                </a:cubicBezTo>
                <a:cubicBezTo>
                  <a:pt x="610246" y="45276"/>
                  <a:pt x="603929" y="48063"/>
                  <a:pt x="599069" y="53637"/>
                </a:cubicBezTo>
                <a:cubicBezTo>
                  <a:pt x="594210" y="59211"/>
                  <a:pt x="591781" y="68028"/>
                  <a:pt x="591781" y="80091"/>
                </a:cubicBezTo>
                <a:cubicBezTo>
                  <a:pt x="591781" y="92324"/>
                  <a:pt x="594124" y="101214"/>
                  <a:pt x="598812" y="106759"/>
                </a:cubicBezTo>
                <a:cubicBezTo>
                  <a:pt x="603500" y="112304"/>
                  <a:pt x="609617" y="115077"/>
                  <a:pt x="617163" y="115077"/>
                </a:cubicBezTo>
                <a:cubicBezTo>
                  <a:pt x="623222" y="115077"/>
                  <a:pt x="628282" y="113212"/>
                  <a:pt x="632340" y="109482"/>
                </a:cubicBezTo>
                <a:cubicBezTo>
                  <a:pt x="636399" y="105751"/>
                  <a:pt x="638972" y="100013"/>
                  <a:pt x="640058" y="92267"/>
                </a:cubicBezTo>
                <a:close/>
                <a:moveTo>
                  <a:pt x="730782" y="96212"/>
                </a:moveTo>
                <a:lnTo>
                  <a:pt x="746731" y="98270"/>
                </a:lnTo>
                <a:cubicBezTo>
                  <a:pt x="744216" y="107615"/>
                  <a:pt x="739557" y="114868"/>
                  <a:pt x="732754" y="120029"/>
                </a:cubicBezTo>
                <a:cubicBezTo>
                  <a:pt x="725951" y="125188"/>
                  <a:pt x="717262" y="127768"/>
                  <a:pt x="706686" y="127768"/>
                </a:cubicBezTo>
                <a:cubicBezTo>
                  <a:pt x="693366" y="127768"/>
                  <a:pt x="682804" y="123666"/>
                  <a:pt x="675001" y="115463"/>
                </a:cubicBezTo>
                <a:cubicBezTo>
                  <a:pt x="667198" y="107259"/>
                  <a:pt x="663296" y="95754"/>
                  <a:pt x="663296" y="80948"/>
                </a:cubicBezTo>
                <a:cubicBezTo>
                  <a:pt x="663296" y="65627"/>
                  <a:pt x="667241" y="53737"/>
                  <a:pt x="675130" y="45276"/>
                </a:cubicBezTo>
                <a:cubicBezTo>
                  <a:pt x="683019" y="36815"/>
                  <a:pt x="693252" y="32585"/>
                  <a:pt x="705828" y="32585"/>
                </a:cubicBezTo>
                <a:cubicBezTo>
                  <a:pt x="718005" y="32585"/>
                  <a:pt x="727952" y="36723"/>
                  <a:pt x="735669" y="45000"/>
                </a:cubicBezTo>
                <a:cubicBezTo>
                  <a:pt x="743387" y="53275"/>
                  <a:pt x="747246" y="64917"/>
                  <a:pt x="747246" y="79927"/>
                </a:cubicBezTo>
                <a:cubicBezTo>
                  <a:pt x="747246" y="80840"/>
                  <a:pt x="747217" y="82209"/>
                  <a:pt x="747160" y="84035"/>
                </a:cubicBezTo>
                <a:lnTo>
                  <a:pt x="679246" y="84035"/>
                </a:lnTo>
                <a:cubicBezTo>
                  <a:pt x="679817" y="94068"/>
                  <a:pt x="682647" y="101750"/>
                  <a:pt x="687735" y="107081"/>
                </a:cubicBezTo>
                <a:cubicBezTo>
                  <a:pt x="692823" y="112411"/>
                  <a:pt x="699168" y="115077"/>
                  <a:pt x="706772" y="115077"/>
                </a:cubicBezTo>
                <a:cubicBezTo>
                  <a:pt x="712431" y="115077"/>
                  <a:pt x="717262" y="113577"/>
                  <a:pt x="721263" y="110578"/>
                </a:cubicBezTo>
                <a:cubicBezTo>
                  <a:pt x="725265" y="107576"/>
                  <a:pt x="728438" y="102788"/>
                  <a:pt x="730782" y="96212"/>
                </a:cubicBezTo>
                <a:moveTo>
                  <a:pt x="680103" y="71344"/>
                </a:moveTo>
                <a:lnTo>
                  <a:pt x="730953" y="71344"/>
                </a:lnTo>
                <a:cubicBezTo>
                  <a:pt x="730267" y="63709"/>
                  <a:pt x="728323" y="57982"/>
                  <a:pt x="725122" y="54165"/>
                </a:cubicBezTo>
                <a:cubicBezTo>
                  <a:pt x="720206" y="48239"/>
                  <a:pt x="713832" y="45276"/>
                  <a:pt x="706000" y="45276"/>
                </a:cubicBezTo>
                <a:cubicBezTo>
                  <a:pt x="698911" y="45276"/>
                  <a:pt x="692951" y="47641"/>
                  <a:pt x="688121" y="52372"/>
                </a:cubicBezTo>
                <a:cubicBezTo>
                  <a:pt x="683290" y="57101"/>
                  <a:pt x="680618" y="63425"/>
                  <a:pt x="680103" y="71344"/>
                </a:cubicBezTo>
                <a:close/>
                <a:moveTo>
                  <a:pt x="766119" y="125710"/>
                </a:moveTo>
                <a:lnTo>
                  <a:pt x="766119" y="34643"/>
                </a:lnTo>
                <a:lnTo>
                  <a:pt x="780011" y="34643"/>
                </a:lnTo>
                <a:lnTo>
                  <a:pt x="780011" y="47591"/>
                </a:lnTo>
                <a:cubicBezTo>
                  <a:pt x="786699" y="37587"/>
                  <a:pt x="796361" y="32585"/>
                  <a:pt x="808995" y="32585"/>
                </a:cubicBezTo>
                <a:cubicBezTo>
                  <a:pt x="814483" y="32585"/>
                  <a:pt x="819528" y="33571"/>
                  <a:pt x="824129" y="35543"/>
                </a:cubicBezTo>
                <a:cubicBezTo>
                  <a:pt x="828731" y="37516"/>
                  <a:pt x="832176" y="40103"/>
                  <a:pt x="834462" y="43304"/>
                </a:cubicBezTo>
                <a:cubicBezTo>
                  <a:pt x="836749" y="46505"/>
                  <a:pt x="838350" y="50307"/>
                  <a:pt x="839264" y="54709"/>
                </a:cubicBezTo>
                <a:cubicBezTo>
                  <a:pt x="839836" y="57567"/>
                  <a:pt x="840122" y="62569"/>
                  <a:pt x="840122" y="69715"/>
                </a:cubicBezTo>
                <a:lnTo>
                  <a:pt x="840122" y="125710"/>
                </a:lnTo>
                <a:lnTo>
                  <a:pt x="824687" y="125710"/>
                </a:lnTo>
                <a:lnTo>
                  <a:pt x="824687" y="70315"/>
                </a:lnTo>
                <a:cubicBezTo>
                  <a:pt x="824687" y="64027"/>
                  <a:pt x="824087" y="59325"/>
                  <a:pt x="822886" y="56209"/>
                </a:cubicBezTo>
                <a:cubicBezTo>
                  <a:pt x="821686" y="53094"/>
                  <a:pt x="819556" y="50607"/>
                  <a:pt x="816498" y="48749"/>
                </a:cubicBezTo>
                <a:cubicBezTo>
                  <a:pt x="813439" y="46891"/>
                  <a:pt x="809852" y="45962"/>
                  <a:pt x="805736" y="45962"/>
                </a:cubicBezTo>
                <a:cubicBezTo>
                  <a:pt x="799162" y="45962"/>
                  <a:pt x="793488" y="48049"/>
                  <a:pt x="788715" y="52222"/>
                </a:cubicBezTo>
                <a:cubicBezTo>
                  <a:pt x="783941" y="56395"/>
                  <a:pt x="781554" y="64313"/>
                  <a:pt x="781554" y="75975"/>
                </a:cubicBezTo>
                <a:lnTo>
                  <a:pt x="781554" y="125710"/>
                </a:lnTo>
                <a:lnTo>
                  <a:pt x="766119" y="125710"/>
                </a:lnTo>
                <a:close/>
                <a:moveTo>
                  <a:pt x="897497" y="111904"/>
                </a:moveTo>
                <a:lnTo>
                  <a:pt x="899727" y="125538"/>
                </a:lnTo>
                <a:cubicBezTo>
                  <a:pt x="895382" y="126453"/>
                  <a:pt x="891495" y="126910"/>
                  <a:pt x="888065" y="126910"/>
                </a:cubicBezTo>
                <a:cubicBezTo>
                  <a:pt x="882462" y="126910"/>
                  <a:pt x="878118" y="126024"/>
                  <a:pt x="875031" y="124252"/>
                </a:cubicBezTo>
                <a:cubicBezTo>
                  <a:pt x="871944" y="122480"/>
                  <a:pt x="869771" y="120150"/>
                  <a:pt x="868514" y="117263"/>
                </a:cubicBezTo>
                <a:cubicBezTo>
                  <a:pt x="867256" y="114376"/>
                  <a:pt x="866627" y="108303"/>
                  <a:pt x="866627" y="99041"/>
                </a:cubicBezTo>
                <a:lnTo>
                  <a:pt x="866627" y="46648"/>
                </a:lnTo>
                <a:lnTo>
                  <a:pt x="855308" y="46648"/>
                </a:lnTo>
                <a:lnTo>
                  <a:pt x="855308" y="34643"/>
                </a:lnTo>
                <a:lnTo>
                  <a:pt x="866627" y="34643"/>
                </a:lnTo>
                <a:lnTo>
                  <a:pt x="866627" y="12091"/>
                </a:lnTo>
                <a:lnTo>
                  <a:pt x="881976" y="2830"/>
                </a:lnTo>
                <a:lnTo>
                  <a:pt x="881976" y="34643"/>
                </a:lnTo>
                <a:lnTo>
                  <a:pt x="897497" y="34643"/>
                </a:lnTo>
                <a:lnTo>
                  <a:pt x="897497" y="46648"/>
                </a:lnTo>
                <a:lnTo>
                  <a:pt x="881976" y="46648"/>
                </a:lnTo>
                <a:lnTo>
                  <a:pt x="881976" y="99899"/>
                </a:lnTo>
                <a:cubicBezTo>
                  <a:pt x="881976" y="104301"/>
                  <a:pt x="882248" y="107131"/>
                  <a:pt x="882791" y="108388"/>
                </a:cubicBezTo>
                <a:cubicBezTo>
                  <a:pt x="883334" y="109646"/>
                  <a:pt x="884220" y="110646"/>
                  <a:pt x="885449" y="111390"/>
                </a:cubicBezTo>
                <a:cubicBezTo>
                  <a:pt x="886678" y="112133"/>
                  <a:pt x="888436" y="112504"/>
                  <a:pt x="890723" y="112504"/>
                </a:cubicBezTo>
                <a:cubicBezTo>
                  <a:pt x="892438" y="112504"/>
                  <a:pt x="894696" y="112304"/>
                  <a:pt x="897497" y="111904"/>
                </a:cubicBezTo>
                <a:close/>
                <a:moveTo>
                  <a:pt x="912241" y="125710"/>
                </a:moveTo>
                <a:lnTo>
                  <a:pt x="912241" y="0"/>
                </a:lnTo>
                <a:lnTo>
                  <a:pt x="927676" y="0"/>
                </a:lnTo>
                <a:lnTo>
                  <a:pt x="927676" y="125710"/>
                </a:lnTo>
                <a:lnTo>
                  <a:pt x="912241" y="125710"/>
                </a:lnTo>
                <a:close/>
                <a:moveTo>
                  <a:pt x="950920" y="160878"/>
                </a:moveTo>
                <a:lnTo>
                  <a:pt x="949205" y="146461"/>
                </a:lnTo>
                <a:cubicBezTo>
                  <a:pt x="952578" y="147376"/>
                  <a:pt x="955522" y="147833"/>
                  <a:pt x="958037" y="147833"/>
                </a:cubicBezTo>
                <a:cubicBezTo>
                  <a:pt x="961467" y="147833"/>
                  <a:pt x="964211" y="147261"/>
                  <a:pt x="966269" y="146116"/>
                </a:cubicBezTo>
                <a:cubicBezTo>
                  <a:pt x="968327" y="144971"/>
                  <a:pt x="970013" y="143367"/>
                  <a:pt x="971328" y="141306"/>
                </a:cubicBezTo>
                <a:cubicBezTo>
                  <a:pt x="972300" y="139760"/>
                  <a:pt x="973872" y="135925"/>
                  <a:pt x="976045" y="129799"/>
                </a:cubicBezTo>
                <a:cubicBezTo>
                  <a:pt x="976330" y="128940"/>
                  <a:pt x="976788" y="127680"/>
                  <a:pt x="977417" y="126021"/>
                </a:cubicBezTo>
                <a:lnTo>
                  <a:pt x="942859" y="34643"/>
                </a:lnTo>
                <a:lnTo>
                  <a:pt x="959495" y="34643"/>
                </a:lnTo>
                <a:lnTo>
                  <a:pt x="978446" y="87396"/>
                </a:lnTo>
                <a:cubicBezTo>
                  <a:pt x="980904" y="94086"/>
                  <a:pt x="983105" y="101119"/>
                  <a:pt x="985048" y="108495"/>
                </a:cubicBezTo>
                <a:cubicBezTo>
                  <a:pt x="986821" y="101391"/>
                  <a:pt x="988936" y="94467"/>
                  <a:pt x="991394" y="87725"/>
                </a:cubicBezTo>
                <a:lnTo>
                  <a:pt x="1010859" y="34643"/>
                </a:lnTo>
                <a:lnTo>
                  <a:pt x="1026294" y="34643"/>
                </a:lnTo>
                <a:lnTo>
                  <a:pt x="991651" y="127243"/>
                </a:lnTo>
                <a:cubicBezTo>
                  <a:pt x="987935" y="137274"/>
                  <a:pt x="985048" y="144181"/>
                  <a:pt x="982990" y="147965"/>
                </a:cubicBezTo>
                <a:cubicBezTo>
                  <a:pt x="980246" y="153067"/>
                  <a:pt x="977102" y="156807"/>
                  <a:pt x="973558" y="159185"/>
                </a:cubicBezTo>
                <a:cubicBezTo>
                  <a:pt x="970013" y="161564"/>
                  <a:pt x="965783" y="162754"/>
                  <a:pt x="960867" y="162754"/>
                </a:cubicBezTo>
                <a:cubicBezTo>
                  <a:pt x="957894" y="162754"/>
                  <a:pt x="954578" y="162129"/>
                  <a:pt x="950920" y="16087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clashedwith">
            <a:extLst xmlns:a="http://schemas.openxmlformats.org/drawingml/2006/main">
              <a:ext uri="{FF2B5EF4-FFF2-40B4-BE49-F238E27FC236}">
                <a16:creationId xmlns:a16="http://schemas.microsoft.com/office/drawing/2014/main" id="{B2BFFD54-C35D-4A1E-A3F9-AE819A7B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259" y="2836367"/>
            <a:ext cx="947665" cy="127768"/>
          </a:xfrm>
          <a:custGeom xmlns:a="http://schemas.openxmlformats.org/drawingml/2006/main">
            <a:pathLst>
              <a:path w="947665" h="127768">
                <a:moveTo>
                  <a:pt x="64141" y="92267"/>
                </a:moveTo>
                <a:lnTo>
                  <a:pt x="79319" y="94325"/>
                </a:lnTo>
                <a:cubicBezTo>
                  <a:pt x="77661" y="104787"/>
                  <a:pt x="73416" y="112976"/>
                  <a:pt x="66585" y="118893"/>
                </a:cubicBezTo>
                <a:cubicBezTo>
                  <a:pt x="59754" y="124809"/>
                  <a:pt x="51364" y="127768"/>
                  <a:pt x="41417" y="127768"/>
                </a:cubicBezTo>
                <a:cubicBezTo>
                  <a:pt x="28955" y="127768"/>
                  <a:pt x="18937" y="123695"/>
                  <a:pt x="11362" y="115548"/>
                </a:cubicBezTo>
                <a:cubicBezTo>
                  <a:pt x="3787" y="107402"/>
                  <a:pt x="0" y="95726"/>
                  <a:pt x="0" y="80519"/>
                </a:cubicBezTo>
                <a:cubicBezTo>
                  <a:pt x="0" y="70687"/>
                  <a:pt x="1629" y="62083"/>
                  <a:pt x="4888" y="54709"/>
                </a:cubicBezTo>
                <a:cubicBezTo>
                  <a:pt x="8146" y="47334"/>
                  <a:pt x="13105" y="41803"/>
                  <a:pt x="19765" y="38116"/>
                </a:cubicBezTo>
                <a:cubicBezTo>
                  <a:pt x="26425" y="34429"/>
                  <a:pt x="33671" y="32585"/>
                  <a:pt x="41503" y="32585"/>
                </a:cubicBezTo>
                <a:cubicBezTo>
                  <a:pt x="51393" y="32585"/>
                  <a:pt x="59482" y="35072"/>
                  <a:pt x="65770" y="40045"/>
                </a:cubicBezTo>
                <a:cubicBezTo>
                  <a:pt x="72059" y="45017"/>
                  <a:pt x="76089" y="52077"/>
                  <a:pt x="77861" y="61226"/>
                </a:cubicBezTo>
                <a:lnTo>
                  <a:pt x="62855" y="63627"/>
                </a:lnTo>
                <a:cubicBezTo>
                  <a:pt x="61426" y="57538"/>
                  <a:pt x="58896" y="52958"/>
                  <a:pt x="55266" y="49885"/>
                </a:cubicBezTo>
                <a:cubicBezTo>
                  <a:pt x="51636" y="46812"/>
                  <a:pt x="47248" y="45276"/>
                  <a:pt x="42103" y="45276"/>
                </a:cubicBezTo>
                <a:cubicBezTo>
                  <a:pt x="34329" y="45276"/>
                  <a:pt x="28012" y="48063"/>
                  <a:pt x="23153" y="53637"/>
                </a:cubicBezTo>
                <a:cubicBezTo>
                  <a:pt x="18293" y="59211"/>
                  <a:pt x="15864" y="68028"/>
                  <a:pt x="15864" y="80091"/>
                </a:cubicBezTo>
                <a:cubicBezTo>
                  <a:pt x="15864" y="92324"/>
                  <a:pt x="18208" y="101214"/>
                  <a:pt x="22895" y="106759"/>
                </a:cubicBezTo>
                <a:cubicBezTo>
                  <a:pt x="27583" y="112304"/>
                  <a:pt x="33700" y="115077"/>
                  <a:pt x="41246" y="115077"/>
                </a:cubicBezTo>
                <a:cubicBezTo>
                  <a:pt x="47306" y="115077"/>
                  <a:pt x="52365" y="113212"/>
                  <a:pt x="56424" y="109482"/>
                </a:cubicBezTo>
                <a:cubicBezTo>
                  <a:pt x="60482" y="105751"/>
                  <a:pt x="63055" y="100013"/>
                  <a:pt x="64141" y="92267"/>
                </a:cubicBezTo>
                <a:close/>
                <a:moveTo>
                  <a:pt x="92181" y="125710"/>
                </a:moveTo>
                <a:lnTo>
                  <a:pt x="92181" y="0"/>
                </a:lnTo>
                <a:lnTo>
                  <a:pt x="107616" y="0"/>
                </a:lnTo>
                <a:lnTo>
                  <a:pt x="107616" y="125710"/>
                </a:lnTo>
                <a:lnTo>
                  <a:pt x="92181" y="125710"/>
                </a:lnTo>
                <a:close/>
                <a:moveTo>
                  <a:pt x="190971" y="114219"/>
                </a:moveTo>
                <a:cubicBezTo>
                  <a:pt x="185254" y="119173"/>
                  <a:pt x="179752" y="122670"/>
                  <a:pt x="174464" y="124710"/>
                </a:cubicBezTo>
                <a:cubicBezTo>
                  <a:pt x="169176" y="126749"/>
                  <a:pt x="163502" y="127768"/>
                  <a:pt x="157443" y="127768"/>
                </a:cubicBezTo>
                <a:cubicBezTo>
                  <a:pt x="147438" y="127768"/>
                  <a:pt x="139750" y="125324"/>
                  <a:pt x="134376" y="120436"/>
                </a:cubicBezTo>
                <a:cubicBezTo>
                  <a:pt x="129002" y="115548"/>
                  <a:pt x="126315" y="109303"/>
                  <a:pt x="126315" y="101700"/>
                </a:cubicBezTo>
                <a:cubicBezTo>
                  <a:pt x="126315" y="97241"/>
                  <a:pt x="127330" y="93168"/>
                  <a:pt x="129359" y="89480"/>
                </a:cubicBezTo>
                <a:cubicBezTo>
                  <a:pt x="131389" y="85793"/>
                  <a:pt x="134047" y="82835"/>
                  <a:pt x="137334" y="80605"/>
                </a:cubicBezTo>
                <a:cubicBezTo>
                  <a:pt x="140621" y="78376"/>
                  <a:pt x="144323" y="76689"/>
                  <a:pt x="148439" y="75546"/>
                </a:cubicBezTo>
                <a:cubicBezTo>
                  <a:pt x="151469" y="74746"/>
                  <a:pt x="156042" y="73974"/>
                  <a:pt x="162159" y="73231"/>
                </a:cubicBezTo>
                <a:cubicBezTo>
                  <a:pt x="174621" y="71744"/>
                  <a:pt x="183797" y="69972"/>
                  <a:pt x="189685" y="67914"/>
                </a:cubicBezTo>
                <a:cubicBezTo>
                  <a:pt x="189742" y="65808"/>
                  <a:pt x="189771" y="64470"/>
                  <a:pt x="189771" y="63900"/>
                </a:cubicBezTo>
                <a:cubicBezTo>
                  <a:pt x="189771" y="57635"/>
                  <a:pt x="188313" y="53221"/>
                  <a:pt x="185397" y="50660"/>
                </a:cubicBezTo>
                <a:cubicBezTo>
                  <a:pt x="181453" y="47185"/>
                  <a:pt x="175593" y="45448"/>
                  <a:pt x="167818" y="45448"/>
                </a:cubicBezTo>
                <a:cubicBezTo>
                  <a:pt x="160558" y="45448"/>
                  <a:pt x="155199" y="46720"/>
                  <a:pt x="151740" y="49263"/>
                </a:cubicBezTo>
                <a:cubicBezTo>
                  <a:pt x="148282" y="51807"/>
                  <a:pt x="145723" y="56309"/>
                  <a:pt x="144066" y="62769"/>
                </a:cubicBezTo>
                <a:lnTo>
                  <a:pt x="128974" y="60711"/>
                </a:lnTo>
                <a:cubicBezTo>
                  <a:pt x="130346" y="54232"/>
                  <a:pt x="132604" y="48999"/>
                  <a:pt x="135748" y="45013"/>
                </a:cubicBezTo>
                <a:cubicBezTo>
                  <a:pt x="138892" y="41028"/>
                  <a:pt x="143437" y="37961"/>
                  <a:pt x="149382" y="35811"/>
                </a:cubicBezTo>
                <a:cubicBezTo>
                  <a:pt x="155328" y="33661"/>
                  <a:pt x="162216" y="32585"/>
                  <a:pt x="170048" y="32585"/>
                </a:cubicBezTo>
                <a:cubicBezTo>
                  <a:pt x="177823" y="32585"/>
                  <a:pt x="184140" y="33503"/>
                  <a:pt x="188999" y="35340"/>
                </a:cubicBezTo>
                <a:cubicBezTo>
                  <a:pt x="193858" y="37175"/>
                  <a:pt x="197431" y="39484"/>
                  <a:pt x="199718" y="42267"/>
                </a:cubicBezTo>
                <a:cubicBezTo>
                  <a:pt x="202004" y="45048"/>
                  <a:pt x="203605" y="48562"/>
                  <a:pt x="204520" y="52809"/>
                </a:cubicBezTo>
                <a:cubicBezTo>
                  <a:pt x="205034" y="55447"/>
                  <a:pt x="205291" y="60187"/>
                  <a:pt x="205291" y="67027"/>
                </a:cubicBezTo>
                <a:lnTo>
                  <a:pt x="205291" y="87548"/>
                </a:lnTo>
                <a:cubicBezTo>
                  <a:pt x="205291" y="101856"/>
                  <a:pt x="205620" y="110918"/>
                  <a:pt x="206277" y="114734"/>
                </a:cubicBezTo>
                <a:cubicBezTo>
                  <a:pt x="206935" y="118550"/>
                  <a:pt x="208235" y="122208"/>
                  <a:pt x="210179" y="125710"/>
                </a:cubicBezTo>
                <a:lnTo>
                  <a:pt x="194058" y="125710"/>
                </a:lnTo>
                <a:cubicBezTo>
                  <a:pt x="192457" y="122435"/>
                  <a:pt x="191428" y="118605"/>
                  <a:pt x="190971" y="114219"/>
                </a:cubicBezTo>
                <a:moveTo>
                  <a:pt x="189685" y="80091"/>
                </a:moveTo>
                <a:cubicBezTo>
                  <a:pt x="184082" y="82367"/>
                  <a:pt x="175679" y="84301"/>
                  <a:pt x="164474" y="85895"/>
                </a:cubicBezTo>
                <a:cubicBezTo>
                  <a:pt x="158129" y="86804"/>
                  <a:pt x="153641" y="87828"/>
                  <a:pt x="151011" y="88966"/>
                </a:cubicBezTo>
                <a:cubicBezTo>
                  <a:pt x="148382" y="90104"/>
                  <a:pt x="146352" y="91768"/>
                  <a:pt x="144923" y="93958"/>
                </a:cubicBezTo>
                <a:cubicBezTo>
                  <a:pt x="143494" y="96148"/>
                  <a:pt x="142779" y="98581"/>
                  <a:pt x="142779" y="101255"/>
                </a:cubicBezTo>
                <a:cubicBezTo>
                  <a:pt x="142779" y="105351"/>
                  <a:pt x="144337" y="108765"/>
                  <a:pt x="147453" y="111497"/>
                </a:cubicBezTo>
                <a:cubicBezTo>
                  <a:pt x="150568" y="114226"/>
                  <a:pt x="155127" y="115591"/>
                  <a:pt x="161130" y="115591"/>
                </a:cubicBezTo>
                <a:cubicBezTo>
                  <a:pt x="167075" y="115591"/>
                  <a:pt x="172363" y="114295"/>
                  <a:pt x="176994" y="111703"/>
                </a:cubicBezTo>
                <a:cubicBezTo>
                  <a:pt x="181624" y="109109"/>
                  <a:pt x="185026" y="105566"/>
                  <a:pt x="187198" y="101073"/>
                </a:cubicBezTo>
                <a:cubicBezTo>
                  <a:pt x="188856" y="97605"/>
                  <a:pt x="189685" y="92488"/>
                  <a:pt x="189685" y="85721"/>
                </a:cubicBezTo>
                <a:lnTo>
                  <a:pt x="189685" y="80091"/>
                </a:lnTo>
                <a:close/>
                <a:moveTo>
                  <a:pt x="223050" y="98441"/>
                </a:moveTo>
                <a:lnTo>
                  <a:pt x="238314" y="96040"/>
                </a:lnTo>
                <a:cubicBezTo>
                  <a:pt x="239171" y="102184"/>
                  <a:pt x="241558" y="106893"/>
                  <a:pt x="245474" y="110168"/>
                </a:cubicBezTo>
                <a:cubicBezTo>
                  <a:pt x="249390" y="113440"/>
                  <a:pt x="254863" y="115077"/>
                  <a:pt x="261895" y="115077"/>
                </a:cubicBezTo>
                <a:cubicBezTo>
                  <a:pt x="268984" y="115077"/>
                  <a:pt x="274243" y="113633"/>
                  <a:pt x="277673" y="110746"/>
                </a:cubicBezTo>
                <a:cubicBezTo>
                  <a:pt x="281103" y="107859"/>
                  <a:pt x="282818" y="104472"/>
                  <a:pt x="282818" y="100585"/>
                </a:cubicBezTo>
                <a:cubicBezTo>
                  <a:pt x="282818" y="97098"/>
                  <a:pt x="281303" y="94354"/>
                  <a:pt x="278273" y="92353"/>
                </a:cubicBezTo>
                <a:cubicBezTo>
                  <a:pt x="276158" y="90981"/>
                  <a:pt x="270899" y="89237"/>
                  <a:pt x="262495" y="87122"/>
                </a:cubicBezTo>
                <a:cubicBezTo>
                  <a:pt x="251176" y="84264"/>
                  <a:pt x="243330" y="81791"/>
                  <a:pt x="238957" y="79705"/>
                </a:cubicBezTo>
                <a:cubicBezTo>
                  <a:pt x="234583" y="77618"/>
                  <a:pt x="231268" y="74731"/>
                  <a:pt x="229010" y="71044"/>
                </a:cubicBezTo>
                <a:cubicBezTo>
                  <a:pt x="226752" y="67357"/>
                  <a:pt x="225623" y="63284"/>
                  <a:pt x="225623" y="58825"/>
                </a:cubicBezTo>
                <a:cubicBezTo>
                  <a:pt x="225623" y="54766"/>
                  <a:pt x="226551" y="51007"/>
                  <a:pt x="228409" y="47548"/>
                </a:cubicBezTo>
                <a:cubicBezTo>
                  <a:pt x="230267" y="44090"/>
                  <a:pt x="232797" y="41217"/>
                  <a:pt x="235998" y="38931"/>
                </a:cubicBezTo>
                <a:cubicBezTo>
                  <a:pt x="238399" y="37158"/>
                  <a:pt x="241672" y="35658"/>
                  <a:pt x="245817" y="34429"/>
                </a:cubicBezTo>
                <a:cubicBezTo>
                  <a:pt x="249961" y="33200"/>
                  <a:pt x="254406" y="32585"/>
                  <a:pt x="259151" y="32585"/>
                </a:cubicBezTo>
                <a:cubicBezTo>
                  <a:pt x="266297" y="32585"/>
                  <a:pt x="272571" y="33614"/>
                  <a:pt x="277973" y="35672"/>
                </a:cubicBezTo>
                <a:cubicBezTo>
                  <a:pt x="283375" y="37730"/>
                  <a:pt x="287363" y="40517"/>
                  <a:pt x="289935" y="44033"/>
                </a:cubicBezTo>
                <a:cubicBezTo>
                  <a:pt x="292508" y="47548"/>
                  <a:pt x="294280" y="52250"/>
                  <a:pt x="295252" y="58139"/>
                </a:cubicBezTo>
                <a:lnTo>
                  <a:pt x="280160" y="60197"/>
                </a:lnTo>
                <a:cubicBezTo>
                  <a:pt x="279474" y="55509"/>
                  <a:pt x="277487" y="51850"/>
                  <a:pt x="274200" y="49221"/>
                </a:cubicBezTo>
                <a:cubicBezTo>
                  <a:pt x="270913" y="46591"/>
                  <a:pt x="266268" y="45276"/>
                  <a:pt x="260266" y="45276"/>
                </a:cubicBezTo>
                <a:cubicBezTo>
                  <a:pt x="253177" y="45276"/>
                  <a:pt x="248118" y="46448"/>
                  <a:pt x="245088" y="48792"/>
                </a:cubicBezTo>
                <a:cubicBezTo>
                  <a:pt x="242058" y="51136"/>
                  <a:pt x="240543" y="53880"/>
                  <a:pt x="240543" y="57024"/>
                </a:cubicBezTo>
                <a:cubicBezTo>
                  <a:pt x="240543" y="59025"/>
                  <a:pt x="241172" y="60825"/>
                  <a:pt x="242430" y="62426"/>
                </a:cubicBezTo>
                <a:cubicBezTo>
                  <a:pt x="243687" y="64084"/>
                  <a:pt x="245659" y="65456"/>
                  <a:pt x="248346" y="66542"/>
                </a:cubicBezTo>
                <a:cubicBezTo>
                  <a:pt x="249890" y="67114"/>
                  <a:pt x="254435" y="68429"/>
                  <a:pt x="261981" y="70487"/>
                </a:cubicBezTo>
                <a:cubicBezTo>
                  <a:pt x="272899" y="73402"/>
                  <a:pt x="280517" y="75789"/>
                  <a:pt x="284833" y="77647"/>
                </a:cubicBezTo>
                <a:cubicBezTo>
                  <a:pt x="289149" y="79505"/>
                  <a:pt x="292536" y="82206"/>
                  <a:pt x="294994" y="85750"/>
                </a:cubicBezTo>
                <a:cubicBezTo>
                  <a:pt x="297453" y="89295"/>
                  <a:pt x="298682" y="93696"/>
                  <a:pt x="298682" y="98956"/>
                </a:cubicBezTo>
                <a:cubicBezTo>
                  <a:pt x="298682" y="104101"/>
                  <a:pt x="297181" y="108946"/>
                  <a:pt x="294180" y="113490"/>
                </a:cubicBezTo>
                <a:cubicBezTo>
                  <a:pt x="291179" y="118035"/>
                  <a:pt x="286848" y="121551"/>
                  <a:pt x="281189" y="124038"/>
                </a:cubicBezTo>
                <a:cubicBezTo>
                  <a:pt x="275529" y="126524"/>
                  <a:pt x="269126" y="127768"/>
                  <a:pt x="261981" y="127768"/>
                </a:cubicBezTo>
                <a:cubicBezTo>
                  <a:pt x="250147" y="127768"/>
                  <a:pt x="241129" y="125302"/>
                  <a:pt x="234926" y="120372"/>
                </a:cubicBezTo>
                <a:cubicBezTo>
                  <a:pt x="228724" y="115441"/>
                  <a:pt x="224765" y="108131"/>
                  <a:pt x="223050" y="98441"/>
                </a:cubicBezTo>
                <a:close/>
                <a:moveTo>
                  <a:pt x="317032" y="125710"/>
                </a:moveTo>
                <a:lnTo>
                  <a:pt x="317032" y="0"/>
                </a:lnTo>
                <a:lnTo>
                  <a:pt x="332467" y="0"/>
                </a:lnTo>
                <a:lnTo>
                  <a:pt x="332467" y="45185"/>
                </a:lnTo>
                <a:cubicBezTo>
                  <a:pt x="339670" y="36785"/>
                  <a:pt x="348760" y="32585"/>
                  <a:pt x="359736" y="32585"/>
                </a:cubicBezTo>
                <a:cubicBezTo>
                  <a:pt x="366482" y="32585"/>
                  <a:pt x="372341" y="33914"/>
                  <a:pt x="377315" y="36572"/>
                </a:cubicBezTo>
                <a:cubicBezTo>
                  <a:pt x="382288" y="39231"/>
                  <a:pt x="385847" y="42904"/>
                  <a:pt x="387991" y="47591"/>
                </a:cubicBezTo>
                <a:cubicBezTo>
                  <a:pt x="390134" y="52279"/>
                  <a:pt x="391206" y="59082"/>
                  <a:pt x="391206" y="68000"/>
                </a:cubicBezTo>
                <a:lnTo>
                  <a:pt x="391206" y="125710"/>
                </a:lnTo>
                <a:lnTo>
                  <a:pt x="375771" y="125710"/>
                </a:lnTo>
                <a:lnTo>
                  <a:pt x="375771" y="68062"/>
                </a:lnTo>
                <a:cubicBezTo>
                  <a:pt x="375771" y="60353"/>
                  <a:pt x="374099" y="54743"/>
                  <a:pt x="370755" y="51230"/>
                </a:cubicBezTo>
                <a:cubicBezTo>
                  <a:pt x="367411" y="47718"/>
                  <a:pt x="362680" y="45962"/>
                  <a:pt x="356563" y="45962"/>
                </a:cubicBezTo>
                <a:cubicBezTo>
                  <a:pt x="351990" y="45962"/>
                  <a:pt x="347688" y="47147"/>
                  <a:pt x="343658" y="49518"/>
                </a:cubicBezTo>
                <a:cubicBezTo>
                  <a:pt x="339628" y="51887"/>
                  <a:pt x="336755" y="55099"/>
                  <a:pt x="335040" y="59154"/>
                </a:cubicBezTo>
                <a:cubicBezTo>
                  <a:pt x="333325" y="63208"/>
                  <a:pt x="332467" y="68804"/>
                  <a:pt x="332467" y="75943"/>
                </a:cubicBezTo>
                <a:lnTo>
                  <a:pt x="332467" y="125710"/>
                </a:lnTo>
                <a:lnTo>
                  <a:pt x="317032" y="125710"/>
                </a:lnTo>
                <a:close/>
                <a:moveTo>
                  <a:pt x="477051" y="96212"/>
                </a:moveTo>
                <a:lnTo>
                  <a:pt x="493000" y="98270"/>
                </a:lnTo>
                <a:cubicBezTo>
                  <a:pt x="490485" y="107615"/>
                  <a:pt x="485826" y="114868"/>
                  <a:pt x="479023" y="120029"/>
                </a:cubicBezTo>
                <a:cubicBezTo>
                  <a:pt x="472220" y="125188"/>
                  <a:pt x="463531" y="127768"/>
                  <a:pt x="452955" y="127768"/>
                </a:cubicBezTo>
                <a:cubicBezTo>
                  <a:pt x="439635" y="127768"/>
                  <a:pt x="429074" y="123666"/>
                  <a:pt x="421270" y="115463"/>
                </a:cubicBezTo>
                <a:cubicBezTo>
                  <a:pt x="413467" y="107259"/>
                  <a:pt x="409565" y="95754"/>
                  <a:pt x="409565" y="80948"/>
                </a:cubicBezTo>
                <a:cubicBezTo>
                  <a:pt x="409565" y="65627"/>
                  <a:pt x="413510" y="53737"/>
                  <a:pt x="421399" y="45276"/>
                </a:cubicBezTo>
                <a:cubicBezTo>
                  <a:pt x="429288" y="36815"/>
                  <a:pt x="439521" y="32585"/>
                  <a:pt x="452097" y="32585"/>
                </a:cubicBezTo>
                <a:cubicBezTo>
                  <a:pt x="464274" y="32585"/>
                  <a:pt x="474221" y="36723"/>
                  <a:pt x="481939" y="45000"/>
                </a:cubicBezTo>
                <a:cubicBezTo>
                  <a:pt x="489656" y="53275"/>
                  <a:pt x="493515" y="64917"/>
                  <a:pt x="493515" y="79927"/>
                </a:cubicBezTo>
                <a:cubicBezTo>
                  <a:pt x="493515" y="80840"/>
                  <a:pt x="493486" y="82209"/>
                  <a:pt x="493429" y="84035"/>
                </a:cubicBezTo>
                <a:lnTo>
                  <a:pt x="425515" y="84035"/>
                </a:lnTo>
                <a:cubicBezTo>
                  <a:pt x="426087" y="94068"/>
                  <a:pt x="428916" y="101750"/>
                  <a:pt x="434004" y="107081"/>
                </a:cubicBezTo>
                <a:cubicBezTo>
                  <a:pt x="439092" y="112411"/>
                  <a:pt x="445438" y="115077"/>
                  <a:pt x="453041" y="115077"/>
                </a:cubicBezTo>
                <a:cubicBezTo>
                  <a:pt x="458700" y="115077"/>
                  <a:pt x="463531" y="113577"/>
                  <a:pt x="467532" y="110578"/>
                </a:cubicBezTo>
                <a:cubicBezTo>
                  <a:pt x="471534" y="107576"/>
                  <a:pt x="474707" y="102788"/>
                  <a:pt x="477051" y="96212"/>
                </a:cubicBezTo>
                <a:moveTo>
                  <a:pt x="426372" y="71344"/>
                </a:moveTo>
                <a:lnTo>
                  <a:pt x="477222" y="71344"/>
                </a:lnTo>
                <a:cubicBezTo>
                  <a:pt x="476536" y="63709"/>
                  <a:pt x="474593" y="57982"/>
                  <a:pt x="471391" y="54165"/>
                </a:cubicBezTo>
                <a:cubicBezTo>
                  <a:pt x="466475" y="48239"/>
                  <a:pt x="460101" y="45276"/>
                  <a:pt x="452269" y="45276"/>
                </a:cubicBezTo>
                <a:cubicBezTo>
                  <a:pt x="445180" y="45276"/>
                  <a:pt x="439221" y="47641"/>
                  <a:pt x="434390" y="52372"/>
                </a:cubicBezTo>
                <a:cubicBezTo>
                  <a:pt x="429559" y="57101"/>
                  <a:pt x="426887" y="63425"/>
                  <a:pt x="426372" y="71344"/>
                </a:cubicBezTo>
                <a:close/>
                <a:moveTo>
                  <a:pt x="571470" y="125710"/>
                </a:moveTo>
                <a:lnTo>
                  <a:pt x="571470" y="114219"/>
                </a:lnTo>
                <a:cubicBezTo>
                  <a:pt x="565697" y="123252"/>
                  <a:pt x="557207" y="127768"/>
                  <a:pt x="546003" y="127768"/>
                </a:cubicBezTo>
                <a:cubicBezTo>
                  <a:pt x="538742" y="127768"/>
                  <a:pt x="532068" y="125767"/>
                  <a:pt x="525980" y="121765"/>
                </a:cubicBezTo>
                <a:cubicBezTo>
                  <a:pt x="519892" y="117764"/>
                  <a:pt x="515175" y="112176"/>
                  <a:pt x="511831" y="105001"/>
                </a:cubicBezTo>
                <a:cubicBezTo>
                  <a:pt x="508487" y="97827"/>
                  <a:pt x="506815" y="89580"/>
                  <a:pt x="506815" y="80262"/>
                </a:cubicBezTo>
                <a:cubicBezTo>
                  <a:pt x="506815" y="71173"/>
                  <a:pt x="508330" y="62926"/>
                  <a:pt x="511360" y="55523"/>
                </a:cubicBezTo>
                <a:cubicBezTo>
                  <a:pt x="514389" y="48120"/>
                  <a:pt x="518934" y="42446"/>
                  <a:pt x="524994" y="38502"/>
                </a:cubicBezTo>
                <a:cubicBezTo>
                  <a:pt x="531054" y="34557"/>
                  <a:pt x="537828" y="32585"/>
                  <a:pt x="545317" y="32585"/>
                </a:cubicBezTo>
                <a:cubicBezTo>
                  <a:pt x="550805" y="32585"/>
                  <a:pt x="555692" y="33751"/>
                  <a:pt x="559980" y="36082"/>
                </a:cubicBezTo>
                <a:cubicBezTo>
                  <a:pt x="564267" y="38412"/>
                  <a:pt x="567755" y="41447"/>
                  <a:pt x="570441" y="45188"/>
                </a:cubicBezTo>
                <a:lnTo>
                  <a:pt x="570441" y="0"/>
                </a:lnTo>
                <a:lnTo>
                  <a:pt x="585791" y="0"/>
                </a:lnTo>
                <a:lnTo>
                  <a:pt x="585791" y="125710"/>
                </a:lnTo>
                <a:lnTo>
                  <a:pt x="571470" y="125710"/>
                </a:lnTo>
                <a:moveTo>
                  <a:pt x="522679" y="80305"/>
                </a:moveTo>
                <a:cubicBezTo>
                  <a:pt x="522679" y="91953"/>
                  <a:pt x="525137" y="100660"/>
                  <a:pt x="530053" y="106427"/>
                </a:cubicBezTo>
                <a:cubicBezTo>
                  <a:pt x="534969" y="112193"/>
                  <a:pt x="540772" y="115077"/>
                  <a:pt x="547460" y="115077"/>
                </a:cubicBezTo>
                <a:cubicBezTo>
                  <a:pt x="554206" y="115077"/>
                  <a:pt x="559937" y="112322"/>
                  <a:pt x="564653" y="106813"/>
                </a:cubicBezTo>
                <a:cubicBezTo>
                  <a:pt x="569370" y="101303"/>
                  <a:pt x="571728" y="92895"/>
                  <a:pt x="571728" y="81589"/>
                </a:cubicBezTo>
                <a:cubicBezTo>
                  <a:pt x="571728" y="69142"/>
                  <a:pt x="569327" y="60007"/>
                  <a:pt x="564525" y="54183"/>
                </a:cubicBezTo>
                <a:cubicBezTo>
                  <a:pt x="559723" y="48360"/>
                  <a:pt x="553806" y="45448"/>
                  <a:pt x="546774" y="45448"/>
                </a:cubicBezTo>
                <a:cubicBezTo>
                  <a:pt x="539914" y="45448"/>
                  <a:pt x="534183" y="48245"/>
                  <a:pt x="529581" y="53840"/>
                </a:cubicBezTo>
                <a:cubicBezTo>
                  <a:pt x="524980" y="59436"/>
                  <a:pt x="522679" y="68257"/>
                  <a:pt x="522679" y="80305"/>
                </a:cubicBezTo>
                <a:close/>
                <a:moveTo>
                  <a:pt x="675660" y="125710"/>
                </a:moveTo>
                <a:lnTo>
                  <a:pt x="647791" y="34643"/>
                </a:lnTo>
                <a:lnTo>
                  <a:pt x="663741" y="34643"/>
                </a:lnTo>
                <a:lnTo>
                  <a:pt x="678232" y="87200"/>
                </a:lnTo>
                <a:lnTo>
                  <a:pt x="683635" y="106759"/>
                </a:lnTo>
                <a:cubicBezTo>
                  <a:pt x="683863" y="105789"/>
                  <a:pt x="685435" y="99535"/>
                  <a:pt x="688351" y="87998"/>
                </a:cubicBezTo>
                <a:lnTo>
                  <a:pt x="702843" y="34643"/>
                </a:lnTo>
                <a:lnTo>
                  <a:pt x="718707" y="34643"/>
                </a:lnTo>
                <a:lnTo>
                  <a:pt x="732341" y="87454"/>
                </a:lnTo>
                <a:lnTo>
                  <a:pt x="736886" y="104873"/>
                </a:lnTo>
                <a:lnTo>
                  <a:pt x="742116" y="87291"/>
                </a:lnTo>
                <a:lnTo>
                  <a:pt x="757723" y="34643"/>
                </a:lnTo>
                <a:lnTo>
                  <a:pt x="772729" y="34643"/>
                </a:lnTo>
                <a:lnTo>
                  <a:pt x="744260" y="125710"/>
                </a:lnTo>
                <a:lnTo>
                  <a:pt x="728225" y="125710"/>
                </a:lnTo>
                <a:lnTo>
                  <a:pt x="713733" y="71143"/>
                </a:lnTo>
                <a:lnTo>
                  <a:pt x="710217" y="55652"/>
                </a:lnTo>
                <a:lnTo>
                  <a:pt x="691781" y="125710"/>
                </a:lnTo>
                <a:lnTo>
                  <a:pt x="675660" y="125710"/>
                </a:lnTo>
                <a:close/>
                <a:moveTo>
                  <a:pt x="785769" y="17665"/>
                </a:moveTo>
                <a:lnTo>
                  <a:pt x="785769" y="0"/>
                </a:lnTo>
                <a:lnTo>
                  <a:pt x="801204" y="0"/>
                </a:lnTo>
                <a:lnTo>
                  <a:pt x="801204" y="17665"/>
                </a:lnTo>
                <a:lnTo>
                  <a:pt x="785769" y="17665"/>
                </a:lnTo>
                <a:moveTo>
                  <a:pt x="785769" y="125710"/>
                </a:moveTo>
                <a:lnTo>
                  <a:pt x="785769" y="34643"/>
                </a:lnTo>
                <a:lnTo>
                  <a:pt x="801204" y="34643"/>
                </a:lnTo>
                <a:lnTo>
                  <a:pt x="801204" y="125710"/>
                </a:lnTo>
                <a:lnTo>
                  <a:pt x="785769" y="125710"/>
                </a:lnTo>
                <a:close/>
                <a:moveTo>
                  <a:pt x="858405" y="111904"/>
                </a:moveTo>
                <a:lnTo>
                  <a:pt x="860634" y="125538"/>
                </a:lnTo>
                <a:cubicBezTo>
                  <a:pt x="856289" y="126453"/>
                  <a:pt x="852402" y="126910"/>
                  <a:pt x="848972" y="126910"/>
                </a:cubicBezTo>
                <a:cubicBezTo>
                  <a:pt x="843370" y="126910"/>
                  <a:pt x="839025" y="126024"/>
                  <a:pt x="835938" y="124252"/>
                </a:cubicBezTo>
                <a:cubicBezTo>
                  <a:pt x="832851" y="122480"/>
                  <a:pt x="830679" y="120150"/>
                  <a:pt x="829421" y="117263"/>
                </a:cubicBezTo>
                <a:cubicBezTo>
                  <a:pt x="828163" y="114376"/>
                  <a:pt x="827535" y="108303"/>
                  <a:pt x="827535" y="99041"/>
                </a:cubicBezTo>
                <a:lnTo>
                  <a:pt x="827535" y="46648"/>
                </a:lnTo>
                <a:lnTo>
                  <a:pt x="816215" y="46648"/>
                </a:lnTo>
                <a:lnTo>
                  <a:pt x="816215" y="34643"/>
                </a:lnTo>
                <a:lnTo>
                  <a:pt x="827535" y="34643"/>
                </a:lnTo>
                <a:lnTo>
                  <a:pt x="827535" y="12091"/>
                </a:lnTo>
                <a:lnTo>
                  <a:pt x="842884" y="2830"/>
                </a:lnTo>
                <a:lnTo>
                  <a:pt x="842884" y="34643"/>
                </a:lnTo>
                <a:lnTo>
                  <a:pt x="858405" y="34643"/>
                </a:lnTo>
                <a:lnTo>
                  <a:pt x="858405" y="46648"/>
                </a:lnTo>
                <a:lnTo>
                  <a:pt x="842884" y="46648"/>
                </a:lnTo>
                <a:lnTo>
                  <a:pt x="842884" y="99899"/>
                </a:lnTo>
                <a:cubicBezTo>
                  <a:pt x="842884" y="104301"/>
                  <a:pt x="843155" y="107131"/>
                  <a:pt x="843698" y="108388"/>
                </a:cubicBezTo>
                <a:cubicBezTo>
                  <a:pt x="844242" y="109646"/>
                  <a:pt x="845128" y="110646"/>
                  <a:pt x="846357" y="111390"/>
                </a:cubicBezTo>
                <a:cubicBezTo>
                  <a:pt x="847586" y="112133"/>
                  <a:pt x="849344" y="112504"/>
                  <a:pt x="851630" y="112504"/>
                </a:cubicBezTo>
                <a:cubicBezTo>
                  <a:pt x="853345" y="112504"/>
                  <a:pt x="855603" y="112304"/>
                  <a:pt x="858405" y="111904"/>
                </a:cubicBezTo>
                <a:close/>
                <a:moveTo>
                  <a:pt x="873491" y="125710"/>
                </a:moveTo>
                <a:lnTo>
                  <a:pt x="873491" y="0"/>
                </a:lnTo>
                <a:lnTo>
                  <a:pt x="888926" y="0"/>
                </a:lnTo>
                <a:lnTo>
                  <a:pt x="888926" y="45185"/>
                </a:lnTo>
                <a:cubicBezTo>
                  <a:pt x="896129" y="36785"/>
                  <a:pt x="905219" y="32585"/>
                  <a:pt x="916195" y="32585"/>
                </a:cubicBezTo>
                <a:cubicBezTo>
                  <a:pt x="922940" y="32585"/>
                  <a:pt x="928800" y="33914"/>
                  <a:pt x="933774" y="36572"/>
                </a:cubicBezTo>
                <a:cubicBezTo>
                  <a:pt x="938747" y="39231"/>
                  <a:pt x="942306" y="42904"/>
                  <a:pt x="944449" y="47591"/>
                </a:cubicBezTo>
                <a:cubicBezTo>
                  <a:pt x="946593" y="52279"/>
                  <a:pt x="947665" y="59082"/>
                  <a:pt x="947665" y="68000"/>
                </a:cubicBezTo>
                <a:lnTo>
                  <a:pt x="947665" y="125710"/>
                </a:lnTo>
                <a:lnTo>
                  <a:pt x="932230" y="125710"/>
                </a:lnTo>
                <a:lnTo>
                  <a:pt x="932230" y="68062"/>
                </a:lnTo>
                <a:cubicBezTo>
                  <a:pt x="932230" y="60353"/>
                  <a:pt x="930558" y="54743"/>
                  <a:pt x="927214" y="51230"/>
                </a:cubicBezTo>
                <a:cubicBezTo>
                  <a:pt x="923869" y="47718"/>
                  <a:pt x="919139" y="45962"/>
                  <a:pt x="913022" y="45962"/>
                </a:cubicBezTo>
                <a:cubicBezTo>
                  <a:pt x="908449" y="45962"/>
                  <a:pt x="904147" y="47147"/>
                  <a:pt x="900117" y="49518"/>
                </a:cubicBezTo>
                <a:cubicBezTo>
                  <a:pt x="896086" y="51887"/>
                  <a:pt x="893214" y="55099"/>
                  <a:pt x="891499" y="59154"/>
                </a:cubicBezTo>
                <a:cubicBezTo>
                  <a:pt x="889784" y="63208"/>
                  <a:pt x="888926" y="68804"/>
                  <a:pt x="888926" y="75943"/>
                </a:cubicBezTo>
                <a:lnTo>
                  <a:pt x="888926" y="125710"/>
                </a:lnTo>
                <a:lnTo>
                  <a:pt x="873491" y="1257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suspectbeforethe">
            <a:extLst xmlns:a="http://schemas.openxmlformats.org/drawingml/2006/main">
              <a:ext uri="{FF2B5EF4-FFF2-40B4-BE49-F238E27FC236}">
                <a16:creationId xmlns:a16="http://schemas.microsoft.com/office/drawing/2014/main" id="{C0495C23-555E-4A76-AF9E-49EE42B9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1801" y="3036744"/>
            <a:ext cx="1432239" cy="162754"/>
          </a:xfrm>
          <a:custGeom xmlns:a="http://schemas.openxmlformats.org/drawingml/2006/main">
            <a:pathLst>
              <a:path w="1432239" h="162754">
                <a:moveTo>
                  <a:pt x="0" y="100499"/>
                </a:moveTo>
                <a:lnTo>
                  <a:pt x="15264" y="98098"/>
                </a:lnTo>
                <a:cubicBezTo>
                  <a:pt x="16121" y="104242"/>
                  <a:pt x="18508" y="108951"/>
                  <a:pt x="22424" y="112226"/>
                </a:cubicBezTo>
                <a:cubicBezTo>
                  <a:pt x="26340" y="115498"/>
                  <a:pt x="31813" y="117135"/>
                  <a:pt x="38845" y="117135"/>
                </a:cubicBezTo>
                <a:cubicBezTo>
                  <a:pt x="45934" y="117135"/>
                  <a:pt x="51193" y="115691"/>
                  <a:pt x="54623" y="112804"/>
                </a:cubicBezTo>
                <a:cubicBezTo>
                  <a:pt x="58053" y="109917"/>
                  <a:pt x="59768" y="106530"/>
                  <a:pt x="59768" y="102643"/>
                </a:cubicBezTo>
                <a:cubicBezTo>
                  <a:pt x="59768" y="99156"/>
                  <a:pt x="58253" y="96412"/>
                  <a:pt x="55223" y="94411"/>
                </a:cubicBezTo>
                <a:cubicBezTo>
                  <a:pt x="53108" y="93039"/>
                  <a:pt x="47849" y="91295"/>
                  <a:pt x="39445" y="89180"/>
                </a:cubicBezTo>
                <a:cubicBezTo>
                  <a:pt x="28126" y="86322"/>
                  <a:pt x="20280" y="83849"/>
                  <a:pt x="15907" y="81763"/>
                </a:cubicBezTo>
                <a:cubicBezTo>
                  <a:pt x="11533" y="79676"/>
                  <a:pt x="8218" y="76789"/>
                  <a:pt x="5960" y="73102"/>
                </a:cubicBezTo>
                <a:cubicBezTo>
                  <a:pt x="3702" y="69415"/>
                  <a:pt x="2573" y="65342"/>
                  <a:pt x="2573" y="60883"/>
                </a:cubicBezTo>
                <a:cubicBezTo>
                  <a:pt x="2573" y="56824"/>
                  <a:pt x="3501" y="53065"/>
                  <a:pt x="5359" y="49607"/>
                </a:cubicBezTo>
                <a:cubicBezTo>
                  <a:pt x="7217" y="46148"/>
                  <a:pt x="9747" y="43275"/>
                  <a:pt x="12948" y="40989"/>
                </a:cubicBezTo>
                <a:cubicBezTo>
                  <a:pt x="15349" y="39216"/>
                  <a:pt x="18622" y="37716"/>
                  <a:pt x="22767" y="36487"/>
                </a:cubicBezTo>
                <a:cubicBezTo>
                  <a:pt x="26911" y="35258"/>
                  <a:pt x="31356" y="34643"/>
                  <a:pt x="36101" y="34643"/>
                </a:cubicBezTo>
                <a:cubicBezTo>
                  <a:pt x="43247" y="34643"/>
                  <a:pt x="49521" y="35672"/>
                  <a:pt x="54923" y="37730"/>
                </a:cubicBezTo>
                <a:cubicBezTo>
                  <a:pt x="60325" y="39788"/>
                  <a:pt x="64313" y="42575"/>
                  <a:pt x="66885" y="46091"/>
                </a:cubicBezTo>
                <a:cubicBezTo>
                  <a:pt x="69458" y="49607"/>
                  <a:pt x="71230" y="54308"/>
                  <a:pt x="72202" y="60197"/>
                </a:cubicBezTo>
                <a:lnTo>
                  <a:pt x="57110" y="62255"/>
                </a:lnTo>
                <a:cubicBezTo>
                  <a:pt x="56424" y="57567"/>
                  <a:pt x="54437" y="53908"/>
                  <a:pt x="51150" y="51279"/>
                </a:cubicBezTo>
                <a:cubicBezTo>
                  <a:pt x="47863" y="48649"/>
                  <a:pt x="43218" y="47334"/>
                  <a:pt x="37216" y="47334"/>
                </a:cubicBezTo>
                <a:cubicBezTo>
                  <a:pt x="30127" y="47334"/>
                  <a:pt x="25068" y="48506"/>
                  <a:pt x="22038" y="50850"/>
                </a:cubicBezTo>
                <a:cubicBezTo>
                  <a:pt x="19008" y="53194"/>
                  <a:pt x="17493" y="55938"/>
                  <a:pt x="17493" y="59082"/>
                </a:cubicBezTo>
                <a:cubicBezTo>
                  <a:pt x="17493" y="61083"/>
                  <a:pt x="18122" y="62883"/>
                  <a:pt x="19380" y="64484"/>
                </a:cubicBezTo>
                <a:cubicBezTo>
                  <a:pt x="20637" y="66142"/>
                  <a:pt x="22609" y="67514"/>
                  <a:pt x="25296" y="68600"/>
                </a:cubicBezTo>
                <a:cubicBezTo>
                  <a:pt x="26840" y="69172"/>
                  <a:pt x="31385" y="70487"/>
                  <a:pt x="38931" y="72545"/>
                </a:cubicBezTo>
                <a:cubicBezTo>
                  <a:pt x="49849" y="75460"/>
                  <a:pt x="57467" y="77847"/>
                  <a:pt x="61783" y="79705"/>
                </a:cubicBezTo>
                <a:cubicBezTo>
                  <a:pt x="66099" y="81563"/>
                  <a:pt x="69486" y="84264"/>
                  <a:pt x="71944" y="87808"/>
                </a:cubicBezTo>
                <a:cubicBezTo>
                  <a:pt x="74403" y="91353"/>
                  <a:pt x="75632" y="95754"/>
                  <a:pt x="75632" y="101014"/>
                </a:cubicBezTo>
                <a:cubicBezTo>
                  <a:pt x="75632" y="106159"/>
                  <a:pt x="74131" y="111004"/>
                  <a:pt x="71130" y="115548"/>
                </a:cubicBezTo>
                <a:cubicBezTo>
                  <a:pt x="68129" y="120093"/>
                  <a:pt x="63798" y="123609"/>
                  <a:pt x="58139" y="126096"/>
                </a:cubicBezTo>
                <a:cubicBezTo>
                  <a:pt x="52479" y="128582"/>
                  <a:pt x="46076" y="129826"/>
                  <a:pt x="38931" y="129826"/>
                </a:cubicBezTo>
                <a:cubicBezTo>
                  <a:pt x="27097" y="129826"/>
                  <a:pt x="18079" y="127361"/>
                  <a:pt x="11876" y="122430"/>
                </a:cubicBezTo>
                <a:cubicBezTo>
                  <a:pt x="5674" y="117499"/>
                  <a:pt x="1715" y="110189"/>
                  <a:pt x="0" y="100499"/>
                </a:cubicBezTo>
                <a:close/>
                <a:moveTo>
                  <a:pt x="153664" y="127768"/>
                </a:moveTo>
                <a:lnTo>
                  <a:pt x="153664" y="114308"/>
                </a:lnTo>
                <a:cubicBezTo>
                  <a:pt x="146575" y="124653"/>
                  <a:pt x="136943" y="129826"/>
                  <a:pt x="124766" y="129826"/>
                </a:cubicBezTo>
                <a:cubicBezTo>
                  <a:pt x="119392" y="129826"/>
                  <a:pt x="114376" y="128797"/>
                  <a:pt x="109717" y="126739"/>
                </a:cubicBezTo>
                <a:cubicBezTo>
                  <a:pt x="105058" y="124681"/>
                  <a:pt x="101599" y="122094"/>
                  <a:pt x="99341" y="118978"/>
                </a:cubicBezTo>
                <a:cubicBezTo>
                  <a:pt x="97083" y="115863"/>
                  <a:pt x="95497" y="112047"/>
                  <a:pt x="94582" y="107531"/>
                </a:cubicBezTo>
                <a:cubicBezTo>
                  <a:pt x="93953" y="104501"/>
                  <a:pt x="93639" y="99699"/>
                  <a:pt x="93639" y="93125"/>
                </a:cubicBezTo>
                <a:lnTo>
                  <a:pt x="93639" y="36701"/>
                </a:lnTo>
                <a:lnTo>
                  <a:pt x="109074" y="36701"/>
                </a:lnTo>
                <a:lnTo>
                  <a:pt x="109074" y="87154"/>
                </a:lnTo>
                <a:cubicBezTo>
                  <a:pt x="109074" y="95206"/>
                  <a:pt x="109388" y="100631"/>
                  <a:pt x="110017" y="103428"/>
                </a:cubicBezTo>
                <a:cubicBezTo>
                  <a:pt x="110989" y="107483"/>
                  <a:pt x="113047" y="110668"/>
                  <a:pt x="116191" y="112981"/>
                </a:cubicBezTo>
                <a:cubicBezTo>
                  <a:pt x="119335" y="115293"/>
                  <a:pt x="123223" y="116449"/>
                  <a:pt x="127853" y="116449"/>
                </a:cubicBezTo>
                <a:cubicBezTo>
                  <a:pt x="132484" y="116449"/>
                  <a:pt x="136828" y="115264"/>
                  <a:pt x="140887" y="112896"/>
                </a:cubicBezTo>
                <a:cubicBezTo>
                  <a:pt x="144946" y="110525"/>
                  <a:pt x="147819" y="107299"/>
                  <a:pt x="149505" y="103216"/>
                </a:cubicBezTo>
                <a:cubicBezTo>
                  <a:pt x="151192" y="99133"/>
                  <a:pt x="152035" y="93208"/>
                  <a:pt x="152035" y="85442"/>
                </a:cubicBezTo>
                <a:lnTo>
                  <a:pt x="152035" y="36701"/>
                </a:lnTo>
                <a:lnTo>
                  <a:pt x="167470" y="36701"/>
                </a:lnTo>
                <a:lnTo>
                  <a:pt x="167470" y="127768"/>
                </a:lnTo>
                <a:lnTo>
                  <a:pt x="153664" y="127768"/>
                </a:lnTo>
                <a:close/>
                <a:moveTo>
                  <a:pt x="185486" y="100499"/>
                </a:moveTo>
                <a:lnTo>
                  <a:pt x="200749" y="98098"/>
                </a:lnTo>
                <a:cubicBezTo>
                  <a:pt x="201607" y="104242"/>
                  <a:pt x="203994" y="108951"/>
                  <a:pt x="207909" y="112226"/>
                </a:cubicBezTo>
                <a:cubicBezTo>
                  <a:pt x="211825" y="115498"/>
                  <a:pt x="217299" y="117135"/>
                  <a:pt x="224331" y="117135"/>
                </a:cubicBezTo>
                <a:cubicBezTo>
                  <a:pt x="231419" y="117135"/>
                  <a:pt x="236679" y="115691"/>
                  <a:pt x="240109" y="112804"/>
                </a:cubicBezTo>
                <a:cubicBezTo>
                  <a:pt x="243539" y="109917"/>
                  <a:pt x="245254" y="106530"/>
                  <a:pt x="245254" y="102643"/>
                </a:cubicBezTo>
                <a:cubicBezTo>
                  <a:pt x="245254" y="99156"/>
                  <a:pt x="243739" y="96412"/>
                  <a:pt x="240709" y="94411"/>
                </a:cubicBezTo>
                <a:cubicBezTo>
                  <a:pt x="238594" y="93039"/>
                  <a:pt x="233334" y="91295"/>
                  <a:pt x="224931" y="89180"/>
                </a:cubicBezTo>
                <a:cubicBezTo>
                  <a:pt x="213612" y="86322"/>
                  <a:pt x="205766" y="83849"/>
                  <a:pt x="201392" y="81763"/>
                </a:cubicBezTo>
                <a:cubicBezTo>
                  <a:pt x="197019" y="79676"/>
                  <a:pt x="193703" y="76789"/>
                  <a:pt x="191445" y="73102"/>
                </a:cubicBezTo>
                <a:cubicBezTo>
                  <a:pt x="189187" y="69415"/>
                  <a:pt x="188058" y="65342"/>
                  <a:pt x="188058" y="60883"/>
                </a:cubicBezTo>
                <a:cubicBezTo>
                  <a:pt x="188058" y="56824"/>
                  <a:pt x="188987" y="53065"/>
                  <a:pt x="190845" y="49607"/>
                </a:cubicBezTo>
                <a:cubicBezTo>
                  <a:pt x="192703" y="46148"/>
                  <a:pt x="195233" y="43275"/>
                  <a:pt x="198434" y="40989"/>
                </a:cubicBezTo>
                <a:cubicBezTo>
                  <a:pt x="200835" y="39216"/>
                  <a:pt x="204108" y="37716"/>
                  <a:pt x="208252" y="36487"/>
                </a:cubicBezTo>
                <a:cubicBezTo>
                  <a:pt x="212397" y="35258"/>
                  <a:pt x="216842" y="34643"/>
                  <a:pt x="221587" y="34643"/>
                </a:cubicBezTo>
                <a:cubicBezTo>
                  <a:pt x="228732" y="34643"/>
                  <a:pt x="235007" y="35672"/>
                  <a:pt x="240409" y="37730"/>
                </a:cubicBezTo>
                <a:cubicBezTo>
                  <a:pt x="245811" y="39788"/>
                  <a:pt x="249798" y="42575"/>
                  <a:pt x="252371" y="46091"/>
                </a:cubicBezTo>
                <a:cubicBezTo>
                  <a:pt x="254943" y="49607"/>
                  <a:pt x="256716" y="54308"/>
                  <a:pt x="257687" y="60197"/>
                </a:cubicBezTo>
                <a:lnTo>
                  <a:pt x="242595" y="62255"/>
                </a:lnTo>
                <a:cubicBezTo>
                  <a:pt x="241909" y="57567"/>
                  <a:pt x="239923" y="53908"/>
                  <a:pt x="236636" y="51279"/>
                </a:cubicBezTo>
                <a:cubicBezTo>
                  <a:pt x="233349" y="48649"/>
                  <a:pt x="228704" y="47334"/>
                  <a:pt x="222701" y="47334"/>
                </a:cubicBezTo>
                <a:cubicBezTo>
                  <a:pt x="215613" y="47334"/>
                  <a:pt x="210553" y="48506"/>
                  <a:pt x="207524" y="50850"/>
                </a:cubicBezTo>
                <a:cubicBezTo>
                  <a:pt x="204494" y="53194"/>
                  <a:pt x="202979" y="55938"/>
                  <a:pt x="202979" y="59082"/>
                </a:cubicBezTo>
                <a:cubicBezTo>
                  <a:pt x="202979" y="61083"/>
                  <a:pt x="203608" y="62883"/>
                  <a:pt x="204865" y="64484"/>
                </a:cubicBezTo>
                <a:cubicBezTo>
                  <a:pt x="206123" y="66142"/>
                  <a:pt x="208095" y="67514"/>
                  <a:pt x="210782" y="68600"/>
                </a:cubicBezTo>
                <a:cubicBezTo>
                  <a:pt x="212326" y="69172"/>
                  <a:pt x="216870" y="70487"/>
                  <a:pt x="224416" y="72545"/>
                </a:cubicBezTo>
                <a:cubicBezTo>
                  <a:pt x="235335" y="75460"/>
                  <a:pt x="242953" y="77847"/>
                  <a:pt x="247269" y="79705"/>
                </a:cubicBezTo>
                <a:cubicBezTo>
                  <a:pt x="251585" y="81563"/>
                  <a:pt x="254972" y="84264"/>
                  <a:pt x="257430" y="87808"/>
                </a:cubicBezTo>
                <a:cubicBezTo>
                  <a:pt x="259888" y="91353"/>
                  <a:pt x="261117" y="95754"/>
                  <a:pt x="261117" y="101014"/>
                </a:cubicBezTo>
                <a:cubicBezTo>
                  <a:pt x="261117" y="106159"/>
                  <a:pt x="259617" y="111004"/>
                  <a:pt x="256616" y="115548"/>
                </a:cubicBezTo>
                <a:cubicBezTo>
                  <a:pt x="253614" y="120093"/>
                  <a:pt x="249284" y="123609"/>
                  <a:pt x="243624" y="126096"/>
                </a:cubicBezTo>
                <a:cubicBezTo>
                  <a:pt x="237965" y="128582"/>
                  <a:pt x="231562" y="129826"/>
                  <a:pt x="224416" y="129826"/>
                </a:cubicBezTo>
                <a:cubicBezTo>
                  <a:pt x="212583" y="129826"/>
                  <a:pt x="203565" y="127361"/>
                  <a:pt x="197362" y="122430"/>
                </a:cubicBezTo>
                <a:cubicBezTo>
                  <a:pt x="191160" y="117499"/>
                  <a:pt x="187201" y="110189"/>
                  <a:pt x="185486" y="100499"/>
                </a:cubicBezTo>
                <a:close/>
                <a:moveTo>
                  <a:pt x="279468" y="162754"/>
                </a:moveTo>
                <a:lnTo>
                  <a:pt x="279468" y="36701"/>
                </a:lnTo>
                <a:lnTo>
                  <a:pt x="293531" y="36701"/>
                </a:lnTo>
                <a:lnTo>
                  <a:pt x="293531" y="48618"/>
                </a:lnTo>
                <a:cubicBezTo>
                  <a:pt x="296847" y="43959"/>
                  <a:pt x="300591" y="40465"/>
                  <a:pt x="304764" y="38137"/>
                </a:cubicBezTo>
                <a:cubicBezTo>
                  <a:pt x="308938" y="35808"/>
                  <a:pt x="313997" y="34643"/>
                  <a:pt x="319942" y="34643"/>
                </a:cubicBezTo>
                <a:cubicBezTo>
                  <a:pt x="327717" y="34643"/>
                  <a:pt x="334577" y="36644"/>
                  <a:pt x="340522" y="40646"/>
                </a:cubicBezTo>
                <a:cubicBezTo>
                  <a:pt x="346468" y="44647"/>
                  <a:pt x="350955" y="50293"/>
                  <a:pt x="353985" y="57581"/>
                </a:cubicBezTo>
                <a:cubicBezTo>
                  <a:pt x="357015" y="64870"/>
                  <a:pt x="358530" y="72859"/>
                  <a:pt x="358530" y="81548"/>
                </a:cubicBezTo>
                <a:cubicBezTo>
                  <a:pt x="358530" y="90867"/>
                  <a:pt x="356858" y="99256"/>
                  <a:pt x="353513" y="106716"/>
                </a:cubicBezTo>
                <a:cubicBezTo>
                  <a:pt x="350169" y="114176"/>
                  <a:pt x="345310" y="119893"/>
                  <a:pt x="338936" y="123866"/>
                </a:cubicBezTo>
                <a:cubicBezTo>
                  <a:pt x="332562" y="127839"/>
                  <a:pt x="325859" y="129826"/>
                  <a:pt x="318828" y="129826"/>
                </a:cubicBezTo>
                <a:cubicBezTo>
                  <a:pt x="313683" y="129826"/>
                  <a:pt x="309066" y="128740"/>
                  <a:pt x="304979" y="126567"/>
                </a:cubicBezTo>
                <a:cubicBezTo>
                  <a:pt x="300891" y="124395"/>
                  <a:pt x="297533" y="121651"/>
                  <a:pt x="294903" y="118335"/>
                </a:cubicBezTo>
                <a:lnTo>
                  <a:pt x="294903" y="162754"/>
                </a:lnTo>
                <a:lnTo>
                  <a:pt x="279468" y="162754"/>
                </a:lnTo>
                <a:moveTo>
                  <a:pt x="293445" y="82792"/>
                </a:moveTo>
                <a:cubicBezTo>
                  <a:pt x="293445" y="94497"/>
                  <a:pt x="295818" y="103147"/>
                  <a:pt x="300563" y="108742"/>
                </a:cubicBezTo>
                <a:cubicBezTo>
                  <a:pt x="305308" y="114337"/>
                  <a:pt x="311053" y="117135"/>
                  <a:pt x="317799" y="117135"/>
                </a:cubicBezTo>
                <a:cubicBezTo>
                  <a:pt x="324659" y="117135"/>
                  <a:pt x="330532" y="114237"/>
                  <a:pt x="335420" y="108442"/>
                </a:cubicBezTo>
                <a:cubicBezTo>
                  <a:pt x="340308" y="102647"/>
                  <a:pt x="342752" y="93668"/>
                  <a:pt x="342752" y="81506"/>
                </a:cubicBezTo>
                <a:cubicBezTo>
                  <a:pt x="342752" y="69915"/>
                  <a:pt x="340365" y="61236"/>
                  <a:pt x="335592" y="55470"/>
                </a:cubicBezTo>
                <a:cubicBezTo>
                  <a:pt x="330818" y="49703"/>
                  <a:pt x="325116" y="46820"/>
                  <a:pt x="318485" y="46820"/>
                </a:cubicBezTo>
                <a:cubicBezTo>
                  <a:pt x="311910" y="46820"/>
                  <a:pt x="306094" y="49889"/>
                  <a:pt x="301034" y="56027"/>
                </a:cubicBezTo>
                <a:cubicBezTo>
                  <a:pt x="295975" y="62165"/>
                  <a:pt x="293445" y="71087"/>
                  <a:pt x="293445" y="82792"/>
                </a:cubicBezTo>
                <a:close/>
                <a:moveTo>
                  <a:pt x="439487" y="98270"/>
                </a:moveTo>
                <a:lnTo>
                  <a:pt x="455436" y="100328"/>
                </a:lnTo>
                <a:cubicBezTo>
                  <a:pt x="452921" y="109673"/>
                  <a:pt x="448262" y="116926"/>
                  <a:pt x="441459" y="122087"/>
                </a:cubicBezTo>
                <a:cubicBezTo>
                  <a:pt x="434656" y="127246"/>
                  <a:pt x="425967" y="129826"/>
                  <a:pt x="415391" y="129826"/>
                </a:cubicBezTo>
                <a:cubicBezTo>
                  <a:pt x="402071" y="129826"/>
                  <a:pt x="391509" y="125724"/>
                  <a:pt x="383706" y="117521"/>
                </a:cubicBezTo>
                <a:cubicBezTo>
                  <a:pt x="375903" y="109317"/>
                  <a:pt x="372001" y="97812"/>
                  <a:pt x="372001" y="83006"/>
                </a:cubicBezTo>
                <a:cubicBezTo>
                  <a:pt x="372001" y="67686"/>
                  <a:pt x="375946" y="55795"/>
                  <a:pt x="383835" y="47334"/>
                </a:cubicBezTo>
                <a:cubicBezTo>
                  <a:pt x="391724" y="38873"/>
                  <a:pt x="401956" y="34643"/>
                  <a:pt x="414533" y="34643"/>
                </a:cubicBezTo>
                <a:cubicBezTo>
                  <a:pt x="426710" y="34643"/>
                  <a:pt x="436657" y="38781"/>
                  <a:pt x="444374" y="47058"/>
                </a:cubicBezTo>
                <a:cubicBezTo>
                  <a:pt x="452092" y="55333"/>
                  <a:pt x="455951" y="66975"/>
                  <a:pt x="455951" y="81985"/>
                </a:cubicBezTo>
                <a:cubicBezTo>
                  <a:pt x="455951" y="82898"/>
                  <a:pt x="455922" y="84267"/>
                  <a:pt x="455865" y="86093"/>
                </a:cubicBezTo>
                <a:lnTo>
                  <a:pt x="387951" y="86093"/>
                </a:lnTo>
                <a:cubicBezTo>
                  <a:pt x="388522" y="96126"/>
                  <a:pt x="391352" y="103808"/>
                  <a:pt x="396440" y="109139"/>
                </a:cubicBezTo>
                <a:cubicBezTo>
                  <a:pt x="401528" y="114469"/>
                  <a:pt x="407873" y="117135"/>
                  <a:pt x="415476" y="117135"/>
                </a:cubicBezTo>
                <a:cubicBezTo>
                  <a:pt x="421136" y="117135"/>
                  <a:pt x="425967" y="115635"/>
                  <a:pt x="429968" y="112636"/>
                </a:cubicBezTo>
                <a:cubicBezTo>
                  <a:pt x="433970" y="109634"/>
                  <a:pt x="437143" y="104846"/>
                  <a:pt x="439487" y="98270"/>
                </a:cubicBezTo>
                <a:moveTo>
                  <a:pt x="388808" y="73402"/>
                </a:moveTo>
                <a:lnTo>
                  <a:pt x="439658" y="73402"/>
                </a:lnTo>
                <a:cubicBezTo>
                  <a:pt x="438972" y="65767"/>
                  <a:pt x="437028" y="60040"/>
                  <a:pt x="433827" y="56223"/>
                </a:cubicBezTo>
                <a:cubicBezTo>
                  <a:pt x="428911" y="50297"/>
                  <a:pt x="422537" y="47334"/>
                  <a:pt x="414705" y="47334"/>
                </a:cubicBezTo>
                <a:cubicBezTo>
                  <a:pt x="407616" y="47334"/>
                  <a:pt x="401656" y="49699"/>
                  <a:pt x="396826" y="54430"/>
                </a:cubicBezTo>
                <a:cubicBezTo>
                  <a:pt x="391995" y="59159"/>
                  <a:pt x="389323" y="65483"/>
                  <a:pt x="388808" y="73402"/>
                </a:cubicBezTo>
                <a:close/>
                <a:moveTo>
                  <a:pt x="534249" y="94325"/>
                </a:moveTo>
                <a:lnTo>
                  <a:pt x="549427" y="96383"/>
                </a:lnTo>
                <a:cubicBezTo>
                  <a:pt x="547769" y="106845"/>
                  <a:pt x="543525" y="115034"/>
                  <a:pt x="536693" y="120951"/>
                </a:cubicBezTo>
                <a:cubicBezTo>
                  <a:pt x="529862" y="126867"/>
                  <a:pt x="521472" y="129826"/>
                  <a:pt x="511525" y="129826"/>
                </a:cubicBezTo>
                <a:cubicBezTo>
                  <a:pt x="499063" y="129826"/>
                  <a:pt x="489045" y="125753"/>
                  <a:pt x="481470" y="117606"/>
                </a:cubicBezTo>
                <a:cubicBezTo>
                  <a:pt x="473895" y="109460"/>
                  <a:pt x="470108" y="97784"/>
                  <a:pt x="470108" y="82577"/>
                </a:cubicBezTo>
                <a:cubicBezTo>
                  <a:pt x="470108" y="72745"/>
                  <a:pt x="471737" y="64141"/>
                  <a:pt x="474996" y="56767"/>
                </a:cubicBezTo>
                <a:cubicBezTo>
                  <a:pt x="478254" y="49392"/>
                  <a:pt x="483214" y="43861"/>
                  <a:pt x="489873" y="40174"/>
                </a:cubicBezTo>
                <a:cubicBezTo>
                  <a:pt x="496533" y="36487"/>
                  <a:pt x="503779" y="34643"/>
                  <a:pt x="511611" y="34643"/>
                </a:cubicBezTo>
                <a:cubicBezTo>
                  <a:pt x="521501" y="34643"/>
                  <a:pt x="529590" y="37130"/>
                  <a:pt x="535878" y="42103"/>
                </a:cubicBezTo>
                <a:cubicBezTo>
                  <a:pt x="542167" y="47075"/>
                  <a:pt x="546197" y="54135"/>
                  <a:pt x="547969" y="63284"/>
                </a:cubicBezTo>
                <a:lnTo>
                  <a:pt x="532963" y="65685"/>
                </a:lnTo>
                <a:cubicBezTo>
                  <a:pt x="531534" y="59596"/>
                  <a:pt x="529004" y="55016"/>
                  <a:pt x="525374" y="51943"/>
                </a:cubicBezTo>
                <a:cubicBezTo>
                  <a:pt x="521744" y="48870"/>
                  <a:pt x="517356" y="47334"/>
                  <a:pt x="512211" y="47334"/>
                </a:cubicBezTo>
                <a:cubicBezTo>
                  <a:pt x="504437" y="47334"/>
                  <a:pt x="498120" y="50121"/>
                  <a:pt x="493261" y="55695"/>
                </a:cubicBezTo>
                <a:cubicBezTo>
                  <a:pt x="488401" y="61269"/>
                  <a:pt x="485972" y="70087"/>
                  <a:pt x="485972" y="82149"/>
                </a:cubicBezTo>
                <a:cubicBezTo>
                  <a:pt x="485972" y="94382"/>
                  <a:pt x="488316" y="103272"/>
                  <a:pt x="493003" y="108817"/>
                </a:cubicBezTo>
                <a:cubicBezTo>
                  <a:pt x="497691" y="114362"/>
                  <a:pt x="503808" y="117135"/>
                  <a:pt x="511354" y="117135"/>
                </a:cubicBezTo>
                <a:cubicBezTo>
                  <a:pt x="517414" y="117135"/>
                  <a:pt x="522473" y="115270"/>
                  <a:pt x="526532" y="111540"/>
                </a:cubicBezTo>
                <a:cubicBezTo>
                  <a:pt x="530591" y="107809"/>
                  <a:pt x="533163" y="102071"/>
                  <a:pt x="534249" y="94325"/>
                </a:cubicBezTo>
                <a:close/>
                <a:moveTo>
                  <a:pt x="596332" y="113962"/>
                </a:moveTo>
                <a:lnTo>
                  <a:pt x="598562" y="127596"/>
                </a:lnTo>
                <a:cubicBezTo>
                  <a:pt x="594217" y="128511"/>
                  <a:pt x="590330" y="128968"/>
                  <a:pt x="586900" y="128968"/>
                </a:cubicBezTo>
                <a:cubicBezTo>
                  <a:pt x="581297" y="128968"/>
                  <a:pt x="576953" y="128082"/>
                  <a:pt x="573866" y="126310"/>
                </a:cubicBezTo>
                <a:cubicBezTo>
                  <a:pt x="570779" y="124538"/>
                  <a:pt x="568606" y="122208"/>
                  <a:pt x="567349" y="119321"/>
                </a:cubicBezTo>
                <a:cubicBezTo>
                  <a:pt x="566091" y="116435"/>
                  <a:pt x="565462" y="110361"/>
                  <a:pt x="565462" y="101100"/>
                </a:cubicBezTo>
                <a:lnTo>
                  <a:pt x="565462" y="48706"/>
                </a:lnTo>
                <a:lnTo>
                  <a:pt x="554143" y="48706"/>
                </a:lnTo>
                <a:lnTo>
                  <a:pt x="554143" y="36701"/>
                </a:lnTo>
                <a:lnTo>
                  <a:pt x="565462" y="36701"/>
                </a:lnTo>
                <a:lnTo>
                  <a:pt x="565462" y="14149"/>
                </a:lnTo>
                <a:lnTo>
                  <a:pt x="580811" y="4888"/>
                </a:lnTo>
                <a:lnTo>
                  <a:pt x="580811" y="36701"/>
                </a:lnTo>
                <a:lnTo>
                  <a:pt x="596332" y="36701"/>
                </a:lnTo>
                <a:lnTo>
                  <a:pt x="596332" y="48706"/>
                </a:lnTo>
                <a:lnTo>
                  <a:pt x="580811" y="48706"/>
                </a:lnTo>
                <a:lnTo>
                  <a:pt x="580811" y="101957"/>
                </a:lnTo>
                <a:cubicBezTo>
                  <a:pt x="580811" y="106359"/>
                  <a:pt x="581083" y="109189"/>
                  <a:pt x="581626" y="110446"/>
                </a:cubicBezTo>
                <a:cubicBezTo>
                  <a:pt x="582169" y="111704"/>
                  <a:pt x="583055" y="112704"/>
                  <a:pt x="584284" y="113448"/>
                </a:cubicBezTo>
                <a:cubicBezTo>
                  <a:pt x="585513" y="114191"/>
                  <a:pt x="587271" y="114562"/>
                  <a:pt x="589558" y="114562"/>
                </a:cubicBezTo>
                <a:cubicBezTo>
                  <a:pt x="591273" y="114562"/>
                  <a:pt x="593531" y="114362"/>
                  <a:pt x="596332" y="113962"/>
                </a:cubicBezTo>
                <a:close/>
                <a:moveTo>
                  <a:pt x="674439" y="127768"/>
                </a:moveTo>
                <a:lnTo>
                  <a:pt x="660119" y="127768"/>
                </a:lnTo>
                <a:lnTo>
                  <a:pt x="660119" y="2058"/>
                </a:lnTo>
                <a:lnTo>
                  <a:pt x="675554" y="2058"/>
                </a:lnTo>
                <a:lnTo>
                  <a:pt x="675554" y="46905"/>
                </a:lnTo>
                <a:cubicBezTo>
                  <a:pt x="682071" y="38731"/>
                  <a:pt x="690389" y="34643"/>
                  <a:pt x="700508" y="34643"/>
                </a:cubicBezTo>
                <a:cubicBezTo>
                  <a:pt x="706110" y="34643"/>
                  <a:pt x="711412" y="35772"/>
                  <a:pt x="716414" y="38030"/>
                </a:cubicBezTo>
                <a:cubicBezTo>
                  <a:pt x="721416" y="40288"/>
                  <a:pt x="725532" y="43461"/>
                  <a:pt x="728762" y="47548"/>
                </a:cubicBezTo>
                <a:cubicBezTo>
                  <a:pt x="731992" y="51636"/>
                  <a:pt x="734522" y="56567"/>
                  <a:pt x="736351" y="62340"/>
                </a:cubicBezTo>
                <a:cubicBezTo>
                  <a:pt x="738180" y="68114"/>
                  <a:pt x="739095" y="74288"/>
                  <a:pt x="739095" y="80862"/>
                </a:cubicBezTo>
                <a:cubicBezTo>
                  <a:pt x="739095" y="96469"/>
                  <a:pt x="735236" y="108531"/>
                  <a:pt x="727519" y="117049"/>
                </a:cubicBezTo>
                <a:cubicBezTo>
                  <a:pt x="719801" y="125567"/>
                  <a:pt x="710540" y="129826"/>
                  <a:pt x="699736" y="129826"/>
                </a:cubicBezTo>
                <a:cubicBezTo>
                  <a:pt x="688988" y="129826"/>
                  <a:pt x="680556" y="125338"/>
                  <a:pt x="674439" y="116363"/>
                </a:cubicBezTo>
                <a:lnTo>
                  <a:pt x="674439" y="127768"/>
                </a:lnTo>
                <a:moveTo>
                  <a:pt x="674268" y="81548"/>
                </a:moveTo>
                <a:cubicBezTo>
                  <a:pt x="674268" y="92467"/>
                  <a:pt x="675754" y="100356"/>
                  <a:pt x="678727" y="105216"/>
                </a:cubicBezTo>
                <a:cubicBezTo>
                  <a:pt x="683586" y="113162"/>
                  <a:pt x="690160" y="117135"/>
                  <a:pt x="698449" y="117135"/>
                </a:cubicBezTo>
                <a:cubicBezTo>
                  <a:pt x="705195" y="117135"/>
                  <a:pt x="711026" y="114205"/>
                  <a:pt x="715943" y="108345"/>
                </a:cubicBezTo>
                <a:cubicBezTo>
                  <a:pt x="720859" y="102486"/>
                  <a:pt x="723317" y="93754"/>
                  <a:pt x="723317" y="82149"/>
                </a:cubicBezTo>
                <a:cubicBezTo>
                  <a:pt x="723317" y="70258"/>
                  <a:pt x="720959" y="61483"/>
                  <a:pt x="716243" y="55823"/>
                </a:cubicBezTo>
                <a:cubicBezTo>
                  <a:pt x="711526" y="50164"/>
                  <a:pt x="705824" y="47334"/>
                  <a:pt x="699136" y="47334"/>
                </a:cubicBezTo>
                <a:cubicBezTo>
                  <a:pt x="692390" y="47334"/>
                  <a:pt x="686559" y="50264"/>
                  <a:pt x="681642" y="56124"/>
                </a:cubicBezTo>
                <a:cubicBezTo>
                  <a:pt x="676726" y="61983"/>
                  <a:pt x="674268" y="70458"/>
                  <a:pt x="674268" y="81548"/>
                </a:cubicBezTo>
                <a:close/>
                <a:moveTo>
                  <a:pt x="820223" y="98270"/>
                </a:moveTo>
                <a:lnTo>
                  <a:pt x="836173" y="100328"/>
                </a:lnTo>
                <a:cubicBezTo>
                  <a:pt x="833657" y="109673"/>
                  <a:pt x="828998" y="116926"/>
                  <a:pt x="822195" y="122087"/>
                </a:cubicBezTo>
                <a:cubicBezTo>
                  <a:pt x="815393" y="127246"/>
                  <a:pt x="806703" y="129826"/>
                  <a:pt x="796127" y="129826"/>
                </a:cubicBezTo>
                <a:cubicBezTo>
                  <a:pt x="782808" y="129826"/>
                  <a:pt x="772246" y="125724"/>
                  <a:pt x="764443" y="117521"/>
                </a:cubicBezTo>
                <a:cubicBezTo>
                  <a:pt x="756639" y="109317"/>
                  <a:pt x="752738" y="97812"/>
                  <a:pt x="752738" y="83006"/>
                </a:cubicBezTo>
                <a:cubicBezTo>
                  <a:pt x="752738" y="67686"/>
                  <a:pt x="756682" y="55795"/>
                  <a:pt x="764571" y="47334"/>
                </a:cubicBezTo>
                <a:cubicBezTo>
                  <a:pt x="772460" y="38873"/>
                  <a:pt x="782693" y="34643"/>
                  <a:pt x="795270" y="34643"/>
                </a:cubicBezTo>
                <a:cubicBezTo>
                  <a:pt x="807446" y="34643"/>
                  <a:pt x="817393" y="38781"/>
                  <a:pt x="825111" y="47058"/>
                </a:cubicBezTo>
                <a:cubicBezTo>
                  <a:pt x="832829" y="55333"/>
                  <a:pt x="836687" y="66975"/>
                  <a:pt x="836687" y="81985"/>
                </a:cubicBezTo>
                <a:cubicBezTo>
                  <a:pt x="836687" y="82898"/>
                  <a:pt x="836659" y="84267"/>
                  <a:pt x="836602" y="86093"/>
                </a:cubicBezTo>
                <a:lnTo>
                  <a:pt x="768687" y="86093"/>
                </a:lnTo>
                <a:cubicBezTo>
                  <a:pt x="769259" y="96126"/>
                  <a:pt x="772089" y="103808"/>
                  <a:pt x="777177" y="109139"/>
                </a:cubicBezTo>
                <a:cubicBezTo>
                  <a:pt x="782264" y="114469"/>
                  <a:pt x="788610" y="117135"/>
                  <a:pt x="796213" y="117135"/>
                </a:cubicBezTo>
                <a:cubicBezTo>
                  <a:pt x="801873" y="117135"/>
                  <a:pt x="806703" y="115635"/>
                  <a:pt x="810705" y="112636"/>
                </a:cubicBezTo>
                <a:cubicBezTo>
                  <a:pt x="814707" y="109634"/>
                  <a:pt x="817879" y="104846"/>
                  <a:pt x="820223" y="98270"/>
                </a:cubicBezTo>
                <a:moveTo>
                  <a:pt x="769545" y="73402"/>
                </a:moveTo>
                <a:lnTo>
                  <a:pt x="820395" y="73402"/>
                </a:lnTo>
                <a:cubicBezTo>
                  <a:pt x="819709" y="65767"/>
                  <a:pt x="817765" y="60040"/>
                  <a:pt x="814564" y="56223"/>
                </a:cubicBezTo>
                <a:cubicBezTo>
                  <a:pt x="809647" y="50297"/>
                  <a:pt x="803273" y="47334"/>
                  <a:pt x="795441" y="47334"/>
                </a:cubicBezTo>
                <a:cubicBezTo>
                  <a:pt x="788353" y="47334"/>
                  <a:pt x="782393" y="49699"/>
                  <a:pt x="777562" y="54430"/>
                </a:cubicBezTo>
                <a:cubicBezTo>
                  <a:pt x="772732" y="59159"/>
                  <a:pt x="770059" y="65483"/>
                  <a:pt x="769545" y="73402"/>
                </a:cubicBezTo>
                <a:close/>
                <a:moveTo>
                  <a:pt x="859248" y="127768"/>
                </a:moveTo>
                <a:lnTo>
                  <a:pt x="859248" y="48706"/>
                </a:lnTo>
                <a:lnTo>
                  <a:pt x="845614" y="48706"/>
                </a:lnTo>
                <a:lnTo>
                  <a:pt x="845614" y="36701"/>
                </a:lnTo>
                <a:lnTo>
                  <a:pt x="859248" y="36701"/>
                </a:lnTo>
                <a:lnTo>
                  <a:pt x="859248" y="27033"/>
                </a:lnTo>
                <a:cubicBezTo>
                  <a:pt x="859248" y="20930"/>
                  <a:pt x="859791" y="16396"/>
                  <a:pt x="860878" y="13431"/>
                </a:cubicBezTo>
                <a:cubicBezTo>
                  <a:pt x="862364" y="9440"/>
                  <a:pt x="864979" y="6203"/>
                  <a:pt x="868724" y="3722"/>
                </a:cubicBezTo>
                <a:cubicBezTo>
                  <a:pt x="872468" y="1241"/>
                  <a:pt x="877713" y="0"/>
                  <a:pt x="884459" y="0"/>
                </a:cubicBezTo>
                <a:cubicBezTo>
                  <a:pt x="888804" y="0"/>
                  <a:pt x="893606" y="517"/>
                  <a:pt x="898865" y="1552"/>
                </a:cubicBezTo>
                <a:lnTo>
                  <a:pt x="896550" y="15087"/>
                </a:lnTo>
                <a:cubicBezTo>
                  <a:pt x="893348" y="14519"/>
                  <a:pt x="890318" y="14235"/>
                  <a:pt x="887460" y="14235"/>
                </a:cubicBezTo>
                <a:cubicBezTo>
                  <a:pt x="882772" y="14235"/>
                  <a:pt x="879457" y="15228"/>
                  <a:pt x="877513" y="17214"/>
                </a:cubicBezTo>
                <a:cubicBezTo>
                  <a:pt x="875569" y="19199"/>
                  <a:pt x="874598" y="22915"/>
                  <a:pt x="874598" y="28362"/>
                </a:cubicBezTo>
                <a:lnTo>
                  <a:pt x="874598" y="36701"/>
                </a:lnTo>
                <a:lnTo>
                  <a:pt x="892348" y="36701"/>
                </a:lnTo>
                <a:lnTo>
                  <a:pt x="892348" y="48706"/>
                </a:lnTo>
                <a:lnTo>
                  <a:pt x="874598" y="48706"/>
                </a:lnTo>
                <a:lnTo>
                  <a:pt x="874598" y="127768"/>
                </a:lnTo>
                <a:lnTo>
                  <a:pt x="859248" y="127768"/>
                </a:lnTo>
                <a:close/>
                <a:moveTo>
                  <a:pt x="898602" y="82234"/>
                </a:moveTo>
                <a:cubicBezTo>
                  <a:pt x="898602" y="65370"/>
                  <a:pt x="903290" y="52879"/>
                  <a:pt x="912665" y="44762"/>
                </a:cubicBezTo>
                <a:cubicBezTo>
                  <a:pt x="920497" y="38016"/>
                  <a:pt x="930044" y="34643"/>
                  <a:pt x="941306" y="34643"/>
                </a:cubicBezTo>
                <a:cubicBezTo>
                  <a:pt x="953825" y="34643"/>
                  <a:pt x="964058" y="38745"/>
                  <a:pt x="972004" y="46948"/>
                </a:cubicBezTo>
                <a:cubicBezTo>
                  <a:pt x="979951" y="55152"/>
                  <a:pt x="983924" y="66485"/>
                  <a:pt x="983924" y="80948"/>
                </a:cubicBezTo>
                <a:cubicBezTo>
                  <a:pt x="983924" y="92667"/>
                  <a:pt x="982166" y="101886"/>
                  <a:pt x="978650" y="108603"/>
                </a:cubicBezTo>
                <a:cubicBezTo>
                  <a:pt x="975134" y="115320"/>
                  <a:pt x="970018" y="120536"/>
                  <a:pt x="963301" y="124252"/>
                </a:cubicBezTo>
                <a:cubicBezTo>
                  <a:pt x="956584" y="127968"/>
                  <a:pt x="949252" y="129826"/>
                  <a:pt x="941306" y="129826"/>
                </a:cubicBezTo>
                <a:cubicBezTo>
                  <a:pt x="928558" y="129826"/>
                  <a:pt x="918253" y="125738"/>
                  <a:pt x="910393" y="117564"/>
                </a:cubicBezTo>
                <a:cubicBezTo>
                  <a:pt x="902532" y="109389"/>
                  <a:pt x="898602" y="97612"/>
                  <a:pt x="898602" y="82234"/>
                </a:cubicBezTo>
                <a:moveTo>
                  <a:pt x="914466" y="82277"/>
                </a:moveTo>
                <a:cubicBezTo>
                  <a:pt x="914466" y="93925"/>
                  <a:pt x="917010" y="102647"/>
                  <a:pt x="922098" y="108442"/>
                </a:cubicBezTo>
                <a:cubicBezTo>
                  <a:pt x="927186" y="114237"/>
                  <a:pt x="933588" y="117135"/>
                  <a:pt x="941306" y="117135"/>
                </a:cubicBezTo>
                <a:cubicBezTo>
                  <a:pt x="948966" y="117135"/>
                  <a:pt x="955340" y="114223"/>
                  <a:pt x="960428" y="108399"/>
                </a:cubicBezTo>
                <a:cubicBezTo>
                  <a:pt x="965516" y="102575"/>
                  <a:pt x="968060" y="93696"/>
                  <a:pt x="968060" y="81763"/>
                </a:cubicBezTo>
                <a:cubicBezTo>
                  <a:pt x="968060" y="70515"/>
                  <a:pt x="965502" y="61994"/>
                  <a:pt x="960385" y="56199"/>
                </a:cubicBezTo>
                <a:cubicBezTo>
                  <a:pt x="955269" y="50403"/>
                  <a:pt x="948909" y="47506"/>
                  <a:pt x="941306" y="47506"/>
                </a:cubicBezTo>
                <a:cubicBezTo>
                  <a:pt x="933588" y="47506"/>
                  <a:pt x="927186" y="50389"/>
                  <a:pt x="922098" y="56156"/>
                </a:cubicBezTo>
                <a:cubicBezTo>
                  <a:pt x="917010" y="61922"/>
                  <a:pt x="914466" y="70630"/>
                  <a:pt x="914466" y="82277"/>
                </a:cubicBezTo>
                <a:close/>
                <a:moveTo>
                  <a:pt x="1001854" y="127768"/>
                </a:moveTo>
                <a:lnTo>
                  <a:pt x="1001854" y="36701"/>
                </a:lnTo>
                <a:lnTo>
                  <a:pt x="1015745" y="36701"/>
                </a:lnTo>
                <a:lnTo>
                  <a:pt x="1015745" y="50507"/>
                </a:lnTo>
                <a:cubicBezTo>
                  <a:pt x="1019290" y="44047"/>
                  <a:pt x="1022563" y="39788"/>
                  <a:pt x="1025564" y="37730"/>
                </a:cubicBezTo>
                <a:cubicBezTo>
                  <a:pt x="1028565" y="35672"/>
                  <a:pt x="1031866" y="34643"/>
                  <a:pt x="1035468" y="34643"/>
                </a:cubicBezTo>
                <a:cubicBezTo>
                  <a:pt x="1040670" y="34643"/>
                  <a:pt x="1045958" y="36301"/>
                  <a:pt x="1051332" y="39617"/>
                </a:cubicBezTo>
                <a:lnTo>
                  <a:pt x="1046015" y="53926"/>
                </a:lnTo>
                <a:cubicBezTo>
                  <a:pt x="1042242" y="51704"/>
                  <a:pt x="1038469" y="50593"/>
                  <a:pt x="1034696" y="50593"/>
                </a:cubicBezTo>
                <a:cubicBezTo>
                  <a:pt x="1031323" y="50593"/>
                  <a:pt x="1028293" y="51607"/>
                  <a:pt x="1025607" y="53637"/>
                </a:cubicBezTo>
                <a:cubicBezTo>
                  <a:pt x="1022920" y="55666"/>
                  <a:pt x="1021005" y="58482"/>
                  <a:pt x="1019861" y="62083"/>
                </a:cubicBezTo>
                <a:cubicBezTo>
                  <a:pt x="1018146" y="67571"/>
                  <a:pt x="1017289" y="73574"/>
                  <a:pt x="1017289" y="80091"/>
                </a:cubicBezTo>
                <a:lnTo>
                  <a:pt x="1017289" y="127768"/>
                </a:lnTo>
                <a:lnTo>
                  <a:pt x="1001854" y="127768"/>
                </a:lnTo>
                <a:close/>
                <a:moveTo>
                  <a:pt x="1122846" y="98270"/>
                </a:moveTo>
                <a:lnTo>
                  <a:pt x="1138796" y="100328"/>
                </a:lnTo>
                <a:cubicBezTo>
                  <a:pt x="1136281" y="109673"/>
                  <a:pt x="1131622" y="116926"/>
                  <a:pt x="1124819" y="122087"/>
                </a:cubicBezTo>
                <a:cubicBezTo>
                  <a:pt x="1118016" y="127246"/>
                  <a:pt x="1109327" y="129826"/>
                  <a:pt x="1098751" y="129826"/>
                </a:cubicBezTo>
                <a:cubicBezTo>
                  <a:pt x="1085431" y="129826"/>
                  <a:pt x="1074869" y="125724"/>
                  <a:pt x="1067066" y="117521"/>
                </a:cubicBezTo>
                <a:cubicBezTo>
                  <a:pt x="1059263" y="109317"/>
                  <a:pt x="1055361" y="97812"/>
                  <a:pt x="1055361" y="83006"/>
                </a:cubicBezTo>
                <a:cubicBezTo>
                  <a:pt x="1055361" y="67686"/>
                  <a:pt x="1059306" y="55795"/>
                  <a:pt x="1067195" y="47334"/>
                </a:cubicBezTo>
                <a:cubicBezTo>
                  <a:pt x="1075084" y="38873"/>
                  <a:pt x="1085316" y="34643"/>
                  <a:pt x="1097893" y="34643"/>
                </a:cubicBezTo>
                <a:cubicBezTo>
                  <a:pt x="1110070" y="34643"/>
                  <a:pt x="1120017" y="38781"/>
                  <a:pt x="1127734" y="47058"/>
                </a:cubicBezTo>
                <a:cubicBezTo>
                  <a:pt x="1135452" y="55333"/>
                  <a:pt x="1139311" y="66975"/>
                  <a:pt x="1139311" y="81985"/>
                </a:cubicBezTo>
                <a:cubicBezTo>
                  <a:pt x="1139311" y="82898"/>
                  <a:pt x="1139282" y="84267"/>
                  <a:pt x="1139225" y="86093"/>
                </a:cubicBezTo>
                <a:lnTo>
                  <a:pt x="1071311" y="86093"/>
                </a:lnTo>
                <a:cubicBezTo>
                  <a:pt x="1071882" y="96126"/>
                  <a:pt x="1074712" y="103808"/>
                  <a:pt x="1079800" y="109139"/>
                </a:cubicBezTo>
                <a:cubicBezTo>
                  <a:pt x="1084888" y="114469"/>
                  <a:pt x="1091233" y="117135"/>
                  <a:pt x="1098836" y="117135"/>
                </a:cubicBezTo>
                <a:cubicBezTo>
                  <a:pt x="1104496" y="117135"/>
                  <a:pt x="1109327" y="115635"/>
                  <a:pt x="1113328" y="112636"/>
                </a:cubicBezTo>
                <a:cubicBezTo>
                  <a:pt x="1117330" y="109634"/>
                  <a:pt x="1120503" y="104846"/>
                  <a:pt x="1122846" y="98270"/>
                </a:cubicBezTo>
                <a:moveTo>
                  <a:pt x="1072168" y="73402"/>
                </a:moveTo>
                <a:lnTo>
                  <a:pt x="1123018" y="73402"/>
                </a:lnTo>
                <a:cubicBezTo>
                  <a:pt x="1122332" y="65767"/>
                  <a:pt x="1120388" y="60040"/>
                  <a:pt x="1117187" y="56223"/>
                </a:cubicBezTo>
                <a:cubicBezTo>
                  <a:pt x="1112271" y="50297"/>
                  <a:pt x="1105897" y="47334"/>
                  <a:pt x="1098065" y="47334"/>
                </a:cubicBezTo>
                <a:cubicBezTo>
                  <a:pt x="1090976" y="47334"/>
                  <a:pt x="1085016" y="49699"/>
                  <a:pt x="1080186" y="54430"/>
                </a:cubicBezTo>
                <a:cubicBezTo>
                  <a:pt x="1075355" y="59159"/>
                  <a:pt x="1072683" y="65483"/>
                  <a:pt x="1072168" y="73402"/>
                </a:cubicBezTo>
                <a:close/>
                <a:moveTo>
                  <a:pt x="1240670" y="113962"/>
                </a:moveTo>
                <a:lnTo>
                  <a:pt x="1242900" y="127596"/>
                </a:lnTo>
                <a:cubicBezTo>
                  <a:pt x="1238555" y="128511"/>
                  <a:pt x="1234668" y="128968"/>
                  <a:pt x="1231238" y="128968"/>
                </a:cubicBezTo>
                <a:cubicBezTo>
                  <a:pt x="1225635" y="128968"/>
                  <a:pt x="1221291" y="128082"/>
                  <a:pt x="1218204" y="126310"/>
                </a:cubicBezTo>
                <a:cubicBezTo>
                  <a:pt x="1215117" y="124538"/>
                  <a:pt x="1212944" y="122208"/>
                  <a:pt x="1211687" y="119321"/>
                </a:cubicBezTo>
                <a:cubicBezTo>
                  <a:pt x="1210429" y="116435"/>
                  <a:pt x="1209800" y="110361"/>
                  <a:pt x="1209800" y="101100"/>
                </a:cubicBezTo>
                <a:lnTo>
                  <a:pt x="1209800" y="48706"/>
                </a:lnTo>
                <a:lnTo>
                  <a:pt x="1198481" y="48706"/>
                </a:lnTo>
                <a:lnTo>
                  <a:pt x="1198481" y="36701"/>
                </a:lnTo>
                <a:lnTo>
                  <a:pt x="1209800" y="36701"/>
                </a:lnTo>
                <a:lnTo>
                  <a:pt x="1209800" y="14149"/>
                </a:lnTo>
                <a:lnTo>
                  <a:pt x="1225149" y="4888"/>
                </a:lnTo>
                <a:lnTo>
                  <a:pt x="1225149" y="36701"/>
                </a:lnTo>
                <a:lnTo>
                  <a:pt x="1240670" y="36701"/>
                </a:lnTo>
                <a:lnTo>
                  <a:pt x="1240670" y="48706"/>
                </a:lnTo>
                <a:lnTo>
                  <a:pt x="1225149" y="48706"/>
                </a:lnTo>
                <a:lnTo>
                  <a:pt x="1225149" y="101957"/>
                </a:lnTo>
                <a:cubicBezTo>
                  <a:pt x="1225149" y="106359"/>
                  <a:pt x="1225421" y="109189"/>
                  <a:pt x="1225964" y="110446"/>
                </a:cubicBezTo>
                <a:cubicBezTo>
                  <a:pt x="1226507" y="111704"/>
                  <a:pt x="1227393" y="112704"/>
                  <a:pt x="1228622" y="113448"/>
                </a:cubicBezTo>
                <a:cubicBezTo>
                  <a:pt x="1229851" y="114191"/>
                  <a:pt x="1231609" y="114562"/>
                  <a:pt x="1233896" y="114562"/>
                </a:cubicBezTo>
                <a:cubicBezTo>
                  <a:pt x="1235611" y="114562"/>
                  <a:pt x="1237869" y="114362"/>
                  <a:pt x="1240670" y="113962"/>
                </a:cubicBezTo>
                <a:close/>
                <a:moveTo>
                  <a:pt x="1255757" y="127768"/>
                </a:moveTo>
                <a:lnTo>
                  <a:pt x="1255757" y="2058"/>
                </a:lnTo>
                <a:lnTo>
                  <a:pt x="1271192" y="2058"/>
                </a:lnTo>
                <a:lnTo>
                  <a:pt x="1271192" y="47243"/>
                </a:lnTo>
                <a:cubicBezTo>
                  <a:pt x="1278395" y="38843"/>
                  <a:pt x="1287484" y="34643"/>
                  <a:pt x="1298460" y="34643"/>
                </a:cubicBezTo>
                <a:cubicBezTo>
                  <a:pt x="1305206" y="34643"/>
                  <a:pt x="1311066" y="35972"/>
                  <a:pt x="1316039" y="38630"/>
                </a:cubicBezTo>
                <a:cubicBezTo>
                  <a:pt x="1321013" y="41289"/>
                  <a:pt x="1324571" y="44962"/>
                  <a:pt x="1326715" y="49649"/>
                </a:cubicBezTo>
                <a:cubicBezTo>
                  <a:pt x="1328859" y="54337"/>
                  <a:pt x="1329931" y="61140"/>
                  <a:pt x="1329931" y="70058"/>
                </a:cubicBezTo>
                <a:lnTo>
                  <a:pt x="1329931" y="127768"/>
                </a:lnTo>
                <a:lnTo>
                  <a:pt x="1314496" y="127768"/>
                </a:lnTo>
                <a:lnTo>
                  <a:pt x="1314496" y="70120"/>
                </a:lnTo>
                <a:cubicBezTo>
                  <a:pt x="1314496" y="62411"/>
                  <a:pt x="1312824" y="56801"/>
                  <a:pt x="1309479" y="53288"/>
                </a:cubicBezTo>
                <a:cubicBezTo>
                  <a:pt x="1306135" y="49776"/>
                  <a:pt x="1301404" y="48020"/>
                  <a:pt x="1295288" y="48020"/>
                </a:cubicBezTo>
                <a:cubicBezTo>
                  <a:pt x="1290714" y="48020"/>
                  <a:pt x="1286412" y="49205"/>
                  <a:pt x="1282382" y="51576"/>
                </a:cubicBezTo>
                <a:cubicBezTo>
                  <a:pt x="1278352" y="53945"/>
                  <a:pt x="1275479" y="57157"/>
                  <a:pt x="1273764" y="61212"/>
                </a:cubicBezTo>
                <a:cubicBezTo>
                  <a:pt x="1272049" y="65266"/>
                  <a:pt x="1271192" y="70862"/>
                  <a:pt x="1271192" y="78001"/>
                </a:cubicBezTo>
                <a:lnTo>
                  <a:pt x="1271192" y="127768"/>
                </a:lnTo>
                <a:lnTo>
                  <a:pt x="1255757" y="127768"/>
                </a:lnTo>
                <a:close/>
                <a:moveTo>
                  <a:pt x="1415775" y="98270"/>
                </a:moveTo>
                <a:lnTo>
                  <a:pt x="1431725" y="100328"/>
                </a:lnTo>
                <a:cubicBezTo>
                  <a:pt x="1429210" y="109673"/>
                  <a:pt x="1424550" y="116926"/>
                  <a:pt x="1417748" y="122087"/>
                </a:cubicBezTo>
                <a:cubicBezTo>
                  <a:pt x="1410945" y="127246"/>
                  <a:pt x="1402255" y="129826"/>
                  <a:pt x="1391680" y="129826"/>
                </a:cubicBezTo>
                <a:cubicBezTo>
                  <a:pt x="1378360" y="129826"/>
                  <a:pt x="1367798" y="125724"/>
                  <a:pt x="1359995" y="117521"/>
                </a:cubicBezTo>
                <a:cubicBezTo>
                  <a:pt x="1352192" y="109317"/>
                  <a:pt x="1348290" y="97812"/>
                  <a:pt x="1348290" y="83006"/>
                </a:cubicBezTo>
                <a:cubicBezTo>
                  <a:pt x="1348290" y="67686"/>
                  <a:pt x="1352234" y="55795"/>
                  <a:pt x="1360123" y="47334"/>
                </a:cubicBezTo>
                <a:cubicBezTo>
                  <a:pt x="1368013" y="38873"/>
                  <a:pt x="1378245" y="34643"/>
                  <a:pt x="1390822" y="34643"/>
                </a:cubicBezTo>
                <a:cubicBezTo>
                  <a:pt x="1402999" y="34643"/>
                  <a:pt x="1412946" y="38781"/>
                  <a:pt x="1420663" y="47058"/>
                </a:cubicBezTo>
                <a:cubicBezTo>
                  <a:pt x="1428381" y="55333"/>
                  <a:pt x="1432239" y="66975"/>
                  <a:pt x="1432239" y="81985"/>
                </a:cubicBezTo>
                <a:cubicBezTo>
                  <a:pt x="1432239" y="82898"/>
                  <a:pt x="1432211" y="84267"/>
                  <a:pt x="1432154" y="86093"/>
                </a:cubicBezTo>
                <a:lnTo>
                  <a:pt x="1364239" y="86093"/>
                </a:lnTo>
                <a:cubicBezTo>
                  <a:pt x="1364811" y="96126"/>
                  <a:pt x="1367641" y="103808"/>
                  <a:pt x="1372729" y="109139"/>
                </a:cubicBezTo>
                <a:cubicBezTo>
                  <a:pt x="1377817" y="114469"/>
                  <a:pt x="1384162" y="117135"/>
                  <a:pt x="1391765" y="117135"/>
                </a:cubicBezTo>
                <a:cubicBezTo>
                  <a:pt x="1397425" y="117135"/>
                  <a:pt x="1402255" y="115635"/>
                  <a:pt x="1406257" y="112636"/>
                </a:cubicBezTo>
                <a:cubicBezTo>
                  <a:pt x="1410259" y="109634"/>
                  <a:pt x="1413432" y="104846"/>
                  <a:pt x="1415775" y="98270"/>
                </a:cubicBezTo>
                <a:moveTo>
                  <a:pt x="1365097" y="73402"/>
                </a:moveTo>
                <a:lnTo>
                  <a:pt x="1415947" y="73402"/>
                </a:lnTo>
                <a:cubicBezTo>
                  <a:pt x="1415261" y="65767"/>
                  <a:pt x="1413317" y="60040"/>
                  <a:pt x="1410116" y="56223"/>
                </a:cubicBezTo>
                <a:cubicBezTo>
                  <a:pt x="1405200" y="50297"/>
                  <a:pt x="1398825" y="47334"/>
                  <a:pt x="1390994" y="47334"/>
                </a:cubicBezTo>
                <a:cubicBezTo>
                  <a:pt x="1383905" y="47334"/>
                  <a:pt x="1377945" y="49699"/>
                  <a:pt x="1373115" y="54430"/>
                </a:cubicBezTo>
                <a:cubicBezTo>
                  <a:pt x="1368284" y="59159"/>
                  <a:pt x="1365612" y="65483"/>
                  <a:pt x="1365097" y="7340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murder.">
            <a:extLst xmlns:a="http://schemas.openxmlformats.org/drawingml/2006/main">
              <a:ext uri="{FF2B5EF4-FFF2-40B4-BE49-F238E27FC236}">
                <a16:creationId xmlns:a16="http://schemas.microsoft.com/office/drawing/2014/main" id="{990ED34F-23FF-4DB6-BCC9-60762FD6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975" y="3241238"/>
            <a:ext cx="568541" cy="127768"/>
          </a:xfrm>
          <a:custGeom xmlns:a="http://schemas.openxmlformats.org/drawingml/2006/main">
            <a:pathLst>
              <a:path w="568541" h="127768">
                <a:moveTo>
                  <a:pt x="0" y="125710"/>
                </a:moveTo>
                <a:lnTo>
                  <a:pt x="0" y="34643"/>
                </a:lnTo>
                <a:lnTo>
                  <a:pt x="13806" y="34643"/>
                </a:lnTo>
                <a:lnTo>
                  <a:pt x="13806" y="47420"/>
                </a:lnTo>
                <a:cubicBezTo>
                  <a:pt x="16664" y="42961"/>
                  <a:pt x="20466" y="39374"/>
                  <a:pt x="25211" y="36658"/>
                </a:cubicBezTo>
                <a:cubicBezTo>
                  <a:pt x="29955" y="33943"/>
                  <a:pt x="35358" y="32585"/>
                  <a:pt x="41417" y="32585"/>
                </a:cubicBezTo>
                <a:cubicBezTo>
                  <a:pt x="48163" y="32585"/>
                  <a:pt x="53694" y="33986"/>
                  <a:pt x="58010" y="36787"/>
                </a:cubicBezTo>
                <a:cubicBezTo>
                  <a:pt x="62326" y="39588"/>
                  <a:pt x="65370" y="43504"/>
                  <a:pt x="67142" y="48535"/>
                </a:cubicBezTo>
                <a:cubicBezTo>
                  <a:pt x="74345" y="37902"/>
                  <a:pt x="83721" y="32585"/>
                  <a:pt x="95268" y="32585"/>
                </a:cubicBezTo>
                <a:cubicBezTo>
                  <a:pt x="104301" y="32585"/>
                  <a:pt x="111247" y="35086"/>
                  <a:pt x="116106" y="40088"/>
                </a:cubicBezTo>
                <a:cubicBezTo>
                  <a:pt x="120965" y="45090"/>
                  <a:pt x="123395" y="52794"/>
                  <a:pt x="123395" y="63198"/>
                </a:cubicBezTo>
                <a:lnTo>
                  <a:pt x="123395" y="125710"/>
                </a:lnTo>
                <a:lnTo>
                  <a:pt x="108045" y="125710"/>
                </a:lnTo>
                <a:lnTo>
                  <a:pt x="108045" y="68343"/>
                </a:lnTo>
                <a:cubicBezTo>
                  <a:pt x="108045" y="62169"/>
                  <a:pt x="107545" y="57724"/>
                  <a:pt x="106545" y="55009"/>
                </a:cubicBezTo>
                <a:cubicBezTo>
                  <a:pt x="105544" y="52293"/>
                  <a:pt x="103729" y="50107"/>
                  <a:pt x="101100" y="48449"/>
                </a:cubicBezTo>
                <a:cubicBezTo>
                  <a:pt x="98470" y="46791"/>
                  <a:pt x="95383" y="45962"/>
                  <a:pt x="91838" y="45962"/>
                </a:cubicBezTo>
                <a:cubicBezTo>
                  <a:pt x="85436" y="45962"/>
                  <a:pt x="80119" y="48092"/>
                  <a:pt x="75889" y="52351"/>
                </a:cubicBezTo>
                <a:cubicBezTo>
                  <a:pt x="71659" y="56609"/>
                  <a:pt x="69543" y="63427"/>
                  <a:pt x="69543" y="72802"/>
                </a:cubicBezTo>
                <a:lnTo>
                  <a:pt x="69543" y="125710"/>
                </a:lnTo>
                <a:lnTo>
                  <a:pt x="54108" y="125710"/>
                </a:lnTo>
                <a:lnTo>
                  <a:pt x="54108" y="66542"/>
                </a:lnTo>
                <a:cubicBezTo>
                  <a:pt x="54108" y="59682"/>
                  <a:pt x="52851" y="54537"/>
                  <a:pt x="50335" y="51107"/>
                </a:cubicBezTo>
                <a:cubicBezTo>
                  <a:pt x="47820" y="47677"/>
                  <a:pt x="43704" y="45962"/>
                  <a:pt x="37987" y="45962"/>
                </a:cubicBezTo>
                <a:cubicBezTo>
                  <a:pt x="33643" y="45962"/>
                  <a:pt x="29627" y="47105"/>
                  <a:pt x="25939" y="49392"/>
                </a:cubicBezTo>
                <a:cubicBezTo>
                  <a:pt x="22252" y="51679"/>
                  <a:pt x="19580" y="55023"/>
                  <a:pt x="17922" y="59425"/>
                </a:cubicBezTo>
                <a:cubicBezTo>
                  <a:pt x="16264" y="63827"/>
                  <a:pt x="15435" y="70172"/>
                  <a:pt x="15435" y="78461"/>
                </a:cubicBezTo>
                <a:lnTo>
                  <a:pt x="15435" y="125710"/>
                </a:lnTo>
                <a:lnTo>
                  <a:pt x="0" y="125710"/>
                </a:lnTo>
                <a:close/>
                <a:moveTo>
                  <a:pt x="205970" y="125710"/>
                </a:moveTo>
                <a:lnTo>
                  <a:pt x="205970" y="112250"/>
                </a:lnTo>
                <a:cubicBezTo>
                  <a:pt x="198881" y="122595"/>
                  <a:pt x="189249" y="127768"/>
                  <a:pt x="177072" y="127768"/>
                </a:cubicBezTo>
                <a:cubicBezTo>
                  <a:pt x="171699" y="127768"/>
                  <a:pt x="166682" y="126739"/>
                  <a:pt x="162023" y="124681"/>
                </a:cubicBezTo>
                <a:cubicBezTo>
                  <a:pt x="157364" y="122623"/>
                  <a:pt x="153905" y="120036"/>
                  <a:pt x="151647" y="116920"/>
                </a:cubicBezTo>
                <a:cubicBezTo>
                  <a:pt x="149389" y="113805"/>
                  <a:pt x="147803" y="109989"/>
                  <a:pt x="146888" y="105473"/>
                </a:cubicBezTo>
                <a:cubicBezTo>
                  <a:pt x="146259" y="102443"/>
                  <a:pt x="145945" y="97641"/>
                  <a:pt x="145945" y="91067"/>
                </a:cubicBezTo>
                <a:lnTo>
                  <a:pt x="145945" y="34643"/>
                </a:lnTo>
                <a:lnTo>
                  <a:pt x="161380" y="34643"/>
                </a:lnTo>
                <a:lnTo>
                  <a:pt x="161380" y="85096"/>
                </a:lnTo>
                <a:cubicBezTo>
                  <a:pt x="161380" y="93148"/>
                  <a:pt x="161694" y="98573"/>
                  <a:pt x="162323" y="101370"/>
                </a:cubicBezTo>
                <a:cubicBezTo>
                  <a:pt x="163295" y="105425"/>
                  <a:pt x="165353" y="108610"/>
                  <a:pt x="168497" y="110923"/>
                </a:cubicBezTo>
                <a:cubicBezTo>
                  <a:pt x="171641" y="113235"/>
                  <a:pt x="175529" y="114391"/>
                  <a:pt x="180159" y="114391"/>
                </a:cubicBezTo>
                <a:cubicBezTo>
                  <a:pt x="184790" y="114391"/>
                  <a:pt x="189135" y="113206"/>
                  <a:pt x="193193" y="110838"/>
                </a:cubicBezTo>
                <a:cubicBezTo>
                  <a:pt x="197252" y="108467"/>
                  <a:pt x="200125" y="105241"/>
                  <a:pt x="201811" y="101158"/>
                </a:cubicBezTo>
                <a:cubicBezTo>
                  <a:pt x="203498" y="97075"/>
                  <a:pt x="204341" y="91150"/>
                  <a:pt x="204341" y="83384"/>
                </a:cubicBezTo>
                <a:lnTo>
                  <a:pt x="204341" y="34643"/>
                </a:lnTo>
                <a:lnTo>
                  <a:pt x="219776" y="34643"/>
                </a:lnTo>
                <a:lnTo>
                  <a:pt x="219776" y="125710"/>
                </a:lnTo>
                <a:lnTo>
                  <a:pt x="205970" y="125710"/>
                </a:lnTo>
                <a:close/>
                <a:moveTo>
                  <a:pt x="243795" y="125710"/>
                </a:moveTo>
                <a:lnTo>
                  <a:pt x="243795" y="34643"/>
                </a:lnTo>
                <a:lnTo>
                  <a:pt x="257686" y="34643"/>
                </a:lnTo>
                <a:lnTo>
                  <a:pt x="257686" y="48449"/>
                </a:lnTo>
                <a:cubicBezTo>
                  <a:pt x="261231" y="41989"/>
                  <a:pt x="264503" y="37730"/>
                  <a:pt x="267505" y="35672"/>
                </a:cubicBezTo>
                <a:cubicBezTo>
                  <a:pt x="270506" y="33614"/>
                  <a:pt x="273807" y="32585"/>
                  <a:pt x="277409" y="32585"/>
                </a:cubicBezTo>
                <a:cubicBezTo>
                  <a:pt x="282611" y="32585"/>
                  <a:pt x="287899" y="34243"/>
                  <a:pt x="293273" y="37559"/>
                </a:cubicBezTo>
                <a:lnTo>
                  <a:pt x="287956" y="51868"/>
                </a:lnTo>
                <a:cubicBezTo>
                  <a:pt x="284183" y="49646"/>
                  <a:pt x="280410" y="48535"/>
                  <a:pt x="276637" y="48535"/>
                </a:cubicBezTo>
                <a:cubicBezTo>
                  <a:pt x="273264" y="48535"/>
                  <a:pt x="270234" y="49549"/>
                  <a:pt x="267548" y="51579"/>
                </a:cubicBezTo>
                <a:cubicBezTo>
                  <a:pt x="264861" y="53608"/>
                  <a:pt x="262946" y="56424"/>
                  <a:pt x="261802" y="60025"/>
                </a:cubicBezTo>
                <a:cubicBezTo>
                  <a:pt x="260087" y="65513"/>
                  <a:pt x="259230" y="71516"/>
                  <a:pt x="259230" y="78033"/>
                </a:cubicBezTo>
                <a:lnTo>
                  <a:pt x="259230" y="125710"/>
                </a:lnTo>
                <a:lnTo>
                  <a:pt x="243795" y="125710"/>
                </a:lnTo>
                <a:close/>
                <a:moveTo>
                  <a:pt x="361529" y="125710"/>
                </a:moveTo>
                <a:lnTo>
                  <a:pt x="361529" y="114219"/>
                </a:lnTo>
                <a:cubicBezTo>
                  <a:pt x="355755" y="123252"/>
                  <a:pt x="347266" y="127768"/>
                  <a:pt x="336061" y="127768"/>
                </a:cubicBezTo>
                <a:cubicBezTo>
                  <a:pt x="328801" y="127768"/>
                  <a:pt x="322127" y="125767"/>
                  <a:pt x="316038" y="121765"/>
                </a:cubicBezTo>
                <a:cubicBezTo>
                  <a:pt x="309950" y="117764"/>
                  <a:pt x="305234" y="112176"/>
                  <a:pt x="301890" y="105001"/>
                </a:cubicBezTo>
                <a:cubicBezTo>
                  <a:pt x="298545" y="97827"/>
                  <a:pt x="296873" y="89580"/>
                  <a:pt x="296873" y="80262"/>
                </a:cubicBezTo>
                <a:cubicBezTo>
                  <a:pt x="296873" y="71173"/>
                  <a:pt x="298388" y="62926"/>
                  <a:pt x="301418" y="55523"/>
                </a:cubicBezTo>
                <a:cubicBezTo>
                  <a:pt x="304448" y="48120"/>
                  <a:pt x="308993" y="42446"/>
                  <a:pt x="315052" y="38502"/>
                </a:cubicBezTo>
                <a:cubicBezTo>
                  <a:pt x="321112" y="34557"/>
                  <a:pt x="327886" y="32585"/>
                  <a:pt x="335375" y="32585"/>
                </a:cubicBezTo>
                <a:cubicBezTo>
                  <a:pt x="340863" y="32585"/>
                  <a:pt x="345751" y="33751"/>
                  <a:pt x="350038" y="36082"/>
                </a:cubicBezTo>
                <a:cubicBezTo>
                  <a:pt x="354326" y="38412"/>
                  <a:pt x="357813" y="41447"/>
                  <a:pt x="360500" y="45188"/>
                </a:cubicBezTo>
                <a:lnTo>
                  <a:pt x="360500" y="0"/>
                </a:lnTo>
                <a:lnTo>
                  <a:pt x="375849" y="0"/>
                </a:lnTo>
                <a:lnTo>
                  <a:pt x="375849" y="125710"/>
                </a:lnTo>
                <a:lnTo>
                  <a:pt x="361529" y="125710"/>
                </a:lnTo>
                <a:moveTo>
                  <a:pt x="312737" y="80305"/>
                </a:moveTo>
                <a:cubicBezTo>
                  <a:pt x="312737" y="91953"/>
                  <a:pt x="315195" y="100660"/>
                  <a:pt x="320111" y="106427"/>
                </a:cubicBezTo>
                <a:cubicBezTo>
                  <a:pt x="325028" y="112193"/>
                  <a:pt x="330830" y="115077"/>
                  <a:pt x="337519" y="115077"/>
                </a:cubicBezTo>
                <a:cubicBezTo>
                  <a:pt x="344264" y="115077"/>
                  <a:pt x="349995" y="112322"/>
                  <a:pt x="354712" y="106813"/>
                </a:cubicBezTo>
                <a:cubicBezTo>
                  <a:pt x="359428" y="101303"/>
                  <a:pt x="361786" y="92895"/>
                  <a:pt x="361786" y="81589"/>
                </a:cubicBezTo>
                <a:cubicBezTo>
                  <a:pt x="361786" y="69142"/>
                  <a:pt x="359385" y="60007"/>
                  <a:pt x="354583" y="54183"/>
                </a:cubicBezTo>
                <a:cubicBezTo>
                  <a:pt x="349781" y="48360"/>
                  <a:pt x="343864" y="45448"/>
                  <a:pt x="336833" y="45448"/>
                </a:cubicBezTo>
                <a:cubicBezTo>
                  <a:pt x="329973" y="45448"/>
                  <a:pt x="324242" y="48245"/>
                  <a:pt x="319640" y="53840"/>
                </a:cubicBezTo>
                <a:cubicBezTo>
                  <a:pt x="315038" y="59436"/>
                  <a:pt x="312737" y="68257"/>
                  <a:pt x="312737" y="80305"/>
                </a:cubicBezTo>
                <a:close/>
                <a:moveTo>
                  <a:pt x="462465" y="96212"/>
                </a:moveTo>
                <a:lnTo>
                  <a:pt x="478415" y="98270"/>
                </a:lnTo>
                <a:cubicBezTo>
                  <a:pt x="475899" y="107615"/>
                  <a:pt x="471240" y="114868"/>
                  <a:pt x="464438" y="120029"/>
                </a:cubicBezTo>
                <a:cubicBezTo>
                  <a:pt x="457635" y="125188"/>
                  <a:pt x="448945" y="127768"/>
                  <a:pt x="438369" y="127768"/>
                </a:cubicBezTo>
                <a:cubicBezTo>
                  <a:pt x="425050" y="127768"/>
                  <a:pt x="414488" y="123666"/>
                  <a:pt x="406685" y="115463"/>
                </a:cubicBezTo>
                <a:cubicBezTo>
                  <a:pt x="398881" y="107259"/>
                  <a:pt x="394980" y="95754"/>
                  <a:pt x="394980" y="80948"/>
                </a:cubicBezTo>
                <a:cubicBezTo>
                  <a:pt x="394980" y="65627"/>
                  <a:pt x="398924" y="53737"/>
                  <a:pt x="406813" y="45276"/>
                </a:cubicBezTo>
                <a:cubicBezTo>
                  <a:pt x="414702" y="36815"/>
                  <a:pt x="424935" y="32585"/>
                  <a:pt x="437512" y="32585"/>
                </a:cubicBezTo>
                <a:cubicBezTo>
                  <a:pt x="449688" y="32585"/>
                  <a:pt x="459636" y="36723"/>
                  <a:pt x="467353" y="45000"/>
                </a:cubicBezTo>
                <a:cubicBezTo>
                  <a:pt x="475071" y="53275"/>
                  <a:pt x="478929" y="64917"/>
                  <a:pt x="478929" y="79927"/>
                </a:cubicBezTo>
                <a:cubicBezTo>
                  <a:pt x="478929" y="80840"/>
                  <a:pt x="478901" y="82209"/>
                  <a:pt x="478844" y="84035"/>
                </a:cubicBezTo>
                <a:lnTo>
                  <a:pt x="410929" y="84035"/>
                </a:lnTo>
                <a:cubicBezTo>
                  <a:pt x="411501" y="94068"/>
                  <a:pt x="414331" y="101750"/>
                  <a:pt x="419419" y="107081"/>
                </a:cubicBezTo>
                <a:cubicBezTo>
                  <a:pt x="424507" y="112411"/>
                  <a:pt x="430852" y="115077"/>
                  <a:pt x="438455" y="115077"/>
                </a:cubicBezTo>
                <a:cubicBezTo>
                  <a:pt x="444115" y="115077"/>
                  <a:pt x="448945" y="113577"/>
                  <a:pt x="452947" y="110578"/>
                </a:cubicBezTo>
                <a:cubicBezTo>
                  <a:pt x="456949" y="107576"/>
                  <a:pt x="460121" y="102788"/>
                  <a:pt x="462465" y="96212"/>
                </a:cubicBezTo>
                <a:moveTo>
                  <a:pt x="411787" y="71344"/>
                </a:moveTo>
                <a:lnTo>
                  <a:pt x="462637" y="71344"/>
                </a:lnTo>
                <a:cubicBezTo>
                  <a:pt x="461951" y="63709"/>
                  <a:pt x="460007" y="57982"/>
                  <a:pt x="456806" y="54165"/>
                </a:cubicBezTo>
                <a:cubicBezTo>
                  <a:pt x="451889" y="48239"/>
                  <a:pt x="445515" y="45276"/>
                  <a:pt x="437683" y="45276"/>
                </a:cubicBezTo>
                <a:cubicBezTo>
                  <a:pt x="430595" y="45276"/>
                  <a:pt x="424635" y="47641"/>
                  <a:pt x="419805" y="52372"/>
                </a:cubicBezTo>
                <a:cubicBezTo>
                  <a:pt x="414974" y="57101"/>
                  <a:pt x="412301" y="63425"/>
                  <a:pt x="411787" y="71344"/>
                </a:cubicBezTo>
                <a:close/>
                <a:moveTo>
                  <a:pt x="497631" y="125710"/>
                </a:moveTo>
                <a:lnTo>
                  <a:pt x="497631" y="34643"/>
                </a:lnTo>
                <a:lnTo>
                  <a:pt x="511523" y="34643"/>
                </a:lnTo>
                <a:lnTo>
                  <a:pt x="511523" y="48449"/>
                </a:lnTo>
                <a:cubicBezTo>
                  <a:pt x="515067" y="41989"/>
                  <a:pt x="518340" y="37730"/>
                  <a:pt x="521341" y="35672"/>
                </a:cubicBezTo>
                <a:cubicBezTo>
                  <a:pt x="524342" y="33614"/>
                  <a:pt x="527644" y="32585"/>
                  <a:pt x="531245" y="32585"/>
                </a:cubicBezTo>
                <a:cubicBezTo>
                  <a:pt x="536448" y="32585"/>
                  <a:pt x="541735" y="34243"/>
                  <a:pt x="547109" y="37559"/>
                </a:cubicBezTo>
                <a:lnTo>
                  <a:pt x="541793" y="51868"/>
                </a:lnTo>
                <a:cubicBezTo>
                  <a:pt x="538020" y="49646"/>
                  <a:pt x="534247" y="48535"/>
                  <a:pt x="530474" y="48535"/>
                </a:cubicBezTo>
                <a:cubicBezTo>
                  <a:pt x="527101" y="48535"/>
                  <a:pt x="524071" y="49549"/>
                  <a:pt x="521384" y="51579"/>
                </a:cubicBezTo>
                <a:cubicBezTo>
                  <a:pt x="518697" y="53608"/>
                  <a:pt x="516782" y="56424"/>
                  <a:pt x="515639" y="60025"/>
                </a:cubicBezTo>
                <a:cubicBezTo>
                  <a:pt x="513924" y="65513"/>
                  <a:pt x="513066" y="71516"/>
                  <a:pt x="513066" y="78033"/>
                </a:cubicBezTo>
                <a:lnTo>
                  <a:pt x="513066" y="125710"/>
                </a:lnTo>
                <a:lnTo>
                  <a:pt x="497631" y="125710"/>
                </a:lnTo>
                <a:close/>
                <a:moveTo>
                  <a:pt x="550962" y="125710"/>
                </a:moveTo>
                <a:lnTo>
                  <a:pt x="550962" y="108045"/>
                </a:lnTo>
                <a:lnTo>
                  <a:pt x="568541" y="108045"/>
                </a:lnTo>
                <a:lnTo>
                  <a:pt x="568541" y="125710"/>
                </a:lnTo>
                <a:lnTo>
                  <a:pt x="550962" y="1257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e1">
            <a:extLst xmlns:a="http://schemas.openxmlformats.org/drawingml/2006/main">
              <a:ext uri="{FF2B5EF4-FFF2-40B4-BE49-F238E27FC236}">
                <a16:creationId xmlns:a16="http://schemas.microsoft.com/office/drawing/2014/main" id="{B0D7ABB2-90E7-4B01-BE76-974980E9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483" y="1397409"/>
            <a:ext cx="105313" cy="80235"/>
          </a:xfrm>
          <a:custGeom xmlns:a="http://schemas.openxmlformats.org/drawingml/2006/main">
            <a:pathLst>
              <a:path w="105313" h="80235">
                <a:moveTo>
                  <a:pt x="41922" y="43465"/>
                </a:moveTo>
                <a:lnTo>
                  <a:pt x="15960" y="43465"/>
                </a:lnTo>
                <a:cubicBezTo>
                  <a:pt x="16034" y="42338"/>
                  <a:pt x="16277" y="41060"/>
                  <a:pt x="16689" y="39632"/>
                </a:cubicBezTo>
                <a:cubicBezTo>
                  <a:pt x="17101" y="38203"/>
                  <a:pt x="17814" y="36850"/>
                  <a:pt x="18826" y="35573"/>
                </a:cubicBezTo>
                <a:cubicBezTo>
                  <a:pt x="19837" y="34294"/>
                  <a:pt x="21186" y="33223"/>
                  <a:pt x="22871" y="32359"/>
                </a:cubicBezTo>
                <a:cubicBezTo>
                  <a:pt x="24558" y="31494"/>
                  <a:pt x="26675" y="31062"/>
                  <a:pt x="29222" y="31062"/>
                </a:cubicBezTo>
                <a:cubicBezTo>
                  <a:pt x="33118" y="31062"/>
                  <a:pt x="36022" y="32115"/>
                  <a:pt x="37932" y="34219"/>
                </a:cubicBezTo>
                <a:cubicBezTo>
                  <a:pt x="39843" y="36324"/>
                  <a:pt x="41173" y="39406"/>
                  <a:pt x="41922" y="43465"/>
                </a:cubicBezTo>
                <a:moveTo>
                  <a:pt x="15960" y="53563"/>
                </a:moveTo>
                <a:lnTo>
                  <a:pt x="57883" y="53563"/>
                </a:lnTo>
                <a:cubicBezTo>
                  <a:pt x="58183" y="49058"/>
                  <a:pt x="57808" y="44741"/>
                  <a:pt x="56758" y="40611"/>
                </a:cubicBezTo>
                <a:cubicBezTo>
                  <a:pt x="55710" y="36482"/>
                  <a:pt x="54005" y="32803"/>
                  <a:pt x="51644" y="29575"/>
                </a:cubicBezTo>
                <a:cubicBezTo>
                  <a:pt x="49284" y="26346"/>
                  <a:pt x="46268" y="23775"/>
                  <a:pt x="42596" y="21861"/>
                </a:cubicBezTo>
                <a:cubicBezTo>
                  <a:pt x="38924" y="19946"/>
                  <a:pt x="34616" y="18989"/>
                  <a:pt x="29671" y="18989"/>
                </a:cubicBezTo>
                <a:cubicBezTo>
                  <a:pt x="25250" y="18989"/>
                  <a:pt x="21223" y="19777"/>
                  <a:pt x="17589" y="21354"/>
                </a:cubicBezTo>
                <a:cubicBezTo>
                  <a:pt x="13956" y="22929"/>
                  <a:pt x="10827" y="25087"/>
                  <a:pt x="8205" y="27826"/>
                </a:cubicBezTo>
                <a:cubicBezTo>
                  <a:pt x="5582" y="30565"/>
                  <a:pt x="3559" y="33812"/>
                  <a:pt x="2135" y="37565"/>
                </a:cubicBezTo>
                <a:cubicBezTo>
                  <a:pt x="712" y="41318"/>
                  <a:pt x="0" y="45371"/>
                  <a:pt x="0" y="49725"/>
                </a:cubicBezTo>
                <a:cubicBezTo>
                  <a:pt x="0" y="54227"/>
                  <a:pt x="693" y="58355"/>
                  <a:pt x="2079" y="62109"/>
                </a:cubicBezTo>
                <a:cubicBezTo>
                  <a:pt x="3465" y="65861"/>
                  <a:pt x="5433" y="69089"/>
                  <a:pt x="7980" y="71792"/>
                </a:cubicBezTo>
                <a:cubicBezTo>
                  <a:pt x="10527" y="74493"/>
                  <a:pt x="13637" y="76576"/>
                  <a:pt x="17308" y="78040"/>
                </a:cubicBezTo>
                <a:cubicBezTo>
                  <a:pt x="20979" y="79503"/>
                  <a:pt x="25100" y="80235"/>
                  <a:pt x="29671" y="80235"/>
                </a:cubicBezTo>
                <a:cubicBezTo>
                  <a:pt x="36265" y="80235"/>
                  <a:pt x="41884" y="78738"/>
                  <a:pt x="46530" y="75743"/>
                </a:cubicBezTo>
                <a:cubicBezTo>
                  <a:pt x="51176" y="72749"/>
                  <a:pt x="54623" y="67770"/>
                  <a:pt x="56871" y="60807"/>
                </a:cubicBezTo>
                <a:lnTo>
                  <a:pt x="42822" y="60807"/>
                </a:lnTo>
                <a:cubicBezTo>
                  <a:pt x="42297" y="62590"/>
                  <a:pt x="40873" y="64280"/>
                  <a:pt x="38550" y="65877"/>
                </a:cubicBezTo>
                <a:cubicBezTo>
                  <a:pt x="36228" y="67473"/>
                  <a:pt x="33456" y="68271"/>
                  <a:pt x="30234" y="68271"/>
                </a:cubicBezTo>
                <a:cubicBezTo>
                  <a:pt x="25738" y="68271"/>
                  <a:pt x="22291" y="67111"/>
                  <a:pt x="19892" y="64791"/>
                </a:cubicBezTo>
                <a:cubicBezTo>
                  <a:pt x="17495" y="62470"/>
                  <a:pt x="16184" y="58727"/>
                  <a:pt x="15960" y="53563"/>
                </a:cubicBezTo>
                <a:close/>
                <a:moveTo>
                  <a:pt x="105313" y="78698"/>
                </a:moveTo>
                <a:lnTo>
                  <a:pt x="105313" y="0"/>
                </a:lnTo>
                <a:lnTo>
                  <a:pt x="92613" y="0"/>
                </a:lnTo>
                <a:cubicBezTo>
                  <a:pt x="92163" y="2990"/>
                  <a:pt x="91226" y="5494"/>
                  <a:pt x="89802" y="7513"/>
                </a:cubicBezTo>
                <a:cubicBezTo>
                  <a:pt x="88379" y="9531"/>
                  <a:pt x="86636" y="11157"/>
                  <a:pt x="84575" y="12391"/>
                </a:cubicBezTo>
                <a:cubicBezTo>
                  <a:pt x="82514" y="13623"/>
                  <a:pt x="80192" y="14483"/>
                  <a:pt x="77607" y="14970"/>
                </a:cubicBezTo>
                <a:cubicBezTo>
                  <a:pt x="75022" y="15456"/>
                  <a:pt x="72343" y="15661"/>
                  <a:pt x="69572" y="15586"/>
                </a:cubicBezTo>
                <a:lnTo>
                  <a:pt x="69572" y="27660"/>
                </a:lnTo>
                <a:lnTo>
                  <a:pt x="89353" y="27660"/>
                </a:lnTo>
                <a:lnTo>
                  <a:pt x="89353" y="78698"/>
                </a:lnTo>
                <a:lnTo>
                  <a:pt x="105313" y="7869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CognitiveSteering">
            <a:extLst xmlns:a="http://schemas.openxmlformats.org/drawingml/2006/main">
              <a:ext uri="{FF2B5EF4-FFF2-40B4-BE49-F238E27FC236}">
                <a16:creationId xmlns:a16="http://schemas.microsoft.com/office/drawing/2014/main" id="{829533E4-3817-406C-ADAD-2E7A5025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648" y="121126"/>
            <a:ext cx="1715752" cy="184781"/>
          </a:xfrm>
          <a:custGeom xmlns:a="http://schemas.openxmlformats.org/drawingml/2006/main">
            <a:pathLst>
              <a:path w="1715752" h="184781">
                <a:moveTo>
                  <a:pt x="95080" y="91430"/>
                </a:moveTo>
                <a:lnTo>
                  <a:pt x="122643" y="100074"/>
                </a:lnTo>
                <a:cubicBezTo>
                  <a:pt x="118418" y="115538"/>
                  <a:pt x="111391" y="127024"/>
                  <a:pt x="101563" y="134531"/>
                </a:cubicBezTo>
                <a:cubicBezTo>
                  <a:pt x="91734" y="142037"/>
                  <a:pt x="79265" y="145789"/>
                  <a:pt x="64155" y="145789"/>
                </a:cubicBezTo>
                <a:cubicBezTo>
                  <a:pt x="45459" y="145789"/>
                  <a:pt x="30093" y="139394"/>
                  <a:pt x="18056" y="126605"/>
                </a:cubicBezTo>
                <a:cubicBezTo>
                  <a:pt x="6019" y="113814"/>
                  <a:pt x="0" y="96327"/>
                  <a:pt x="0" y="74146"/>
                </a:cubicBezTo>
                <a:cubicBezTo>
                  <a:pt x="0" y="50680"/>
                  <a:pt x="6051" y="32457"/>
                  <a:pt x="18152" y="19475"/>
                </a:cubicBezTo>
                <a:cubicBezTo>
                  <a:pt x="30253" y="6492"/>
                  <a:pt x="46163" y="0"/>
                  <a:pt x="65884" y="0"/>
                </a:cubicBezTo>
                <a:cubicBezTo>
                  <a:pt x="83107" y="0"/>
                  <a:pt x="97097" y="5102"/>
                  <a:pt x="107853" y="15306"/>
                </a:cubicBezTo>
                <a:cubicBezTo>
                  <a:pt x="114256" y="21339"/>
                  <a:pt x="119058" y="30003"/>
                  <a:pt x="122259" y="41297"/>
                </a:cubicBezTo>
                <a:lnTo>
                  <a:pt x="94119" y="48020"/>
                </a:lnTo>
                <a:cubicBezTo>
                  <a:pt x="92455" y="40721"/>
                  <a:pt x="88981" y="34959"/>
                  <a:pt x="83699" y="30733"/>
                </a:cubicBezTo>
                <a:cubicBezTo>
                  <a:pt x="78417" y="26507"/>
                  <a:pt x="71998" y="24394"/>
                  <a:pt x="64443" y="24394"/>
                </a:cubicBezTo>
                <a:cubicBezTo>
                  <a:pt x="54007" y="24394"/>
                  <a:pt x="45539" y="28140"/>
                  <a:pt x="39040" y="35631"/>
                </a:cubicBezTo>
                <a:cubicBezTo>
                  <a:pt x="32542" y="43122"/>
                  <a:pt x="29292" y="55255"/>
                  <a:pt x="29292" y="72030"/>
                </a:cubicBezTo>
                <a:cubicBezTo>
                  <a:pt x="29292" y="89830"/>
                  <a:pt x="32494" y="102507"/>
                  <a:pt x="38896" y="110062"/>
                </a:cubicBezTo>
                <a:cubicBezTo>
                  <a:pt x="45299" y="117617"/>
                  <a:pt x="53622" y="121395"/>
                  <a:pt x="63867" y="121395"/>
                </a:cubicBezTo>
                <a:cubicBezTo>
                  <a:pt x="71422" y="121395"/>
                  <a:pt x="77921" y="118987"/>
                  <a:pt x="83363" y="114171"/>
                </a:cubicBezTo>
                <a:cubicBezTo>
                  <a:pt x="88805" y="109353"/>
                  <a:pt x="92711" y="101773"/>
                  <a:pt x="95080" y="91430"/>
                </a:cubicBezTo>
                <a:close/>
                <a:moveTo>
                  <a:pt x="140609" y="90854"/>
                </a:moveTo>
                <a:cubicBezTo>
                  <a:pt x="140609" y="81890"/>
                  <a:pt x="142818" y="73215"/>
                  <a:pt x="147236" y="64827"/>
                </a:cubicBezTo>
                <a:cubicBezTo>
                  <a:pt x="151654" y="56440"/>
                  <a:pt x="157913" y="50037"/>
                  <a:pt x="166012" y="45619"/>
                </a:cubicBezTo>
                <a:cubicBezTo>
                  <a:pt x="174111" y="41201"/>
                  <a:pt x="183155" y="38992"/>
                  <a:pt x="193143" y="38992"/>
                </a:cubicBezTo>
                <a:cubicBezTo>
                  <a:pt x="208574" y="38992"/>
                  <a:pt x="221219" y="44002"/>
                  <a:pt x="231079" y="54023"/>
                </a:cubicBezTo>
                <a:cubicBezTo>
                  <a:pt x="240939" y="64043"/>
                  <a:pt x="245870" y="76704"/>
                  <a:pt x="245870" y="92007"/>
                </a:cubicBezTo>
                <a:cubicBezTo>
                  <a:pt x="245870" y="107437"/>
                  <a:pt x="240891" y="120226"/>
                  <a:pt x="230935" y="130375"/>
                </a:cubicBezTo>
                <a:cubicBezTo>
                  <a:pt x="220979" y="140523"/>
                  <a:pt x="208446" y="145597"/>
                  <a:pt x="193336" y="145597"/>
                </a:cubicBezTo>
                <a:cubicBezTo>
                  <a:pt x="183988" y="145597"/>
                  <a:pt x="175072" y="143484"/>
                  <a:pt x="166588" y="139258"/>
                </a:cubicBezTo>
                <a:cubicBezTo>
                  <a:pt x="158105" y="135033"/>
                  <a:pt x="151654" y="128838"/>
                  <a:pt x="147236" y="120675"/>
                </a:cubicBezTo>
                <a:cubicBezTo>
                  <a:pt x="142818" y="112511"/>
                  <a:pt x="140609" y="102571"/>
                  <a:pt x="140609" y="90854"/>
                </a:cubicBezTo>
                <a:moveTo>
                  <a:pt x="168269" y="92295"/>
                </a:moveTo>
                <a:cubicBezTo>
                  <a:pt x="168269" y="102379"/>
                  <a:pt x="170670" y="110102"/>
                  <a:pt x="175472" y="115464"/>
                </a:cubicBezTo>
                <a:cubicBezTo>
                  <a:pt x="180274" y="120827"/>
                  <a:pt x="186197" y="123508"/>
                  <a:pt x="193239" y="123508"/>
                </a:cubicBezTo>
                <a:cubicBezTo>
                  <a:pt x="200282" y="123508"/>
                  <a:pt x="206189" y="120827"/>
                  <a:pt x="210959" y="115464"/>
                </a:cubicBezTo>
                <a:cubicBezTo>
                  <a:pt x="215729" y="110102"/>
                  <a:pt x="218114" y="102315"/>
                  <a:pt x="218114" y="92103"/>
                </a:cubicBezTo>
                <a:cubicBezTo>
                  <a:pt x="218114" y="82146"/>
                  <a:pt x="215729" y="74487"/>
                  <a:pt x="210959" y="69125"/>
                </a:cubicBezTo>
                <a:cubicBezTo>
                  <a:pt x="206189" y="63763"/>
                  <a:pt x="200282" y="61082"/>
                  <a:pt x="193239" y="61082"/>
                </a:cubicBezTo>
                <a:cubicBezTo>
                  <a:pt x="186197" y="61082"/>
                  <a:pt x="180274" y="63763"/>
                  <a:pt x="175472" y="69125"/>
                </a:cubicBezTo>
                <a:cubicBezTo>
                  <a:pt x="170670" y="74487"/>
                  <a:pt x="168269" y="82210"/>
                  <a:pt x="168269" y="92295"/>
                </a:cubicBezTo>
                <a:close/>
                <a:moveTo>
                  <a:pt x="264493" y="149823"/>
                </a:moveTo>
                <a:lnTo>
                  <a:pt x="295322" y="153664"/>
                </a:lnTo>
                <a:cubicBezTo>
                  <a:pt x="295835" y="157284"/>
                  <a:pt x="297019" y="159772"/>
                  <a:pt x="298876" y="161129"/>
                </a:cubicBezTo>
                <a:cubicBezTo>
                  <a:pt x="301437" y="163067"/>
                  <a:pt x="305471" y="164037"/>
                  <a:pt x="310977" y="164037"/>
                </a:cubicBezTo>
                <a:cubicBezTo>
                  <a:pt x="318020" y="164037"/>
                  <a:pt x="323302" y="162972"/>
                  <a:pt x="326824" y="160843"/>
                </a:cubicBezTo>
                <a:cubicBezTo>
                  <a:pt x="329193" y="159425"/>
                  <a:pt x="330985" y="157136"/>
                  <a:pt x="332202" y="153977"/>
                </a:cubicBezTo>
                <a:cubicBezTo>
                  <a:pt x="333034" y="151720"/>
                  <a:pt x="333450" y="147561"/>
                  <a:pt x="333450" y="141500"/>
                </a:cubicBezTo>
                <a:lnTo>
                  <a:pt x="333450" y="126506"/>
                </a:lnTo>
                <a:cubicBezTo>
                  <a:pt x="325383" y="137697"/>
                  <a:pt x="315203" y="143292"/>
                  <a:pt x="302910" y="143292"/>
                </a:cubicBezTo>
                <a:cubicBezTo>
                  <a:pt x="289208" y="143292"/>
                  <a:pt x="278355" y="137498"/>
                  <a:pt x="270352" y="125909"/>
                </a:cubicBezTo>
                <a:cubicBezTo>
                  <a:pt x="264077" y="116753"/>
                  <a:pt x="260940" y="105356"/>
                  <a:pt x="260940" y="91718"/>
                </a:cubicBezTo>
                <a:cubicBezTo>
                  <a:pt x="260940" y="74623"/>
                  <a:pt x="265054" y="61562"/>
                  <a:pt x="273281" y="52534"/>
                </a:cubicBezTo>
                <a:cubicBezTo>
                  <a:pt x="281509" y="43506"/>
                  <a:pt x="291737" y="38992"/>
                  <a:pt x="303966" y="38992"/>
                </a:cubicBezTo>
                <a:cubicBezTo>
                  <a:pt x="316579" y="38992"/>
                  <a:pt x="326984" y="44557"/>
                  <a:pt x="335179" y="55685"/>
                </a:cubicBezTo>
                <a:lnTo>
                  <a:pt x="335179" y="41297"/>
                </a:lnTo>
                <a:lnTo>
                  <a:pt x="360438" y="41297"/>
                </a:lnTo>
                <a:lnTo>
                  <a:pt x="360438" y="132884"/>
                </a:lnTo>
                <a:cubicBezTo>
                  <a:pt x="360438" y="144929"/>
                  <a:pt x="359445" y="153930"/>
                  <a:pt x="357460" y="159889"/>
                </a:cubicBezTo>
                <a:cubicBezTo>
                  <a:pt x="355476" y="165847"/>
                  <a:pt x="352690" y="170524"/>
                  <a:pt x="349105" y="173920"/>
                </a:cubicBezTo>
                <a:cubicBezTo>
                  <a:pt x="345519" y="177317"/>
                  <a:pt x="340733" y="179976"/>
                  <a:pt x="334747" y="181897"/>
                </a:cubicBezTo>
                <a:cubicBezTo>
                  <a:pt x="328760" y="183820"/>
                  <a:pt x="321189" y="184781"/>
                  <a:pt x="312033" y="184781"/>
                </a:cubicBezTo>
                <a:cubicBezTo>
                  <a:pt x="294746" y="184781"/>
                  <a:pt x="282485" y="181795"/>
                  <a:pt x="275250" y="175823"/>
                </a:cubicBezTo>
                <a:cubicBezTo>
                  <a:pt x="268015" y="169852"/>
                  <a:pt x="264397" y="162283"/>
                  <a:pt x="264397" y="153115"/>
                </a:cubicBezTo>
                <a:cubicBezTo>
                  <a:pt x="264397" y="152211"/>
                  <a:pt x="264429" y="151113"/>
                  <a:pt x="264493" y="149823"/>
                </a:cubicBezTo>
                <a:moveTo>
                  <a:pt x="288600" y="90182"/>
                </a:moveTo>
                <a:cubicBezTo>
                  <a:pt x="288600" y="100970"/>
                  <a:pt x="290696" y="108870"/>
                  <a:pt x="294890" y="113880"/>
                </a:cubicBezTo>
                <a:cubicBezTo>
                  <a:pt x="299084" y="118890"/>
                  <a:pt x="304254" y="121395"/>
                  <a:pt x="310401" y="121395"/>
                </a:cubicBezTo>
                <a:cubicBezTo>
                  <a:pt x="316995" y="121395"/>
                  <a:pt x="322566" y="118826"/>
                  <a:pt x="327112" y="113688"/>
                </a:cubicBezTo>
                <a:cubicBezTo>
                  <a:pt x="331658" y="108549"/>
                  <a:pt x="333931" y="100938"/>
                  <a:pt x="333931" y="90854"/>
                </a:cubicBezTo>
                <a:cubicBezTo>
                  <a:pt x="333931" y="80322"/>
                  <a:pt x="331754" y="72502"/>
                  <a:pt x="327400" y="67396"/>
                </a:cubicBezTo>
                <a:cubicBezTo>
                  <a:pt x="323046" y="62290"/>
                  <a:pt x="317540" y="59737"/>
                  <a:pt x="310881" y="59737"/>
                </a:cubicBezTo>
                <a:cubicBezTo>
                  <a:pt x="304414" y="59737"/>
                  <a:pt x="299084" y="62242"/>
                  <a:pt x="294890" y="67252"/>
                </a:cubicBezTo>
                <a:cubicBezTo>
                  <a:pt x="290696" y="72262"/>
                  <a:pt x="288600" y="79905"/>
                  <a:pt x="288600" y="90182"/>
                </a:cubicBezTo>
                <a:close/>
                <a:moveTo>
                  <a:pt x="479903" y="143292"/>
                </a:moveTo>
                <a:lnTo>
                  <a:pt x="452915" y="143292"/>
                </a:lnTo>
                <a:lnTo>
                  <a:pt x="452915" y="91298"/>
                </a:lnTo>
                <a:cubicBezTo>
                  <a:pt x="452915" y="80298"/>
                  <a:pt x="452339" y="73183"/>
                  <a:pt x="451187" y="69953"/>
                </a:cubicBezTo>
                <a:cubicBezTo>
                  <a:pt x="450034" y="66724"/>
                  <a:pt x="448161" y="64214"/>
                  <a:pt x="445568" y="62423"/>
                </a:cubicBezTo>
                <a:cubicBezTo>
                  <a:pt x="442975" y="60632"/>
                  <a:pt x="439854" y="59737"/>
                  <a:pt x="436204" y="59737"/>
                </a:cubicBezTo>
                <a:cubicBezTo>
                  <a:pt x="431530" y="59737"/>
                  <a:pt x="427337" y="61017"/>
                  <a:pt x="423623" y="63576"/>
                </a:cubicBezTo>
                <a:cubicBezTo>
                  <a:pt x="419910" y="66133"/>
                  <a:pt x="417364" y="69522"/>
                  <a:pt x="415988" y="73744"/>
                </a:cubicBezTo>
                <a:cubicBezTo>
                  <a:pt x="414611" y="77964"/>
                  <a:pt x="413923" y="85766"/>
                  <a:pt x="413923" y="97151"/>
                </a:cubicBezTo>
                <a:lnTo>
                  <a:pt x="413923" y="143292"/>
                </a:lnTo>
                <a:lnTo>
                  <a:pt x="386936" y="143292"/>
                </a:lnTo>
                <a:lnTo>
                  <a:pt x="386936" y="41297"/>
                </a:lnTo>
                <a:lnTo>
                  <a:pt x="412002" y="41297"/>
                </a:lnTo>
                <a:lnTo>
                  <a:pt x="412002" y="56280"/>
                </a:lnTo>
                <a:cubicBezTo>
                  <a:pt x="420902" y="44755"/>
                  <a:pt x="432107" y="38992"/>
                  <a:pt x="445616" y="38992"/>
                </a:cubicBezTo>
                <a:cubicBezTo>
                  <a:pt x="451571" y="38992"/>
                  <a:pt x="457013" y="40065"/>
                  <a:pt x="461943" y="42210"/>
                </a:cubicBezTo>
                <a:cubicBezTo>
                  <a:pt x="466873" y="44355"/>
                  <a:pt x="470603" y="47092"/>
                  <a:pt x="473132" y="50421"/>
                </a:cubicBezTo>
                <a:cubicBezTo>
                  <a:pt x="475661" y="53751"/>
                  <a:pt x="477422" y="57528"/>
                  <a:pt x="478414" y="61754"/>
                </a:cubicBezTo>
                <a:cubicBezTo>
                  <a:pt x="479406" y="65980"/>
                  <a:pt x="479903" y="72030"/>
                  <a:pt x="479903" y="79905"/>
                </a:cubicBezTo>
                <a:lnTo>
                  <a:pt x="479903" y="143292"/>
                </a:lnTo>
                <a:close/>
                <a:moveTo>
                  <a:pt x="507267" y="27468"/>
                </a:moveTo>
                <a:lnTo>
                  <a:pt x="507267" y="2497"/>
                </a:lnTo>
                <a:lnTo>
                  <a:pt x="534254" y="2497"/>
                </a:lnTo>
                <a:lnTo>
                  <a:pt x="534254" y="27468"/>
                </a:lnTo>
                <a:lnTo>
                  <a:pt x="507267" y="27468"/>
                </a:lnTo>
                <a:moveTo>
                  <a:pt x="507267" y="143292"/>
                </a:moveTo>
                <a:lnTo>
                  <a:pt x="507267" y="41297"/>
                </a:lnTo>
                <a:lnTo>
                  <a:pt x="534254" y="41297"/>
                </a:lnTo>
                <a:lnTo>
                  <a:pt x="534254" y="143292"/>
                </a:lnTo>
                <a:lnTo>
                  <a:pt x="507267" y="143292"/>
                </a:lnTo>
                <a:close/>
                <a:moveTo>
                  <a:pt x="608679" y="41297"/>
                </a:moveTo>
                <a:lnTo>
                  <a:pt x="608679" y="62810"/>
                </a:lnTo>
                <a:lnTo>
                  <a:pt x="590239" y="62810"/>
                </a:lnTo>
                <a:lnTo>
                  <a:pt x="590239" y="103850"/>
                </a:lnTo>
                <a:cubicBezTo>
                  <a:pt x="590239" y="112161"/>
                  <a:pt x="590415" y="117004"/>
                  <a:pt x="590767" y="118379"/>
                </a:cubicBezTo>
                <a:cubicBezTo>
                  <a:pt x="591120" y="119751"/>
                  <a:pt x="591920" y="120886"/>
                  <a:pt x="593168" y="121782"/>
                </a:cubicBezTo>
                <a:cubicBezTo>
                  <a:pt x="594417" y="122676"/>
                  <a:pt x="595938" y="123124"/>
                  <a:pt x="597730" y="123124"/>
                </a:cubicBezTo>
                <a:cubicBezTo>
                  <a:pt x="600227" y="123124"/>
                  <a:pt x="603845" y="122259"/>
                  <a:pt x="608583" y="120530"/>
                </a:cubicBezTo>
                <a:lnTo>
                  <a:pt x="610888" y="141545"/>
                </a:lnTo>
                <a:cubicBezTo>
                  <a:pt x="604613" y="144246"/>
                  <a:pt x="597506" y="145597"/>
                  <a:pt x="589567" y="145597"/>
                </a:cubicBezTo>
                <a:cubicBezTo>
                  <a:pt x="584701" y="145597"/>
                  <a:pt x="580315" y="144781"/>
                  <a:pt x="576409" y="143148"/>
                </a:cubicBezTo>
                <a:cubicBezTo>
                  <a:pt x="572504" y="141515"/>
                  <a:pt x="569639" y="139402"/>
                  <a:pt x="567814" y="136809"/>
                </a:cubicBezTo>
                <a:cubicBezTo>
                  <a:pt x="565989" y="134216"/>
                  <a:pt x="564725" y="130711"/>
                  <a:pt x="564020" y="126293"/>
                </a:cubicBezTo>
                <a:cubicBezTo>
                  <a:pt x="563444" y="123156"/>
                  <a:pt x="563156" y="116817"/>
                  <a:pt x="563156" y="107277"/>
                </a:cubicBezTo>
                <a:lnTo>
                  <a:pt x="563156" y="62810"/>
                </a:lnTo>
                <a:lnTo>
                  <a:pt x="550767" y="62810"/>
                </a:lnTo>
                <a:lnTo>
                  <a:pt x="550767" y="41297"/>
                </a:lnTo>
                <a:lnTo>
                  <a:pt x="563156" y="41297"/>
                </a:lnTo>
                <a:lnTo>
                  <a:pt x="563156" y="20937"/>
                </a:lnTo>
                <a:lnTo>
                  <a:pt x="590239" y="4994"/>
                </a:lnTo>
                <a:lnTo>
                  <a:pt x="590239" y="41297"/>
                </a:lnTo>
                <a:lnTo>
                  <a:pt x="608679" y="41297"/>
                </a:lnTo>
                <a:close/>
                <a:moveTo>
                  <a:pt x="627404" y="27468"/>
                </a:moveTo>
                <a:lnTo>
                  <a:pt x="627404" y="2497"/>
                </a:lnTo>
                <a:lnTo>
                  <a:pt x="654392" y="2497"/>
                </a:lnTo>
                <a:lnTo>
                  <a:pt x="654392" y="27468"/>
                </a:lnTo>
                <a:lnTo>
                  <a:pt x="627404" y="27468"/>
                </a:lnTo>
                <a:moveTo>
                  <a:pt x="627404" y="143292"/>
                </a:moveTo>
                <a:lnTo>
                  <a:pt x="627404" y="41297"/>
                </a:lnTo>
                <a:lnTo>
                  <a:pt x="654392" y="41297"/>
                </a:lnTo>
                <a:lnTo>
                  <a:pt x="654392" y="143292"/>
                </a:lnTo>
                <a:lnTo>
                  <a:pt x="627404" y="143292"/>
                </a:lnTo>
                <a:close/>
                <a:moveTo>
                  <a:pt x="710088" y="143292"/>
                </a:moveTo>
                <a:lnTo>
                  <a:pt x="668983" y="41297"/>
                </a:lnTo>
                <a:lnTo>
                  <a:pt x="697315" y="41297"/>
                </a:lnTo>
                <a:lnTo>
                  <a:pt x="716523" y="93351"/>
                </a:lnTo>
                <a:lnTo>
                  <a:pt x="722093" y="110734"/>
                </a:lnTo>
                <a:cubicBezTo>
                  <a:pt x="723566" y="106317"/>
                  <a:pt x="724494" y="103403"/>
                  <a:pt x="724879" y="101995"/>
                </a:cubicBezTo>
                <a:cubicBezTo>
                  <a:pt x="725775" y="99114"/>
                  <a:pt x="726735" y="96232"/>
                  <a:pt x="727760" y="93351"/>
                </a:cubicBezTo>
                <a:lnTo>
                  <a:pt x="747160" y="41297"/>
                </a:lnTo>
                <a:lnTo>
                  <a:pt x="774916" y="41297"/>
                </a:lnTo>
                <a:lnTo>
                  <a:pt x="734387" y="143292"/>
                </a:lnTo>
                <a:lnTo>
                  <a:pt x="710088" y="143292"/>
                </a:lnTo>
                <a:close/>
                <a:moveTo>
                  <a:pt x="850509" y="110830"/>
                </a:moveTo>
                <a:lnTo>
                  <a:pt x="877401" y="115440"/>
                </a:lnTo>
                <a:cubicBezTo>
                  <a:pt x="873943" y="125268"/>
                  <a:pt x="868485" y="132752"/>
                  <a:pt x="861026" y="137890"/>
                </a:cubicBezTo>
                <a:cubicBezTo>
                  <a:pt x="853567" y="143028"/>
                  <a:pt x="844235" y="145597"/>
                  <a:pt x="833030" y="145597"/>
                </a:cubicBezTo>
                <a:cubicBezTo>
                  <a:pt x="815295" y="145597"/>
                  <a:pt x="802169" y="139803"/>
                  <a:pt x="793654" y="128214"/>
                </a:cubicBezTo>
                <a:cubicBezTo>
                  <a:pt x="786931" y="118930"/>
                  <a:pt x="783569" y="107213"/>
                  <a:pt x="783569" y="93063"/>
                </a:cubicBezTo>
                <a:cubicBezTo>
                  <a:pt x="783569" y="76160"/>
                  <a:pt x="787987" y="62922"/>
                  <a:pt x="796823" y="53350"/>
                </a:cubicBezTo>
                <a:cubicBezTo>
                  <a:pt x="805659" y="43778"/>
                  <a:pt x="816831" y="38992"/>
                  <a:pt x="830341" y="38992"/>
                </a:cubicBezTo>
                <a:cubicBezTo>
                  <a:pt x="845515" y="38992"/>
                  <a:pt x="857488" y="44002"/>
                  <a:pt x="866260" y="54023"/>
                </a:cubicBezTo>
                <a:cubicBezTo>
                  <a:pt x="875032" y="64043"/>
                  <a:pt x="879225" y="79393"/>
                  <a:pt x="878841" y="100074"/>
                </a:cubicBezTo>
                <a:lnTo>
                  <a:pt x="811229" y="100074"/>
                </a:lnTo>
                <a:cubicBezTo>
                  <a:pt x="811421" y="108077"/>
                  <a:pt x="813598" y="114304"/>
                  <a:pt x="817760" y="118754"/>
                </a:cubicBezTo>
                <a:cubicBezTo>
                  <a:pt x="821921" y="123204"/>
                  <a:pt x="827108" y="125429"/>
                  <a:pt x="833318" y="125429"/>
                </a:cubicBezTo>
                <a:cubicBezTo>
                  <a:pt x="837544" y="125429"/>
                  <a:pt x="841097" y="124276"/>
                  <a:pt x="843979" y="121971"/>
                </a:cubicBezTo>
                <a:cubicBezTo>
                  <a:pt x="846860" y="119666"/>
                  <a:pt x="849037" y="115953"/>
                  <a:pt x="850509" y="110830"/>
                </a:cubicBezTo>
                <a:moveTo>
                  <a:pt x="852046" y="83555"/>
                </a:moveTo>
                <a:cubicBezTo>
                  <a:pt x="851854" y="75776"/>
                  <a:pt x="849837" y="69861"/>
                  <a:pt x="845995" y="65812"/>
                </a:cubicBezTo>
                <a:cubicBezTo>
                  <a:pt x="842154" y="61762"/>
                  <a:pt x="837480" y="59737"/>
                  <a:pt x="831974" y="59737"/>
                </a:cubicBezTo>
                <a:cubicBezTo>
                  <a:pt x="826083" y="59737"/>
                  <a:pt x="821217" y="61873"/>
                  <a:pt x="817375" y="66145"/>
                </a:cubicBezTo>
                <a:cubicBezTo>
                  <a:pt x="813534" y="70418"/>
                  <a:pt x="811645" y="76222"/>
                  <a:pt x="811709" y="83555"/>
                </a:cubicBezTo>
                <a:lnTo>
                  <a:pt x="852046" y="83555"/>
                </a:lnTo>
                <a:close/>
                <a:moveTo>
                  <a:pt x="948473" y="97577"/>
                </a:moveTo>
                <a:lnTo>
                  <a:pt x="976133" y="94888"/>
                </a:lnTo>
                <a:cubicBezTo>
                  <a:pt x="977797" y="104206"/>
                  <a:pt x="981175" y="111050"/>
                  <a:pt x="986265" y="115419"/>
                </a:cubicBezTo>
                <a:cubicBezTo>
                  <a:pt x="991355" y="119787"/>
                  <a:pt x="998222" y="121971"/>
                  <a:pt x="1006865" y="121971"/>
                </a:cubicBezTo>
                <a:cubicBezTo>
                  <a:pt x="1016021" y="121971"/>
                  <a:pt x="1022920" y="120028"/>
                  <a:pt x="1027562" y="116143"/>
                </a:cubicBezTo>
                <a:cubicBezTo>
                  <a:pt x="1032204" y="112257"/>
                  <a:pt x="1034525" y="107712"/>
                  <a:pt x="1034525" y="102508"/>
                </a:cubicBezTo>
                <a:cubicBezTo>
                  <a:pt x="1034525" y="99169"/>
                  <a:pt x="1033549" y="96327"/>
                  <a:pt x="1031596" y="93984"/>
                </a:cubicBezTo>
                <a:cubicBezTo>
                  <a:pt x="1029643" y="91639"/>
                  <a:pt x="1026234" y="89600"/>
                  <a:pt x="1021368" y="87865"/>
                </a:cubicBezTo>
                <a:cubicBezTo>
                  <a:pt x="1018038" y="86710"/>
                  <a:pt x="1010451" y="84657"/>
                  <a:pt x="998606" y="81706"/>
                </a:cubicBezTo>
                <a:cubicBezTo>
                  <a:pt x="983368" y="77921"/>
                  <a:pt x="972675" y="73269"/>
                  <a:pt x="966529" y="67750"/>
                </a:cubicBezTo>
                <a:cubicBezTo>
                  <a:pt x="957885" y="59987"/>
                  <a:pt x="953563" y="50524"/>
                  <a:pt x="953563" y="39361"/>
                </a:cubicBezTo>
                <a:cubicBezTo>
                  <a:pt x="953563" y="32176"/>
                  <a:pt x="955596" y="25457"/>
                  <a:pt x="959662" y="19202"/>
                </a:cubicBezTo>
                <a:cubicBezTo>
                  <a:pt x="963727" y="12945"/>
                  <a:pt x="969586" y="8181"/>
                  <a:pt x="977237" y="4910"/>
                </a:cubicBezTo>
                <a:cubicBezTo>
                  <a:pt x="984888" y="1637"/>
                  <a:pt x="994124" y="0"/>
                  <a:pt x="1004945" y="0"/>
                </a:cubicBezTo>
                <a:cubicBezTo>
                  <a:pt x="1022616" y="0"/>
                  <a:pt x="1035918" y="3892"/>
                  <a:pt x="1044849" y="11675"/>
                </a:cubicBezTo>
                <a:cubicBezTo>
                  <a:pt x="1053781" y="19456"/>
                  <a:pt x="1058471" y="29842"/>
                  <a:pt x="1058919" y="42834"/>
                </a:cubicBezTo>
                <a:lnTo>
                  <a:pt x="1030491" y="43986"/>
                </a:lnTo>
                <a:cubicBezTo>
                  <a:pt x="1029275" y="36751"/>
                  <a:pt x="1026666" y="31549"/>
                  <a:pt x="1022664" y="28380"/>
                </a:cubicBezTo>
                <a:cubicBezTo>
                  <a:pt x="1018662" y="25211"/>
                  <a:pt x="1012660" y="23626"/>
                  <a:pt x="1004657" y="23626"/>
                </a:cubicBezTo>
                <a:cubicBezTo>
                  <a:pt x="996397" y="23626"/>
                  <a:pt x="989930" y="25324"/>
                  <a:pt x="985256" y="28719"/>
                </a:cubicBezTo>
                <a:cubicBezTo>
                  <a:pt x="982247" y="30896"/>
                  <a:pt x="980743" y="33810"/>
                  <a:pt x="980743" y="37462"/>
                </a:cubicBezTo>
                <a:cubicBezTo>
                  <a:pt x="980743" y="40793"/>
                  <a:pt x="982151" y="43643"/>
                  <a:pt x="984968" y="46012"/>
                </a:cubicBezTo>
                <a:cubicBezTo>
                  <a:pt x="988554" y="49024"/>
                  <a:pt x="997261" y="52165"/>
                  <a:pt x="1011091" y="55436"/>
                </a:cubicBezTo>
                <a:cubicBezTo>
                  <a:pt x="1024921" y="58708"/>
                  <a:pt x="1035149" y="62092"/>
                  <a:pt x="1041776" y="65589"/>
                </a:cubicBezTo>
                <a:cubicBezTo>
                  <a:pt x="1048403" y="69085"/>
                  <a:pt x="1053589" y="73864"/>
                  <a:pt x="1057335" y="79926"/>
                </a:cubicBezTo>
                <a:cubicBezTo>
                  <a:pt x="1061080" y="85987"/>
                  <a:pt x="1062953" y="93476"/>
                  <a:pt x="1062953" y="102394"/>
                </a:cubicBezTo>
                <a:cubicBezTo>
                  <a:pt x="1062953" y="110475"/>
                  <a:pt x="1060712" y="118044"/>
                  <a:pt x="1056230" y="125101"/>
                </a:cubicBezTo>
                <a:cubicBezTo>
                  <a:pt x="1051748" y="132158"/>
                  <a:pt x="1045410" y="137403"/>
                  <a:pt x="1037214" y="140834"/>
                </a:cubicBezTo>
                <a:cubicBezTo>
                  <a:pt x="1029019" y="144265"/>
                  <a:pt x="1018807" y="145981"/>
                  <a:pt x="1006577" y="145981"/>
                </a:cubicBezTo>
                <a:cubicBezTo>
                  <a:pt x="988778" y="145981"/>
                  <a:pt x="975108" y="141859"/>
                  <a:pt x="965568" y="133616"/>
                </a:cubicBezTo>
                <a:cubicBezTo>
                  <a:pt x="956028" y="125373"/>
                  <a:pt x="950330" y="113359"/>
                  <a:pt x="948473" y="97577"/>
                </a:cubicBezTo>
                <a:close/>
                <a:moveTo>
                  <a:pt x="1133448" y="41297"/>
                </a:moveTo>
                <a:lnTo>
                  <a:pt x="1133448" y="62810"/>
                </a:lnTo>
                <a:lnTo>
                  <a:pt x="1115008" y="62810"/>
                </a:lnTo>
                <a:lnTo>
                  <a:pt x="1115008" y="103850"/>
                </a:lnTo>
                <a:cubicBezTo>
                  <a:pt x="1115008" y="112161"/>
                  <a:pt x="1115184" y="117004"/>
                  <a:pt x="1115536" y="118379"/>
                </a:cubicBezTo>
                <a:cubicBezTo>
                  <a:pt x="1115889" y="119751"/>
                  <a:pt x="1116689" y="120886"/>
                  <a:pt x="1117937" y="121782"/>
                </a:cubicBezTo>
                <a:cubicBezTo>
                  <a:pt x="1119186" y="122676"/>
                  <a:pt x="1120707" y="123124"/>
                  <a:pt x="1122499" y="123124"/>
                </a:cubicBezTo>
                <a:cubicBezTo>
                  <a:pt x="1124996" y="123124"/>
                  <a:pt x="1128614" y="122259"/>
                  <a:pt x="1133352" y="120530"/>
                </a:cubicBezTo>
                <a:lnTo>
                  <a:pt x="1135657" y="141545"/>
                </a:lnTo>
                <a:cubicBezTo>
                  <a:pt x="1129382" y="144246"/>
                  <a:pt x="1122275" y="145597"/>
                  <a:pt x="1114336" y="145597"/>
                </a:cubicBezTo>
                <a:cubicBezTo>
                  <a:pt x="1109470" y="145597"/>
                  <a:pt x="1105084" y="144781"/>
                  <a:pt x="1101178" y="143148"/>
                </a:cubicBezTo>
                <a:cubicBezTo>
                  <a:pt x="1097273" y="141515"/>
                  <a:pt x="1094408" y="139402"/>
                  <a:pt x="1092583" y="136809"/>
                </a:cubicBezTo>
                <a:cubicBezTo>
                  <a:pt x="1090758" y="134216"/>
                  <a:pt x="1089494" y="130711"/>
                  <a:pt x="1088789" y="126293"/>
                </a:cubicBezTo>
                <a:cubicBezTo>
                  <a:pt x="1088213" y="123156"/>
                  <a:pt x="1087925" y="116817"/>
                  <a:pt x="1087925" y="107277"/>
                </a:cubicBezTo>
                <a:lnTo>
                  <a:pt x="1087925" y="62810"/>
                </a:lnTo>
                <a:lnTo>
                  <a:pt x="1075536" y="62810"/>
                </a:lnTo>
                <a:lnTo>
                  <a:pt x="1075536" y="41297"/>
                </a:lnTo>
                <a:lnTo>
                  <a:pt x="1087925" y="41297"/>
                </a:lnTo>
                <a:lnTo>
                  <a:pt x="1087925" y="20937"/>
                </a:lnTo>
                <a:lnTo>
                  <a:pt x="1115008" y="4994"/>
                </a:lnTo>
                <a:lnTo>
                  <a:pt x="1115008" y="41297"/>
                </a:lnTo>
                <a:lnTo>
                  <a:pt x="1133448" y="41297"/>
                </a:lnTo>
                <a:close/>
                <a:moveTo>
                  <a:pt x="1211240" y="110830"/>
                </a:moveTo>
                <a:lnTo>
                  <a:pt x="1238131" y="115440"/>
                </a:lnTo>
                <a:cubicBezTo>
                  <a:pt x="1234674" y="125268"/>
                  <a:pt x="1229216" y="132752"/>
                  <a:pt x="1221757" y="137890"/>
                </a:cubicBezTo>
                <a:cubicBezTo>
                  <a:pt x="1214297" y="143028"/>
                  <a:pt x="1204966" y="145597"/>
                  <a:pt x="1193761" y="145597"/>
                </a:cubicBezTo>
                <a:cubicBezTo>
                  <a:pt x="1176025" y="145597"/>
                  <a:pt x="1162900" y="139803"/>
                  <a:pt x="1154384" y="128214"/>
                </a:cubicBezTo>
                <a:cubicBezTo>
                  <a:pt x="1147662" y="118930"/>
                  <a:pt x="1144300" y="107213"/>
                  <a:pt x="1144300" y="93063"/>
                </a:cubicBezTo>
                <a:cubicBezTo>
                  <a:pt x="1144300" y="76160"/>
                  <a:pt x="1148718" y="62922"/>
                  <a:pt x="1157554" y="53350"/>
                </a:cubicBezTo>
                <a:cubicBezTo>
                  <a:pt x="1166389" y="43778"/>
                  <a:pt x="1177562" y="38992"/>
                  <a:pt x="1191072" y="38992"/>
                </a:cubicBezTo>
                <a:cubicBezTo>
                  <a:pt x="1206246" y="38992"/>
                  <a:pt x="1218219" y="44002"/>
                  <a:pt x="1226991" y="54023"/>
                </a:cubicBezTo>
                <a:cubicBezTo>
                  <a:pt x="1235762" y="64043"/>
                  <a:pt x="1239956" y="79393"/>
                  <a:pt x="1239572" y="100074"/>
                </a:cubicBezTo>
                <a:lnTo>
                  <a:pt x="1171960" y="100074"/>
                </a:lnTo>
                <a:cubicBezTo>
                  <a:pt x="1172152" y="108077"/>
                  <a:pt x="1174329" y="114304"/>
                  <a:pt x="1178490" y="118754"/>
                </a:cubicBezTo>
                <a:cubicBezTo>
                  <a:pt x="1182652" y="123204"/>
                  <a:pt x="1187838" y="125429"/>
                  <a:pt x="1194049" y="125429"/>
                </a:cubicBezTo>
                <a:cubicBezTo>
                  <a:pt x="1198275" y="125429"/>
                  <a:pt x="1201828" y="124276"/>
                  <a:pt x="1204709" y="121971"/>
                </a:cubicBezTo>
                <a:cubicBezTo>
                  <a:pt x="1207591" y="119666"/>
                  <a:pt x="1209768" y="115953"/>
                  <a:pt x="1211240" y="110830"/>
                </a:cubicBezTo>
                <a:moveTo>
                  <a:pt x="1212777" y="83555"/>
                </a:moveTo>
                <a:cubicBezTo>
                  <a:pt x="1212585" y="75776"/>
                  <a:pt x="1210568" y="69861"/>
                  <a:pt x="1206726" y="65812"/>
                </a:cubicBezTo>
                <a:cubicBezTo>
                  <a:pt x="1202885" y="61762"/>
                  <a:pt x="1198211" y="59737"/>
                  <a:pt x="1192704" y="59737"/>
                </a:cubicBezTo>
                <a:cubicBezTo>
                  <a:pt x="1186814" y="59737"/>
                  <a:pt x="1181948" y="61873"/>
                  <a:pt x="1178106" y="66145"/>
                </a:cubicBezTo>
                <a:cubicBezTo>
                  <a:pt x="1174265" y="70418"/>
                  <a:pt x="1172376" y="76222"/>
                  <a:pt x="1172440" y="83555"/>
                </a:cubicBezTo>
                <a:lnTo>
                  <a:pt x="1212777" y="83555"/>
                </a:lnTo>
                <a:close/>
                <a:moveTo>
                  <a:pt x="1320639" y="110830"/>
                </a:moveTo>
                <a:lnTo>
                  <a:pt x="1347531" y="115440"/>
                </a:lnTo>
                <a:cubicBezTo>
                  <a:pt x="1344073" y="125268"/>
                  <a:pt x="1338615" y="132752"/>
                  <a:pt x="1331156" y="137890"/>
                </a:cubicBezTo>
                <a:cubicBezTo>
                  <a:pt x="1323697" y="143028"/>
                  <a:pt x="1314365" y="145597"/>
                  <a:pt x="1303160" y="145597"/>
                </a:cubicBezTo>
                <a:cubicBezTo>
                  <a:pt x="1285425" y="145597"/>
                  <a:pt x="1272299" y="139803"/>
                  <a:pt x="1263783" y="128214"/>
                </a:cubicBezTo>
                <a:cubicBezTo>
                  <a:pt x="1257061" y="118930"/>
                  <a:pt x="1253699" y="107213"/>
                  <a:pt x="1253699" y="93063"/>
                </a:cubicBezTo>
                <a:cubicBezTo>
                  <a:pt x="1253699" y="76160"/>
                  <a:pt x="1258117" y="62922"/>
                  <a:pt x="1266953" y="53350"/>
                </a:cubicBezTo>
                <a:cubicBezTo>
                  <a:pt x="1275788" y="43778"/>
                  <a:pt x="1286961" y="38992"/>
                  <a:pt x="1300471" y="38992"/>
                </a:cubicBezTo>
                <a:cubicBezTo>
                  <a:pt x="1315645" y="38992"/>
                  <a:pt x="1327618" y="44002"/>
                  <a:pt x="1336390" y="54023"/>
                </a:cubicBezTo>
                <a:cubicBezTo>
                  <a:pt x="1345162" y="64043"/>
                  <a:pt x="1349355" y="79393"/>
                  <a:pt x="1348971" y="100074"/>
                </a:cubicBezTo>
                <a:lnTo>
                  <a:pt x="1281359" y="100074"/>
                </a:lnTo>
                <a:cubicBezTo>
                  <a:pt x="1281551" y="108077"/>
                  <a:pt x="1283728" y="114304"/>
                  <a:pt x="1287890" y="118754"/>
                </a:cubicBezTo>
                <a:cubicBezTo>
                  <a:pt x="1292051" y="123204"/>
                  <a:pt x="1297237" y="125429"/>
                  <a:pt x="1303448" y="125429"/>
                </a:cubicBezTo>
                <a:cubicBezTo>
                  <a:pt x="1307674" y="125429"/>
                  <a:pt x="1311227" y="124276"/>
                  <a:pt x="1314109" y="121971"/>
                </a:cubicBezTo>
                <a:cubicBezTo>
                  <a:pt x="1316990" y="119666"/>
                  <a:pt x="1319167" y="115953"/>
                  <a:pt x="1320639" y="110830"/>
                </a:cubicBezTo>
                <a:moveTo>
                  <a:pt x="1322176" y="83555"/>
                </a:moveTo>
                <a:cubicBezTo>
                  <a:pt x="1321984" y="75776"/>
                  <a:pt x="1319967" y="69861"/>
                  <a:pt x="1316125" y="65812"/>
                </a:cubicBezTo>
                <a:cubicBezTo>
                  <a:pt x="1312284" y="61762"/>
                  <a:pt x="1307610" y="59737"/>
                  <a:pt x="1302103" y="59737"/>
                </a:cubicBezTo>
                <a:cubicBezTo>
                  <a:pt x="1296213" y="59737"/>
                  <a:pt x="1291347" y="61873"/>
                  <a:pt x="1287505" y="66145"/>
                </a:cubicBezTo>
                <a:cubicBezTo>
                  <a:pt x="1283664" y="70418"/>
                  <a:pt x="1281775" y="76222"/>
                  <a:pt x="1281839" y="83555"/>
                </a:cubicBezTo>
                <a:lnTo>
                  <a:pt x="1322176" y="83555"/>
                </a:lnTo>
                <a:close/>
                <a:moveTo>
                  <a:pt x="1396808" y="143292"/>
                </a:moveTo>
                <a:lnTo>
                  <a:pt x="1369821" y="143292"/>
                </a:lnTo>
                <a:lnTo>
                  <a:pt x="1369821" y="41297"/>
                </a:lnTo>
                <a:lnTo>
                  <a:pt x="1394888" y="41297"/>
                </a:lnTo>
                <a:lnTo>
                  <a:pt x="1394888" y="55799"/>
                </a:lnTo>
                <a:cubicBezTo>
                  <a:pt x="1399177" y="48949"/>
                  <a:pt x="1403035" y="44435"/>
                  <a:pt x="1406460" y="42258"/>
                </a:cubicBezTo>
                <a:cubicBezTo>
                  <a:pt x="1409886" y="40081"/>
                  <a:pt x="1413776" y="38992"/>
                  <a:pt x="1418129" y="38992"/>
                </a:cubicBezTo>
                <a:cubicBezTo>
                  <a:pt x="1424276" y="38992"/>
                  <a:pt x="1430198" y="40689"/>
                  <a:pt x="1435897" y="44082"/>
                </a:cubicBezTo>
                <a:lnTo>
                  <a:pt x="1427541" y="67612"/>
                </a:lnTo>
                <a:cubicBezTo>
                  <a:pt x="1422995" y="64667"/>
                  <a:pt x="1418770" y="63194"/>
                  <a:pt x="1414864" y="63194"/>
                </a:cubicBezTo>
                <a:cubicBezTo>
                  <a:pt x="1411086" y="63194"/>
                  <a:pt x="1407885" y="64235"/>
                  <a:pt x="1405260" y="66316"/>
                </a:cubicBezTo>
                <a:cubicBezTo>
                  <a:pt x="1402635" y="68397"/>
                  <a:pt x="1400570" y="72158"/>
                  <a:pt x="1399065" y="77601"/>
                </a:cubicBezTo>
                <a:cubicBezTo>
                  <a:pt x="1397561" y="83043"/>
                  <a:pt x="1396808" y="94440"/>
                  <a:pt x="1396808" y="111791"/>
                </a:cubicBezTo>
                <a:lnTo>
                  <a:pt x="1396808" y="143292"/>
                </a:lnTo>
                <a:close/>
                <a:moveTo>
                  <a:pt x="1447525" y="27468"/>
                </a:moveTo>
                <a:lnTo>
                  <a:pt x="1447525" y="2497"/>
                </a:lnTo>
                <a:lnTo>
                  <a:pt x="1474513" y="2497"/>
                </a:lnTo>
                <a:lnTo>
                  <a:pt x="1474513" y="27468"/>
                </a:lnTo>
                <a:lnTo>
                  <a:pt x="1447525" y="27468"/>
                </a:lnTo>
                <a:moveTo>
                  <a:pt x="1447525" y="143292"/>
                </a:moveTo>
                <a:lnTo>
                  <a:pt x="1447525" y="41297"/>
                </a:lnTo>
                <a:lnTo>
                  <a:pt x="1474513" y="41297"/>
                </a:lnTo>
                <a:lnTo>
                  <a:pt x="1474513" y="143292"/>
                </a:lnTo>
                <a:lnTo>
                  <a:pt x="1447525" y="143292"/>
                </a:lnTo>
                <a:close/>
                <a:moveTo>
                  <a:pt x="1594941" y="143292"/>
                </a:moveTo>
                <a:lnTo>
                  <a:pt x="1567954" y="143292"/>
                </a:lnTo>
                <a:lnTo>
                  <a:pt x="1567954" y="91298"/>
                </a:lnTo>
                <a:cubicBezTo>
                  <a:pt x="1567954" y="80298"/>
                  <a:pt x="1567378" y="73183"/>
                  <a:pt x="1566225" y="69953"/>
                </a:cubicBezTo>
                <a:cubicBezTo>
                  <a:pt x="1565073" y="66724"/>
                  <a:pt x="1563200" y="64214"/>
                  <a:pt x="1560607" y="62423"/>
                </a:cubicBezTo>
                <a:cubicBezTo>
                  <a:pt x="1558014" y="60632"/>
                  <a:pt x="1554893" y="59737"/>
                  <a:pt x="1551243" y="59737"/>
                </a:cubicBezTo>
                <a:cubicBezTo>
                  <a:pt x="1546569" y="59737"/>
                  <a:pt x="1542375" y="61017"/>
                  <a:pt x="1538662" y="63576"/>
                </a:cubicBezTo>
                <a:cubicBezTo>
                  <a:pt x="1534948" y="66133"/>
                  <a:pt x="1532403" y="69522"/>
                  <a:pt x="1531027" y="73744"/>
                </a:cubicBezTo>
                <a:cubicBezTo>
                  <a:pt x="1529650" y="77964"/>
                  <a:pt x="1528962" y="85766"/>
                  <a:pt x="1528962" y="97151"/>
                </a:cubicBezTo>
                <a:lnTo>
                  <a:pt x="1528962" y="143292"/>
                </a:lnTo>
                <a:lnTo>
                  <a:pt x="1501975" y="143292"/>
                </a:lnTo>
                <a:lnTo>
                  <a:pt x="1501975" y="41297"/>
                </a:lnTo>
                <a:lnTo>
                  <a:pt x="1527041" y="41297"/>
                </a:lnTo>
                <a:lnTo>
                  <a:pt x="1527041" y="56280"/>
                </a:lnTo>
                <a:cubicBezTo>
                  <a:pt x="1535941" y="44755"/>
                  <a:pt x="1547145" y="38992"/>
                  <a:pt x="1560655" y="38992"/>
                </a:cubicBezTo>
                <a:cubicBezTo>
                  <a:pt x="1566610" y="38992"/>
                  <a:pt x="1572052" y="40065"/>
                  <a:pt x="1576982" y="42210"/>
                </a:cubicBezTo>
                <a:cubicBezTo>
                  <a:pt x="1581912" y="44355"/>
                  <a:pt x="1585642" y="47092"/>
                  <a:pt x="1588171" y="50421"/>
                </a:cubicBezTo>
                <a:cubicBezTo>
                  <a:pt x="1590700" y="53751"/>
                  <a:pt x="1592460" y="57528"/>
                  <a:pt x="1593453" y="61754"/>
                </a:cubicBezTo>
                <a:cubicBezTo>
                  <a:pt x="1594445" y="65980"/>
                  <a:pt x="1594941" y="72030"/>
                  <a:pt x="1594941" y="79905"/>
                </a:cubicBezTo>
                <a:lnTo>
                  <a:pt x="1594941" y="143292"/>
                </a:lnTo>
                <a:close/>
                <a:moveTo>
                  <a:pt x="1619808" y="149823"/>
                </a:moveTo>
                <a:lnTo>
                  <a:pt x="1650637" y="153664"/>
                </a:lnTo>
                <a:cubicBezTo>
                  <a:pt x="1651149" y="157284"/>
                  <a:pt x="1652334" y="159772"/>
                  <a:pt x="1654190" y="161129"/>
                </a:cubicBezTo>
                <a:cubicBezTo>
                  <a:pt x="1656751" y="163067"/>
                  <a:pt x="1660785" y="164037"/>
                  <a:pt x="1666291" y="164037"/>
                </a:cubicBezTo>
                <a:cubicBezTo>
                  <a:pt x="1673334" y="164037"/>
                  <a:pt x="1678617" y="162972"/>
                  <a:pt x="1682138" y="160843"/>
                </a:cubicBezTo>
                <a:cubicBezTo>
                  <a:pt x="1684507" y="159425"/>
                  <a:pt x="1686300" y="157136"/>
                  <a:pt x="1687516" y="153977"/>
                </a:cubicBezTo>
                <a:cubicBezTo>
                  <a:pt x="1688349" y="151720"/>
                  <a:pt x="1688765" y="147561"/>
                  <a:pt x="1688765" y="141500"/>
                </a:cubicBezTo>
                <a:lnTo>
                  <a:pt x="1688765" y="126506"/>
                </a:lnTo>
                <a:cubicBezTo>
                  <a:pt x="1680697" y="137697"/>
                  <a:pt x="1670517" y="143292"/>
                  <a:pt x="1658224" y="143292"/>
                </a:cubicBezTo>
                <a:cubicBezTo>
                  <a:pt x="1644522" y="143292"/>
                  <a:pt x="1633670" y="137498"/>
                  <a:pt x="1625666" y="125909"/>
                </a:cubicBezTo>
                <a:cubicBezTo>
                  <a:pt x="1619392" y="116753"/>
                  <a:pt x="1616254" y="105356"/>
                  <a:pt x="1616254" y="91718"/>
                </a:cubicBezTo>
                <a:cubicBezTo>
                  <a:pt x="1616254" y="74623"/>
                  <a:pt x="1620368" y="61562"/>
                  <a:pt x="1628596" y="52534"/>
                </a:cubicBezTo>
                <a:cubicBezTo>
                  <a:pt x="1636823" y="43506"/>
                  <a:pt x="1647051" y="38992"/>
                  <a:pt x="1659281" y="38992"/>
                </a:cubicBezTo>
                <a:cubicBezTo>
                  <a:pt x="1671894" y="38992"/>
                  <a:pt x="1682298" y="44557"/>
                  <a:pt x="1690494" y="55685"/>
                </a:cubicBezTo>
                <a:lnTo>
                  <a:pt x="1690494" y="41297"/>
                </a:lnTo>
                <a:lnTo>
                  <a:pt x="1715752" y="41297"/>
                </a:lnTo>
                <a:lnTo>
                  <a:pt x="1715752" y="132884"/>
                </a:lnTo>
                <a:cubicBezTo>
                  <a:pt x="1715752" y="144929"/>
                  <a:pt x="1714760" y="153930"/>
                  <a:pt x="1712775" y="159889"/>
                </a:cubicBezTo>
                <a:cubicBezTo>
                  <a:pt x="1710790" y="165847"/>
                  <a:pt x="1708005" y="170524"/>
                  <a:pt x="1704419" y="173920"/>
                </a:cubicBezTo>
                <a:cubicBezTo>
                  <a:pt x="1700834" y="177317"/>
                  <a:pt x="1696048" y="179976"/>
                  <a:pt x="1690061" y="181897"/>
                </a:cubicBezTo>
                <a:cubicBezTo>
                  <a:pt x="1684075" y="183820"/>
                  <a:pt x="1676504" y="184781"/>
                  <a:pt x="1667348" y="184781"/>
                </a:cubicBezTo>
                <a:cubicBezTo>
                  <a:pt x="1650061" y="184781"/>
                  <a:pt x="1637800" y="181795"/>
                  <a:pt x="1630564" y="175823"/>
                </a:cubicBezTo>
                <a:cubicBezTo>
                  <a:pt x="1623329" y="169852"/>
                  <a:pt x="1619712" y="162283"/>
                  <a:pt x="1619712" y="153115"/>
                </a:cubicBezTo>
                <a:cubicBezTo>
                  <a:pt x="1619712" y="152211"/>
                  <a:pt x="1619744" y="151113"/>
                  <a:pt x="1619808" y="149823"/>
                </a:cubicBezTo>
                <a:moveTo>
                  <a:pt x="1643914" y="90182"/>
                </a:moveTo>
                <a:cubicBezTo>
                  <a:pt x="1643914" y="100970"/>
                  <a:pt x="1646011" y="108870"/>
                  <a:pt x="1650205" y="113880"/>
                </a:cubicBezTo>
                <a:cubicBezTo>
                  <a:pt x="1654398" y="118890"/>
                  <a:pt x="1659569" y="121395"/>
                  <a:pt x="1665715" y="121395"/>
                </a:cubicBezTo>
                <a:cubicBezTo>
                  <a:pt x="1672310" y="121395"/>
                  <a:pt x="1677880" y="118826"/>
                  <a:pt x="1682426" y="113688"/>
                </a:cubicBezTo>
                <a:cubicBezTo>
                  <a:pt x="1686972" y="108549"/>
                  <a:pt x="1689245" y="100938"/>
                  <a:pt x="1689245" y="90854"/>
                </a:cubicBezTo>
                <a:cubicBezTo>
                  <a:pt x="1689245" y="80322"/>
                  <a:pt x="1687068" y="72502"/>
                  <a:pt x="1682714" y="67396"/>
                </a:cubicBezTo>
                <a:cubicBezTo>
                  <a:pt x="1678361" y="62290"/>
                  <a:pt x="1672854" y="59737"/>
                  <a:pt x="1666195" y="59737"/>
                </a:cubicBezTo>
                <a:cubicBezTo>
                  <a:pt x="1659729" y="59737"/>
                  <a:pt x="1654398" y="62242"/>
                  <a:pt x="1650205" y="67252"/>
                </a:cubicBezTo>
                <a:cubicBezTo>
                  <a:pt x="1646011" y="72262"/>
                  <a:pt x="1643914" y="79905"/>
                  <a:pt x="1643914" y="901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(Victim)">
            <a:extLst xmlns:a="http://schemas.openxmlformats.org/drawingml/2006/main">
              <a:ext uri="{FF2B5EF4-FFF2-40B4-BE49-F238E27FC236}">
                <a16:creationId xmlns:a16="http://schemas.microsoft.com/office/drawing/2014/main" id="{834CAA70-BDEB-4B96-A318-B5AC604D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804" y="345325"/>
            <a:ext cx="700810" cy="184781"/>
          </a:xfrm>
          <a:custGeom xmlns:a="http://schemas.openxmlformats.org/drawingml/2006/main">
            <a:pathLst>
              <a:path w="700810" h="184781">
                <a:moveTo>
                  <a:pt x="48596" y="184781"/>
                </a:moveTo>
                <a:lnTo>
                  <a:pt x="30061" y="184781"/>
                </a:lnTo>
                <a:cubicBezTo>
                  <a:pt x="20264" y="169975"/>
                  <a:pt x="12805" y="154593"/>
                  <a:pt x="7683" y="138634"/>
                </a:cubicBezTo>
                <a:cubicBezTo>
                  <a:pt x="2561" y="122675"/>
                  <a:pt x="0" y="107229"/>
                  <a:pt x="0" y="92295"/>
                </a:cubicBezTo>
                <a:cubicBezTo>
                  <a:pt x="0" y="73771"/>
                  <a:pt x="3169" y="56242"/>
                  <a:pt x="9508" y="39707"/>
                </a:cubicBezTo>
                <a:cubicBezTo>
                  <a:pt x="15014" y="25349"/>
                  <a:pt x="21993" y="12113"/>
                  <a:pt x="30445" y="0"/>
                </a:cubicBezTo>
                <a:lnTo>
                  <a:pt x="48884" y="0"/>
                </a:lnTo>
                <a:cubicBezTo>
                  <a:pt x="40113" y="19420"/>
                  <a:pt x="34078" y="35940"/>
                  <a:pt x="30781" y="49560"/>
                </a:cubicBezTo>
                <a:cubicBezTo>
                  <a:pt x="27484" y="63179"/>
                  <a:pt x="25835" y="77617"/>
                  <a:pt x="25835" y="92871"/>
                </a:cubicBezTo>
                <a:cubicBezTo>
                  <a:pt x="25835" y="103383"/>
                  <a:pt x="26811" y="114152"/>
                  <a:pt x="28764" y="125176"/>
                </a:cubicBezTo>
                <a:cubicBezTo>
                  <a:pt x="30717" y="136199"/>
                  <a:pt x="33390" y="146677"/>
                  <a:pt x="36783" y="156612"/>
                </a:cubicBezTo>
                <a:cubicBezTo>
                  <a:pt x="39024" y="163150"/>
                  <a:pt x="42962" y="172540"/>
                  <a:pt x="48596" y="184781"/>
                </a:cubicBezTo>
                <a:close/>
                <a:moveTo>
                  <a:pt x="105451" y="143292"/>
                </a:moveTo>
                <a:lnTo>
                  <a:pt x="55126" y="2497"/>
                </a:lnTo>
                <a:lnTo>
                  <a:pt x="85955" y="2497"/>
                </a:lnTo>
                <a:lnTo>
                  <a:pt x="121586" y="106605"/>
                </a:lnTo>
                <a:lnTo>
                  <a:pt x="156065" y="2497"/>
                </a:lnTo>
                <a:lnTo>
                  <a:pt x="186221" y="2497"/>
                </a:lnTo>
                <a:lnTo>
                  <a:pt x="135800" y="143292"/>
                </a:lnTo>
                <a:lnTo>
                  <a:pt x="105451" y="143292"/>
                </a:lnTo>
                <a:close/>
                <a:moveTo>
                  <a:pt x="200533" y="27468"/>
                </a:moveTo>
                <a:lnTo>
                  <a:pt x="200533" y="2497"/>
                </a:lnTo>
                <a:lnTo>
                  <a:pt x="227520" y="2497"/>
                </a:lnTo>
                <a:lnTo>
                  <a:pt x="227520" y="27468"/>
                </a:lnTo>
                <a:lnTo>
                  <a:pt x="200533" y="27468"/>
                </a:lnTo>
                <a:moveTo>
                  <a:pt x="200533" y="143292"/>
                </a:moveTo>
                <a:lnTo>
                  <a:pt x="200533" y="41297"/>
                </a:lnTo>
                <a:lnTo>
                  <a:pt x="227520" y="41297"/>
                </a:lnTo>
                <a:lnTo>
                  <a:pt x="227520" y="143292"/>
                </a:lnTo>
                <a:lnTo>
                  <a:pt x="200533" y="143292"/>
                </a:lnTo>
                <a:close/>
                <a:moveTo>
                  <a:pt x="344106" y="71454"/>
                </a:moveTo>
                <a:lnTo>
                  <a:pt x="317503" y="76256"/>
                </a:lnTo>
                <a:cubicBezTo>
                  <a:pt x="316607" y="70974"/>
                  <a:pt x="314574" y="66996"/>
                  <a:pt x="311405" y="64323"/>
                </a:cubicBezTo>
                <a:cubicBezTo>
                  <a:pt x="308235" y="61650"/>
                  <a:pt x="304122" y="60313"/>
                  <a:pt x="299063" y="60313"/>
                </a:cubicBezTo>
                <a:cubicBezTo>
                  <a:pt x="292341" y="60313"/>
                  <a:pt x="286978" y="62627"/>
                  <a:pt x="282977" y="67255"/>
                </a:cubicBezTo>
                <a:cubicBezTo>
                  <a:pt x="278975" y="71883"/>
                  <a:pt x="276974" y="79622"/>
                  <a:pt x="276974" y="90473"/>
                </a:cubicBezTo>
                <a:cubicBezTo>
                  <a:pt x="276974" y="102538"/>
                  <a:pt x="279007" y="111061"/>
                  <a:pt x="283073" y="116041"/>
                </a:cubicBezTo>
                <a:cubicBezTo>
                  <a:pt x="287138" y="121019"/>
                  <a:pt x="292597" y="123508"/>
                  <a:pt x="299448" y="123508"/>
                </a:cubicBezTo>
                <a:cubicBezTo>
                  <a:pt x="304570" y="123508"/>
                  <a:pt x="308763" y="122051"/>
                  <a:pt x="312029" y="119138"/>
                </a:cubicBezTo>
                <a:cubicBezTo>
                  <a:pt x="315294" y="116225"/>
                  <a:pt x="317599" y="111215"/>
                  <a:pt x="318944" y="104108"/>
                </a:cubicBezTo>
                <a:lnTo>
                  <a:pt x="345451" y="108718"/>
                </a:lnTo>
                <a:cubicBezTo>
                  <a:pt x="342698" y="120883"/>
                  <a:pt x="337415" y="130070"/>
                  <a:pt x="329604" y="136281"/>
                </a:cubicBezTo>
                <a:cubicBezTo>
                  <a:pt x="321793" y="142492"/>
                  <a:pt x="311325" y="145597"/>
                  <a:pt x="298199" y="145597"/>
                </a:cubicBezTo>
                <a:cubicBezTo>
                  <a:pt x="283281" y="145597"/>
                  <a:pt x="271388" y="140891"/>
                  <a:pt x="262520" y="131479"/>
                </a:cubicBezTo>
                <a:cubicBezTo>
                  <a:pt x="253652" y="122067"/>
                  <a:pt x="249219" y="109038"/>
                  <a:pt x="249219" y="92391"/>
                </a:cubicBezTo>
                <a:cubicBezTo>
                  <a:pt x="249219" y="75552"/>
                  <a:pt x="253668" y="62442"/>
                  <a:pt x="262568" y="53062"/>
                </a:cubicBezTo>
                <a:cubicBezTo>
                  <a:pt x="271468" y="43682"/>
                  <a:pt x="283505" y="38992"/>
                  <a:pt x="298679" y="38992"/>
                </a:cubicBezTo>
                <a:cubicBezTo>
                  <a:pt x="311100" y="38992"/>
                  <a:pt x="320977" y="41665"/>
                  <a:pt x="328308" y="47012"/>
                </a:cubicBezTo>
                <a:cubicBezTo>
                  <a:pt x="335639" y="52358"/>
                  <a:pt x="340905" y="60505"/>
                  <a:pt x="344106" y="71454"/>
                </a:cubicBezTo>
                <a:close/>
                <a:moveTo>
                  <a:pt x="411344" y="41297"/>
                </a:moveTo>
                <a:lnTo>
                  <a:pt x="411344" y="62810"/>
                </a:lnTo>
                <a:lnTo>
                  <a:pt x="392904" y="62810"/>
                </a:lnTo>
                <a:lnTo>
                  <a:pt x="392904" y="103850"/>
                </a:lnTo>
                <a:cubicBezTo>
                  <a:pt x="392904" y="112161"/>
                  <a:pt x="393080" y="117004"/>
                  <a:pt x="393432" y="118379"/>
                </a:cubicBezTo>
                <a:cubicBezTo>
                  <a:pt x="393784" y="119751"/>
                  <a:pt x="394585" y="120886"/>
                  <a:pt x="395833" y="121782"/>
                </a:cubicBezTo>
                <a:cubicBezTo>
                  <a:pt x="397082" y="122676"/>
                  <a:pt x="398602" y="123124"/>
                  <a:pt x="400395" y="123124"/>
                </a:cubicBezTo>
                <a:cubicBezTo>
                  <a:pt x="402892" y="123124"/>
                  <a:pt x="406510" y="122259"/>
                  <a:pt x="411248" y="120530"/>
                </a:cubicBezTo>
                <a:lnTo>
                  <a:pt x="413553" y="141545"/>
                </a:lnTo>
                <a:cubicBezTo>
                  <a:pt x="407278" y="144246"/>
                  <a:pt x="400171" y="145597"/>
                  <a:pt x="392232" y="145597"/>
                </a:cubicBezTo>
                <a:cubicBezTo>
                  <a:pt x="387366" y="145597"/>
                  <a:pt x="382980" y="144781"/>
                  <a:pt x="379074" y="143148"/>
                </a:cubicBezTo>
                <a:cubicBezTo>
                  <a:pt x="375169" y="141515"/>
                  <a:pt x="372303" y="139402"/>
                  <a:pt x="370479" y="136809"/>
                </a:cubicBezTo>
                <a:cubicBezTo>
                  <a:pt x="368654" y="134216"/>
                  <a:pt x="367389" y="130711"/>
                  <a:pt x="366685" y="126293"/>
                </a:cubicBezTo>
                <a:cubicBezTo>
                  <a:pt x="366109" y="123156"/>
                  <a:pt x="365821" y="116817"/>
                  <a:pt x="365821" y="107277"/>
                </a:cubicBezTo>
                <a:lnTo>
                  <a:pt x="365821" y="62810"/>
                </a:lnTo>
                <a:lnTo>
                  <a:pt x="353431" y="62810"/>
                </a:lnTo>
                <a:lnTo>
                  <a:pt x="353431" y="41297"/>
                </a:lnTo>
                <a:lnTo>
                  <a:pt x="365821" y="41297"/>
                </a:lnTo>
                <a:lnTo>
                  <a:pt x="365821" y="20937"/>
                </a:lnTo>
                <a:lnTo>
                  <a:pt x="392904" y="4994"/>
                </a:lnTo>
                <a:lnTo>
                  <a:pt x="392904" y="41297"/>
                </a:lnTo>
                <a:lnTo>
                  <a:pt x="411344" y="41297"/>
                </a:lnTo>
                <a:close/>
                <a:moveTo>
                  <a:pt x="430070" y="27468"/>
                </a:moveTo>
                <a:lnTo>
                  <a:pt x="430070" y="2497"/>
                </a:lnTo>
                <a:lnTo>
                  <a:pt x="457057" y="2497"/>
                </a:lnTo>
                <a:lnTo>
                  <a:pt x="457057" y="27468"/>
                </a:lnTo>
                <a:lnTo>
                  <a:pt x="430070" y="27468"/>
                </a:lnTo>
                <a:moveTo>
                  <a:pt x="430070" y="143292"/>
                </a:moveTo>
                <a:lnTo>
                  <a:pt x="430070" y="41297"/>
                </a:lnTo>
                <a:lnTo>
                  <a:pt x="457057" y="41297"/>
                </a:lnTo>
                <a:lnTo>
                  <a:pt x="457057" y="143292"/>
                </a:lnTo>
                <a:lnTo>
                  <a:pt x="430070" y="143292"/>
                </a:lnTo>
                <a:close/>
                <a:moveTo>
                  <a:pt x="482694" y="41297"/>
                </a:moveTo>
                <a:lnTo>
                  <a:pt x="507568" y="41297"/>
                </a:lnTo>
                <a:lnTo>
                  <a:pt x="507568" y="55223"/>
                </a:lnTo>
                <a:cubicBezTo>
                  <a:pt x="516468" y="44403"/>
                  <a:pt x="527064" y="38992"/>
                  <a:pt x="539357" y="38992"/>
                </a:cubicBezTo>
                <a:cubicBezTo>
                  <a:pt x="545888" y="38992"/>
                  <a:pt x="551555" y="40343"/>
                  <a:pt x="556357" y="43044"/>
                </a:cubicBezTo>
                <a:cubicBezTo>
                  <a:pt x="561159" y="45745"/>
                  <a:pt x="565096" y="49830"/>
                  <a:pt x="568170" y="55298"/>
                </a:cubicBezTo>
                <a:cubicBezTo>
                  <a:pt x="572651" y="49830"/>
                  <a:pt x="577485" y="45745"/>
                  <a:pt x="582672" y="43044"/>
                </a:cubicBezTo>
                <a:cubicBezTo>
                  <a:pt x="587858" y="40343"/>
                  <a:pt x="593396" y="38992"/>
                  <a:pt x="599287" y="38992"/>
                </a:cubicBezTo>
                <a:cubicBezTo>
                  <a:pt x="606778" y="38992"/>
                  <a:pt x="613116" y="40513"/>
                  <a:pt x="618303" y="43554"/>
                </a:cubicBezTo>
                <a:cubicBezTo>
                  <a:pt x="623489" y="46596"/>
                  <a:pt x="627362" y="51061"/>
                  <a:pt x="629923" y="56952"/>
                </a:cubicBezTo>
                <a:cubicBezTo>
                  <a:pt x="631780" y="61306"/>
                  <a:pt x="632709" y="68349"/>
                  <a:pt x="632709" y="78081"/>
                </a:cubicBezTo>
                <a:lnTo>
                  <a:pt x="632709" y="143292"/>
                </a:lnTo>
                <a:lnTo>
                  <a:pt x="605721" y="143292"/>
                </a:lnTo>
                <a:lnTo>
                  <a:pt x="605721" y="85062"/>
                </a:lnTo>
                <a:cubicBezTo>
                  <a:pt x="605721" y="74957"/>
                  <a:pt x="604793" y="68435"/>
                  <a:pt x="602936" y="65493"/>
                </a:cubicBezTo>
                <a:cubicBezTo>
                  <a:pt x="600439" y="61656"/>
                  <a:pt x="596597" y="59737"/>
                  <a:pt x="591411" y="59737"/>
                </a:cubicBezTo>
                <a:cubicBezTo>
                  <a:pt x="587634" y="59737"/>
                  <a:pt x="584080" y="60889"/>
                  <a:pt x="580751" y="63191"/>
                </a:cubicBezTo>
                <a:cubicBezTo>
                  <a:pt x="577421" y="65492"/>
                  <a:pt x="575020" y="68866"/>
                  <a:pt x="573548" y="73312"/>
                </a:cubicBezTo>
                <a:cubicBezTo>
                  <a:pt x="572075" y="77756"/>
                  <a:pt x="571339" y="84775"/>
                  <a:pt x="571339" y="94369"/>
                </a:cubicBezTo>
                <a:lnTo>
                  <a:pt x="571339" y="143292"/>
                </a:lnTo>
                <a:lnTo>
                  <a:pt x="544352" y="143292"/>
                </a:lnTo>
                <a:lnTo>
                  <a:pt x="544352" y="87460"/>
                </a:lnTo>
                <a:cubicBezTo>
                  <a:pt x="544352" y="77547"/>
                  <a:pt x="543871" y="71153"/>
                  <a:pt x="542911" y="68276"/>
                </a:cubicBezTo>
                <a:cubicBezTo>
                  <a:pt x="541951" y="65396"/>
                  <a:pt x="540462" y="63253"/>
                  <a:pt x="538445" y="61847"/>
                </a:cubicBezTo>
                <a:cubicBezTo>
                  <a:pt x="536428" y="60440"/>
                  <a:pt x="533691" y="59737"/>
                  <a:pt x="530234" y="59737"/>
                </a:cubicBezTo>
                <a:cubicBezTo>
                  <a:pt x="526072" y="59737"/>
                  <a:pt x="522326" y="60856"/>
                  <a:pt x="518997" y="63095"/>
                </a:cubicBezTo>
                <a:cubicBezTo>
                  <a:pt x="515668" y="65332"/>
                  <a:pt x="513283" y="68562"/>
                  <a:pt x="511842" y="72783"/>
                </a:cubicBezTo>
                <a:cubicBezTo>
                  <a:pt x="510401" y="77005"/>
                  <a:pt x="509681" y="84008"/>
                  <a:pt x="509681" y="93792"/>
                </a:cubicBezTo>
                <a:lnTo>
                  <a:pt x="509681" y="143292"/>
                </a:lnTo>
                <a:lnTo>
                  <a:pt x="482694" y="143292"/>
                </a:lnTo>
                <a:lnTo>
                  <a:pt x="482694" y="41297"/>
                </a:lnTo>
                <a:close/>
                <a:moveTo>
                  <a:pt x="652117" y="184781"/>
                </a:moveTo>
                <a:cubicBezTo>
                  <a:pt x="657432" y="173373"/>
                  <a:pt x="661177" y="164624"/>
                  <a:pt x="663354" y="158535"/>
                </a:cubicBezTo>
                <a:cubicBezTo>
                  <a:pt x="665531" y="152447"/>
                  <a:pt x="667548" y="145429"/>
                  <a:pt x="669405" y="137482"/>
                </a:cubicBezTo>
                <a:cubicBezTo>
                  <a:pt x="671261" y="129532"/>
                  <a:pt x="672638" y="121985"/>
                  <a:pt x="673534" y="114840"/>
                </a:cubicBezTo>
                <a:cubicBezTo>
                  <a:pt x="674431" y="107693"/>
                  <a:pt x="674879" y="100370"/>
                  <a:pt x="674879" y="92871"/>
                </a:cubicBezTo>
                <a:cubicBezTo>
                  <a:pt x="674879" y="77617"/>
                  <a:pt x="673246" y="63179"/>
                  <a:pt x="669981" y="49560"/>
                </a:cubicBezTo>
                <a:cubicBezTo>
                  <a:pt x="666715" y="35940"/>
                  <a:pt x="660697" y="19420"/>
                  <a:pt x="651925" y="0"/>
                </a:cubicBezTo>
                <a:lnTo>
                  <a:pt x="670269" y="0"/>
                </a:lnTo>
                <a:cubicBezTo>
                  <a:pt x="679937" y="13780"/>
                  <a:pt x="687444" y="28393"/>
                  <a:pt x="692790" y="43839"/>
                </a:cubicBezTo>
                <a:cubicBezTo>
                  <a:pt x="698137" y="59286"/>
                  <a:pt x="700810" y="74956"/>
                  <a:pt x="700810" y="90851"/>
                </a:cubicBezTo>
                <a:cubicBezTo>
                  <a:pt x="700810" y="104247"/>
                  <a:pt x="698697" y="118604"/>
                  <a:pt x="694471" y="133922"/>
                </a:cubicBezTo>
                <a:cubicBezTo>
                  <a:pt x="689669" y="151099"/>
                  <a:pt x="681762" y="168052"/>
                  <a:pt x="670749" y="184781"/>
                </a:cubicBezTo>
                <a:lnTo>
                  <a:pt x="652117" y="1847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e1">
            <a:extLst xmlns:a="http://schemas.openxmlformats.org/drawingml/2006/main">
              <a:ext uri="{FF2B5EF4-FFF2-40B4-BE49-F238E27FC236}">
                <a16:creationId xmlns:a16="http://schemas.microsoft.com/office/drawing/2014/main" id="{E12DEF5F-9D8F-4083-B42E-A05A8779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219" y="687440"/>
            <a:ext cx="105313" cy="80235"/>
          </a:xfrm>
          <a:custGeom xmlns:a="http://schemas.openxmlformats.org/drawingml/2006/main">
            <a:pathLst>
              <a:path w="105313" h="80235">
                <a:moveTo>
                  <a:pt x="41922" y="43465"/>
                </a:moveTo>
                <a:lnTo>
                  <a:pt x="15960" y="43465"/>
                </a:lnTo>
                <a:cubicBezTo>
                  <a:pt x="16034" y="42338"/>
                  <a:pt x="16277" y="41060"/>
                  <a:pt x="16689" y="39632"/>
                </a:cubicBezTo>
                <a:cubicBezTo>
                  <a:pt x="17101" y="38203"/>
                  <a:pt x="17814" y="36850"/>
                  <a:pt x="18826" y="35573"/>
                </a:cubicBezTo>
                <a:cubicBezTo>
                  <a:pt x="19837" y="34294"/>
                  <a:pt x="21186" y="33223"/>
                  <a:pt x="22871" y="32359"/>
                </a:cubicBezTo>
                <a:cubicBezTo>
                  <a:pt x="24558" y="31494"/>
                  <a:pt x="26675" y="31062"/>
                  <a:pt x="29222" y="31062"/>
                </a:cubicBezTo>
                <a:cubicBezTo>
                  <a:pt x="33118" y="31062"/>
                  <a:pt x="36022" y="32115"/>
                  <a:pt x="37932" y="34219"/>
                </a:cubicBezTo>
                <a:cubicBezTo>
                  <a:pt x="39843" y="36324"/>
                  <a:pt x="41173" y="39406"/>
                  <a:pt x="41922" y="43465"/>
                </a:cubicBezTo>
                <a:moveTo>
                  <a:pt x="15960" y="53563"/>
                </a:moveTo>
                <a:lnTo>
                  <a:pt x="57883" y="53563"/>
                </a:lnTo>
                <a:cubicBezTo>
                  <a:pt x="58183" y="49058"/>
                  <a:pt x="57808" y="44741"/>
                  <a:pt x="56758" y="40611"/>
                </a:cubicBezTo>
                <a:cubicBezTo>
                  <a:pt x="55710" y="36482"/>
                  <a:pt x="54005" y="32803"/>
                  <a:pt x="51644" y="29575"/>
                </a:cubicBezTo>
                <a:cubicBezTo>
                  <a:pt x="49284" y="26346"/>
                  <a:pt x="46268" y="23775"/>
                  <a:pt x="42596" y="21861"/>
                </a:cubicBezTo>
                <a:cubicBezTo>
                  <a:pt x="38924" y="19946"/>
                  <a:pt x="34616" y="18989"/>
                  <a:pt x="29671" y="18989"/>
                </a:cubicBezTo>
                <a:cubicBezTo>
                  <a:pt x="25250" y="18989"/>
                  <a:pt x="21223" y="19777"/>
                  <a:pt x="17589" y="21354"/>
                </a:cubicBezTo>
                <a:cubicBezTo>
                  <a:pt x="13956" y="22929"/>
                  <a:pt x="10827" y="25087"/>
                  <a:pt x="8205" y="27826"/>
                </a:cubicBezTo>
                <a:cubicBezTo>
                  <a:pt x="5582" y="30565"/>
                  <a:pt x="3559" y="33812"/>
                  <a:pt x="2135" y="37565"/>
                </a:cubicBezTo>
                <a:cubicBezTo>
                  <a:pt x="712" y="41318"/>
                  <a:pt x="0" y="45371"/>
                  <a:pt x="0" y="49725"/>
                </a:cubicBezTo>
                <a:cubicBezTo>
                  <a:pt x="0" y="54227"/>
                  <a:pt x="693" y="58355"/>
                  <a:pt x="2079" y="62109"/>
                </a:cubicBezTo>
                <a:cubicBezTo>
                  <a:pt x="3465" y="65861"/>
                  <a:pt x="5433" y="69089"/>
                  <a:pt x="7980" y="71792"/>
                </a:cubicBezTo>
                <a:cubicBezTo>
                  <a:pt x="10527" y="74493"/>
                  <a:pt x="13637" y="76576"/>
                  <a:pt x="17308" y="78040"/>
                </a:cubicBezTo>
                <a:cubicBezTo>
                  <a:pt x="20979" y="79503"/>
                  <a:pt x="25100" y="80235"/>
                  <a:pt x="29671" y="80235"/>
                </a:cubicBezTo>
                <a:cubicBezTo>
                  <a:pt x="36265" y="80235"/>
                  <a:pt x="41884" y="78738"/>
                  <a:pt x="46530" y="75743"/>
                </a:cubicBezTo>
                <a:cubicBezTo>
                  <a:pt x="51176" y="72749"/>
                  <a:pt x="54623" y="67770"/>
                  <a:pt x="56871" y="60807"/>
                </a:cubicBezTo>
                <a:lnTo>
                  <a:pt x="42822" y="60807"/>
                </a:lnTo>
                <a:cubicBezTo>
                  <a:pt x="42297" y="62590"/>
                  <a:pt x="40873" y="64280"/>
                  <a:pt x="38550" y="65877"/>
                </a:cubicBezTo>
                <a:cubicBezTo>
                  <a:pt x="36228" y="67473"/>
                  <a:pt x="33456" y="68271"/>
                  <a:pt x="30234" y="68271"/>
                </a:cubicBezTo>
                <a:cubicBezTo>
                  <a:pt x="25738" y="68271"/>
                  <a:pt x="22291" y="67111"/>
                  <a:pt x="19892" y="64791"/>
                </a:cubicBezTo>
                <a:cubicBezTo>
                  <a:pt x="17495" y="62470"/>
                  <a:pt x="16184" y="58727"/>
                  <a:pt x="15960" y="53563"/>
                </a:cubicBezTo>
                <a:close/>
                <a:moveTo>
                  <a:pt x="105313" y="78698"/>
                </a:moveTo>
                <a:lnTo>
                  <a:pt x="105313" y="0"/>
                </a:lnTo>
                <a:lnTo>
                  <a:pt x="92613" y="0"/>
                </a:lnTo>
                <a:cubicBezTo>
                  <a:pt x="92163" y="2990"/>
                  <a:pt x="91226" y="5494"/>
                  <a:pt x="89802" y="7513"/>
                </a:cubicBezTo>
                <a:cubicBezTo>
                  <a:pt x="88379" y="9531"/>
                  <a:pt x="86636" y="11157"/>
                  <a:pt x="84575" y="12391"/>
                </a:cubicBezTo>
                <a:cubicBezTo>
                  <a:pt x="82514" y="13623"/>
                  <a:pt x="80192" y="14483"/>
                  <a:pt x="77607" y="14970"/>
                </a:cubicBezTo>
                <a:cubicBezTo>
                  <a:pt x="75022" y="15456"/>
                  <a:pt x="72343" y="15661"/>
                  <a:pt x="69572" y="15586"/>
                </a:cubicBezTo>
                <a:lnTo>
                  <a:pt x="69572" y="27660"/>
                </a:lnTo>
                <a:lnTo>
                  <a:pt x="89353" y="27660"/>
                </a:lnTo>
                <a:lnTo>
                  <a:pt x="89353" y="78698"/>
                </a:lnTo>
                <a:lnTo>
                  <a:pt x="105313" y="7869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b6e60534e4429"/>
          <a:stretch xmlns:a="http://schemas.openxmlformats.org/drawingml/2006/main"/>
        </p:blipFill>
        <p:spPr>
          <a:xfrm xmlns:a="http://schemas.openxmlformats.org/drawingml/2006/main">
            <a:off x="7616360" y="661861"/>
            <a:ext cx="2090386" cy="598610"/>
          </a:xfrm>
          <a:prstGeom xmlns:a="http://schemas.openxmlformats.org/drawingml/2006/main" prst="rect">
            <a:avLst/>
          </a:prstGeom>
        </p:spPr>
      </p:pic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70fd03a11429b"/>
          <a:stretch xmlns:a="http://schemas.openxmlformats.org/drawingml/2006/main"/>
        </p:blipFill>
        <p:spPr>
          <a:xfrm xmlns:a="http://schemas.openxmlformats.org/drawingml/2006/main">
            <a:off x="9742885" y="734918"/>
            <a:ext cx="451313" cy="567263"/>
          </a:xfrm>
          <a:prstGeom xmlns:a="http://schemas.openxmlformats.org/drawingml/2006/main" prst="rect">
            <a:avLst/>
          </a:prstGeom>
        </p:spPr>
      </p:pic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31A3C8-D8BD-4A90-BBA0-842D2DF9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2082" y="1029954"/>
            <a:ext cx="76822" cy="119419"/>
          </a:xfrm>
          <a:custGeom xmlns:a="http://schemas.openxmlformats.org/drawingml/2006/main">
            <a:pathLst>
              <a:path w="76822" h="119419">
                <a:moveTo>
                  <a:pt x="0" y="119419"/>
                </a:moveTo>
                <a:lnTo>
                  <a:pt x="76822" y="119419"/>
                </a:lnTo>
                <a:lnTo>
                  <a:pt x="76822" y="0"/>
                </a:lnTo>
                <a:lnTo>
                  <a:pt x="0" y="0"/>
                </a:lnTo>
                <a:lnTo>
                  <a:pt x="0" y="11941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21AB32-3902-4426-8F06-13F3467B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427" y="938156"/>
            <a:ext cx="99891" cy="163645"/>
          </a:xfrm>
          <a:custGeom xmlns:a="http://schemas.openxmlformats.org/drawingml/2006/main">
            <a:pathLst>
              <a:path w="99891" h="163645">
                <a:moveTo>
                  <a:pt x="0" y="12017"/>
                </a:moveTo>
                <a:lnTo>
                  <a:pt x="75880" y="0"/>
                </a:lnTo>
                <a:lnTo>
                  <a:pt x="99891" y="151628"/>
                </a:lnTo>
                <a:lnTo>
                  <a:pt x="24017" y="163645"/>
                </a:lnTo>
                <a:lnTo>
                  <a:pt x="0" y="12017"/>
                </a:lnTo>
                <a:close/>
                <a:moveTo>
                  <a:pt x="0" y="12017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Anal">
            <a:extLst xmlns:a="http://schemas.openxmlformats.org/drawingml/2006/main">
              <a:ext uri="{FF2B5EF4-FFF2-40B4-BE49-F238E27FC236}">
                <a16:creationId xmlns:a16="http://schemas.microsoft.com/office/drawing/2014/main" id="{ABA9E7AD-89FF-43A3-AF41-4B6C4F84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5410" y="3355006"/>
            <a:ext cx="407115" cy="133057"/>
          </a:xfrm>
          <a:custGeom xmlns:a="http://schemas.openxmlformats.org/drawingml/2006/main">
            <a:pathLst>
              <a:path w="407115" h="133057">
                <a:moveTo>
                  <a:pt x="95155" y="101844"/>
                </a:moveTo>
                <a:lnTo>
                  <a:pt x="43342" y="101844"/>
                </a:lnTo>
                <a:lnTo>
                  <a:pt x="27646" y="130738"/>
                </a:lnTo>
                <a:lnTo>
                  <a:pt x="0" y="130738"/>
                </a:lnTo>
                <a:lnTo>
                  <a:pt x="73930" y="0"/>
                </a:lnTo>
                <a:lnTo>
                  <a:pt x="103806" y="0"/>
                </a:lnTo>
                <a:lnTo>
                  <a:pt x="125031" y="130738"/>
                </a:lnTo>
                <a:lnTo>
                  <a:pt x="99525" y="130738"/>
                </a:lnTo>
                <a:lnTo>
                  <a:pt x="95155" y="101844"/>
                </a:lnTo>
                <a:moveTo>
                  <a:pt x="91856" y="79905"/>
                </a:moveTo>
                <a:lnTo>
                  <a:pt x="84275" y="27468"/>
                </a:lnTo>
                <a:lnTo>
                  <a:pt x="52706" y="79905"/>
                </a:lnTo>
                <a:lnTo>
                  <a:pt x="91856" y="79905"/>
                </a:lnTo>
                <a:close/>
                <a:moveTo>
                  <a:pt x="161422" y="36029"/>
                </a:moveTo>
                <a:lnTo>
                  <a:pt x="185679" y="36029"/>
                </a:lnTo>
                <a:lnTo>
                  <a:pt x="183182" y="48355"/>
                </a:lnTo>
                <a:cubicBezTo>
                  <a:pt x="189246" y="43084"/>
                  <a:pt x="194909" y="39326"/>
                  <a:pt x="200171" y="37079"/>
                </a:cubicBezTo>
                <a:cubicBezTo>
                  <a:pt x="205432" y="34833"/>
                  <a:pt x="210976" y="33710"/>
                  <a:pt x="216803" y="33710"/>
                </a:cubicBezTo>
                <a:cubicBezTo>
                  <a:pt x="224591" y="33710"/>
                  <a:pt x="230730" y="35947"/>
                  <a:pt x="235218" y="40421"/>
                </a:cubicBezTo>
                <a:cubicBezTo>
                  <a:pt x="239707" y="44895"/>
                  <a:pt x="241951" y="50831"/>
                  <a:pt x="241951" y="58229"/>
                </a:cubicBezTo>
                <a:cubicBezTo>
                  <a:pt x="241951" y="61555"/>
                  <a:pt x="240970" y="67859"/>
                  <a:pt x="239008" y="77141"/>
                </a:cubicBezTo>
                <a:lnTo>
                  <a:pt x="227861" y="130738"/>
                </a:lnTo>
                <a:lnTo>
                  <a:pt x="202266" y="130738"/>
                </a:lnTo>
                <a:lnTo>
                  <a:pt x="213503" y="76957"/>
                </a:lnTo>
                <a:cubicBezTo>
                  <a:pt x="215168" y="68921"/>
                  <a:pt x="216000" y="64132"/>
                  <a:pt x="216000" y="62588"/>
                </a:cubicBezTo>
                <a:cubicBezTo>
                  <a:pt x="216000" y="59323"/>
                  <a:pt x="215034" y="56757"/>
                  <a:pt x="213102" y="54888"/>
                </a:cubicBezTo>
                <a:cubicBezTo>
                  <a:pt x="211169" y="53017"/>
                  <a:pt x="208479" y="52081"/>
                  <a:pt x="205031" y="52081"/>
                </a:cubicBezTo>
                <a:cubicBezTo>
                  <a:pt x="201285" y="52081"/>
                  <a:pt x="197124" y="53657"/>
                  <a:pt x="192546" y="56808"/>
                </a:cubicBezTo>
                <a:cubicBezTo>
                  <a:pt x="187968" y="59959"/>
                  <a:pt x="184371" y="64121"/>
                  <a:pt x="181755" y="69293"/>
                </a:cubicBezTo>
                <a:cubicBezTo>
                  <a:pt x="179852" y="72981"/>
                  <a:pt x="177712" y="80503"/>
                  <a:pt x="175334" y="91858"/>
                </a:cubicBezTo>
                <a:lnTo>
                  <a:pt x="167218" y="130738"/>
                </a:lnTo>
                <a:lnTo>
                  <a:pt x="141624" y="130738"/>
                </a:lnTo>
                <a:lnTo>
                  <a:pt x="161422" y="36029"/>
                </a:lnTo>
                <a:close/>
                <a:moveTo>
                  <a:pt x="288941" y="62783"/>
                </a:moveTo>
                <a:lnTo>
                  <a:pt x="263971" y="60659"/>
                </a:lnTo>
                <a:cubicBezTo>
                  <a:pt x="266825" y="52211"/>
                  <a:pt x="271804" y="45608"/>
                  <a:pt x="278909" y="40850"/>
                </a:cubicBezTo>
                <a:cubicBezTo>
                  <a:pt x="286013" y="36090"/>
                  <a:pt x="295422" y="33710"/>
                  <a:pt x="307134" y="33710"/>
                </a:cubicBezTo>
                <a:cubicBezTo>
                  <a:pt x="319322" y="33710"/>
                  <a:pt x="328329" y="36165"/>
                  <a:pt x="334156" y="41076"/>
                </a:cubicBezTo>
                <a:cubicBezTo>
                  <a:pt x="339982" y="45984"/>
                  <a:pt x="342896" y="51979"/>
                  <a:pt x="342896" y="59060"/>
                </a:cubicBezTo>
                <a:cubicBezTo>
                  <a:pt x="342896" y="61917"/>
                  <a:pt x="342643" y="64953"/>
                  <a:pt x="342137" y="68167"/>
                </a:cubicBezTo>
                <a:cubicBezTo>
                  <a:pt x="341632" y="71379"/>
                  <a:pt x="339863" y="79829"/>
                  <a:pt x="336831" y="93517"/>
                </a:cubicBezTo>
                <a:cubicBezTo>
                  <a:pt x="334334" y="104822"/>
                  <a:pt x="333086" y="112737"/>
                  <a:pt x="333086" y="117261"/>
                </a:cubicBezTo>
                <a:cubicBezTo>
                  <a:pt x="333086" y="121307"/>
                  <a:pt x="333799" y="125800"/>
                  <a:pt x="335226" y="130738"/>
                </a:cubicBezTo>
                <a:lnTo>
                  <a:pt x="310345" y="130738"/>
                </a:lnTo>
                <a:cubicBezTo>
                  <a:pt x="309334" y="127290"/>
                  <a:pt x="308710" y="123723"/>
                  <a:pt x="308472" y="120037"/>
                </a:cubicBezTo>
                <a:cubicBezTo>
                  <a:pt x="304726" y="124198"/>
                  <a:pt x="300416" y="127409"/>
                  <a:pt x="295541" y="129668"/>
                </a:cubicBezTo>
                <a:cubicBezTo>
                  <a:pt x="290666" y="131927"/>
                  <a:pt x="285761" y="133057"/>
                  <a:pt x="280826" y="133057"/>
                </a:cubicBezTo>
                <a:cubicBezTo>
                  <a:pt x="272978" y="133057"/>
                  <a:pt x="266498" y="130482"/>
                  <a:pt x="261385" y="125332"/>
                </a:cubicBezTo>
                <a:cubicBezTo>
                  <a:pt x="256272" y="120181"/>
                  <a:pt x="253715" y="113558"/>
                  <a:pt x="253715" y="105461"/>
                </a:cubicBezTo>
                <a:cubicBezTo>
                  <a:pt x="253715" y="96411"/>
                  <a:pt x="256524" y="89177"/>
                  <a:pt x="262143" y="83760"/>
                </a:cubicBezTo>
                <a:cubicBezTo>
                  <a:pt x="267761" y="78342"/>
                  <a:pt x="277794" y="75067"/>
                  <a:pt x="292241" y="73936"/>
                </a:cubicBezTo>
                <a:cubicBezTo>
                  <a:pt x="304429" y="72923"/>
                  <a:pt x="312574" y="71703"/>
                  <a:pt x="316677" y="70274"/>
                </a:cubicBezTo>
                <a:cubicBezTo>
                  <a:pt x="317747" y="66707"/>
                  <a:pt x="318282" y="63853"/>
                  <a:pt x="318282" y="61713"/>
                </a:cubicBezTo>
                <a:cubicBezTo>
                  <a:pt x="318282" y="58978"/>
                  <a:pt x="317182" y="56689"/>
                  <a:pt x="314982" y="54846"/>
                </a:cubicBezTo>
                <a:cubicBezTo>
                  <a:pt x="312782" y="53003"/>
                  <a:pt x="309512" y="52081"/>
                  <a:pt x="305172" y="52081"/>
                </a:cubicBezTo>
                <a:cubicBezTo>
                  <a:pt x="300594" y="52081"/>
                  <a:pt x="296983" y="53010"/>
                  <a:pt x="294337" y="54868"/>
                </a:cubicBezTo>
                <a:cubicBezTo>
                  <a:pt x="291691" y="56724"/>
                  <a:pt x="289893" y="59362"/>
                  <a:pt x="288941" y="62783"/>
                </a:cubicBezTo>
                <a:moveTo>
                  <a:pt x="313288" y="86505"/>
                </a:moveTo>
                <a:cubicBezTo>
                  <a:pt x="311742" y="86923"/>
                  <a:pt x="309691" y="87310"/>
                  <a:pt x="307134" y="87667"/>
                </a:cubicBezTo>
                <a:cubicBezTo>
                  <a:pt x="294292" y="89218"/>
                  <a:pt x="285909" y="91485"/>
                  <a:pt x="281985" y="94467"/>
                </a:cubicBezTo>
                <a:cubicBezTo>
                  <a:pt x="279191" y="96615"/>
                  <a:pt x="277794" y="99508"/>
                  <a:pt x="277794" y="103148"/>
                </a:cubicBezTo>
                <a:cubicBezTo>
                  <a:pt x="277794" y="106130"/>
                  <a:pt x="278864" y="108650"/>
                  <a:pt x="281004" y="110709"/>
                </a:cubicBezTo>
                <a:cubicBezTo>
                  <a:pt x="283145" y="112766"/>
                  <a:pt x="285969" y="113794"/>
                  <a:pt x="289477" y="113794"/>
                </a:cubicBezTo>
                <a:cubicBezTo>
                  <a:pt x="293341" y="113794"/>
                  <a:pt x="296983" y="112855"/>
                  <a:pt x="300401" y="110976"/>
                </a:cubicBezTo>
                <a:cubicBezTo>
                  <a:pt x="303820" y="109096"/>
                  <a:pt x="306376" y="106680"/>
                  <a:pt x="308071" y="103728"/>
                </a:cubicBezTo>
                <a:cubicBezTo>
                  <a:pt x="309765" y="100776"/>
                  <a:pt x="311266" y="96168"/>
                  <a:pt x="312574" y="89905"/>
                </a:cubicBezTo>
                <a:lnTo>
                  <a:pt x="313288" y="86505"/>
                </a:lnTo>
                <a:close/>
                <a:moveTo>
                  <a:pt x="354231" y="130738"/>
                </a:moveTo>
                <a:lnTo>
                  <a:pt x="381609" y="0"/>
                </a:lnTo>
                <a:lnTo>
                  <a:pt x="407115" y="0"/>
                </a:lnTo>
                <a:lnTo>
                  <a:pt x="379826" y="130738"/>
                </a:lnTo>
                <a:lnTo>
                  <a:pt x="354231" y="1307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y">
            <a:extLst xmlns:a="http://schemas.openxmlformats.org/drawingml/2006/main">
              <a:ext uri="{FF2B5EF4-FFF2-40B4-BE49-F238E27FC236}">
                <a16:creationId xmlns:a16="http://schemas.microsoft.com/office/drawing/2014/main" id="{B22A2581-F12F-4EFB-A6F2-8B5F150E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403" y="3391035"/>
            <a:ext cx="112189" cy="133235"/>
          </a:xfrm>
          <a:custGeom xmlns:a="http://schemas.openxmlformats.org/drawingml/2006/main">
            <a:pathLst>
              <a:path w="112189" h="133235">
                <a:moveTo>
                  <a:pt x="14090" y="0"/>
                </a:moveTo>
                <a:lnTo>
                  <a:pt x="39596" y="0"/>
                </a:lnTo>
                <a:lnTo>
                  <a:pt x="46017" y="47174"/>
                </a:lnTo>
                <a:cubicBezTo>
                  <a:pt x="47622" y="59311"/>
                  <a:pt x="48514" y="67784"/>
                  <a:pt x="48692" y="72593"/>
                </a:cubicBezTo>
                <a:cubicBezTo>
                  <a:pt x="52022" y="62976"/>
                  <a:pt x="56600" y="52780"/>
                  <a:pt x="62426" y="42004"/>
                </a:cubicBezTo>
                <a:lnTo>
                  <a:pt x="85078" y="0"/>
                </a:lnTo>
                <a:lnTo>
                  <a:pt x="112189" y="0"/>
                </a:lnTo>
                <a:lnTo>
                  <a:pt x="53686" y="103984"/>
                </a:lnTo>
                <a:cubicBezTo>
                  <a:pt x="48871" y="112631"/>
                  <a:pt x="45081" y="118684"/>
                  <a:pt x="42316" y="122143"/>
                </a:cubicBezTo>
                <a:cubicBezTo>
                  <a:pt x="39551" y="125603"/>
                  <a:pt x="36222" y="128316"/>
                  <a:pt x="32328" y="130284"/>
                </a:cubicBezTo>
                <a:cubicBezTo>
                  <a:pt x="28434" y="132251"/>
                  <a:pt x="23752" y="133235"/>
                  <a:pt x="18282" y="133235"/>
                </a:cubicBezTo>
                <a:cubicBezTo>
                  <a:pt x="12872" y="133235"/>
                  <a:pt x="6778" y="132280"/>
                  <a:pt x="0" y="130370"/>
                </a:cubicBezTo>
                <a:lnTo>
                  <a:pt x="2230" y="111208"/>
                </a:lnTo>
                <a:cubicBezTo>
                  <a:pt x="5321" y="112100"/>
                  <a:pt x="8323" y="112545"/>
                  <a:pt x="11237" y="112545"/>
                </a:cubicBezTo>
                <a:cubicBezTo>
                  <a:pt x="19085" y="112545"/>
                  <a:pt x="25535" y="106600"/>
                  <a:pt x="30589" y="94709"/>
                </a:cubicBezTo>
                <a:lnTo>
                  <a:pt x="1409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stAgent:">
            <a:extLst xmlns:a="http://schemas.openxmlformats.org/drawingml/2006/main">
              <a:ext uri="{FF2B5EF4-FFF2-40B4-BE49-F238E27FC236}">
                <a16:creationId xmlns:a16="http://schemas.microsoft.com/office/drawing/2014/main" id="{29C9058F-30F8-4973-BF9D-65498069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843" y="3355006"/>
            <a:ext cx="777653" cy="169264"/>
          </a:xfrm>
          <a:custGeom xmlns:a="http://schemas.openxmlformats.org/drawingml/2006/main">
            <a:pathLst>
              <a:path w="777653" h="169264">
                <a:moveTo>
                  <a:pt x="0" y="104188"/>
                </a:moveTo>
                <a:lnTo>
                  <a:pt x="24792" y="100239"/>
                </a:lnTo>
                <a:cubicBezTo>
                  <a:pt x="26992" y="105502"/>
                  <a:pt x="29727" y="109226"/>
                  <a:pt x="32997" y="111411"/>
                </a:cubicBezTo>
                <a:cubicBezTo>
                  <a:pt x="36267" y="113594"/>
                  <a:pt x="40726" y="114686"/>
                  <a:pt x="46374" y="114686"/>
                </a:cubicBezTo>
                <a:cubicBezTo>
                  <a:pt x="52200" y="114686"/>
                  <a:pt x="56867" y="113381"/>
                  <a:pt x="60375" y="110773"/>
                </a:cubicBezTo>
                <a:cubicBezTo>
                  <a:pt x="62813" y="108993"/>
                  <a:pt x="64031" y="106829"/>
                  <a:pt x="64031" y="104280"/>
                </a:cubicBezTo>
                <a:cubicBezTo>
                  <a:pt x="64031" y="102559"/>
                  <a:pt x="63407" y="101013"/>
                  <a:pt x="62159" y="99642"/>
                </a:cubicBezTo>
                <a:cubicBezTo>
                  <a:pt x="60851" y="98332"/>
                  <a:pt x="57313" y="96724"/>
                  <a:pt x="51546" y="94818"/>
                </a:cubicBezTo>
                <a:cubicBezTo>
                  <a:pt x="36088" y="89696"/>
                  <a:pt x="26516" y="85646"/>
                  <a:pt x="22830" y="82670"/>
                </a:cubicBezTo>
                <a:cubicBezTo>
                  <a:pt x="17063" y="78023"/>
                  <a:pt x="14180" y="71948"/>
                  <a:pt x="14180" y="64444"/>
                </a:cubicBezTo>
                <a:cubicBezTo>
                  <a:pt x="14180" y="56940"/>
                  <a:pt x="16974" y="50477"/>
                  <a:pt x="22563" y="45056"/>
                </a:cubicBezTo>
                <a:cubicBezTo>
                  <a:pt x="30351" y="37492"/>
                  <a:pt x="41915" y="33710"/>
                  <a:pt x="57254" y="33710"/>
                </a:cubicBezTo>
                <a:cubicBezTo>
                  <a:pt x="69442" y="33710"/>
                  <a:pt x="78657" y="35940"/>
                  <a:pt x="84900" y="40399"/>
                </a:cubicBezTo>
                <a:cubicBezTo>
                  <a:pt x="91142" y="44858"/>
                  <a:pt x="95096" y="50892"/>
                  <a:pt x="96761" y="58502"/>
                </a:cubicBezTo>
                <a:lnTo>
                  <a:pt x="73128" y="62605"/>
                </a:lnTo>
                <a:cubicBezTo>
                  <a:pt x="71879" y="59156"/>
                  <a:pt x="69858" y="56570"/>
                  <a:pt x="67064" y="54846"/>
                </a:cubicBezTo>
                <a:cubicBezTo>
                  <a:pt x="63258" y="52527"/>
                  <a:pt x="58681" y="51368"/>
                  <a:pt x="53330" y="51368"/>
                </a:cubicBezTo>
                <a:cubicBezTo>
                  <a:pt x="47979" y="51368"/>
                  <a:pt x="44129" y="52263"/>
                  <a:pt x="41781" y="54054"/>
                </a:cubicBezTo>
                <a:cubicBezTo>
                  <a:pt x="39433" y="55845"/>
                  <a:pt x="38258" y="57906"/>
                  <a:pt x="38258" y="60236"/>
                </a:cubicBezTo>
                <a:cubicBezTo>
                  <a:pt x="38258" y="62623"/>
                  <a:pt x="39447" y="64592"/>
                  <a:pt x="41826" y="66141"/>
                </a:cubicBezTo>
                <a:cubicBezTo>
                  <a:pt x="43312" y="67094"/>
                  <a:pt x="48098" y="68762"/>
                  <a:pt x="56184" y="71144"/>
                </a:cubicBezTo>
                <a:cubicBezTo>
                  <a:pt x="68669" y="74778"/>
                  <a:pt x="77022" y="78351"/>
                  <a:pt x="81243" y="81865"/>
                </a:cubicBezTo>
                <a:cubicBezTo>
                  <a:pt x="87189" y="86809"/>
                  <a:pt x="90161" y="92765"/>
                  <a:pt x="90161" y="99734"/>
                </a:cubicBezTo>
                <a:cubicBezTo>
                  <a:pt x="90161" y="108726"/>
                  <a:pt x="86386" y="116529"/>
                  <a:pt x="78835" y="123141"/>
                </a:cubicBezTo>
                <a:cubicBezTo>
                  <a:pt x="71285" y="129752"/>
                  <a:pt x="60643" y="133057"/>
                  <a:pt x="46909" y="133057"/>
                </a:cubicBezTo>
                <a:cubicBezTo>
                  <a:pt x="33234" y="133057"/>
                  <a:pt x="22667" y="130532"/>
                  <a:pt x="15205" y="125482"/>
                </a:cubicBezTo>
                <a:cubicBezTo>
                  <a:pt x="7744" y="120430"/>
                  <a:pt x="2675" y="113332"/>
                  <a:pt x="0" y="104188"/>
                </a:cubicBezTo>
                <a:close/>
                <a:moveTo>
                  <a:pt x="111305" y="55113"/>
                </a:moveTo>
                <a:lnTo>
                  <a:pt x="115229" y="36029"/>
                </a:lnTo>
                <a:lnTo>
                  <a:pt x="127820" y="36029"/>
                </a:lnTo>
                <a:lnTo>
                  <a:pt x="130930" y="20868"/>
                </a:lnTo>
                <a:lnTo>
                  <a:pt x="160176" y="3210"/>
                </a:lnTo>
                <a:lnTo>
                  <a:pt x="153415" y="36029"/>
                </a:lnTo>
                <a:lnTo>
                  <a:pt x="168915" y="36029"/>
                </a:lnTo>
                <a:lnTo>
                  <a:pt x="164991" y="55113"/>
                </a:lnTo>
                <a:lnTo>
                  <a:pt x="149482" y="55113"/>
                </a:lnTo>
                <a:lnTo>
                  <a:pt x="141002" y="94810"/>
                </a:lnTo>
                <a:cubicBezTo>
                  <a:pt x="139515" y="101994"/>
                  <a:pt x="138772" y="106091"/>
                  <a:pt x="138772" y="107100"/>
                </a:cubicBezTo>
                <a:cubicBezTo>
                  <a:pt x="138772" y="109064"/>
                  <a:pt x="139397" y="110596"/>
                  <a:pt x="140645" y="111698"/>
                </a:cubicBezTo>
                <a:cubicBezTo>
                  <a:pt x="141894" y="112798"/>
                  <a:pt x="144153" y="113348"/>
                  <a:pt x="147423" y="113348"/>
                </a:cubicBezTo>
                <a:cubicBezTo>
                  <a:pt x="148552" y="113348"/>
                  <a:pt x="151376" y="113140"/>
                  <a:pt x="155895" y="112724"/>
                </a:cubicBezTo>
                <a:lnTo>
                  <a:pt x="151882" y="131719"/>
                </a:lnTo>
                <a:cubicBezTo>
                  <a:pt x="147482" y="132611"/>
                  <a:pt x="142964" y="133057"/>
                  <a:pt x="138326" y="133057"/>
                </a:cubicBezTo>
                <a:cubicBezTo>
                  <a:pt x="129289" y="133057"/>
                  <a:pt x="122720" y="131310"/>
                  <a:pt x="118618" y="127818"/>
                </a:cubicBezTo>
                <a:cubicBezTo>
                  <a:pt x="114515" y="124323"/>
                  <a:pt x="112464" y="119470"/>
                  <a:pt x="112464" y="113259"/>
                </a:cubicBezTo>
                <a:cubicBezTo>
                  <a:pt x="112464" y="110346"/>
                  <a:pt x="113564" y="103626"/>
                  <a:pt x="115764" y="93101"/>
                </a:cubicBezTo>
                <a:lnTo>
                  <a:pt x="124027" y="55113"/>
                </a:lnTo>
                <a:lnTo>
                  <a:pt x="111305" y="55113"/>
                </a:lnTo>
                <a:close/>
                <a:moveTo>
                  <a:pt x="295458" y="101844"/>
                </a:moveTo>
                <a:lnTo>
                  <a:pt x="243644" y="101844"/>
                </a:lnTo>
                <a:lnTo>
                  <a:pt x="227948" y="130738"/>
                </a:lnTo>
                <a:lnTo>
                  <a:pt x="200302" y="130738"/>
                </a:lnTo>
                <a:lnTo>
                  <a:pt x="274233" y="0"/>
                </a:lnTo>
                <a:lnTo>
                  <a:pt x="304108" y="0"/>
                </a:lnTo>
                <a:lnTo>
                  <a:pt x="325333" y="130738"/>
                </a:lnTo>
                <a:lnTo>
                  <a:pt x="299828" y="130738"/>
                </a:lnTo>
                <a:lnTo>
                  <a:pt x="295458" y="101844"/>
                </a:lnTo>
                <a:moveTo>
                  <a:pt x="292158" y="79905"/>
                </a:moveTo>
                <a:lnTo>
                  <a:pt x="284578" y="27468"/>
                </a:lnTo>
                <a:lnTo>
                  <a:pt x="253008" y="79905"/>
                </a:lnTo>
                <a:lnTo>
                  <a:pt x="292158" y="79905"/>
                </a:lnTo>
                <a:close/>
                <a:moveTo>
                  <a:pt x="340232" y="135732"/>
                </a:moveTo>
                <a:lnTo>
                  <a:pt x="367253" y="139656"/>
                </a:lnTo>
                <a:cubicBezTo>
                  <a:pt x="367253" y="142391"/>
                  <a:pt x="367699" y="144457"/>
                  <a:pt x="368591" y="145854"/>
                </a:cubicBezTo>
                <a:cubicBezTo>
                  <a:pt x="369483" y="147251"/>
                  <a:pt x="370925" y="148440"/>
                  <a:pt x="372916" y="149421"/>
                </a:cubicBezTo>
                <a:cubicBezTo>
                  <a:pt x="374908" y="150402"/>
                  <a:pt x="377628" y="150893"/>
                  <a:pt x="381076" y="150893"/>
                </a:cubicBezTo>
                <a:cubicBezTo>
                  <a:pt x="386486" y="150893"/>
                  <a:pt x="390827" y="149822"/>
                  <a:pt x="394097" y="147680"/>
                </a:cubicBezTo>
                <a:cubicBezTo>
                  <a:pt x="396534" y="146013"/>
                  <a:pt x="398526" y="143334"/>
                  <a:pt x="400072" y="139642"/>
                </a:cubicBezTo>
                <a:cubicBezTo>
                  <a:pt x="401023" y="137322"/>
                  <a:pt x="402242" y="132263"/>
                  <a:pt x="403728" y="124465"/>
                </a:cubicBezTo>
                <a:lnTo>
                  <a:pt x="404620" y="120037"/>
                </a:lnTo>
                <a:cubicBezTo>
                  <a:pt x="395761" y="127409"/>
                  <a:pt x="386605" y="131095"/>
                  <a:pt x="377152" y="131095"/>
                </a:cubicBezTo>
                <a:cubicBezTo>
                  <a:pt x="367878" y="131095"/>
                  <a:pt x="360267" y="127822"/>
                  <a:pt x="354322" y="121277"/>
                </a:cubicBezTo>
                <a:cubicBezTo>
                  <a:pt x="348377" y="114731"/>
                  <a:pt x="345404" y="105150"/>
                  <a:pt x="345404" y="92533"/>
                </a:cubicBezTo>
                <a:cubicBezTo>
                  <a:pt x="345404" y="81406"/>
                  <a:pt x="347426" y="71201"/>
                  <a:pt x="351468" y="61919"/>
                </a:cubicBezTo>
                <a:cubicBezTo>
                  <a:pt x="355511" y="52635"/>
                  <a:pt x="361189" y="45613"/>
                  <a:pt x="368502" y="40853"/>
                </a:cubicBezTo>
                <a:cubicBezTo>
                  <a:pt x="375815" y="36091"/>
                  <a:pt x="383276" y="33710"/>
                  <a:pt x="390886" y="33710"/>
                </a:cubicBezTo>
                <a:cubicBezTo>
                  <a:pt x="397188" y="33710"/>
                  <a:pt x="402955" y="35380"/>
                  <a:pt x="408187" y="38721"/>
                </a:cubicBezTo>
                <a:cubicBezTo>
                  <a:pt x="413419" y="42061"/>
                  <a:pt x="417491" y="46744"/>
                  <a:pt x="420405" y="52770"/>
                </a:cubicBezTo>
                <a:lnTo>
                  <a:pt x="423972" y="36029"/>
                </a:lnTo>
                <a:lnTo>
                  <a:pt x="447961" y="36029"/>
                </a:lnTo>
                <a:lnTo>
                  <a:pt x="431552" y="114872"/>
                </a:lnTo>
                <a:cubicBezTo>
                  <a:pt x="428877" y="127575"/>
                  <a:pt x="426618" y="136640"/>
                  <a:pt x="424775" y="142067"/>
                </a:cubicBezTo>
                <a:cubicBezTo>
                  <a:pt x="422931" y="147496"/>
                  <a:pt x="420821" y="151820"/>
                  <a:pt x="418443" y="155040"/>
                </a:cubicBezTo>
                <a:cubicBezTo>
                  <a:pt x="416065" y="158260"/>
                  <a:pt x="413062" y="160958"/>
                  <a:pt x="409436" y="163136"/>
                </a:cubicBezTo>
                <a:cubicBezTo>
                  <a:pt x="405809" y="165313"/>
                  <a:pt x="401528" y="166878"/>
                  <a:pt x="396594" y="167832"/>
                </a:cubicBezTo>
                <a:cubicBezTo>
                  <a:pt x="391659" y="168787"/>
                  <a:pt x="386308" y="169264"/>
                  <a:pt x="380541" y="169264"/>
                </a:cubicBezTo>
                <a:cubicBezTo>
                  <a:pt x="367164" y="169264"/>
                  <a:pt x="357057" y="166969"/>
                  <a:pt x="350220" y="162378"/>
                </a:cubicBezTo>
                <a:cubicBezTo>
                  <a:pt x="343383" y="157789"/>
                  <a:pt x="339964" y="150159"/>
                  <a:pt x="339964" y="139489"/>
                </a:cubicBezTo>
                <a:cubicBezTo>
                  <a:pt x="339964" y="138356"/>
                  <a:pt x="340053" y="137103"/>
                  <a:pt x="340232" y="135732"/>
                </a:cubicBezTo>
                <a:moveTo>
                  <a:pt x="370375" y="89927"/>
                </a:moveTo>
                <a:cubicBezTo>
                  <a:pt x="370375" y="97110"/>
                  <a:pt x="371995" y="102586"/>
                  <a:pt x="375235" y="106356"/>
                </a:cubicBezTo>
                <a:cubicBezTo>
                  <a:pt x="378475" y="110125"/>
                  <a:pt x="382533" y="112010"/>
                  <a:pt x="387408" y="112010"/>
                </a:cubicBezTo>
                <a:cubicBezTo>
                  <a:pt x="391867" y="112010"/>
                  <a:pt x="396192" y="110319"/>
                  <a:pt x="400384" y="106935"/>
                </a:cubicBezTo>
                <a:cubicBezTo>
                  <a:pt x="404575" y="103550"/>
                  <a:pt x="407786" y="98741"/>
                  <a:pt x="410015" y="92508"/>
                </a:cubicBezTo>
                <a:cubicBezTo>
                  <a:pt x="412245" y="86274"/>
                  <a:pt x="413359" y="80249"/>
                  <a:pt x="413359" y="74432"/>
                </a:cubicBezTo>
                <a:cubicBezTo>
                  <a:pt x="413359" y="67723"/>
                  <a:pt x="411546" y="62321"/>
                  <a:pt x="407919" y="58226"/>
                </a:cubicBezTo>
                <a:cubicBezTo>
                  <a:pt x="404293" y="54130"/>
                  <a:pt x="400101" y="52081"/>
                  <a:pt x="395345" y="52081"/>
                </a:cubicBezTo>
                <a:cubicBezTo>
                  <a:pt x="390767" y="52081"/>
                  <a:pt x="386561" y="53892"/>
                  <a:pt x="382726" y="57513"/>
                </a:cubicBezTo>
                <a:cubicBezTo>
                  <a:pt x="378891" y="61134"/>
                  <a:pt x="375725" y="66714"/>
                  <a:pt x="373228" y="74254"/>
                </a:cubicBezTo>
                <a:cubicBezTo>
                  <a:pt x="371326" y="80073"/>
                  <a:pt x="370375" y="85297"/>
                  <a:pt x="370375" y="89927"/>
                </a:cubicBezTo>
                <a:close/>
                <a:moveTo>
                  <a:pt x="545338" y="91321"/>
                </a:moveTo>
                <a:lnTo>
                  <a:pt x="481128" y="91321"/>
                </a:lnTo>
                <a:cubicBezTo>
                  <a:pt x="481068" y="92331"/>
                  <a:pt x="481039" y="93104"/>
                  <a:pt x="481039" y="93639"/>
                </a:cubicBezTo>
                <a:cubicBezTo>
                  <a:pt x="481039" y="99941"/>
                  <a:pt x="482837" y="105025"/>
                  <a:pt x="486434" y="108889"/>
                </a:cubicBezTo>
                <a:cubicBezTo>
                  <a:pt x="490031" y="112754"/>
                  <a:pt x="494416" y="114686"/>
                  <a:pt x="499588" y="114686"/>
                </a:cubicBezTo>
                <a:cubicBezTo>
                  <a:pt x="508090" y="114686"/>
                  <a:pt x="514719" y="110286"/>
                  <a:pt x="519475" y="101487"/>
                </a:cubicBezTo>
                <a:lnTo>
                  <a:pt x="542395" y="105411"/>
                </a:lnTo>
                <a:cubicBezTo>
                  <a:pt x="537936" y="114626"/>
                  <a:pt x="531975" y="121538"/>
                  <a:pt x="524514" y="126145"/>
                </a:cubicBezTo>
                <a:cubicBezTo>
                  <a:pt x="517053" y="130753"/>
                  <a:pt x="508685" y="133057"/>
                  <a:pt x="499410" y="133057"/>
                </a:cubicBezTo>
                <a:cubicBezTo>
                  <a:pt x="486687" y="133057"/>
                  <a:pt x="476342" y="129021"/>
                  <a:pt x="468375" y="120951"/>
                </a:cubicBezTo>
                <a:cubicBezTo>
                  <a:pt x="460408" y="112880"/>
                  <a:pt x="456425" y="102204"/>
                  <a:pt x="456425" y="88924"/>
                </a:cubicBezTo>
                <a:cubicBezTo>
                  <a:pt x="456425" y="75939"/>
                  <a:pt x="460022" y="64383"/>
                  <a:pt x="467216" y="54258"/>
                </a:cubicBezTo>
                <a:cubicBezTo>
                  <a:pt x="477026" y="40559"/>
                  <a:pt x="491027" y="33710"/>
                  <a:pt x="509220" y="33710"/>
                </a:cubicBezTo>
                <a:cubicBezTo>
                  <a:pt x="520813" y="33710"/>
                  <a:pt x="530028" y="37298"/>
                  <a:pt x="536866" y="44473"/>
                </a:cubicBezTo>
                <a:cubicBezTo>
                  <a:pt x="543703" y="51648"/>
                  <a:pt x="547121" y="61697"/>
                  <a:pt x="547121" y="74619"/>
                </a:cubicBezTo>
                <a:cubicBezTo>
                  <a:pt x="547121" y="80811"/>
                  <a:pt x="546527" y="86378"/>
                  <a:pt x="545338" y="91321"/>
                </a:cubicBezTo>
                <a:moveTo>
                  <a:pt x="523756" y="75625"/>
                </a:moveTo>
                <a:cubicBezTo>
                  <a:pt x="523816" y="74499"/>
                  <a:pt x="523845" y="73641"/>
                  <a:pt x="523845" y="73050"/>
                </a:cubicBezTo>
                <a:cubicBezTo>
                  <a:pt x="523845" y="66060"/>
                  <a:pt x="522270" y="60818"/>
                  <a:pt x="519119" y="57323"/>
                </a:cubicBezTo>
                <a:cubicBezTo>
                  <a:pt x="515968" y="53829"/>
                  <a:pt x="511746" y="52081"/>
                  <a:pt x="506455" y="52081"/>
                </a:cubicBezTo>
                <a:cubicBezTo>
                  <a:pt x="501164" y="52081"/>
                  <a:pt x="496422" y="54066"/>
                  <a:pt x="492231" y="58034"/>
                </a:cubicBezTo>
                <a:cubicBezTo>
                  <a:pt x="488039" y="62003"/>
                  <a:pt x="485200" y="67866"/>
                  <a:pt x="483714" y="75625"/>
                </a:cubicBezTo>
                <a:lnTo>
                  <a:pt x="523756" y="75625"/>
                </a:lnTo>
                <a:close/>
                <a:moveTo>
                  <a:pt x="574866" y="36029"/>
                </a:moveTo>
                <a:lnTo>
                  <a:pt x="599123" y="36029"/>
                </a:lnTo>
                <a:lnTo>
                  <a:pt x="596626" y="48355"/>
                </a:lnTo>
                <a:cubicBezTo>
                  <a:pt x="602690" y="43084"/>
                  <a:pt x="608353" y="39326"/>
                  <a:pt x="613615" y="37079"/>
                </a:cubicBezTo>
                <a:cubicBezTo>
                  <a:pt x="618877" y="34833"/>
                  <a:pt x="624421" y="33710"/>
                  <a:pt x="630247" y="33710"/>
                </a:cubicBezTo>
                <a:cubicBezTo>
                  <a:pt x="638035" y="33710"/>
                  <a:pt x="644174" y="35947"/>
                  <a:pt x="648663" y="40421"/>
                </a:cubicBezTo>
                <a:cubicBezTo>
                  <a:pt x="653152" y="44895"/>
                  <a:pt x="655396" y="50831"/>
                  <a:pt x="655396" y="58229"/>
                </a:cubicBezTo>
                <a:cubicBezTo>
                  <a:pt x="655396" y="61555"/>
                  <a:pt x="654415" y="67859"/>
                  <a:pt x="652453" y="77141"/>
                </a:cubicBezTo>
                <a:lnTo>
                  <a:pt x="641305" y="130738"/>
                </a:lnTo>
                <a:lnTo>
                  <a:pt x="615711" y="130738"/>
                </a:lnTo>
                <a:lnTo>
                  <a:pt x="626947" y="76957"/>
                </a:lnTo>
                <a:cubicBezTo>
                  <a:pt x="628612" y="68921"/>
                  <a:pt x="629444" y="64132"/>
                  <a:pt x="629444" y="62588"/>
                </a:cubicBezTo>
                <a:cubicBezTo>
                  <a:pt x="629444" y="59323"/>
                  <a:pt x="628478" y="56757"/>
                  <a:pt x="626546" y="54888"/>
                </a:cubicBezTo>
                <a:cubicBezTo>
                  <a:pt x="624614" y="53017"/>
                  <a:pt x="621924" y="52081"/>
                  <a:pt x="618475" y="52081"/>
                </a:cubicBezTo>
                <a:cubicBezTo>
                  <a:pt x="614730" y="52081"/>
                  <a:pt x="610568" y="53657"/>
                  <a:pt x="605990" y="56808"/>
                </a:cubicBezTo>
                <a:cubicBezTo>
                  <a:pt x="601412" y="59959"/>
                  <a:pt x="597815" y="64121"/>
                  <a:pt x="595199" y="69293"/>
                </a:cubicBezTo>
                <a:cubicBezTo>
                  <a:pt x="593297" y="72981"/>
                  <a:pt x="591156" y="80503"/>
                  <a:pt x="588778" y="91858"/>
                </a:cubicBezTo>
                <a:lnTo>
                  <a:pt x="580663" y="130738"/>
                </a:lnTo>
                <a:lnTo>
                  <a:pt x="555068" y="130738"/>
                </a:lnTo>
                <a:lnTo>
                  <a:pt x="574866" y="36029"/>
                </a:lnTo>
                <a:close/>
                <a:moveTo>
                  <a:pt x="672690" y="55113"/>
                </a:moveTo>
                <a:lnTo>
                  <a:pt x="676614" y="36029"/>
                </a:lnTo>
                <a:lnTo>
                  <a:pt x="689205" y="36029"/>
                </a:lnTo>
                <a:lnTo>
                  <a:pt x="692315" y="20868"/>
                </a:lnTo>
                <a:lnTo>
                  <a:pt x="721561" y="3210"/>
                </a:lnTo>
                <a:lnTo>
                  <a:pt x="714800" y="36029"/>
                </a:lnTo>
                <a:lnTo>
                  <a:pt x="730300" y="36029"/>
                </a:lnTo>
                <a:lnTo>
                  <a:pt x="726376" y="55113"/>
                </a:lnTo>
                <a:lnTo>
                  <a:pt x="710867" y="55113"/>
                </a:lnTo>
                <a:lnTo>
                  <a:pt x="702387" y="94810"/>
                </a:lnTo>
                <a:cubicBezTo>
                  <a:pt x="700900" y="101994"/>
                  <a:pt x="700157" y="106091"/>
                  <a:pt x="700157" y="107100"/>
                </a:cubicBezTo>
                <a:cubicBezTo>
                  <a:pt x="700157" y="109064"/>
                  <a:pt x="700782" y="110596"/>
                  <a:pt x="702030" y="111698"/>
                </a:cubicBezTo>
                <a:cubicBezTo>
                  <a:pt x="703279" y="112798"/>
                  <a:pt x="705538" y="113348"/>
                  <a:pt x="708808" y="113348"/>
                </a:cubicBezTo>
                <a:cubicBezTo>
                  <a:pt x="709937" y="113348"/>
                  <a:pt x="712761" y="113140"/>
                  <a:pt x="717280" y="112724"/>
                </a:cubicBezTo>
                <a:lnTo>
                  <a:pt x="713267" y="131719"/>
                </a:lnTo>
                <a:cubicBezTo>
                  <a:pt x="708867" y="132611"/>
                  <a:pt x="704349" y="133057"/>
                  <a:pt x="699711" y="133057"/>
                </a:cubicBezTo>
                <a:cubicBezTo>
                  <a:pt x="690674" y="133057"/>
                  <a:pt x="684105" y="131310"/>
                  <a:pt x="680003" y="127818"/>
                </a:cubicBezTo>
                <a:cubicBezTo>
                  <a:pt x="675900" y="124323"/>
                  <a:pt x="673849" y="119470"/>
                  <a:pt x="673849" y="113259"/>
                </a:cubicBezTo>
                <a:cubicBezTo>
                  <a:pt x="673849" y="110346"/>
                  <a:pt x="674949" y="103626"/>
                  <a:pt x="677149" y="93101"/>
                </a:cubicBezTo>
                <a:lnTo>
                  <a:pt x="685412" y="55113"/>
                </a:lnTo>
                <a:lnTo>
                  <a:pt x="672690" y="55113"/>
                </a:lnTo>
                <a:close/>
                <a:moveTo>
                  <a:pt x="752415" y="36029"/>
                </a:moveTo>
                <a:lnTo>
                  <a:pt x="777653" y="36029"/>
                </a:lnTo>
                <a:lnTo>
                  <a:pt x="772480" y="60821"/>
                </a:lnTo>
                <a:lnTo>
                  <a:pt x="747242" y="60821"/>
                </a:lnTo>
                <a:lnTo>
                  <a:pt x="752415" y="36029"/>
                </a:lnTo>
                <a:moveTo>
                  <a:pt x="737789" y="105946"/>
                </a:moveTo>
                <a:lnTo>
                  <a:pt x="763116" y="105946"/>
                </a:lnTo>
                <a:lnTo>
                  <a:pt x="757944" y="130738"/>
                </a:lnTo>
                <a:lnTo>
                  <a:pt x="732617" y="130738"/>
                </a:lnTo>
                <a:lnTo>
                  <a:pt x="737789" y="105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“SuspectInnocent.”">
            <a:extLst xmlns:a="http://schemas.openxmlformats.org/drawingml/2006/main">
              <a:ext uri="{FF2B5EF4-FFF2-40B4-BE49-F238E27FC236}">
                <a16:creationId xmlns:a16="http://schemas.microsoft.com/office/drawing/2014/main" id="{3C5643BF-F9BF-4FC9-BBFC-410ED294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292" y="3569403"/>
            <a:ext cx="1744881" cy="169264"/>
          </a:xfrm>
          <a:custGeom xmlns:a="http://schemas.openxmlformats.org/drawingml/2006/main">
            <a:pathLst>
              <a:path w="1744881" h="169264">
                <a:moveTo>
                  <a:pt x="68847" y="54043"/>
                </a:moveTo>
                <a:lnTo>
                  <a:pt x="43074" y="54043"/>
                </a:lnTo>
                <a:lnTo>
                  <a:pt x="47266" y="33551"/>
                </a:lnTo>
                <a:cubicBezTo>
                  <a:pt x="49763" y="21681"/>
                  <a:pt x="53701" y="13285"/>
                  <a:pt x="59082" y="8363"/>
                </a:cubicBezTo>
                <a:cubicBezTo>
                  <a:pt x="64462" y="3442"/>
                  <a:pt x="71433" y="892"/>
                  <a:pt x="79995" y="713"/>
                </a:cubicBezTo>
                <a:lnTo>
                  <a:pt x="77498" y="12664"/>
                </a:lnTo>
                <a:cubicBezTo>
                  <a:pt x="73217" y="13674"/>
                  <a:pt x="69917" y="15398"/>
                  <a:pt x="67599" y="17836"/>
                </a:cubicBezTo>
                <a:cubicBezTo>
                  <a:pt x="65280" y="20274"/>
                  <a:pt x="63496" y="24079"/>
                  <a:pt x="62248" y="29251"/>
                </a:cubicBezTo>
                <a:lnTo>
                  <a:pt x="74020" y="29251"/>
                </a:lnTo>
                <a:lnTo>
                  <a:pt x="68847" y="54043"/>
                </a:lnTo>
                <a:moveTo>
                  <a:pt x="25862" y="54043"/>
                </a:moveTo>
                <a:lnTo>
                  <a:pt x="0" y="54043"/>
                </a:lnTo>
                <a:lnTo>
                  <a:pt x="4281" y="33551"/>
                </a:lnTo>
                <a:cubicBezTo>
                  <a:pt x="6778" y="21681"/>
                  <a:pt x="10702" y="13285"/>
                  <a:pt x="16052" y="8363"/>
                </a:cubicBezTo>
                <a:cubicBezTo>
                  <a:pt x="21403" y="3442"/>
                  <a:pt x="28359" y="892"/>
                  <a:pt x="36921" y="713"/>
                </a:cubicBezTo>
                <a:lnTo>
                  <a:pt x="34424" y="12664"/>
                </a:lnTo>
                <a:cubicBezTo>
                  <a:pt x="30143" y="13674"/>
                  <a:pt x="26843" y="15398"/>
                  <a:pt x="24525" y="17836"/>
                </a:cubicBezTo>
                <a:cubicBezTo>
                  <a:pt x="22206" y="20274"/>
                  <a:pt x="20452" y="24079"/>
                  <a:pt x="19263" y="29251"/>
                </a:cubicBezTo>
                <a:lnTo>
                  <a:pt x="31035" y="29251"/>
                </a:lnTo>
                <a:lnTo>
                  <a:pt x="25862" y="54043"/>
                </a:lnTo>
                <a:close/>
                <a:moveTo>
                  <a:pt x="80083" y="90702"/>
                </a:moveTo>
                <a:lnTo>
                  <a:pt x="105678" y="89359"/>
                </a:lnTo>
                <a:cubicBezTo>
                  <a:pt x="106035" y="97535"/>
                  <a:pt x="107432" y="103056"/>
                  <a:pt x="109869" y="105921"/>
                </a:cubicBezTo>
                <a:cubicBezTo>
                  <a:pt x="113793" y="110575"/>
                  <a:pt x="121047" y="112902"/>
                  <a:pt x="131629" y="112902"/>
                </a:cubicBezTo>
                <a:cubicBezTo>
                  <a:pt x="140429" y="112902"/>
                  <a:pt x="146790" y="111325"/>
                  <a:pt x="150714" y="108170"/>
                </a:cubicBezTo>
                <a:cubicBezTo>
                  <a:pt x="154638" y="105013"/>
                  <a:pt x="156600" y="101202"/>
                  <a:pt x="156600" y="96735"/>
                </a:cubicBezTo>
                <a:cubicBezTo>
                  <a:pt x="156600" y="92865"/>
                  <a:pt x="154995" y="89590"/>
                  <a:pt x="151784" y="86909"/>
                </a:cubicBezTo>
                <a:cubicBezTo>
                  <a:pt x="149525" y="84945"/>
                  <a:pt x="143327" y="81760"/>
                  <a:pt x="133190" y="77353"/>
                </a:cubicBezTo>
                <a:cubicBezTo>
                  <a:pt x="123053" y="72946"/>
                  <a:pt x="115651" y="69269"/>
                  <a:pt x="110984" y="66322"/>
                </a:cubicBezTo>
                <a:cubicBezTo>
                  <a:pt x="106317" y="63374"/>
                  <a:pt x="102646" y="59547"/>
                  <a:pt x="99970" y="54843"/>
                </a:cubicBezTo>
                <a:cubicBezTo>
                  <a:pt x="97295" y="50139"/>
                  <a:pt x="95957" y="44631"/>
                  <a:pt x="95957" y="38320"/>
                </a:cubicBezTo>
                <a:cubicBezTo>
                  <a:pt x="95957" y="27302"/>
                  <a:pt x="99941" y="18161"/>
                  <a:pt x="107908" y="10897"/>
                </a:cubicBezTo>
                <a:cubicBezTo>
                  <a:pt x="115874" y="3632"/>
                  <a:pt x="127408" y="0"/>
                  <a:pt x="142509" y="0"/>
                </a:cubicBezTo>
                <a:cubicBezTo>
                  <a:pt x="157848" y="0"/>
                  <a:pt x="169724" y="3613"/>
                  <a:pt x="178137" y="10838"/>
                </a:cubicBezTo>
                <a:cubicBezTo>
                  <a:pt x="186550" y="18064"/>
                  <a:pt x="191172" y="27677"/>
                  <a:pt x="192004" y="39680"/>
                </a:cubicBezTo>
                <a:lnTo>
                  <a:pt x="166231" y="40845"/>
                </a:lnTo>
                <a:cubicBezTo>
                  <a:pt x="165577" y="34574"/>
                  <a:pt x="163318" y="29767"/>
                  <a:pt x="159454" y="26422"/>
                </a:cubicBezTo>
                <a:cubicBezTo>
                  <a:pt x="155589" y="23076"/>
                  <a:pt x="149882" y="21403"/>
                  <a:pt x="142331" y="21403"/>
                </a:cubicBezTo>
                <a:cubicBezTo>
                  <a:pt x="134899" y="21403"/>
                  <a:pt x="129593" y="22712"/>
                  <a:pt x="126412" y="25330"/>
                </a:cubicBezTo>
                <a:cubicBezTo>
                  <a:pt x="123232" y="27948"/>
                  <a:pt x="121641" y="31250"/>
                  <a:pt x="121641" y="35237"/>
                </a:cubicBezTo>
                <a:cubicBezTo>
                  <a:pt x="121641" y="38985"/>
                  <a:pt x="123098" y="42078"/>
                  <a:pt x="126011" y="44518"/>
                </a:cubicBezTo>
                <a:cubicBezTo>
                  <a:pt x="128924" y="47018"/>
                  <a:pt x="135375" y="50440"/>
                  <a:pt x="145363" y="54782"/>
                </a:cubicBezTo>
                <a:cubicBezTo>
                  <a:pt x="160405" y="61268"/>
                  <a:pt x="169977" y="66534"/>
                  <a:pt x="174079" y="70581"/>
                </a:cubicBezTo>
                <a:cubicBezTo>
                  <a:pt x="180203" y="76530"/>
                  <a:pt x="183265" y="84175"/>
                  <a:pt x="183265" y="93517"/>
                </a:cubicBezTo>
                <a:cubicBezTo>
                  <a:pt x="183265" y="105060"/>
                  <a:pt x="178702" y="114923"/>
                  <a:pt x="169576" y="123105"/>
                </a:cubicBezTo>
                <a:cubicBezTo>
                  <a:pt x="160450" y="131285"/>
                  <a:pt x="147741" y="135376"/>
                  <a:pt x="131451" y="135376"/>
                </a:cubicBezTo>
                <a:cubicBezTo>
                  <a:pt x="120214" y="135376"/>
                  <a:pt x="110479" y="133484"/>
                  <a:pt x="102245" y="129701"/>
                </a:cubicBezTo>
                <a:cubicBezTo>
                  <a:pt x="94010" y="125919"/>
                  <a:pt x="88199" y="120663"/>
                  <a:pt x="84810" y="113933"/>
                </a:cubicBezTo>
                <a:cubicBezTo>
                  <a:pt x="81421" y="107202"/>
                  <a:pt x="79845" y="99458"/>
                  <a:pt x="80083" y="90702"/>
                </a:cubicBezTo>
                <a:close/>
                <a:moveTo>
                  <a:pt x="217244" y="38347"/>
                </a:moveTo>
                <a:lnTo>
                  <a:pt x="242839" y="38347"/>
                </a:lnTo>
                <a:lnTo>
                  <a:pt x="231156" y="94442"/>
                </a:lnTo>
                <a:cubicBezTo>
                  <a:pt x="229729" y="101160"/>
                  <a:pt x="229016" y="105352"/>
                  <a:pt x="229016" y="107016"/>
                </a:cubicBezTo>
                <a:cubicBezTo>
                  <a:pt x="229016" y="109751"/>
                  <a:pt x="230026" y="112100"/>
                  <a:pt x="232048" y="114061"/>
                </a:cubicBezTo>
                <a:cubicBezTo>
                  <a:pt x="234069" y="116023"/>
                  <a:pt x="236655" y="117004"/>
                  <a:pt x="239806" y="117004"/>
                </a:cubicBezTo>
                <a:cubicBezTo>
                  <a:pt x="242066" y="117004"/>
                  <a:pt x="244295" y="116574"/>
                  <a:pt x="246495" y="115714"/>
                </a:cubicBezTo>
                <a:cubicBezTo>
                  <a:pt x="248695" y="114852"/>
                  <a:pt x="250954" y="113545"/>
                  <a:pt x="253273" y="111793"/>
                </a:cubicBezTo>
                <a:cubicBezTo>
                  <a:pt x="255591" y="110039"/>
                  <a:pt x="257672" y="108033"/>
                  <a:pt x="259515" y="105776"/>
                </a:cubicBezTo>
                <a:cubicBezTo>
                  <a:pt x="261358" y="103519"/>
                  <a:pt x="263082" y="100549"/>
                  <a:pt x="264688" y="96866"/>
                </a:cubicBezTo>
                <a:cubicBezTo>
                  <a:pt x="265817" y="94133"/>
                  <a:pt x="267036" y="89675"/>
                  <a:pt x="268344" y="83492"/>
                </a:cubicBezTo>
                <a:lnTo>
                  <a:pt x="277797" y="38347"/>
                </a:lnTo>
                <a:lnTo>
                  <a:pt x="303392" y="38347"/>
                </a:lnTo>
                <a:lnTo>
                  <a:pt x="283594" y="133057"/>
                </a:lnTo>
                <a:lnTo>
                  <a:pt x="259694" y="133057"/>
                </a:lnTo>
                <a:lnTo>
                  <a:pt x="262369" y="120282"/>
                </a:lnTo>
                <a:cubicBezTo>
                  <a:pt x="251905" y="130344"/>
                  <a:pt x="240520" y="135376"/>
                  <a:pt x="228213" y="135376"/>
                </a:cubicBezTo>
                <a:cubicBezTo>
                  <a:pt x="220425" y="135376"/>
                  <a:pt x="214301" y="133139"/>
                  <a:pt x="209842" y="128665"/>
                </a:cubicBezTo>
                <a:cubicBezTo>
                  <a:pt x="205383" y="124189"/>
                  <a:pt x="203153" y="118192"/>
                  <a:pt x="203153" y="110673"/>
                </a:cubicBezTo>
                <a:cubicBezTo>
                  <a:pt x="203153" y="107403"/>
                  <a:pt x="204164" y="100893"/>
                  <a:pt x="206185" y="91142"/>
                </a:cubicBezTo>
                <a:lnTo>
                  <a:pt x="217244" y="38347"/>
                </a:lnTo>
                <a:close/>
                <a:moveTo>
                  <a:pt x="305882" y="106506"/>
                </a:moveTo>
                <a:lnTo>
                  <a:pt x="330674" y="102557"/>
                </a:lnTo>
                <a:cubicBezTo>
                  <a:pt x="332873" y="107821"/>
                  <a:pt x="335608" y="111545"/>
                  <a:pt x="338878" y="113730"/>
                </a:cubicBezTo>
                <a:cubicBezTo>
                  <a:pt x="342148" y="115913"/>
                  <a:pt x="346607" y="117004"/>
                  <a:pt x="352255" y="117004"/>
                </a:cubicBezTo>
                <a:cubicBezTo>
                  <a:pt x="358082" y="117004"/>
                  <a:pt x="362749" y="115700"/>
                  <a:pt x="366257" y="113092"/>
                </a:cubicBezTo>
                <a:cubicBezTo>
                  <a:pt x="368694" y="111312"/>
                  <a:pt x="369913" y="109147"/>
                  <a:pt x="369913" y="106598"/>
                </a:cubicBezTo>
                <a:cubicBezTo>
                  <a:pt x="369913" y="104878"/>
                  <a:pt x="369289" y="103332"/>
                  <a:pt x="368040" y="101961"/>
                </a:cubicBezTo>
                <a:cubicBezTo>
                  <a:pt x="366732" y="100651"/>
                  <a:pt x="363195" y="99043"/>
                  <a:pt x="357428" y="97137"/>
                </a:cubicBezTo>
                <a:cubicBezTo>
                  <a:pt x="341970" y="92014"/>
                  <a:pt x="332398" y="87965"/>
                  <a:pt x="328712" y="84989"/>
                </a:cubicBezTo>
                <a:cubicBezTo>
                  <a:pt x="322945" y="80342"/>
                  <a:pt x="320061" y="74267"/>
                  <a:pt x="320061" y="66763"/>
                </a:cubicBezTo>
                <a:cubicBezTo>
                  <a:pt x="320061" y="59258"/>
                  <a:pt x="322856" y="52796"/>
                  <a:pt x="328444" y="47374"/>
                </a:cubicBezTo>
                <a:cubicBezTo>
                  <a:pt x="336233" y="39811"/>
                  <a:pt x="347796" y="36029"/>
                  <a:pt x="363135" y="36029"/>
                </a:cubicBezTo>
                <a:cubicBezTo>
                  <a:pt x="375323" y="36029"/>
                  <a:pt x="384539" y="38258"/>
                  <a:pt x="390781" y="42717"/>
                </a:cubicBezTo>
                <a:cubicBezTo>
                  <a:pt x="397024" y="47176"/>
                  <a:pt x="400977" y="53211"/>
                  <a:pt x="402642" y="60821"/>
                </a:cubicBezTo>
                <a:lnTo>
                  <a:pt x="379009" y="64923"/>
                </a:lnTo>
                <a:cubicBezTo>
                  <a:pt x="377761" y="61475"/>
                  <a:pt x="375739" y="58889"/>
                  <a:pt x="372945" y="57165"/>
                </a:cubicBezTo>
                <a:cubicBezTo>
                  <a:pt x="369140" y="54846"/>
                  <a:pt x="364562" y="53686"/>
                  <a:pt x="359211" y="53686"/>
                </a:cubicBezTo>
                <a:cubicBezTo>
                  <a:pt x="353861" y="53686"/>
                  <a:pt x="350011" y="54582"/>
                  <a:pt x="347662" y="56373"/>
                </a:cubicBezTo>
                <a:cubicBezTo>
                  <a:pt x="345314" y="58164"/>
                  <a:pt x="344140" y="60225"/>
                  <a:pt x="344140" y="62554"/>
                </a:cubicBezTo>
                <a:cubicBezTo>
                  <a:pt x="344140" y="64942"/>
                  <a:pt x="345329" y="66910"/>
                  <a:pt x="347707" y="68460"/>
                </a:cubicBezTo>
                <a:cubicBezTo>
                  <a:pt x="349193" y="69413"/>
                  <a:pt x="353979" y="71080"/>
                  <a:pt x="362065" y="73462"/>
                </a:cubicBezTo>
                <a:cubicBezTo>
                  <a:pt x="374550" y="77096"/>
                  <a:pt x="382904" y="80670"/>
                  <a:pt x="387125" y="84183"/>
                </a:cubicBezTo>
                <a:cubicBezTo>
                  <a:pt x="393070" y="89127"/>
                  <a:pt x="396043" y="95084"/>
                  <a:pt x="396043" y="102053"/>
                </a:cubicBezTo>
                <a:cubicBezTo>
                  <a:pt x="396043" y="111045"/>
                  <a:pt x="392267" y="118847"/>
                  <a:pt x="384717" y="125460"/>
                </a:cubicBezTo>
                <a:cubicBezTo>
                  <a:pt x="377166" y="132070"/>
                  <a:pt x="366524" y="135376"/>
                  <a:pt x="352790" y="135376"/>
                </a:cubicBezTo>
                <a:cubicBezTo>
                  <a:pt x="339116" y="135376"/>
                  <a:pt x="328548" y="132851"/>
                  <a:pt x="321087" y="127801"/>
                </a:cubicBezTo>
                <a:cubicBezTo>
                  <a:pt x="313625" y="122749"/>
                  <a:pt x="308557" y="115651"/>
                  <a:pt x="305882" y="106506"/>
                </a:cubicBezTo>
                <a:close/>
                <a:moveTo>
                  <a:pt x="429762" y="38347"/>
                </a:moveTo>
                <a:lnTo>
                  <a:pt x="454019" y="38347"/>
                </a:lnTo>
                <a:lnTo>
                  <a:pt x="451967" y="48090"/>
                </a:lnTo>
                <a:cubicBezTo>
                  <a:pt x="457140" y="43771"/>
                  <a:pt x="461985" y="40681"/>
                  <a:pt x="466504" y="38821"/>
                </a:cubicBezTo>
                <a:cubicBezTo>
                  <a:pt x="471022" y="36960"/>
                  <a:pt x="475868" y="36029"/>
                  <a:pt x="481040" y="36029"/>
                </a:cubicBezTo>
                <a:cubicBezTo>
                  <a:pt x="490969" y="36029"/>
                  <a:pt x="498951" y="39454"/>
                  <a:pt x="504985" y="46304"/>
                </a:cubicBezTo>
                <a:cubicBezTo>
                  <a:pt x="511020" y="53152"/>
                  <a:pt x="514037" y="63366"/>
                  <a:pt x="514037" y="76946"/>
                </a:cubicBezTo>
                <a:cubicBezTo>
                  <a:pt x="514037" y="94041"/>
                  <a:pt x="508835" y="108484"/>
                  <a:pt x="498430" y="120276"/>
                </a:cubicBezTo>
                <a:cubicBezTo>
                  <a:pt x="489512" y="130342"/>
                  <a:pt x="478959" y="135376"/>
                  <a:pt x="466771" y="135376"/>
                </a:cubicBezTo>
                <a:cubicBezTo>
                  <a:pt x="454227" y="135376"/>
                  <a:pt x="444744" y="130316"/>
                  <a:pt x="438323" y="120198"/>
                </a:cubicBezTo>
                <a:lnTo>
                  <a:pt x="428067" y="169264"/>
                </a:lnTo>
                <a:lnTo>
                  <a:pt x="402472" y="169264"/>
                </a:lnTo>
                <a:lnTo>
                  <a:pt x="429762" y="38347"/>
                </a:lnTo>
                <a:moveTo>
                  <a:pt x="445190" y="92636"/>
                </a:moveTo>
                <a:cubicBezTo>
                  <a:pt x="445190" y="100071"/>
                  <a:pt x="446988" y="105843"/>
                  <a:pt x="450585" y="109951"/>
                </a:cubicBezTo>
                <a:cubicBezTo>
                  <a:pt x="454182" y="114059"/>
                  <a:pt x="458418" y="116113"/>
                  <a:pt x="463293" y="116113"/>
                </a:cubicBezTo>
                <a:cubicBezTo>
                  <a:pt x="467515" y="116113"/>
                  <a:pt x="471587" y="114577"/>
                  <a:pt x="475511" y="111506"/>
                </a:cubicBezTo>
                <a:cubicBezTo>
                  <a:pt x="479435" y="108435"/>
                  <a:pt x="482690" y="103337"/>
                  <a:pt x="485276" y="96212"/>
                </a:cubicBezTo>
                <a:cubicBezTo>
                  <a:pt x="487863" y="89086"/>
                  <a:pt x="489156" y="82483"/>
                  <a:pt x="489156" y="76402"/>
                </a:cubicBezTo>
                <a:cubicBezTo>
                  <a:pt x="489156" y="69307"/>
                  <a:pt x="487461" y="63866"/>
                  <a:pt x="484072" y="60080"/>
                </a:cubicBezTo>
                <a:cubicBezTo>
                  <a:pt x="480683" y="56293"/>
                  <a:pt x="476373" y="54400"/>
                  <a:pt x="471141" y="54400"/>
                </a:cubicBezTo>
                <a:cubicBezTo>
                  <a:pt x="466266" y="54400"/>
                  <a:pt x="461822" y="56138"/>
                  <a:pt x="457809" y="59614"/>
                </a:cubicBezTo>
                <a:cubicBezTo>
                  <a:pt x="453796" y="63090"/>
                  <a:pt x="450689" y="68201"/>
                  <a:pt x="448489" y="74945"/>
                </a:cubicBezTo>
                <a:cubicBezTo>
                  <a:pt x="446290" y="81689"/>
                  <a:pt x="445190" y="87586"/>
                  <a:pt x="445190" y="92636"/>
                </a:cubicBezTo>
                <a:close/>
                <a:moveTo>
                  <a:pt x="614536" y="93639"/>
                </a:moveTo>
                <a:lnTo>
                  <a:pt x="550326" y="93639"/>
                </a:lnTo>
                <a:cubicBezTo>
                  <a:pt x="550267" y="94650"/>
                  <a:pt x="550237" y="95423"/>
                  <a:pt x="550237" y="95958"/>
                </a:cubicBezTo>
                <a:cubicBezTo>
                  <a:pt x="550237" y="102260"/>
                  <a:pt x="552036" y="107343"/>
                  <a:pt x="555633" y="111208"/>
                </a:cubicBezTo>
                <a:cubicBezTo>
                  <a:pt x="559230" y="115072"/>
                  <a:pt x="563614" y="117004"/>
                  <a:pt x="568787" y="117004"/>
                </a:cubicBezTo>
                <a:cubicBezTo>
                  <a:pt x="577289" y="117004"/>
                  <a:pt x="583918" y="112605"/>
                  <a:pt x="588674" y="103806"/>
                </a:cubicBezTo>
                <a:lnTo>
                  <a:pt x="611593" y="107730"/>
                </a:lnTo>
                <a:cubicBezTo>
                  <a:pt x="607134" y="116945"/>
                  <a:pt x="601174" y="123856"/>
                  <a:pt x="593713" y="128464"/>
                </a:cubicBezTo>
                <a:cubicBezTo>
                  <a:pt x="586251" y="133072"/>
                  <a:pt x="577883" y="135376"/>
                  <a:pt x="568608" y="135376"/>
                </a:cubicBezTo>
                <a:cubicBezTo>
                  <a:pt x="555885" y="135376"/>
                  <a:pt x="545540" y="131340"/>
                  <a:pt x="537574" y="123269"/>
                </a:cubicBezTo>
                <a:cubicBezTo>
                  <a:pt x="529607" y="115199"/>
                  <a:pt x="525624" y="104523"/>
                  <a:pt x="525624" y="91243"/>
                </a:cubicBezTo>
                <a:cubicBezTo>
                  <a:pt x="525624" y="78257"/>
                  <a:pt x="529220" y="66702"/>
                  <a:pt x="536414" y="56576"/>
                </a:cubicBezTo>
                <a:cubicBezTo>
                  <a:pt x="546224" y="42878"/>
                  <a:pt x="560225" y="36029"/>
                  <a:pt x="578418" y="36029"/>
                </a:cubicBezTo>
                <a:cubicBezTo>
                  <a:pt x="590012" y="36029"/>
                  <a:pt x="599227" y="39616"/>
                  <a:pt x="606064" y="46792"/>
                </a:cubicBezTo>
                <a:cubicBezTo>
                  <a:pt x="612901" y="53967"/>
                  <a:pt x="616320" y="64016"/>
                  <a:pt x="616320" y="76937"/>
                </a:cubicBezTo>
                <a:cubicBezTo>
                  <a:pt x="616320" y="83130"/>
                  <a:pt x="615725" y="88697"/>
                  <a:pt x="614536" y="93639"/>
                </a:cubicBezTo>
                <a:moveTo>
                  <a:pt x="592955" y="77944"/>
                </a:moveTo>
                <a:cubicBezTo>
                  <a:pt x="593014" y="76818"/>
                  <a:pt x="593044" y="75959"/>
                  <a:pt x="593044" y="75368"/>
                </a:cubicBezTo>
                <a:cubicBezTo>
                  <a:pt x="593044" y="68379"/>
                  <a:pt x="591468" y="63137"/>
                  <a:pt x="588317" y="59642"/>
                </a:cubicBezTo>
                <a:cubicBezTo>
                  <a:pt x="585166" y="56147"/>
                  <a:pt x="580945" y="54400"/>
                  <a:pt x="575654" y="54400"/>
                </a:cubicBezTo>
                <a:cubicBezTo>
                  <a:pt x="570362" y="54400"/>
                  <a:pt x="565621" y="56384"/>
                  <a:pt x="561429" y="60353"/>
                </a:cubicBezTo>
                <a:cubicBezTo>
                  <a:pt x="557238" y="64321"/>
                  <a:pt x="554399" y="70185"/>
                  <a:pt x="552913" y="77944"/>
                </a:cubicBezTo>
                <a:lnTo>
                  <a:pt x="592955" y="77944"/>
                </a:lnTo>
                <a:close/>
                <a:moveTo>
                  <a:pt x="688117" y="97385"/>
                </a:moveTo>
                <a:lnTo>
                  <a:pt x="712999" y="101398"/>
                </a:lnTo>
                <a:cubicBezTo>
                  <a:pt x="708896" y="112486"/>
                  <a:pt x="702832" y="120921"/>
                  <a:pt x="694806" y="126703"/>
                </a:cubicBezTo>
                <a:cubicBezTo>
                  <a:pt x="686780" y="132485"/>
                  <a:pt x="677475" y="135376"/>
                  <a:pt x="666893" y="135376"/>
                </a:cubicBezTo>
                <a:cubicBezTo>
                  <a:pt x="654824" y="135376"/>
                  <a:pt x="645252" y="131772"/>
                  <a:pt x="638177" y="124565"/>
                </a:cubicBezTo>
                <a:cubicBezTo>
                  <a:pt x="631102" y="117358"/>
                  <a:pt x="627564" y="107442"/>
                  <a:pt x="627564" y="94815"/>
                </a:cubicBezTo>
                <a:cubicBezTo>
                  <a:pt x="627564" y="84511"/>
                  <a:pt x="629704" y="74773"/>
                  <a:pt x="633985" y="65600"/>
                </a:cubicBezTo>
                <a:cubicBezTo>
                  <a:pt x="638266" y="56428"/>
                  <a:pt x="644716" y="49206"/>
                  <a:pt x="653337" y="43935"/>
                </a:cubicBezTo>
                <a:cubicBezTo>
                  <a:pt x="661958" y="38664"/>
                  <a:pt x="671411" y="36029"/>
                  <a:pt x="681696" y="36029"/>
                </a:cubicBezTo>
                <a:cubicBezTo>
                  <a:pt x="692874" y="36029"/>
                  <a:pt x="701792" y="38962"/>
                  <a:pt x="708451" y="44830"/>
                </a:cubicBezTo>
                <a:cubicBezTo>
                  <a:pt x="715109" y="50697"/>
                  <a:pt x="718855" y="58420"/>
                  <a:pt x="719687" y="68000"/>
                </a:cubicBezTo>
                <a:lnTo>
                  <a:pt x="695341" y="70631"/>
                </a:lnTo>
                <a:cubicBezTo>
                  <a:pt x="694747" y="65248"/>
                  <a:pt x="693126" y="61287"/>
                  <a:pt x="690481" y="58747"/>
                </a:cubicBezTo>
                <a:cubicBezTo>
                  <a:pt x="687835" y="56206"/>
                  <a:pt x="684372" y="54935"/>
                  <a:pt x="680091" y="54935"/>
                </a:cubicBezTo>
                <a:cubicBezTo>
                  <a:pt x="675157" y="54935"/>
                  <a:pt x="670549" y="56781"/>
                  <a:pt x="666268" y="60473"/>
                </a:cubicBezTo>
                <a:cubicBezTo>
                  <a:pt x="661988" y="64164"/>
                  <a:pt x="658703" y="69687"/>
                  <a:pt x="656414" y="77041"/>
                </a:cubicBezTo>
                <a:cubicBezTo>
                  <a:pt x="654125" y="84394"/>
                  <a:pt x="652980" y="91286"/>
                  <a:pt x="652980" y="97716"/>
                </a:cubicBezTo>
                <a:cubicBezTo>
                  <a:pt x="652980" y="103312"/>
                  <a:pt x="654348" y="107629"/>
                  <a:pt x="657083" y="110667"/>
                </a:cubicBezTo>
                <a:cubicBezTo>
                  <a:pt x="659818" y="113703"/>
                  <a:pt x="663236" y="115221"/>
                  <a:pt x="667338" y="115221"/>
                </a:cubicBezTo>
                <a:cubicBezTo>
                  <a:pt x="671441" y="115221"/>
                  <a:pt x="675394" y="113734"/>
                  <a:pt x="679199" y="110762"/>
                </a:cubicBezTo>
                <a:cubicBezTo>
                  <a:pt x="683004" y="107789"/>
                  <a:pt x="685977" y="103330"/>
                  <a:pt x="688117" y="97385"/>
                </a:cubicBezTo>
                <a:close/>
                <a:moveTo>
                  <a:pt x="731914" y="57432"/>
                </a:moveTo>
                <a:lnTo>
                  <a:pt x="735838" y="38347"/>
                </a:lnTo>
                <a:lnTo>
                  <a:pt x="748429" y="38347"/>
                </a:lnTo>
                <a:lnTo>
                  <a:pt x="751539" y="23187"/>
                </a:lnTo>
                <a:lnTo>
                  <a:pt x="780785" y="5529"/>
                </a:lnTo>
                <a:lnTo>
                  <a:pt x="774024" y="38347"/>
                </a:lnTo>
                <a:lnTo>
                  <a:pt x="789525" y="38347"/>
                </a:lnTo>
                <a:lnTo>
                  <a:pt x="785601" y="57432"/>
                </a:lnTo>
                <a:lnTo>
                  <a:pt x="770092" y="57432"/>
                </a:lnTo>
                <a:lnTo>
                  <a:pt x="761611" y="97128"/>
                </a:lnTo>
                <a:cubicBezTo>
                  <a:pt x="760125" y="104313"/>
                  <a:pt x="759382" y="108410"/>
                  <a:pt x="759382" y="109419"/>
                </a:cubicBezTo>
                <a:cubicBezTo>
                  <a:pt x="759382" y="111382"/>
                  <a:pt x="760006" y="112915"/>
                  <a:pt x="761255" y="114017"/>
                </a:cubicBezTo>
                <a:cubicBezTo>
                  <a:pt x="762503" y="115117"/>
                  <a:pt x="764762" y="115667"/>
                  <a:pt x="768032" y="115667"/>
                </a:cubicBezTo>
                <a:cubicBezTo>
                  <a:pt x="769162" y="115667"/>
                  <a:pt x="771986" y="115459"/>
                  <a:pt x="776504" y="115042"/>
                </a:cubicBezTo>
                <a:lnTo>
                  <a:pt x="772491" y="134038"/>
                </a:lnTo>
                <a:cubicBezTo>
                  <a:pt x="768092" y="134930"/>
                  <a:pt x="763573" y="135376"/>
                  <a:pt x="758936" y="135376"/>
                </a:cubicBezTo>
                <a:cubicBezTo>
                  <a:pt x="749899" y="135376"/>
                  <a:pt x="743329" y="133629"/>
                  <a:pt x="739227" y="130136"/>
                </a:cubicBezTo>
                <a:cubicBezTo>
                  <a:pt x="735125" y="126641"/>
                  <a:pt x="733074" y="121789"/>
                  <a:pt x="733074" y="115578"/>
                </a:cubicBezTo>
                <a:cubicBezTo>
                  <a:pt x="733074" y="112664"/>
                  <a:pt x="734173" y="105945"/>
                  <a:pt x="736373" y="95420"/>
                </a:cubicBezTo>
                <a:lnTo>
                  <a:pt x="744636" y="57432"/>
                </a:lnTo>
                <a:lnTo>
                  <a:pt x="731914" y="57432"/>
                </a:lnTo>
                <a:close/>
                <a:moveTo>
                  <a:pt x="836069" y="133057"/>
                </a:moveTo>
                <a:lnTo>
                  <a:pt x="863447" y="2319"/>
                </a:lnTo>
                <a:lnTo>
                  <a:pt x="890291" y="2319"/>
                </a:lnTo>
                <a:lnTo>
                  <a:pt x="863001" y="133057"/>
                </a:lnTo>
                <a:lnTo>
                  <a:pt x="836069" y="133057"/>
                </a:lnTo>
                <a:close/>
                <a:moveTo>
                  <a:pt x="907943" y="38347"/>
                </a:moveTo>
                <a:lnTo>
                  <a:pt x="932200" y="38347"/>
                </a:lnTo>
                <a:lnTo>
                  <a:pt x="929703" y="50674"/>
                </a:lnTo>
                <a:cubicBezTo>
                  <a:pt x="935768" y="45403"/>
                  <a:pt x="941431" y="41644"/>
                  <a:pt x="946692" y="39398"/>
                </a:cubicBezTo>
                <a:cubicBezTo>
                  <a:pt x="951954" y="37152"/>
                  <a:pt x="957498" y="36029"/>
                  <a:pt x="963324" y="36029"/>
                </a:cubicBezTo>
                <a:cubicBezTo>
                  <a:pt x="971113" y="36029"/>
                  <a:pt x="977251" y="38266"/>
                  <a:pt x="981740" y="42740"/>
                </a:cubicBezTo>
                <a:cubicBezTo>
                  <a:pt x="986229" y="47213"/>
                  <a:pt x="988473" y="53150"/>
                  <a:pt x="988473" y="60548"/>
                </a:cubicBezTo>
                <a:cubicBezTo>
                  <a:pt x="988473" y="63873"/>
                  <a:pt x="987492" y="70177"/>
                  <a:pt x="985530" y="79460"/>
                </a:cubicBezTo>
                <a:lnTo>
                  <a:pt x="974383" y="133057"/>
                </a:lnTo>
                <a:lnTo>
                  <a:pt x="948788" y="133057"/>
                </a:lnTo>
                <a:lnTo>
                  <a:pt x="960025" y="79276"/>
                </a:lnTo>
                <a:cubicBezTo>
                  <a:pt x="961689" y="71240"/>
                  <a:pt x="962522" y="66450"/>
                  <a:pt x="962522" y="64906"/>
                </a:cubicBezTo>
                <a:cubicBezTo>
                  <a:pt x="962522" y="61642"/>
                  <a:pt x="961556" y="59075"/>
                  <a:pt x="959623" y="57206"/>
                </a:cubicBezTo>
                <a:cubicBezTo>
                  <a:pt x="957691" y="55335"/>
                  <a:pt x="955001" y="54400"/>
                  <a:pt x="951553" y="54400"/>
                </a:cubicBezTo>
                <a:cubicBezTo>
                  <a:pt x="947807" y="54400"/>
                  <a:pt x="943645" y="55975"/>
                  <a:pt x="939067" y="59126"/>
                </a:cubicBezTo>
                <a:cubicBezTo>
                  <a:pt x="934489" y="62278"/>
                  <a:pt x="930892" y="66439"/>
                  <a:pt x="928277" y="71612"/>
                </a:cubicBezTo>
                <a:cubicBezTo>
                  <a:pt x="926374" y="75300"/>
                  <a:pt x="924234" y="82821"/>
                  <a:pt x="921856" y="94177"/>
                </a:cubicBezTo>
                <a:lnTo>
                  <a:pt x="913740" y="133057"/>
                </a:lnTo>
                <a:lnTo>
                  <a:pt x="888145" y="133057"/>
                </a:lnTo>
                <a:lnTo>
                  <a:pt x="907943" y="38347"/>
                </a:lnTo>
                <a:close/>
                <a:moveTo>
                  <a:pt x="1019499" y="38347"/>
                </a:moveTo>
                <a:lnTo>
                  <a:pt x="1043756" y="38347"/>
                </a:lnTo>
                <a:lnTo>
                  <a:pt x="1041259" y="50674"/>
                </a:lnTo>
                <a:cubicBezTo>
                  <a:pt x="1047324" y="45403"/>
                  <a:pt x="1052987" y="41644"/>
                  <a:pt x="1058248" y="39398"/>
                </a:cubicBezTo>
                <a:cubicBezTo>
                  <a:pt x="1063510" y="37152"/>
                  <a:pt x="1069054" y="36029"/>
                  <a:pt x="1074880" y="36029"/>
                </a:cubicBezTo>
                <a:cubicBezTo>
                  <a:pt x="1082669" y="36029"/>
                  <a:pt x="1088807" y="38266"/>
                  <a:pt x="1093296" y="42740"/>
                </a:cubicBezTo>
                <a:cubicBezTo>
                  <a:pt x="1097785" y="47213"/>
                  <a:pt x="1100029" y="53150"/>
                  <a:pt x="1100029" y="60548"/>
                </a:cubicBezTo>
                <a:cubicBezTo>
                  <a:pt x="1100029" y="63873"/>
                  <a:pt x="1099048" y="70177"/>
                  <a:pt x="1097086" y="79460"/>
                </a:cubicBezTo>
                <a:lnTo>
                  <a:pt x="1085939" y="133057"/>
                </a:lnTo>
                <a:lnTo>
                  <a:pt x="1060344" y="133057"/>
                </a:lnTo>
                <a:lnTo>
                  <a:pt x="1071581" y="79276"/>
                </a:lnTo>
                <a:cubicBezTo>
                  <a:pt x="1073245" y="71240"/>
                  <a:pt x="1074078" y="66450"/>
                  <a:pt x="1074078" y="64906"/>
                </a:cubicBezTo>
                <a:cubicBezTo>
                  <a:pt x="1074078" y="61642"/>
                  <a:pt x="1073112" y="59075"/>
                  <a:pt x="1071179" y="57206"/>
                </a:cubicBezTo>
                <a:cubicBezTo>
                  <a:pt x="1069247" y="55335"/>
                  <a:pt x="1066557" y="54400"/>
                  <a:pt x="1063108" y="54400"/>
                </a:cubicBezTo>
                <a:cubicBezTo>
                  <a:pt x="1059363" y="54400"/>
                  <a:pt x="1055201" y="55975"/>
                  <a:pt x="1050623" y="59126"/>
                </a:cubicBezTo>
                <a:cubicBezTo>
                  <a:pt x="1046045" y="62278"/>
                  <a:pt x="1042448" y="66439"/>
                  <a:pt x="1039832" y="71612"/>
                </a:cubicBezTo>
                <a:cubicBezTo>
                  <a:pt x="1037930" y="75300"/>
                  <a:pt x="1035790" y="82821"/>
                  <a:pt x="1033411" y="94177"/>
                </a:cubicBezTo>
                <a:lnTo>
                  <a:pt x="1025296" y="133057"/>
                </a:lnTo>
                <a:lnTo>
                  <a:pt x="999701" y="133057"/>
                </a:lnTo>
                <a:lnTo>
                  <a:pt x="1019499" y="38347"/>
                </a:lnTo>
                <a:close/>
                <a:moveTo>
                  <a:pt x="1114648" y="93742"/>
                </a:moveTo>
                <a:cubicBezTo>
                  <a:pt x="1114648" y="76172"/>
                  <a:pt x="1119598" y="62160"/>
                  <a:pt x="1129497" y="51708"/>
                </a:cubicBezTo>
                <a:cubicBezTo>
                  <a:pt x="1139396" y="41255"/>
                  <a:pt x="1152401" y="36029"/>
                  <a:pt x="1168513" y="36029"/>
                </a:cubicBezTo>
                <a:cubicBezTo>
                  <a:pt x="1182485" y="36029"/>
                  <a:pt x="1193394" y="39886"/>
                  <a:pt x="1201242" y="47600"/>
                </a:cubicBezTo>
                <a:cubicBezTo>
                  <a:pt x="1209090" y="55312"/>
                  <a:pt x="1213014" y="65691"/>
                  <a:pt x="1213014" y="78735"/>
                </a:cubicBezTo>
                <a:cubicBezTo>
                  <a:pt x="1213014" y="94100"/>
                  <a:pt x="1208109" y="107381"/>
                  <a:pt x="1198299" y="118579"/>
                </a:cubicBezTo>
                <a:cubicBezTo>
                  <a:pt x="1188489" y="129777"/>
                  <a:pt x="1175350" y="135376"/>
                  <a:pt x="1158882" y="135376"/>
                </a:cubicBezTo>
                <a:cubicBezTo>
                  <a:pt x="1149964" y="135376"/>
                  <a:pt x="1142056" y="133589"/>
                  <a:pt x="1135160" y="130016"/>
                </a:cubicBezTo>
                <a:cubicBezTo>
                  <a:pt x="1128263" y="126442"/>
                  <a:pt x="1123120" y="121379"/>
                  <a:pt x="1119731" y="114828"/>
                </a:cubicBezTo>
                <a:cubicBezTo>
                  <a:pt x="1116343" y="108275"/>
                  <a:pt x="1114648" y="101246"/>
                  <a:pt x="1114648" y="93742"/>
                </a:cubicBezTo>
                <a:moveTo>
                  <a:pt x="1187598" y="75416"/>
                </a:moveTo>
                <a:cubicBezTo>
                  <a:pt x="1187598" y="69335"/>
                  <a:pt x="1185829" y="64461"/>
                  <a:pt x="1182291" y="60793"/>
                </a:cubicBezTo>
                <a:cubicBezTo>
                  <a:pt x="1178754" y="57125"/>
                  <a:pt x="1174191" y="55292"/>
                  <a:pt x="1168602" y="55292"/>
                </a:cubicBezTo>
                <a:cubicBezTo>
                  <a:pt x="1163073" y="55292"/>
                  <a:pt x="1158168" y="57007"/>
                  <a:pt x="1153887" y="60436"/>
                </a:cubicBezTo>
                <a:cubicBezTo>
                  <a:pt x="1149607" y="63864"/>
                  <a:pt x="1146277" y="68843"/>
                  <a:pt x="1143899" y="75374"/>
                </a:cubicBezTo>
                <a:cubicBezTo>
                  <a:pt x="1141521" y="81903"/>
                  <a:pt x="1140332" y="87909"/>
                  <a:pt x="1140332" y="93394"/>
                </a:cubicBezTo>
                <a:cubicBezTo>
                  <a:pt x="1140332" y="100192"/>
                  <a:pt x="1142175" y="105589"/>
                  <a:pt x="1145861" y="109586"/>
                </a:cubicBezTo>
                <a:cubicBezTo>
                  <a:pt x="1149547" y="113580"/>
                  <a:pt x="1154185" y="115578"/>
                  <a:pt x="1159773" y="115578"/>
                </a:cubicBezTo>
                <a:cubicBezTo>
                  <a:pt x="1166789" y="115578"/>
                  <a:pt x="1172675" y="112566"/>
                  <a:pt x="1177431" y="106542"/>
                </a:cubicBezTo>
                <a:cubicBezTo>
                  <a:pt x="1184209" y="98016"/>
                  <a:pt x="1187598" y="87641"/>
                  <a:pt x="1187598" y="75416"/>
                </a:cubicBezTo>
                <a:close/>
                <a:moveTo>
                  <a:pt x="1286669" y="97385"/>
                </a:moveTo>
                <a:lnTo>
                  <a:pt x="1311550" y="101398"/>
                </a:lnTo>
                <a:cubicBezTo>
                  <a:pt x="1307448" y="112486"/>
                  <a:pt x="1301384" y="120921"/>
                  <a:pt x="1293358" y="126703"/>
                </a:cubicBezTo>
                <a:cubicBezTo>
                  <a:pt x="1285331" y="132485"/>
                  <a:pt x="1276027" y="135376"/>
                  <a:pt x="1265444" y="135376"/>
                </a:cubicBezTo>
                <a:cubicBezTo>
                  <a:pt x="1253375" y="135376"/>
                  <a:pt x="1243803" y="131772"/>
                  <a:pt x="1236728" y="124565"/>
                </a:cubicBezTo>
                <a:cubicBezTo>
                  <a:pt x="1229653" y="117358"/>
                  <a:pt x="1226116" y="107442"/>
                  <a:pt x="1226116" y="94815"/>
                </a:cubicBezTo>
                <a:cubicBezTo>
                  <a:pt x="1226116" y="84511"/>
                  <a:pt x="1228256" y="74773"/>
                  <a:pt x="1232537" y="65600"/>
                </a:cubicBezTo>
                <a:cubicBezTo>
                  <a:pt x="1236817" y="56428"/>
                  <a:pt x="1243268" y="49206"/>
                  <a:pt x="1251889" y="43935"/>
                </a:cubicBezTo>
                <a:cubicBezTo>
                  <a:pt x="1260510" y="38664"/>
                  <a:pt x="1269963" y="36029"/>
                  <a:pt x="1280248" y="36029"/>
                </a:cubicBezTo>
                <a:cubicBezTo>
                  <a:pt x="1291425" y="36029"/>
                  <a:pt x="1300343" y="38962"/>
                  <a:pt x="1307002" y="44830"/>
                </a:cubicBezTo>
                <a:cubicBezTo>
                  <a:pt x="1313661" y="50697"/>
                  <a:pt x="1317407" y="58420"/>
                  <a:pt x="1318239" y="68000"/>
                </a:cubicBezTo>
                <a:lnTo>
                  <a:pt x="1293893" y="70631"/>
                </a:lnTo>
                <a:cubicBezTo>
                  <a:pt x="1293298" y="65248"/>
                  <a:pt x="1291678" y="61287"/>
                  <a:pt x="1289032" y="58747"/>
                </a:cubicBezTo>
                <a:cubicBezTo>
                  <a:pt x="1286387" y="56206"/>
                  <a:pt x="1282924" y="54935"/>
                  <a:pt x="1278643" y="54935"/>
                </a:cubicBezTo>
                <a:cubicBezTo>
                  <a:pt x="1273708" y="54935"/>
                  <a:pt x="1269101" y="56781"/>
                  <a:pt x="1264820" y="60473"/>
                </a:cubicBezTo>
                <a:cubicBezTo>
                  <a:pt x="1260539" y="64164"/>
                  <a:pt x="1257255" y="69687"/>
                  <a:pt x="1254966" y="77041"/>
                </a:cubicBezTo>
                <a:cubicBezTo>
                  <a:pt x="1252677" y="84394"/>
                  <a:pt x="1251532" y="91286"/>
                  <a:pt x="1251532" y="97716"/>
                </a:cubicBezTo>
                <a:cubicBezTo>
                  <a:pt x="1251532" y="103312"/>
                  <a:pt x="1252900" y="107629"/>
                  <a:pt x="1255634" y="110667"/>
                </a:cubicBezTo>
                <a:cubicBezTo>
                  <a:pt x="1258369" y="113703"/>
                  <a:pt x="1261788" y="115221"/>
                  <a:pt x="1265890" y="115221"/>
                </a:cubicBezTo>
                <a:cubicBezTo>
                  <a:pt x="1269992" y="115221"/>
                  <a:pt x="1273946" y="113734"/>
                  <a:pt x="1277751" y="110762"/>
                </a:cubicBezTo>
                <a:cubicBezTo>
                  <a:pt x="1281556" y="107789"/>
                  <a:pt x="1284529" y="103330"/>
                  <a:pt x="1286669" y="97385"/>
                </a:cubicBezTo>
                <a:close/>
                <a:moveTo>
                  <a:pt x="1416257" y="93639"/>
                </a:moveTo>
                <a:lnTo>
                  <a:pt x="1352048" y="93639"/>
                </a:lnTo>
                <a:cubicBezTo>
                  <a:pt x="1351988" y="94650"/>
                  <a:pt x="1351958" y="95423"/>
                  <a:pt x="1351958" y="95958"/>
                </a:cubicBezTo>
                <a:cubicBezTo>
                  <a:pt x="1351958" y="102260"/>
                  <a:pt x="1353757" y="107343"/>
                  <a:pt x="1357354" y="111208"/>
                </a:cubicBezTo>
                <a:cubicBezTo>
                  <a:pt x="1360951" y="115072"/>
                  <a:pt x="1365335" y="117004"/>
                  <a:pt x="1370508" y="117004"/>
                </a:cubicBezTo>
                <a:cubicBezTo>
                  <a:pt x="1379010" y="117004"/>
                  <a:pt x="1385639" y="112605"/>
                  <a:pt x="1390395" y="103806"/>
                </a:cubicBezTo>
                <a:lnTo>
                  <a:pt x="1413314" y="107730"/>
                </a:lnTo>
                <a:cubicBezTo>
                  <a:pt x="1408855" y="116945"/>
                  <a:pt x="1402895" y="123856"/>
                  <a:pt x="1395434" y="128464"/>
                </a:cubicBezTo>
                <a:cubicBezTo>
                  <a:pt x="1387972" y="133072"/>
                  <a:pt x="1379604" y="135376"/>
                  <a:pt x="1370329" y="135376"/>
                </a:cubicBezTo>
                <a:cubicBezTo>
                  <a:pt x="1357606" y="135376"/>
                  <a:pt x="1347262" y="131340"/>
                  <a:pt x="1339295" y="123269"/>
                </a:cubicBezTo>
                <a:cubicBezTo>
                  <a:pt x="1331328" y="115199"/>
                  <a:pt x="1327345" y="104523"/>
                  <a:pt x="1327345" y="91243"/>
                </a:cubicBezTo>
                <a:cubicBezTo>
                  <a:pt x="1327345" y="78257"/>
                  <a:pt x="1330942" y="66702"/>
                  <a:pt x="1338135" y="56576"/>
                </a:cubicBezTo>
                <a:cubicBezTo>
                  <a:pt x="1347945" y="42878"/>
                  <a:pt x="1361947" y="36029"/>
                  <a:pt x="1380139" y="36029"/>
                </a:cubicBezTo>
                <a:cubicBezTo>
                  <a:pt x="1391733" y="36029"/>
                  <a:pt x="1400948" y="39616"/>
                  <a:pt x="1407785" y="46792"/>
                </a:cubicBezTo>
                <a:cubicBezTo>
                  <a:pt x="1414622" y="53967"/>
                  <a:pt x="1418041" y="64016"/>
                  <a:pt x="1418041" y="76937"/>
                </a:cubicBezTo>
                <a:cubicBezTo>
                  <a:pt x="1418041" y="83130"/>
                  <a:pt x="1417446" y="88697"/>
                  <a:pt x="1416257" y="93639"/>
                </a:cubicBezTo>
                <a:moveTo>
                  <a:pt x="1394676" y="77944"/>
                </a:moveTo>
                <a:cubicBezTo>
                  <a:pt x="1394735" y="76818"/>
                  <a:pt x="1394765" y="75959"/>
                  <a:pt x="1394765" y="75368"/>
                </a:cubicBezTo>
                <a:cubicBezTo>
                  <a:pt x="1394765" y="68379"/>
                  <a:pt x="1393189" y="63137"/>
                  <a:pt x="1390038" y="59642"/>
                </a:cubicBezTo>
                <a:cubicBezTo>
                  <a:pt x="1386887" y="56147"/>
                  <a:pt x="1382666" y="54400"/>
                  <a:pt x="1377375" y="54400"/>
                </a:cubicBezTo>
                <a:cubicBezTo>
                  <a:pt x="1372083" y="54400"/>
                  <a:pt x="1367342" y="56384"/>
                  <a:pt x="1363150" y="60353"/>
                </a:cubicBezTo>
                <a:cubicBezTo>
                  <a:pt x="1358959" y="64321"/>
                  <a:pt x="1356120" y="70185"/>
                  <a:pt x="1354634" y="77944"/>
                </a:cubicBezTo>
                <a:lnTo>
                  <a:pt x="1394676" y="77944"/>
                </a:lnTo>
                <a:close/>
                <a:moveTo>
                  <a:pt x="1445785" y="38347"/>
                </a:moveTo>
                <a:lnTo>
                  <a:pt x="1470042" y="38347"/>
                </a:lnTo>
                <a:lnTo>
                  <a:pt x="1467545" y="50674"/>
                </a:lnTo>
                <a:cubicBezTo>
                  <a:pt x="1473609" y="45403"/>
                  <a:pt x="1479272" y="41644"/>
                  <a:pt x="1484534" y="39398"/>
                </a:cubicBezTo>
                <a:cubicBezTo>
                  <a:pt x="1489796" y="37152"/>
                  <a:pt x="1495340" y="36029"/>
                  <a:pt x="1501166" y="36029"/>
                </a:cubicBezTo>
                <a:cubicBezTo>
                  <a:pt x="1508955" y="36029"/>
                  <a:pt x="1515093" y="38266"/>
                  <a:pt x="1519582" y="42740"/>
                </a:cubicBezTo>
                <a:cubicBezTo>
                  <a:pt x="1524071" y="47213"/>
                  <a:pt x="1526315" y="53150"/>
                  <a:pt x="1526315" y="60548"/>
                </a:cubicBezTo>
                <a:cubicBezTo>
                  <a:pt x="1526315" y="63873"/>
                  <a:pt x="1525334" y="70177"/>
                  <a:pt x="1523372" y="79460"/>
                </a:cubicBezTo>
                <a:lnTo>
                  <a:pt x="1512224" y="133057"/>
                </a:lnTo>
                <a:lnTo>
                  <a:pt x="1486630" y="133057"/>
                </a:lnTo>
                <a:lnTo>
                  <a:pt x="1497866" y="79276"/>
                </a:lnTo>
                <a:cubicBezTo>
                  <a:pt x="1499531" y="71240"/>
                  <a:pt x="1500364" y="66450"/>
                  <a:pt x="1500364" y="64906"/>
                </a:cubicBezTo>
                <a:cubicBezTo>
                  <a:pt x="1500364" y="61642"/>
                  <a:pt x="1499397" y="59075"/>
                  <a:pt x="1497465" y="57206"/>
                </a:cubicBezTo>
                <a:cubicBezTo>
                  <a:pt x="1495533" y="55335"/>
                  <a:pt x="1492843" y="54400"/>
                  <a:pt x="1489394" y="54400"/>
                </a:cubicBezTo>
                <a:cubicBezTo>
                  <a:pt x="1485649" y="54400"/>
                  <a:pt x="1481487" y="55975"/>
                  <a:pt x="1476909" y="59126"/>
                </a:cubicBezTo>
                <a:cubicBezTo>
                  <a:pt x="1472331" y="62278"/>
                  <a:pt x="1468734" y="66439"/>
                  <a:pt x="1466118" y="71612"/>
                </a:cubicBezTo>
                <a:cubicBezTo>
                  <a:pt x="1464216" y="75300"/>
                  <a:pt x="1462075" y="82821"/>
                  <a:pt x="1459697" y="94177"/>
                </a:cubicBezTo>
                <a:lnTo>
                  <a:pt x="1451582" y="133057"/>
                </a:lnTo>
                <a:lnTo>
                  <a:pt x="1425987" y="133057"/>
                </a:lnTo>
                <a:lnTo>
                  <a:pt x="1445785" y="38347"/>
                </a:lnTo>
                <a:close/>
                <a:moveTo>
                  <a:pt x="1543608" y="57432"/>
                </a:moveTo>
                <a:lnTo>
                  <a:pt x="1547532" y="38347"/>
                </a:lnTo>
                <a:lnTo>
                  <a:pt x="1560123" y="38347"/>
                </a:lnTo>
                <a:lnTo>
                  <a:pt x="1563233" y="23187"/>
                </a:lnTo>
                <a:lnTo>
                  <a:pt x="1592479" y="5529"/>
                </a:lnTo>
                <a:lnTo>
                  <a:pt x="1585718" y="38347"/>
                </a:lnTo>
                <a:lnTo>
                  <a:pt x="1601218" y="38347"/>
                </a:lnTo>
                <a:lnTo>
                  <a:pt x="1597294" y="57432"/>
                </a:lnTo>
                <a:lnTo>
                  <a:pt x="1581785" y="57432"/>
                </a:lnTo>
                <a:lnTo>
                  <a:pt x="1573305" y="97128"/>
                </a:lnTo>
                <a:cubicBezTo>
                  <a:pt x="1571819" y="104313"/>
                  <a:pt x="1571075" y="108410"/>
                  <a:pt x="1571075" y="109419"/>
                </a:cubicBezTo>
                <a:cubicBezTo>
                  <a:pt x="1571075" y="111382"/>
                  <a:pt x="1571700" y="112915"/>
                  <a:pt x="1572948" y="114017"/>
                </a:cubicBezTo>
                <a:cubicBezTo>
                  <a:pt x="1574197" y="115117"/>
                  <a:pt x="1576456" y="115667"/>
                  <a:pt x="1579726" y="115667"/>
                </a:cubicBezTo>
                <a:cubicBezTo>
                  <a:pt x="1580856" y="115667"/>
                  <a:pt x="1583680" y="115459"/>
                  <a:pt x="1588198" y="115042"/>
                </a:cubicBezTo>
                <a:lnTo>
                  <a:pt x="1584185" y="134038"/>
                </a:lnTo>
                <a:cubicBezTo>
                  <a:pt x="1579785" y="134930"/>
                  <a:pt x="1575267" y="135376"/>
                  <a:pt x="1570630" y="135376"/>
                </a:cubicBezTo>
                <a:cubicBezTo>
                  <a:pt x="1561593" y="135376"/>
                  <a:pt x="1555023" y="133629"/>
                  <a:pt x="1550921" y="130136"/>
                </a:cubicBezTo>
                <a:cubicBezTo>
                  <a:pt x="1546818" y="126641"/>
                  <a:pt x="1544767" y="121789"/>
                  <a:pt x="1544767" y="115578"/>
                </a:cubicBezTo>
                <a:cubicBezTo>
                  <a:pt x="1544767" y="112664"/>
                  <a:pt x="1545867" y="105945"/>
                  <a:pt x="1548067" y="95420"/>
                </a:cubicBezTo>
                <a:lnTo>
                  <a:pt x="1556330" y="57432"/>
                </a:lnTo>
                <a:lnTo>
                  <a:pt x="1543608" y="57432"/>
                </a:lnTo>
                <a:close/>
                <a:moveTo>
                  <a:pt x="1603892" y="108265"/>
                </a:moveTo>
                <a:lnTo>
                  <a:pt x="1629220" y="108265"/>
                </a:lnTo>
                <a:lnTo>
                  <a:pt x="1624047" y="133057"/>
                </a:lnTo>
                <a:lnTo>
                  <a:pt x="1598720" y="133057"/>
                </a:lnTo>
                <a:lnTo>
                  <a:pt x="1603892" y="108265"/>
                </a:lnTo>
                <a:close/>
                <a:moveTo>
                  <a:pt x="1676034" y="2319"/>
                </a:moveTo>
                <a:lnTo>
                  <a:pt x="1701807" y="2319"/>
                </a:lnTo>
                <a:lnTo>
                  <a:pt x="1697526" y="22741"/>
                </a:lnTo>
                <a:cubicBezTo>
                  <a:pt x="1695089" y="34572"/>
                  <a:pt x="1691180" y="42940"/>
                  <a:pt x="1685799" y="47845"/>
                </a:cubicBezTo>
                <a:cubicBezTo>
                  <a:pt x="1680418" y="52750"/>
                  <a:pt x="1673448" y="55292"/>
                  <a:pt x="1664886" y="55470"/>
                </a:cubicBezTo>
                <a:lnTo>
                  <a:pt x="1667383" y="43609"/>
                </a:lnTo>
                <a:cubicBezTo>
                  <a:pt x="1671664" y="42658"/>
                  <a:pt x="1674964" y="40949"/>
                  <a:pt x="1677282" y="38481"/>
                </a:cubicBezTo>
                <a:cubicBezTo>
                  <a:pt x="1679601" y="36014"/>
                  <a:pt x="1681355" y="32224"/>
                  <a:pt x="1682544" y="27111"/>
                </a:cubicBezTo>
                <a:lnTo>
                  <a:pt x="1670772" y="27111"/>
                </a:lnTo>
                <a:lnTo>
                  <a:pt x="1676034" y="2319"/>
                </a:lnTo>
                <a:moveTo>
                  <a:pt x="1719019" y="2319"/>
                </a:moveTo>
                <a:lnTo>
                  <a:pt x="1744881" y="2319"/>
                </a:lnTo>
                <a:lnTo>
                  <a:pt x="1740600" y="22741"/>
                </a:lnTo>
                <a:cubicBezTo>
                  <a:pt x="1738103" y="34572"/>
                  <a:pt x="1734164" y="42940"/>
                  <a:pt x="1728784" y="47845"/>
                </a:cubicBezTo>
                <a:cubicBezTo>
                  <a:pt x="1723403" y="52750"/>
                  <a:pt x="1716462" y="55292"/>
                  <a:pt x="1707960" y="55470"/>
                </a:cubicBezTo>
                <a:lnTo>
                  <a:pt x="1710368" y="43609"/>
                </a:lnTo>
                <a:cubicBezTo>
                  <a:pt x="1714649" y="42658"/>
                  <a:pt x="1717963" y="40949"/>
                  <a:pt x="1720312" y="38481"/>
                </a:cubicBezTo>
                <a:cubicBezTo>
                  <a:pt x="1722660" y="36014"/>
                  <a:pt x="1724429" y="32224"/>
                  <a:pt x="1725618" y="27111"/>
                </a:cubicBezTo>
                <a:lnTo>
                  <a:pt x="1713846" y="27111"/>
                </a:lnTo>
                <a:lnTo>
                  <a:pt x="1719019" y="23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0770D5-5AA3-4876-93F3-61BB81FA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1" y="59725"/>
            <a:ext cx="3352178" cy="3891190"/>
          </a:xfrm>
          <a:custGeom xmlns:a="http://schemas.openxmlformats.org/drawingml/2006/main">
            <a:pathLst>
              <a:path w="3352178" h="3891190">
                <a:moveTo>
                  <a:pt x="140493" y="0"/>
                </a:moveTo>
                <a:lnTo>
                  <a:pt x="3211685" y="0"/>
                </a:lnTo>
                <a:cubicBezTo>
                  <a:pt x="3289277" y="0"/>
                  <a:pt x="3352178" y="62901"/>
                  <a:pt x="3352178" y="140493"/>
                </a:cubicBezTo>
                <a:lnTo>
                  <a:pt x="3352178" y="3750697"/>
                </a:lnTo>
                <a:cubicBezTo>
                  <a:pt x="3352178" y="3828289"/>
                  <a:pt x="3289277" y="3891190"/>
                  <a:pt x="3211685" y="3891190"/>
                </a:cubicBezTo>
                <a:lnTo>
                  <a:pt x="140493" y="3891190"/>
                </a:lnTo>
                <a:cubicBezTo>
                  <a:pt x="62901" y="3891190"/>
                  <a:pt x="0" y="3828289"/>
                  <a:pt x="0" y="3750697"/>
                </a:cubicBezTo>
                <a:lnTo>
                  <a:pt x="0" y="140493"/>
                </a:lnTo>
                <a:cubicBezTo>
                  <a:pt x="0" y="62901"/>
                  <a:pt x="62901" y="0"/>
                  <a:pt x="140493" y="0"/>
                </a:cubicBezTo>
                <a:close/>
                <a:moveTo>
                  <a:pt x="14049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92F7A4-56C2-45D0-B79D-A454BF10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" y="59725"/>
            <a:ext cx="3352178" cy="3891190"/>
          </a:xfrm>
          <a:custGeom xmlns:a="http://schemas.openxmlformats.org/drawingml/2006/main">
            <a:pathLst>
              <a:path w="3352178" h="3891190" fill="none">
                <a:moveTo>
                  <a:pt x="140493" y="0"/>
                </a:moveTo>
                <a:lnTo>
                  <a:pt x="3211685" y="0"/>
                </a:lnTo>
                <a:cubicBezTo>
                  <a:pt x="3289277" y="0"/>
                  <a:pt x="3352178" y="62901"/>
                  <a:pt x="3352178" y="140493"/>
                </a:cubicBezTo>
                <a:lnTo>
                  <a:pt x="3352178" y="3750697"/>
                </a:lnTo>
                <a:cubicBezTo>
                  <a:pt x="3352178" y="3828289"/>
                  <a:pt x="3289277" y="3891190"/>
                  <a:pt x="3211685" y="3891190"/>
                </a:cubicBezTo>
                <a:lnTo>
                  <a:pt x="140493" y="3891190"/>
                </a:lnTo>
                <a:cubicBezTo>
                  <a:pt x="62901" y="3891190"/>
                  <a:pt x="0" y="3828289"/>
                  <a:pt x="0" y="3750697"/>
                </a:cubicBezTo>
                <a:lnTo>
                  <a:pt x="0" y="140493"/>
                </a:lnTo>
                <a:cubicBezTo>
                  <a:pt x="0" y="62901"/>
                  <a:pt x="62901" y="0"/>
                  <a:pt x="140493" y="0"/>
                </a:cubicBezTo>
                <a:close/>
                <a:moveTo>
                  <a:pt x="140493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1074" cap="rnd">
            <a:solidFill>
              <a:srgbClr val="000000"/>
            </a:solidFill>
            <a:bevel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da72ce1d640cc"/>
          <a:stretch xmlns:a="http://schemas.openxmlformats.org/drawingml/2006/main"/>
        </p:blipFill>
        <p:spPr>
          <a:xfrm xmlns:a="http://schemas.openxmlformats.org/drawingml/2006/main">
            <a:off x="1579134" y="1101877"/>
            <a:ext cx="615061" cy="565856"/>
          </a:xfrm>
          <a:prstGeom xmlns:a="http://schemas.openxmlformats.org/drawingml/2006/main" prst="rect">
            <a:avLst/>
          </a:prstGeom>
        </p:spPr>
      </p:pic>
      <p:sp>
        <p:nvSpPr>
          <p:cNvPr id="46" name="Text Director">
            <a:extLst xmlns:a="http://schemas.openxmlformats.org/drawingml/2006/main">
              <a:ext uri="{FF2B5EF4-FFF2-40B4-BE49-F238E27FC236}">
                <a16:creationId xmlns:a16="http://schemas.microsoft.com/office/drawing/2014/main" id="{6096D785-08B9-4FD1-9F2E-65994F3D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621" y="1665426"/>
            <a:ext cx="689468" cy="132879"/>
          </a:xfrm>
          <a:custGeom xmlns:a="http://schemas.openxmlformats.org/drawingml/2006/main">
            <a:pathLst>
              <a:path w="689468" h="132879">
                <a:moveTo>
                  <a:pt x="0" y="0"/>
                </a:moveTo>
                <a:lnTo>
                  <a:pt x="48246" y="0"/>
                </a:lnTo>
                <a:cubicBezTo>
                  <a:pt x="59126" y="0"/>
                  <a:pt x="67420" y="832"/>
                  <a:pt x="73128" y="2497"/>
                </a:cubicBezTo>
                <a:cubicBezTo>
                  <a:pt x="80797" y="4756"/>
                  <a:pt x="87367" y="8769"/>
                  <a:pt x="92837" y="14536"/>
                </a:cubicBezTo>
                <a:cubicBezTo>
                  <a:pt x="98306" y="20303"/>
                  <a:pt x="102468" y="27363"/>
                  <a:pt x="105322" y="35717"/>
                </a:cubicBezTo>
                <a:cubicBezTo>
                  <a:pt x="108176" y="44070"/>
                  <a:pt x="109602" y="54370"/>
                  <a:pt x="109602" y="66618"/>
                </a:cubicBezTo>
                <a:cubicBezTo>
                  <a:pt x="109602" y="77379"/>
                  <a:pt x="108265" y="86653"/>
                  <a:pt x="105589" y="94442"/>
                </a:cubicBezTo>
                <a:cubicBezTo>
                  <a:pt x="102319" y="103954"/>
                  <a:pt x="97652" y="111654"/>
                  <a:pt x="91588" y="117540"/>
                </a:cubicBezTo>
                <a:cubicBezTo>
                  <a:pt x="87010" y="121999"/>
                  <a:pt x="80827" y="125477"/>
                  <a:pt x="73039" y="127974"/>
                </a:cubicBezTo>
                <a:cubicBezTo>
                  <a:pt x="67212" y="129817"/>
                  <a:pt x="59424" y="130738"/>
                  <a:pt x="49673" y="130738"/>
                </a:cubicBezTo>
                <a:lnTo>
                  <a:pt x="0" y="130738"/>
                </a:lnTo>
                <a:lnTo>
                  <a:pt x="0" y="0"/>
                </a:lnTo>
                <a:moveTo>
                  <a:pt x="26397" y="22117"/>
                </a:moveTo>
                <a:lnTo>
                  <a:pt x="26397" y="108622"/>
                </a:lnTo>
                <a:lnTo>
                  <a:pt x="46106" y="108622"/>
                </a:lnTo>
                <a:cubicBezTo>
                  <a:pt x="53478" y="108622"/>
                  <a:pt x="58799" y="108205"/>
                  <a:pt x="62069" y="107373"/>
                </a:cubicBezTo>
                <a:cubicBezTo>
                  <a:pt x="66350" y="106305"/>
                  <a:pt x="69902" y="104494"/>
                  <a:pt x="72726" y="101941"/>
                </a:cubicBezTo>
                <a:cubicBezTo>
                  <a:pt x="75551" y="99387"/>
                  <a:pt x="77854" y="95184"/>
                  <a:pt x="79638" y="89333"/>
                </a:cubicBezTo>
                <a:cubicBezTo>
                  <a:pt x="81422" y="83483"/>
                  <a:pt x="82313" y="75510"/>
                  <a:pt x="82313" y="65414"/>
                </a:cubicBezTo>
                <a:cubicBezTo>
                  <a:pt x="82313" y="55318"/>
                  <a:pt x="81422" y="47567"/>
                  <a:pt x="79638" y="42163"/>
                </a:cubicBezTo>
                <a:cubicBezTo>
                  <a:pt x="77854" y="36758"/>
                  <a:pt x="75357" y="32541"/>
                  <a:pt x="72147" y="29513"/>
                </a:cubicBezTo>
                <a:cubicBezTo>
                  <a:pt x="68936" y="26483"/>
                  <a:pt x="64864" y="24434"/>
                  <a:pt x="59929" y="23365"/>
                </a:cubicBezTo>
                <a:cubicBezTo>
                  <a:pt x="56243" y="22533"/>
                  <a:pt x="49019" y="22117"/>
                  <a:pt x="38258" y="22117"/>
                </a:cubicBezTo>
                <a:lnTo>
                  <a:pt x="26397" y="22117"/>
                </a:lnTo>
                <a:close/>
                <a:moveTo>
                  <a:pt x="131814" y="23187"/>
                </a:moveTo>
                <a:lnTo>
                  <a:pt x="131814" y="0"/>
                </a:lnTo>
                <a:lnTo>
                  <a:pt x="156874" y="0"/>
                </a:lnTo>
                <a:lnTo>
                  <a:pt x="156874" y="23187"/>
                </a:lnTo>
                <a:lnTo>
                  <a:pt x="131814" y="23187"/>
                </a:lnTo>
                <a:moveTo>
                  <a:pt x="131814" y="130738"/>
                </a:moveTo>
                <a:lnTo>
                  <a:pt x="131814" y="36029"/>
                </a:lnTo>
                <a:lnTo>
                  <a:pt x="156874" y="36029"/>
                </a:lnTo>
                <a:lnTo>
                  <a:pt x="156874" y="130738"/>
                </a:lnTo>
                <a:lnTo>
                  <a:pt x="131814" y="130738"/>
                </a:lnTo>
                <a:close/>
                <a:moveTo>
                  <a:pt x="206541" y="130738"/>
                </a:moveTo>
                <a:lnTo>
                  <a:pt x="181482" y="130738"/>
                </a:lnTo>
                <a:lnTo>
                  <a:pt x="181482" y="36029"/>
                </a:lnTo>
                <a:lnTo>
                  <a:pt x="204758" y="36029"/>
                </a:lnTo>
                <a:lnTo>
                  <a:pt x="204758" y="49495"/>
                </a:lnTo>
                <a:cubicBezTo>
                  <a:pt x="208741" y="43133"/>
                  <a:pt x="212323" y="38942"/>
                  <a:pt x="215504" y="36921"/>
                </a:cubicBezTo>
                <a:cubicBezTo>
                  <a:pt x="218685" y="34899"/>
                  <a:pt x="222297" y="33888"/>
                  <a:pt x="226339" y="33888"/>
                </a:cubicBezTo>
                <a:cubicBezTo>
                  <a:pt x="232047" y="33888"/>
                  <a:pt x="237546" y="35464"/>
                  <a:pt x="242838" y="38615"/>
                </a:cubicBezTo>
                <a:lnTo>
                  <a:pt x="235079" y="60464"/>
                </a:lnTo>
                <a:cubicBezTo>
                  <a:pt x="230858" y="57729"/>
                  <a:pt x="226934" y="56362"/>
                  <a:pt x="223307" y="56362"/>
                </a:cubicBezTo>
                <a:cubicBezTo>
                  <a:pt x="219800" y="56362"/>
                  <a:pt x="216827" y="57328"/>
                  <a:pt x="214389" y="59260"/>
                </a:cubicBezTo>
                <a:cubicBezTo>
                  <a:pt x="211952" y="61192"/>
                  <a:pt x="210034" y="64685"/>
                  <a:pt x="208637" y="69739"/>
                </a:cubicBezTo>
                <a:cubicBezTo>
                  <a:pt x="207240" y="74792"/>
                  <a:pt x="206541" y="85375"/>
                  <a:pt x="206541" y="101487"/>
                </a:cubicBezTo>
                <a:lnTo>
                  <a:pt x="206541" y="130738"/>
                </a:lnTo>
                <a:close/>
                <a:moveTo>
                  <a:pt x="308482" y="100595"/>
                </a:moveTo>
                <a:lnTo>
                  <a:pt x="333452" y="104876"/>
                </a:lnTo>
                <a:cubicBezTo>
                  <a:pt x="330242" y="114002"/>
                  <a:pt x="325173" y="120951"/>
                  <a:pt x="318247" y="125722"/>
                </a:cubicBezTo>
                <a:cubicBezTo>
                  <a:pt x="311321" y="130493"/>
                  <a:pt x="302655" y="132879"/>
                  <a:pt x="292251" y="132879"/>
                </a:cubicBezTo>
                <a:cubicBezTo>
                  <a:pt x="275782" y="132879"/>
                  <a:pt x="263594" y="127498"/>
                  <a:pt x="255687" y="116737"/>
                </a:cubicBezTo>
                <a:cubicBezTo>
                  <a:pt x="249444" y="108116"/>
                  <a:pt x="246323" y="97236"/>
                  <a:pt x="246323" y="84097"/>
                </a:cubicBezTo>
                <a:cubicBezTo>
                  <a:pt x="246323" y="68401"/>
                  <a:pt x="250425" y="56109"/>
                  <a:pt x="258630" y="47221"/>
                </a:cubicBezTo>
                <a:cubicBezTo>
                  <a:pt x="266835" y="38333"/>
                  <a:pt x="277209" y="33888"/>
                  <a:pt x="289754" y="33888"/>
                </a:cubicBezTo>
                <a:cubicBezTo>
                  <a:pt x="303844" y="33888"/>
                  <a:pt x="314962" y="38541"/>
                  <a:pt x="323107" y="47845"/>
                </a:cubicBezTo>
                <a:cubicBezTo>
                  <a:pt x="331252" y="57150"/>
                  <a:pt x="335147" y="71404"/>
                  <a:pt x="334790" y="90607"/>
                </a:cubicBezTo>
                <a:lnTo>
                  <a:pt x="272007" y="90607"/>
                </a:lnTo>
                <a:cubicBezTo>
                  <a:pt x="272185" y="98039"/>
                  <a:pt x="274207" y="103821"/>
                  <a:pt x="278071" y="107953"/>
                </a:cubicBezTo>
                <a:cubicBezTo>
                  <a:pt x="281936" y="112085"/>
                  <a:pt x="286751" y="114151"/>
                  <a:pt x="292518" y="114151"/>
                </a:cubicBezTo>
                <a:cubicBezTo>
                  <a:pt x="296442" y="114151"/>
                  <a:pt x="299742" y="113081"/>
                  <a:pt x="302417" y="110940"/>
                </a:cubicBezTo>
                <a:cubicBezTo>
                  <a:pt x="305093" y="108800"/>
                  <a:pt x="307114" y="105352"/>
                  <a:pt x="308482" y="100595"/>
                </a:cubicBezTo>
                <a:moveTo>
                  <a:pt x="309909" y="75268"/>
                </a:moveTo>
                <a:cubicBezTo>
                  <a:pt x="309730" y="68045"/>
                  <a:pt x="307857" y="62552"/>
                  <a:pt x="304290" y="58792"/>
                </a:cubicBezTo>
                <a:cubicBezTo>
                  <a:pt x="300723" y="55032"/>
                  <a:pt x="296383" y="53151"/>
                  <a:pt x="291270" y="53151"/>
                </a:cubicBezTo>
                <a:cubicBezTo>
                  <a:pt x="285800" y="53151"/>
                  <a:pt x="281282" y="55135"/>
                  <a:pt x="277715" y="59101"/>
                </a:cubicBezTo>
                <a:cubicBezTo>
                  <a:pt x="274147" y="63070"/>
                  <a:pt x="272393" y="68459"/>
                  <a:pt x="272453" y="75268"/>
                </a:cubicBezTo>
                <a:lnTo>
                  <a:pt x="309909" y="75268"/>
                </a:lnTo>
                <a:close/>
                <a:moveTo>
                  <a:pt x="437802" y="64031"/>
                </a:moveTo>
                <a:lnTo>
                  <a:pt x="413099" y="68490"/>
                </a:lnTo>
                <a:cubicBezTo>
                  <a:pt x="412266" y="63585"/>
                  <a:pt x="410379" y="59892"/>
                  <a:pt x="407436" y="57410"/>
                </a:cubicBezTo>
                <a:cubicBezTo>
                  <a:pt x="404493" y="54928"/>
                  <a:pt x="400673" y="53686"/>
                  <a:pt x="395976" y="53686"/>
                </a:cubicBezTo>
                <a:cubicBezTo>
                  <a:pt x="389734" y="53686"/>
                  <a:pt x="384754" y="55835"/>
                  <a:pt x="381039" y="60133"/>
                </a:cubicBezTo>
                <a:cubicBezTo>
                  <a:pt x="377323" y="64430"/>
                  <a:pt x="375465" y="71616"/>
                  <a:pt x="375465" y="81692"/>
                </a:cubicBezTo>
                <a:cubicBezTo>
                  <a:pt x="375465" y="92895"/>
                  <a:pt x="377352" y="100809"/>
                  <a:pt x="381128" y="105433"/>
                </a:cubicBezTo>
                <a:cubicBezTo>
                  <a:pt x="384903" y="110056"/>
                  <a:pt x="389971" y="112367"/>
                  <a:pt x="396333" y="112367"/>
                </a:cubicBezTo>
                <a:cubicBezTo>
                  <a:pt x="401089" y="112367"/>
                  <a:pt x="404983" y="111015"/>
                  <a:pt x="408016" y="108309"/>
                </a:cubicBezTo>
                <a:cubicBezTo>
                  <a:pt x="411048" y="105604"/>
                  <a:pt x="413188" y="100952"/>
                  <a:pt x="414436" y="94353"/>
                </a:cubicBezTo>
                <a:lnTo>
                  <a:pt x="439050" y="98633"/>
                </a:lnTo>
                <a:cubicBezTo>
                  <a:pt x="436494" y="109929"/>
                  <a:pt x="431589" y="118461"/>
                  <a:pt x="424335" y="124228"/>
                </a:cubicBezTo>
                <a:cubicBezTo>
                  <a:pt x="417082" y="129995"/>
                  <a:pt x="407362" y="132879"/>
                  <a:pt x="395174" y="132879"/>
                </a:cubicBezTo>
                <a:cubicBezTo>
                  <a:pt x="381321" y="132879"/>
                  <a:pt x="370277" y="128509"/>
                  <a:pt x="362043" y="119769"/>
                </a:cubicBezTo>
                <a:cubicBezTo>
                  <a:pt x="353809" y="111029"/>
                  <a:pt x="349692" y="98931"/>
                  <a:pt x="349692" y="83473"/>
                </a:cubicBezTo>
                <a:cubicBezTo>
                  <a:pt x="349692" y="67836"/>
                  <a:pt x="353824" y="55663"/>
                  <a:pt x="362088" y="46953"/>
                </a:cubicBezTo>
                <a:cubicBezTo>
                  <a:pt x="370352" y="38243"/>
                  <a:pt x="381529" y="33888"/>
                  <a:pt x="395619" y="33888"/>
                </a:cubicBezTo>
                <a:cubicBezTo>
                  <a:pt x="407153" y="33888"/>
                  <a:pt x="416324" y="36371"/>
                  <a:pt x="423132" y="41335"/>
                </a:cubicBezTo>
                <a:cubicBezTo>
                  <a:pt x="429939" y="46299"/>
                  <a:pt x="434829" y="53865"/>
                  <a:pt x="437802" y="64031"/>
                </a:cubicBezTo>
                <a:close/>
                <a:moveTo>
                  <a:pt x="500237" y="36029"/>
                </a:moveTo>
                <a:lnTo>
                  <a:pt x="500237" y="56005"/>
                </a:lnTo>
                <a:lnTo>
                  <a:pt x="483114" y="56005"/>
                </a:lnTo>
                <a:lnTo>
                  <a:pt x="483114" y="94113"/>
                </a:lnTo>
                <a:cubicBezTo>
                  <a:pt x="483114" y="101831"/>
                  <a:pt x="483277" y="106328"/>
                  <a:pt x="483604" y="107604"/>
                </a:cubicBezTo>
                <a:cubicBezTo>
                  <a:pt x="483931" y="108879"/>
                  <a:pt x="484675" y="109932"/>
                  <a:pt x="485834" y="110765"/>
                </a:cubicBezTo>
                <a:cubicBezTo>
                  <a:pt x="486993" y="111595"/>
                  <a:pt x="488405" y="112010"/>
                  <a:pt x="490070" y="112010"/>
                </a:cubicBezTo>
                <a:cubicBezTo>
                  <a:pt x="492389" y="112010"/>
                  <a:pt x="495748" y="111208"/>
                  <a:pt x="500147" y="109602"/>
                </a:cubicBezTo>
                <a:lnTo>
                  <a:pt x="502288" y="129116"/>
                </a:lnTo>
                <a:cubicBezTo>
                  <a:pt x="496461" y="131624"/>
                  <a:pt x="489862" y="132879"/>
                  <a:pt x="482490" y="132879"/>
                </a:cubicBezTo>
                <a:cubicBezTo>
                  <a:pt x="477971" y="132879"/>
                  <a:pt x="473899" y="132120"/>
                  <a:pt x="470272" y="130604"/>
                </a:cubicBezTo>
                <a:cubicBezTo>
                  <a:pt x="466645" y="129088"/>
                  <a:pt x="463985" y="127126"/>
                  <a:pt x="462290" y="124719"/>
                </a:cubicBezTo>
                <a:cubicBezTo>
                  <a:pt x="460596" y="122311"/>
                  <a:pt x="459422" y="119056"/>
                  <a:pt x="458768" y="114953"/>
                </a:cubicBezTo>
                <a:cubicBezTo>
                  <a:pt x="458233" y="112040"/>
                  <a:pt x="457965" y="106154"/>
                  <a:pt x="457965" y="97296"/>
                </a:cubicBezTo>
                <a:lnTo>
                  <a:pt x="457965" y="56005"/>
                </a:lnTo>
                <a:lnTo>
                  <a:pt x="446461" y="56005"/>
                </a:lnTo>
                <a:lnTo>
                  <a:pt x="446461" y="36029"/>
                </a:lnTo>
                <a:lnTo>
                  <a:pt x="457965" y="36029"/>
                </a:lnTo>
                <a:lnTo>
                  <a:pt x="457965" y="17123"/>
                </a:lnTo>
                <a:lnTo>
                  <a:pt x="483114" y="2319"/>
                </a:lnTo>
                <a:lnTo>
                  <a:pt x="483114" y="36029"/>
                </a:lnTo>
                <a:lnTo>
                  <a:pt x="500237" y="36029"/>
                </a:lnTo>
                <a:close/>
                <a:moveTo>
                  <a:pt x="511828" y="82046"/>
                </a:moveTo>
                <a:cubicBezTo>
                  <a:pt x="511828" y="73722"/>
                  <a:pt x="513880" y="65666"/>
                  <a:pt x="517982" y="57878"/>
                </a:cubicBezTo>
                <a:cubicBezTo>
                  <a:pt x="522084" y="50090"/>
                  <a:pt x="527896" y="44144"/>
                  <a:pt x="535417" y="40042"/>
                </a:cubicBezTo>
                <a:cubicBezTo>
                  <a:pt x="542937" y="35940"/>
                  <a:pt x="551335" y="33888"/>
                  <a:pt x="560610" y="33888"/>
                </a:cubicBezTo>
                <a:cubicBezTo>
                  <a:pt x="574938" y="33888"/>
                  <a:pt x="586680" y="38541"/>
                  <a:pt x="595836" y="47845"/>
                </a:cubicBezTo>
                <a:cubicBezTo>
                  <a:pt x="604992" y="57150"/>
                  <a:pt x="609570" y="68907"/>
                  <a:pt x="609570" y="83116"/>
                </a:cubicBezTo>
                <a:cubicBezTo>
                  <a:pt x="609570" y="97444"/>
                  <a:pt x="604947" y="109320"/>
                  <a:pt x="595702" y="118743"/>
                </a:cubicBezTo>
                <a:cubicBezTo>
                  <a:pt x="586457" y="128167"/>
                  <a:pt x="574819" y="132879"/>
                  <a:pt x="560788" y="132879"/>
                </a:cubicBezTo>
                <a:cubicBezTo>
                  <a:pt x="552108" y="132879"/>
                  <a:pt x="543829" y="130917"/>
                  <a:pt x="535952" y="126993"/>
                </a:cubicBezTo>
                <a:cubicBezTo>
                  <a:pt x="528074" y="123069"/>
                  <a:pt x="522084" y="117317"/>
                  <a:pt x="517982" y="109736"/>
                </a:cubicBezTo>
                <a:cubicBezTo>
                  <a:pt x="513880" y="102156"/>
                  <a:pt x="511828" y="92926"/>
                  <a:pt x="511828" y="82046"/>
                </a:cubicBezTo>
                <a:moveTo>
                  <a:pt x="537512" y="83383"/>
                </a:moveTo>
                <a:cubicBezTo>
                  <a:pt x="537512" y="92747"/>
                  <a:pt x="539742" y="99919"/>
                  <a:pt x="544201" y="104898"/>
                </a:cubicBezTo>
                <a:cubicBezTo>
                  <a:pt x="548660" y="109877"/>
                  <a:pt x="554159" y="112367"/>
                  <a:pt x="560699" y="112367"/>
                </a:cubicBezTo>
                <a:cubicBezTo>
                  <a:pt x="567239" y="112367"/>
                  <a:pt x="572724" y="109877"/>
                  <a:pt x="577153" y="104898"/>
                </a:cubicBezTo>
                <a:cubicBezTo>
                  <a:pt x="581582" y="99919"/>
                  <a:pt x="583797" y="92688"/>
                  <a:pt x="583797" y="83205"/>
                </a:cubicBezTo>
                <a:cubicBezTo>
                  <a:pt x="583797" y="73960"/>
                  <a:pt x="581582" y="66848"/>
                  <a:pt x="577153" y="61869"/>
                </a:cubicBezTo>
                <a:cubicBezTo>
                  <a:pt x="572724" y="56890"/>
                  <a:pt x="567239" y="54400"/>
                  <a:pt x="560699" y="54400"/>
                </a:cubicBezTo>
                <a:cubicBezTo>
                  <a:pt x="554159" y="54400"/>
                  <a:pt x="548660" y="56890"/>
                  <a:pt x="544201" y="61869"/>
                </a:cubicBezTo>
                <a:cubicBezTo>
                  <a:pt x="539742" y="66848"/>
                  <a:pt x="537512" y="74020"/>
                  <a:pt x="537512" y="83383"/>
                </a:cubicBezTo>
                <a:close/>
                <a:moveTo>
                  <a:pt x="653172" y="130738"/>
                </a:moveTo>
                <a:lnTo>
                  <a:pt x="628112" y="130738"/>
                </a:lnTo>
                <a:lnTo>
                  <a:pt x="628112" y="36029"/>
                </a:lnTo>
                <a:lnTo>
                  <a:pt x="651388" y="36029"/>
                </a:lnTo>
                <a:lnTo>
                  <a:pt x="651388" y="49495"/>
                </a:lnTo>
                <a:cubicBezTo>
                  <a:pt x="655372" y="43133"/>
                  <a:pt x="658954" y="38942"/>
                  <a:pt x="662135" y="36921"/>
                </a:cubicBezTo>
                <a:cubicBezTo>
                  <a:pt x="665315" y="34899"/>
                  <a:pt x="668927" y="33888"/>
                  <a:pt x="672970" y="33888"/>
                </a:cubicBezTo>
                <a:cubicBezTo>
                  <a:pt x="678678" y="33888"/>
                  <a:pt x="684177" y="35464"/>
                  <a:pt x="689468" y="38615"/>
                </a:cubicBezTo>
                <a:lnTo>
                  <a:pt x="681710" y="60464"/>
                </a:lnTo>
                <a:cubicBezTo>
                  <a:pt x="677488" y="57729"/>
                  <a:pt x="673565" y="56362"/>
                  <a:pt x="669938" y="56362"/>
                </a:cubicBezTo>
                <a:cubicBezTo>
                  <a:pt x="666430" y="56362"/>
                  <a:pt x="663457" y="57328"/>
                  <a:pt x="661020" y="59260"/>
                </a:cubicBezTo>
                <a:cubicBezTo>
                  <a:pt x="658582" y="61192"/>
                  <a:pt x="656665" y="64685"/>
                  <a:pt x="655268" y="69739"/>
                </a:cubicBezTo>
                <a:cubicBezTo>
                  <a:pt x="653871" y="74792"/>
                  <a:pt x="653172" y="85375"/>
                  <a:pt x="653172" y="101487"/>
                </a:cubicBezTo>
                <a:lnTo>
                  <a:pt x="653172" y="1307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38b91445743a1"/>
          <a:stretch xmlns:a="http://schemas.openxmlformats.org/drawingml/2006/main"/>
        </p:blipFill>
        <p:spPr>
          <a:xfrm xmlns:a="http://schemas.openxmlformats.org/drawingml/2006/main">
            <a:off x="413903" y="2480681"/>
            <a:ext cx="531641" cy="526978"/>
          </a:xfrm>
          <a:prstGeom xmlns:a="http://schemas.openxmlformats.org/drawingml/2006/main" prst="rect">
            <a:avLst/>
          </a:prstGeom>
        </p:spPr>
      </p:pic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46CBF-9EC4-4320-AD1D-0427D839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903" y="2480681"/>
            <a:ext cx="102598" cy="107261"/>
          </a:xfrm>
          <a:custGeom xmlns:a="http://schemas.openxmlformats.org/drawingml/2006/main">
            <a:pathLst>
              <a:path w="102598" h="107261">
                <a:moveTo>
                  <a:pt x="0" y="107261"/>
                </a:moveTo>
                <a:lnTo>
                  <a:pt x="102598" y="107261"/>
                </a:lnTo>
                <a:lnTo>
                  <a:pt x="102598" y="0"/>
                </a:lnTo>
                <a:lnTo>
                  <a:pt x="0" y="0"/>
                </a:lnTo>
                <a:lnTo>
                  <a:pt x="0" y="10726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2A895-1861-4965-8532-F917AF6A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59" y="2480681"/>
            <a:ext cx="144569" cy="107261"/>
          </a:xfrm>
          <a:custGeom xmlns:a="http://schemas.openxmlformats.org/drawingml/2006/main">
            <a:pathLst>
              <a:path w="144569" h="107261">
                <a:moveTo>
                  <a:pt x="0" y="107261"/>
                </a:moveTo>
                <a:lnTo>
                  <a:pt x="144569" y="107261"/>
                </a:lnTo>
                <a:lnTo>
                  <a:pt x="144569" y="0"/>
                </a:lnTo>
                <a:lnTo>
                  <a:pt x="0" y="0"/>
                </a:lnTo>
                <a:lnTo>
                  <a:pt x="0" y="10726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Writer">
            <a:extLst xmlns:a="http://schemas.openxmlformats.org/drawingml/2006/main">
              <a:ext uri="{FF2B5EF4-FFF2-40B4-BE49-F238E27FC236}">
                <a16:creationId xmlns:a16="http://schemas.microsoft.com/office/drawing/2014/main" id="{9A8B5A80-795C-42F0-BF30-5E8F4BE4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65" y="3020445"/>
            <a:ext cx="526086" cy="132879"/>
          </a:xfrm>
          <a:custGeom xmlns:a="http://schemas.openxmlformats.org/drawingml/2006/main">
            <a:pathLst>
              <a:path w="526086" h="132879">
                <a:moveTo>
                  <a:pt x="31213" y="130738"/>
                </a:moveTo>
                <a:lnTo>
                  <a:pt x="0" y="0"/>
                </a:lnTo>
                <a:lnTo>
                  <a:pt x="27022" y="0"/>
                </a:lnTo>
                <a:lnTo>
                  <a:pt x="46730" y="89804"/>
                </a:lnTo>
                <a:lnTo>
                  <a:pt x="70631" y="0"/>
                </a:lnTo>
                <a:lnTo>
                  <a:pt x="102022" y="0"/>
                </a:lnTo>
                <a:lnTo>
                  <a:pt x="124941" y="91321"/>
                </a:lnTo>
                <a:lnTo>
                  <a:pt x="145007" y="0"/>
                </a:lnTo>
                <a:lnTo>
                  <a:pt x="171583" y="0"/>
                </a:lnTo>
                <a:lnTo>
                  <a:pt x="139835" y="130738"/>
                </a:lnTo>
                <a:lnTo>
                  <a:pt x="111832" y="130738"/>
                </a:lnTo>
                <a:lnTo>
                  <a:pt x="85791" y="32997"/>
                </a:lnTo>
                <a:lnTo>
                  <a:pt x="59840" y="130738"/>
                </a:lnTo>
                <a:lnTo>
                  <a:pt x="31213" y="130738"/>
                </a:lnTo>
                <a:close/>
                <a:moveTo>
                  <a:pt x="205564" y="130738"/>
                </a:moveTo>
                <a:lnTo>
                  <a:pt x="180504" y="130738"/>
                </a:lnTo>
                <a:lnTo>
                  <a:pt x="180504" y="36029"/>
                </a:lnTo>
                <a:lnTo>
                  <a:pt x="203780" y="36029"/>
                </a:lnTo>
                <a:lnTo>
                  <a:pt x="203780" y="49495"/>
                </a:lnTo>
                <a:cubicBezTo>
                  <a:pt x="207764" y="43133"/>
                  <a:pt x="211346" y="38942"/>
                  <a:pt x="214526" y="36921"/>
                </a:cubicBezTo>
                <a:cubicBezTo>
                  <a:pt x="217707" y="34899"/>
                  <a:pt x="221319" y="33888"/>
                  <a:pt x="225362" y="33888"/>
                </a:cubicBezTo>
                <a:cubicBezTo>
                  <a:pt x="231069" y="33888"/>
                  <a:pt x="236569" y="35464"/>
                  <a:pt x="241860" y="38615"/>
                </a:cubicBezTo>
                <a:lnTo>
                  <a:pt x="234102" y="60464"/>
                </a:lnTo>
                <a:cubicBezTo>
                  <a:pt x="229880" y="57729"/>
                  <a:pt x="225956" y="56362"/>
                  <a:pt x="222330" y="56362"/>
                </a:cubicBezTo>
                <a:cubicBezTo>
                  <a:pt x="218822" y="56362"/>
                  <a:pt x="215849" y="57328"/>
                  <a:pt x="213412" y="59260"/>
                </a:cubicBezTo>
                <a:cubicBezTo>
                  <a:pt x="210974" y="61192"/>
                  <a:pt x="209057" y="64685"/>
                  <a:pt x="207660" y="69739"/>
                </a:cubicBezTo>
                <a:cubicBezTo>
                  <a:pt x="206262" y="74792"/>
                  <a:pt x="205564" y="85375"/>
                  <a:pt x="205564" y="101487"/>
                </a:cubicBezTo>
                <a:lnTo>
                  <a:pt x="205564" y="130738"/>
                </a:lnTo>
                <a:close/>
                <a:moveTo>
                  <a:pt x="252658" y="23187"/>
                </a:moveTo>
                <a:lnTo>
                  <a:pt x="252658" y="0"/>
                </a:lnTo>
                <a:lnTo>
                  <a:pt x="277718" y="0"/>
                </a:lnTo>
                <a:lnTo>
                  <a:pt x="277718" y="23187"/>
                </a:lnTo>
                <a:lnTo>
                  <a:pt x="252658" y="23187"/>
                </a:lnTo>
                <a:moveTo>
                  <a:pt x="252658" y="130738"/>
                </a:moveTo>
                <a:lnTo>
                  <a:pt x="252658" y="36029"/>
                </a:lnTo>
                <a:lnTo>
                  <a:pt x="277718" y="36029"/>
                </a:lnTo>
                <a:lnTo>
                  <a:pt x="277718" y="130738"/>
                </a:lnTo>
                <a:lnTo>
                  <a:pt x="252658" y="130738"/>
                </a:lnTo>
                <a:close/>
                <a:moveTo>
                  <a:pt x="346827" y="36029"/>
                </a:moveTo>
                <a:lnTo>
                  <a:pt x="346827" y="56005"/>
                </a:lnTo>
                <a:lnTo>
                  <a:pt x="329704" y="56005"/>
                </a:lnTo>
                <a:lnTo>
                  <a:pt x="329704" y="94113"/>
                </a:lnTo>
                <a:cubicBezTo>
                  <a:pt x="329704" y="101831"/>
                  <a:pt x="329868" y="106328"/>
                  <a:pt x="330195" y="107604"/>
                </a:cubicBezTo>
                <a:cubicBezTo>
                  <a:pt x="330522" y="108879"/>
                  <a:pt x="331265" y="109932"/>
                  <a:pt x="332424" y="110765"/>
                </a:cubicBezTo>
                <a:cubicBezTo>
                  <a:pt x="333583" y="111595"/>
                  <a:pt x="334995" y="112010"/>
                  <a:pt x="336660" y="112010"/>
                </a:cubicBezTo>
                <a:cubicBezTo>
                  <a:pt x="338979" y="112010"/>
                  <a:pt x="342338" y="111208"/>
                  <a:pt x="346738" y="109602"/>
                </a:cubicBezTo>
                <a:lnTo>
                  <a:pt x="348878" y="129116"/>
                </a:lnTo>
                <a:cubicBezTo>
                  <a:pt x="343051" y="131624"/>
                  <a:pt x="336452" y="132879"/>
                  <a:pt x="329080" y="132879"/>
                </a:cubicBezTo>
                <a:cubicBezTo>
                  <a:pt x="324561" y="132879"/>
                  <a:pt x="320489" y="132120"/>
                  <a:pt x="316862" y="130604"/>
                </a:cubicBezTo>
                <a:cubicBezTo>
                  <a:pt x="313236" y="129088"/>
                  <a:pt x="310575" y="127126"/>
                  <a:pt x="308881" y="124719"/>
                </a:cubicBezTo>
                <a:cubicBezTo>
                  <a:pt x="307186" y="122311"/>
                  <a:pt x="306012" y="119056"/>
                  <a:pt x="305358" y="114953"/>
                </a:cubicBezTo>
                <a:cubicBezTo>
                  <a:pt x="304823" y="112040"/>
                  <a:pt x="304555" y="106154"/>
                  <a:pt x="304555" y="97296"/>
                </a:cubicBezTo>
                <a:lnTo>
                  <a:pt x="304555" y="56005"/>
                </a:lnTo>
                <a:lnTo>
                  <a:pt x="293051" y="56005"/>
                </a:lnTo>
                <a:lnTo>
                  <a:pt x="293051" y="36029"/>
                </a:lnTo>
                <a:lnTo>
                  <a:pt x="304555" y="36029"/>
                </a:lnTo>
                <a:lnTo>
                  <a:pt x="304555" y="17123"/>
                </a:lnTo>
                <a:lnTo>
                  <a:pt x="329704" y="2319"/>
                </a:lnTo>
                <a:lnTo>
                  <a:pt x="329704" y="36029"/>
                </a:lnTo>
                <a:lnTo>
                  <a:pt x="346827" y="36029"/>
                </a:lnTo>
                <a:close/>
                <a:moveTo>
                  <a:pt x="419061" y="100595"/>
                </a:moveTo>
                <a:lnTo>
                  <a:pt x="444032" y="104876"/>
                </a:lnTo>
                <a:cubicBezTo>
                  <a:pt x="440821" y="114002"/>
                  <a:pt x="435753" y="120951"/>
                  <a:pt x="428827" y="125722"/>
                </a:cubicBezTo>
                <a:cubicBezTo>
                  <a:pt x="421900" y="130493"/>
                  <a:pt x="413235" y="132879"/>
                  <a:pt x="402831" y="132879"/>
                </a:cubicBezTo>
                <a:cubicBezTo>
                  <a:pt x="386362" y="132879"/>
                  <a:pt x="374174" y="127498"/>
                  <a:pt x="366267" y="116737"/>
                </a:cubicBezTo>
                <a:cubicBezTo>
                  <a:pt x="360024" y="108116"/>
                  <a:pt x="356903" y="97236"/>
                  <a:pt x="356903" y="84097"/>
                </a:cubicBezTo>
                <a:cubicBezTo>
                  <a:pt x="356903" y="68401"/>
                  <a:pt x="361005" y="56109"/>
                  <a:pt x="369210" y="47221"/>
                </a:cubicBezTo>
                <a:cubicBezTo>
                  <a:pt x="377414" y="38333"/>
                  <a:pt x="387789" y="33888"/>
                  <a:pt x="400333" y="33888"/>
                </a:cubicBezTo>
                <a:cubicBezTo>
                  <a:pt x="414424" y="33888"/>
                  <a:pt x="425542" y="38541"/>
                  <a:pt x="433687" y="47845"/>
                </a:cubicBezTo>
                <a:cubicBezTo>
                  <a:pt x="441832" y="57150"/>
                  <a:pt x="445726" y="71404"/>
                  <a:pt x="445370" y="90607"/>
                </a:cubicBezTo>
                <a:lnTo>
                  <a:pt x="382587" y="90607"/>
                </a:lnTo>
                <a:cubicBezTo>
                  <a:pt x="382765" y="98039"/>
                  <a:pt x="384786" y="103821"/>
                  <a:pt x="388651" y="107953"/>
                </a:cubicBezTo>
                <a:cubicBezTo>
                  <a:pt x="392515" y="112085"/>
                  <a:pt x="397331" y="114151"/>
                  <a:pt x="403098" y="114151"/>
                </a:cubicBezTo>
                <a:cubicBezTo>
                  <a:pt x="407022" y="114151"/>
                  <a:pt x="410322" y="113081"/>
                  <a:pt x="412997" y="110940"/>
                </a:cubicBezTo>
                <a:cubicBezTo>
                  <a:pt x="415672" y="108800"/>
                  <a:pt x="417694" y="105352"/>
                  <a:pt x="419061" y="100595"/>
                </a:cubicBezTo>
                <a:moveTo>
                  <a:pt x="420488" y="75268"/>
                </a:moveTo>
                <a:cubicBezTo>
                  <a:pt x="420310" y="68045"/>
                  <a:pt x="418437" y="62552"/>
                  <a:pt x="414870" y="58792"/>
                </a:cubicBezTo>
                <a:cubicBezTo>
                  <a:pt x="411303" y="55032"/>
                  <a:pt x="406963" y="53151"/>
                  <a:pt x="401850" y="53151"/>
                </a:cubicBezTo>
                <a:cubicBezTo>
                  <a:pt x="396380" y="53151"/>
                  <a:pt x="391861" y="55135"/>
                  <a:pt x="388294" y="59101"/>
                </a:cubicBezTo>
                <a:cubicBezTo>
                  <a:pt x="384727" y="63070"/>
                  <a:pt x="382973" y="68459"/>
                  <a:pt x="383033" y="75268"/>
                </a:cubicBezTo>
                <a:lnTo>
                  <a:pt x="420488" y="75268"/>
                </a:lnTo>
                <a:close/>
                <a:moveTo>
                  <a:pt x="489790" y="130738"/>
                </a:moveTo>
                <a:lnTo>
                  <a:pt x="464730" y="130738"/>
                </a:lnTo>
                <a:lnTo>
                  <a:pt x="464730" y="36029"/>
                </a:lnTo>
                <a:lnTo>
                  <a:pt x="488006" y="36029"/>
                </a:lnTo>
                <a:lnTo>
                  <a:pt x="488006" y="49495"/>
                </a:lnTo>
                <a:cubicBezTo>
                  <a:pt x="491990" y="43133"/>
                  <a:pt x="495572" y="38942"/>
                  <a:pt x="498753" y="36921"/>
                </a:cubicBezTo>
                <a:cubicBezTo>
                  <a:pt x="501933" y="34899"/>
                  <a:pt x="505545" y="33888"/>
                  <a:pt x="509588" y="33888"/>
                </a:cubicBezTo>
                <a:cubicBezTo>
                  <a:pt x="515296" y="33888"/>
                  <a:pt x="520795" y="35464"/>
                  <a:pt x="526086" y="38615"/>
                </a:cubicBezTo>
                <a:lnTo>
                  <a:pt x="518328" y="60464"/>
                </a:lnTo>
                <a:cubicBezTo>
                  <a:pt x="514106" y="57729"/>
                  <a:pt x="510183" y="56362"/>
                  <a:pt x="506556" y="56362"/>
                </a:cubicBezTo>
                <a:cubicBezTo>
                  <a:pt x="503048" y="56362"/>
                  <a:pt x="500075" y="57328"/>
                  <a:pt x="497638" y="59260"/>
                </a:cubicBezTo>
                <a:cubicBezTo>
                  <a:pt x="495200" y="61192"/>
                  <a:pt x="493283" y="64685"/>
                  <a:pt x="491886" y="69739"/>
                </a:cubicBezTo>
                <a:cubicBezTo>
                  <a:pt x="490489" y="74792"/>
                  <a:pt x="489790" y="85375"/>
                  <a:pt x="489790" y="101487"/>
                </a:cubicBezTo>
                <a:lnTo>
                  <a:pt x="489790" y="1307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d526e1bb04a6e"/>
          <a:stretch xmlns:a="http://schemas.openxmlformats.org/drawingml/2006/main"/>
        </p:blipFill>
        <p:spPr>
          <a:xfrm xmlns:a="http://schemas.openxmlformats.org/drawingml/2006/main">
            <a:off x="2773993" y="2384835"/>
            <a:ext cx="419471" cy="526669"/>
          </a:xfrm>
          <a:prstGeom xmlns:a="http://schemas.openxmlformats.org/drawingml/2006/main" prst="rect">
            <a:avLst/>
          </a:prstGeom>
        </p:spPr>
      </p:pic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7F5F3-8498-4CD0-8E4C-EC81C489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297" y="2384835"/>
            <a:ext cx="144484" cy="83894"/>
          </a:xfrm>
          <a:custGeom xmlns:a="http://schemas.openxmlformats.org/drawingml/2006/main">
            <a:pathLst>
              <a:path w="144484" h="83894">
                <a:moveTo>
                  <a:pt x="0" y="83894"/>
                </a:moveTo>
                <a:lnTo>
                  <a:pt x="144484" y="83894"/>
                </a:lnTo>
                <a:lnTo>
                  <a:pt x="144484" y="0"/>
                </a:lnTo>
                <a:lnTo>
                  <a:pt x="0" y="0"/>
                </a:lnTo>
                <a:lnTo>
                  <a:pt x="0" y="838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105E9E-D53D-4C80-9926-276D99F8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856" y="2384835"/>
            <a:ext cx="46608" cy="256343"/>
          </a:xfrm>
          <a:custGeom xmlns:a="http://schemas.openxmlformats.org/drawingml/2006/main">
            <a:pathLst>
              <a:path w="46608" h="256343">
                <a:moveTo>
                  <a:pt x="0" y="256343"/>
                </a:moveTo>
                <a:lnTo>
                  <a:pt x="46608" y="256343"/>
                </a:lnTo>
                <a:lnTo>
                  <a:pt x="46608" y="0"/>
                </a:lnTo>
                <a:lnTo>
                  <a:pt x="0" y="0"/>
                </a:lnTo>
                <a:lnTo>
                  <a:pt x="0" y="25634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Editor">
            <a:extLst xmlns:a="http://schemas.openxmlformats.org/drawingml/2006/main">
              <a:ext uri="{FF2B5EF4-FFF2-40B4-BE49-F238E27FC236}">
                <a16:creationId xmlns:a16="http://schemas.microsoft.com/office/drawing/2014/main" id="{A19BFA0C-3695-40B3-8F40-B0E68AB7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221" y="2914919"/>
            <a:ext cx="516601" cy="132879"/>
          </a:xfrm>
          <a:custGeom xmlns:a="http://schemas.openxmlformats.org/drawingml/2006/main">
            <a:pathLst>
              <a:path w="516601" h="132879">
                <a:moveTo>
                  <a:pt x="0" y="130738"/>
                </a:moveTo>
                <a:lnTo>
                  <a:pt x="0" y="0"/>
                </a:lnTo>
                <a:lnTo>
                  <a:pt x="96939" y="0"/>
                </a:lnTo>
                <a:lnTo>
                  <a:pt x="96939" y="22117"/>
                </a:lnTo>
                <a:lnTo>
                  <a:pt x="26397" y="22117"/>
                </a:lnTo>
                <a:lnTo>
                  <a:pt x="26397" y="51011"/>
                </a:lnTo>
                <a:lnTo>
                  <a:pt x="92034" y="51011"/>
                </a:lnTo>
                <a:lnTo>
                  <a:pt x="92034" y="73128"/>
                </a:lnTo>
                <a:lnTo>
                  <a:pt x="26397" y="73128"/>
                </a:lnTo>
                <a:lnTo>
                  <a:pt x="26397" y="108622"/>
                </a:lnTo>
                <a:lnTo>
                  <a:pt x="99436" y="108622"/>
                </a:lnTo>
                <a:lnTo>
                  <a:pt x="99436" y="130738"/>
                </a:lnTo>
                <a:lnTo>
                  <a:pt x="0" y="130738"/>
                </a:lnTo>
                <a:close/>
                <a:moveTo>
                  <a:pt x="208505" y="130738"/>
                </a:moveTo>
                <a:lnTo>
                  <a:pt x="185229" y="130738"/>
                </a:lnTo>
                <a:lnTo>
                  <a:pt x="185229" y="116826"/>
                </a:lnTo>
                <a:cubicBezTo>
                  <a:pt x="181364" y="122236"/>
                  <a:pt x="176801" y="126264"/>
                  <a:pt x="171540" y="128910"/>
                </a:cubicBezTo>
                <a:cubicBezTo>
                  <a:pt x="166278" y="131556"/>
                  <a:pt x="160972" y="132879"/>
                  <a:pt x="155621" y="132879"/>
                </a:cubicBezTo>
                <a:cubicBezTo>
                  <a:pt x="144741" y="132879"/>
                  <a:pt x="135422" y="128494"/>
                  <a:pt x="127663" y="119724"/>
                </a:cubicBezTo>
                <a:cubicBezTo>
                  <a:pt x="119904" y="110955"/>
                  <a:pt x="116025" y="98722"/>
                  <a:pt x="116025" y="83027"/>
                </a:cubicBezTo>
                <a:cubicBezTo>
                  <a:pt x="116025" y="66974"/>
                  <a:pt x="119800" y="54772"/>
                  <a:pt x="127351" y="46418"/>
                </a:cubicBezTo>
                <a:cubicBezTo>
                  <a:pt x="134901" y="38065"/>
                  <a:pt x="144444" y="33888"/>
                  <a:pt x="155978" y="33888"/>
                </a:cubicBezTo>
                <a:cubicBezTo>
                  <a:pt x="166560" y="33888"/>
                  <a:pt x="175716" y="38288"/>
                  <a:pt x="183445" y="47087"/>
                </a:cubicBezTo>
                <a:lnTo>
                  <a:pt x="183445" y="0"/>
                </a:lnTo>
                <a:lnTo>
                  <a:pt x="208505" y="0"/>
                </a:lnTo>
                <a:lnTo>
                  <a:pt x="208505" y="130738"/>
                </a:lnTo>
                <a:moveTo>
                  <a:pt x="141620" y="81380"/>
                </a:moveTo>
                <a:cubicBezTo>
                  <a:pt x="141620" y="91472"/>
                  <a:pt x="143017" y="98774"/>
                  <a:pt x="145811" y="103285"/>
                </a:cubicBezTo>
                <a:cubicBezTo>
                  <a:pt x="149854" y="109815"/>
                  <a:pt x="155502" y="113081"/>
                  <a:pt x="162755" y="113081"/>
                </a:cubicBezTo>
                <a:cubicBezTo>
                  <a:pt x="168522" y="113081"/>
                  <a:pt x="173427" y="110632"/>
                  <a:pt x="177470" y="105734"/>
                </a:cubicBezTo>
                <a:cubicBezTo>
                  <a:pt x="181513" y="100837"/>
                  <a:pt x="183534" y="93520"/>
                  <a:pt x="183534" y="83785"/>
                </a:cubicBezTo>
                <a:cubicBezTo>
                  <a:pt x="183534" y="72920"/>
                  <a:pt x="181572" y="65098"/>
                  <a:pt x="177648" y="60319"/>
                </a:cubicBezTo>
                <a:cubicBezTo>
                  <a:pt x="173724" y="55541"/>
                  <a:pt x="168701" y="53151"/>
                  <a:pt x="162577" y="53151"/>
                </a:cubicBezTo>
                <a:cubicBezTo>
                  <a:pt x="156632" y="53151"/>
                  <a:pt x="151652" y="55511"/>
                  <a:pt x="147639" y="60230"/>
                </a:cubicBezTo>
                <a:cubicBezTo>
                  <a:pt x="143626" y="64949"/>
                  <a:pt x="141620" y="71999"/>
                  <a:pt x="141620" y="81380"/>
                </a:cubicBezTo>
                <a:close/>
                <a:moveTo>
                  <a:pt x="233200" y="23187"/>
                </a:moveTo>
                <a:lnTo>
                  <a:pt x="233200" y="0"/>
                </a:lnTo>
                <a:lnTo>
                  <a:pt x="258260" y="0"/>
                </a:lnTo>
                <a:lnTo>
                  <a:pt x="258260" y="23187"/>
                </a:lnTo>
                <a:lnTo>
                  <a:pt x="233200" y="23187"/>
                </a:lnTo>
                <a:moveTo>
                  <a:pt x="233200" y="130738"/>
                </a:moveTo>
                <a:lnTo>
                  <a:pt x="233200" y="36029"/>
                </a:lnTo>
                <a:lnTo>
                  <a:pt x="258260" y="36029"/>
                </a:lnTo>
                <a:lnTo>
                  <a:pt x="258260" y="130738"/>
                </a:lnTo>
                <a:lnTo>
                  <a:pt x="233200" y="130738"/>
                </a:lnTo>
                <a:close/>
                <a:moveTo>
                  <a:pt x="327369" y="36029"/>
                </a:moveTo>
                <a:lnTo>
                  <a:pt x="327369" y="56005"/>
                </a:lnTo>
                <a:lnTo>
                  <a:pt x="310246" y="56005"/>
                </a:lnTo>
                <a:lnTo>
                  <a:pt x="310246" y="94113"/>
                </a:lnTo>
                <a:cubicBezTo>
                  <a:pt x="310246" y="101831"/>
                  <a:pt x="310410" y="106328"/>
                  <a:pt x="310737" y="107604"/>
                </a:cubicBezTo>
                <a:cubicBezTo>
                  <a:pt x="311064" y="108879"/>
                  <a:pt x="311807" y="109932"/>
                  <a:pt x="312966" y="110765"/>
                </a:cubicBezTo>
                <a:cubicBezTo>
                  <a:pt x="314126" y="111595"/>
                  <a:pt x="315538" y="112010"/>
                  <a:pt x="317202" y="112010"/>
                </a:cubicBezTo>
                <a:cubicBezTo>
                  <a:pt x="319521" y="112010"/>
                  <a:pt x="322880" y="111208"/>
                  <a:pt x="327280" y="109602"/>
                </a:cubicBezTo>
                <a:lnTo>
                  <a:pt x="329420" y="129116"/>
                </a:lnTo>
                <a:cubicBezTo>
                  <a:pt x="323594" y="131624"/>
                  <a:pt x="316994" y="132879"/>
                  <a:pt x="309622" y="132879"/>
                </a:cubicBezTo>
                <a:cubicBezTo>
                  <a:pt x="305103" y="132879"/>
                  <a:pt x="301031" y="132120"/>
                  <a:pt x="297404" y="130604"/>
                </a:cubicBezTo>
                <a:cubicBezTo>
                  <a:pt x="293778" y="129088"/>
                  <a:pt x="291117" y="127126"/>
                  <a:pt x="289423" y="124719"/>
                </a:cubicBezTo>
                <a:cubicBezTo>
                  <a:pt x="287728" y="122311"/>
                  <a:pt x="286554" y="119056"/>
                  <a:pt x="285900" y="114953"/>
                </a:cubicBezTo>
                <a:cubicBezTo>
                  <a:pt x="285365" y="112040"/>
                  <a:pt x="285097" y="106154"/>
                  <a:pt x="285097" y="97296"/>
                </a:cubicBezTo>
                <a:lnTo>
                  <a:pt x="285097" y="56005"/>
                </a:lnTo>
                <a:lnTo>
                  <a:pt x="273593" y="56005"/>
                </a:lnTo>
                <a:lnTo>
                  <a:pt x="273593" y="36029"/>
                </a:lnTo>
                <a:lnTo>
                  <a:pt x="285097" y="36029"/>
                </a:lnTo>
                <a:lnTo>
                  <a:pt x="285097" y="17123"/>
                </a:lnTo>
                <a:lnTo>
                  <a:pt x="310246" y="2319"/>
                </a:lnTo>
                <a:lnTo>
                  <a:pt x="310246" y="36029"/>
                </a:lnTo>
                <a:lnTo>
                  <a:pt x="327369" y="36029"/>
                </a:lnTo>
                <a:close/>
                <a:moveTo>
                  <a:pt x="338961" y="82046"/>
                </a:moveTo>
                <a:cubicBezTo>
                  <a:pt x="338961" y="73722"/>
                  <a:pt x="341012" y="65666"/>
                  <a:pt x="345114" y="57878"/>
                </a:cubicBezTo>
                <a:cubicBezTo>
                  <a:pt x="349216" y="50090"/>
                  <a:pt x="355028" y="44144"/>
                  <a:pt x="362549" y="40042"/>
                </a:cubicBezTo>
                <a:cubicBezTo>
                  <a:pt x="370070" y="35940"/>
                  <a:pt x="378467" y="33888"/>
                  <a:pt x="387742" y="33888"/>
                </a:cubicBezTo>
                <a:cubicBezTo>
                  <a:pt x="402071" y="33888"/>
                  <a:pt x="413813" y="38541"/>
                  <a:pt x="422968" y="47845"/>
                </a:cubicBezTo>
                <a:cubicBezTo>
                  <a:pt x="432124" y="57150"/>
                  <a:pt x="436702" y="68907"/>
                  <a:pt x="436702" y="83116"/>
                </a:cubicBezTo>
                <a:cubicBezTo>
                  <a:pt x="436702" y="97444"/>
                  <a:pt x="432080" y="109320"/>
                  <a:pt x="422835" y="118743"/>
                </a:cubicBezTo>
                <a:cubicBezTo>
                  <a:pt x="413590" y="128167"/>
                  <a:pt x="401952" y="132879"/>
                  <a:pt x="387921" y="132879"/>
                </a:cubicBezTo>
                <a:cubicBezTo>
                  <a:pt x="379240" y="132879"/>
                  <a:pt x="370961" y="130917"/>
                  <a:pt x="363084" y="126993"/>
                </a:cubicBezTo>
                <a:cubicBezTo>
                  <a:pt x="355206" y="123069"/>
                  <a:pt x="349216" y="117317"/>
                  <a:pt x="345114" y="109736"/>
                </a:cubicBezTo>
                <a:cubicBezTo>
                  <a:pt x="341012" y="102156"/>
                  <a:pt x="338961" y="92926"/>
                  <a:pt x="338961" y="82046"/>
                </a:cubicBezTo>
                <a:moveTo>
                  <a:pt x="364645" y="83383"/>
                </a:moveTo>
                <a:cubicBezTo>
                  <a:pt x="364645" y="92747"/>
                  <a:pt x="366874" y="99919"/>
                  <a:pt x="371333" y="104898"/>
                </a:cubicBezTo>
                <a:cubicBezTo>
                  <a:pt x="375792" y="109877"/>
                  <a:pt x="381292" y="112367"/>
                  <a:pt x="387831" y="112367"/>
                </a:cubicBezTo>
                <a:cubicBezTo>
                  <a:pt x="394371" y="112367"/>
                  <a:pt x="399856" y="109877"/>
                  <a:pt x="404285" y="104898"/>
                </a:cubicBezTo>
                <a:cubicBezTo>
                  <a:pt x="408714" y="99919"/>
                  <a:pt x="410929" y="92688"/>
                  <a:pt x="410929" y="83205"/>
                </a:cubicBezTo>
                <a:cubicBezTo>
                  <a:pt x="410929" y="73960"/>
                  <a:pt x="408714" y="66848"/>
                  <a:pt x="404285" y="61869"/>
                </a:cubicBezTo>
                <a:cubicBezTo>
                  <a:pt x="399856" y="56890"/>
                  <a:pt x="394371" y="54400"/>
                  <a:pt x="387831" y="54400"/>
                </a:cubicBezTo>
                <a:cubicBezTo>
                  <a:pt x="381292" y="54400"/>
                  <a:pt x="375792" y="56890"/>
                  <a:pt x="371333" y="61869"/>
                </a:cubicBezTo>
                <a:cubicBezTo>
                  <a:pt x="366874" y="66848"/>
                  <a:pt x="364645" y="74020"/>
                  <a:pt x="364645" y="83383"/>
                </a:cubicBezTo>
                <a:close/>
                <a:moveTo>
                  <a:pt x="480304" y="130738"/>
                </a:moveTo>
                <a:lnTo>
                  <a:pt x="455245" y="130738"/>
                </a:lnTo>
                <a:lnTo>
                  <a:pt x="455245" y="36029"/>
                </a:lnTo>
                <a:lnTo>
                  <a:pt x="478521" y="36029"/>
                </a:lnTo>
                <a:lnTo>
                  <a:pt x="478521" y="49495"/>
                </a:lnTo>
                <a:cubicBezTo>
                  <a:pt x="482504" y="43133"/>
                  <a:pt x="486086" y="38942"/>
                  <a:pt x="489267" y="36921"/>
                </a:cubicBezTo>
                <a:cubicBezTo>
                  <a:pt x="492448" y="34899"/>
                  <a:pt x="496059" y="33888"/>
                  <a:pt x="500102" y="33888"/>
                </a:cubicBezTo>
                <a:cubicBezTo>
                  <a:pt x="505810" y="33888"/>
                  <a:pt x="511309" y="35464"/>
                  <a:pt x="516601" y="38615"/>
                </a:cubicBezTo>
                <a:lnTo>
                  <a:pt x="508842" y="60464"/>
                </a:lnTo>
                <a:cubicBezTo>
                  <a:pt x="504621" y="57729"/>
                  <a:pt x="500697" y="56362"/>
                  <a:pt x="497070" y="56362"/>
                </a:cubicBezTo>
                <a:cubicBezTo>
                  <a:pt x="493562" y="56362"/>
                  <a:pt x="490590" y="57328"/>
                  <a:pt x="488152" y="59260"/>
                </a:cubicBezTo>
                <a:cubicBezTo>
                  <a:pt x="485714" y="61192"/>
                  <a:pt x="483797" y="64685"/>
                  <a:pt x="482400" y="69739"/>
                </a:cubicBezTo>
                <a:cubicBezTo>
                  <a:pt x="481003" y="74792"/>
                  <a:pt x="480304" y="85375"/>
                  <a:pt x="480304" y="101487"/>
                </a:cubicBezTo>
                <a:lnTo>
                  <a:pt x="480304" y="1307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AdversarialDebate">
            <a:extLst xmlns:a="http://schemas.openxmlformats.org/drawingml/2006/main">
              <a:ext uri="{FF2B5EF4-FFF2-40B4-BE49-F238E27FC236}">
                <a16:creationId xmlns:a16="http://schemas.microsoft.com/office/drawing/2014/main" id="{FE28D302-3EA6-4004-934F-07477CE1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882" y="150509"/>
            <a:ext cx="1774594" cy="143100"/>
          </a:xfrm>
          <a:custGeom xmlns:a="http://schemas.openxmlformats.org/drawingml/2006/main">
            <a:pathLst>
              <a:path w="1774594" h="143100">
                <a:moveTo>
                  <a:pt x="141275" y="140795"/>
                </a:moveTo>
                <a:lnTo>
                  <a:pt x="110350" y="140795"/>
                </a:lnTo>
                <a:lnTo>
                  <a:pt x="98057" y="108718"/>
                </a:lnTo>
                <a:lnTo>
                  <a:pt x="41778" y="108718"/>
                </a:lnTo>
                <a:lnTo>
                  <a:pt x="30157" y="140795"/>
                </a:lnTo>
                <a:lnTo>
                  <a:pt x="0" y="140795"/>
                </a:lnTo>
                <a:lnTo>
                  <a:pt x="54839" y="0"/>
                </a:lnTo>
                <a:lnTo>
                  <a:pt x="84900" y="0"/>
                </a:lnTo>
                <a:lnTo>
                  <a:pt x="141275" y="140795"/>
                </a:lnTo>
                <a:moveTo>
                  <a:pt x="88933" y="84900"/>
                </a:moveTo>
                <a:lnTo>
                  <a:pt x="69533" y="32846"/>
                </a:lnTo>
                <a:lnTo>
                  <a:pt x="50517" y="84900"/>
                </a:lnTo>
                <a:lnTo>
                  <a:pt x="88933" y="84900"/>
                </a:lnTo>
                <a:close/>
                <a:moveTo>
                  <a:pt x="249711" y="140795"/>
                </a:moveTo>
                <a:lnTo>
                  <a:pt x="224644" y="140795"/>
                </a:lnTo>
                <a:lnTo>
                  <a:pt x="224644" y="125813"/>
                </a:lnTo>
                <a:cubicBezTo>
                  <a:pt x="220483" y="131639"/>
                  <a:pt x="215569" y="135977"/>
                  <a:pt x="209902" y="138826"/>
                </a:cubicBezTo>
                <a:cubicBezTo>
                  <a:pt x="204236" y="141675"/>
                  <a:pt x="198522" y="143100"/>
                  <a:pt x="192759" y="143100"/>
                </a:cubicBezTo>
                <a:cubicBezTo>
                  <a:pt x="181042" y="143100"/>
                  <a:pt x="171006" y="138378"/>
                  <a:pt x="162650" y="128934"/>
                </a:cubicBezTo>
                <a:cubicBezTo>
                  <a:pt x="154295" y="119490"/>
                  <a:pt x="150117" y="106317"/>
                  <a:pt x="150117" y="89413"/>
                </a:cubicBezTo>
                <a:cubicBezTo>
                  <a:pt x="150117" y="72126"/>
                  <a:pt x="154183" y="58985"/>
                  <a:pt x="162314" y="49989"/>
                </a:cubicBezTo>
                <a:cubicBezTo>
                  <a:pt x="170446" y="40993"/>
                  <a:pt x="180722" y="36495"/>
                  <a:pt x="193143" y="36495"/>
                </a:cubicBezTo>
                <a:cubicBezTo>
                  <a:pt x="204540" y="36495"/>
                  <a:pt x="214400" y="41233"/>
                  <a:pt x="222724" y="50709"/>
                </a:cubicBezTo>
                <a:lnTo>
                  <a:pt x="222724" y="0"/>
                </a:lnTo>
                <a:lnTo>
                  <a:pt x="249711" y="0"/>
                </a:lnTo>
                <a:lnTo>
                  <a:pt x="249711" y="140795"/>
                </a:lnTo>
                <a:moveTo>
                  <a:pt x="177681" y="87640"/>
                </a:moveTo>
                <a:cubicBezTo>
                  <a:pt x="177681" y="98508"/>
                  <a:pt x="179185" y="106372"/>
                  <a:pt x="182195" y="111230"/>
                </a:cubicBezTo>
                <a:cubicBezTo>
                  <a:pt x="186548" y="118263"/>
                  <a:pt x="192631" y="121779"/>
                  <a:pt x="200442" y="121779"/>
                </a:cubicBezTo>
                <a:cubicBezTo>
                  <a:pt x="206653" y="121779"/>
                  <a:pt x="211935" y="119142"/>
                  <a:pt x="216289" y="113868"/>
                </a:cubicBezTo>
                <a:cubicBezTo>
                  <a:pt x="220643" y="108593"/>
                  <a:pt x="222820" y="100714"/>
                  <a:pt x="222820" y="90230"/>
                </a:cubicBezTo>
                <a:cubicBezTo>
                  <a:pt x="222820" y="78529"/>
                  <a:pt x="220707" y="70105"/>
                  <a:pt x="216481" y="64959"/>
                </a:cubicBezTo>
                <a:cubicBezTo>
                  <a:pt x="212255" y="59813"/>
                  <a:pt x="206845" y="57240"/>
                  <a:pt x="200250" y="57240"/>
                </a:cubicBezTo>
                <a:cubicBezTo>
                  <a:pt x="193848" y="57240"/>
                  <a:pt x="188485" y="59781"/>
                  <a:pt x="184163" y="64863"/>
                </a:cubicBezTo>
                <a:cubicBezTo>
                  <a:pt x="179842" y="69945"/>
                  <a:pt x="177681" y="77537"/>
                  <a:pt x="177681" y="87640"/>
                </a:cubicBezTo>
                <a:close/>
                <a:moveTo>
                  <a:pt x="304350" y="140795"/>
                </a:moveTo>
                <a:lnTo>
                  <a:pt x="263245" y="38800"/>
                </a:lnTo>
                <a:lnTo>
                  <a:pt x="291577" y="38800"/>
                </a:lnTo>
                <a:lnTo>
                  <a:pt x="310785" y="90854"/>
                </a:lnTo>
                <a:lnTo>
                  <a:pt x="316355" y="108237"/>
                </a:lnTo>
                <a:cubicBezTo>
                  <a:pt x="317828" y="103819"/>
                  <a:pt x="318756" y="100906"/>
                  <a:pt x="319140" y="99498"/>
                </a:cubicBezTo>
                <a:cubicBezTo>
                  <a:pt x="320037" y="96616"/>
                  <a:pt x="320997" y="93735"/>
                  <a:pt x="322021" y="90854"/>
                </a:cubicBezTo>
                <a:lnTo>
                  <a:pt x="341422" y="38800"/>
                </a:lnTo>
                <a:lnTo>
                  <a:pt x="369177" y="38800"/>
                </a:lnTo>
                <a:lnTo>
                  <a:pt x="328648" y="140795"/>
                </a:lnTo>
                <a:lnTo>
                  <a:pt x="304350" y="140795"/>
                </a:lnTo>
                <a:close/>
                <a:moveTo>
                  <a:pt x="444770" y="108333"/>
                </a:moveTo>
                <a:lnTo>
                  <a:pt x="471662" y="112943"/>
                </a:lnTo>
                <a:cubicBezTo>
                  <a:pt x="468204" y="122771"/>
                  <a:pt x="462746" y="130255"/>
                  <a:pt x="455287" y="135393"/>
                </a:cubicBezTo>
                <a:cubicBezTo>
                  <a:pt x="447828" y="140531"/>
                  <a:pt x="438496" y="143100"/>
                  <a:pt x="427291" y="143100"/>
                </a:cubicBezTo>
                <a:cubicBezTo>
                  <a:pt x="409556" y="143100"/>
                  <a:pt x="396430" y="137306"/>
                  <a:pt x="387914" y="125717"/>
                </a:cubicBezTo>
                <a:cubicBezTo>
                  <a:pt x="381192" y="116433"/>
                  <a:pt x="377830" y="104716"/>
                  <a:pt x="377830" y="90566"/>
                </a:cubicBezTo>
                <a:cubicBezTo>
                  <a:pt x="377830" y="73663"/>
                  <a:pt x="382248" y="60425"/>
                  <a:pt x="391084" y="50853"/>
                </a:cubicBezTo>
                <a:cubicBezTo>
                  <a:pt x="399920" y="41281"/>
                  <a:pt x="411092" y="36495"/>
                  <a:pt x="424602" y="36495"/>
                </a:cubicBezTo>
                <a:cubicBezTo>
                  <a:pt x="439776" y="36495"/>
                  <a:pt x="451749" y="41505"/>
                  <a:pt x="460521" y="51526"/>
                </a:cubicBezTo>
                <a:cubicBezTo>
                  <a:pt x="469293" y="61546"/>
                  <a:pt x="473486" y="76896"/>
                  <a:pt x="473102" y="97577"/>
                </a:cubicBezTo>
                <a:lnTo>
                  <a:pt x="405490" y="97577"/>
                </a:lnTo>
                <a:cubicBezTo>
                  <a:pt x="405682" y="105580"/>
                  <a:pt x="407859" y="111807"/>
                  <a:pt x="412021" y="116257"/>
                </a:cubicBezTo>
                <a:cubicBezTo>
                  <a:pt x="416182" y="120707"/>
                  <a:pt x="421368" y="122932"/>
                  <a:pt x="427579" y="122932"/>
                </a:cubicBezTo>
                <a:cubicBezTo>
                  <a:pt x="431805" y="122932"/>
                  <a:pt x="435358" y="121779"/>
                  <a:pt x="438240" y="119474"/>
                </a:cubicBezTo>
                <a:cubicBezTo>
                  <a:pt x="441121" y="117169"/>
                  <a:pt x="443298" y="113456"/>
                  <a:pt x="444770" y="108333"/>
                </a:cubicBezTo>
                <a:moveTo>
                  <a:pt x="446307" y="81058"/>
                </a:moveTo>
                <a:cubicBezTo>
                  <a:pt x="446115" y="73279"/>
                  <a:pt x="444098" y="67364"/>
                  <a:pt x="440256" y="63315"/>
                </a:cubicBezTo>
                <a:cubicBezTo>
                  <a:pt x="436415" y="59265"/>
                  <a:pt x="431741" y="57240"/>
                  <a:pt x="426235" y="57240"/>
                </a:cubicBezTo>
                <a:cubicBezTo>
                  <a:pt x="420344" y="57240"/>
                  <a:pt x="415478" y="59376"/>
                  <a:pt x="411636" y="63648"/>
                </a:cubicBezTo>
                <a:cubicBezTo>
                  <a:pt x="407795" y="67921"/>
                  <a:pt x="405906" y="73725"/>
                  <a:pt x="405970" y="81058"/>
                </a:cubicBezTo>
                <a:lnTo>
                  <a:pt x="446307" y="81058"/>
                </a:lnTo>
                <a:close/>
                <a:moveTo>
                  <a:pt x="520940" y="140795"/>
                </a:moveTo>
                <a:lnTo>
                  <a:pt x="493952" y="140795"/>
                </a:lnTo>
                <a:lnTo>
                  <a:pt x="493952" y="38800"/>
                </a:lnTo>
                <a:lnTo>
                  <a:pt x="519019" y="38800"/>
                </a:lnTo>
                <a:lnTo>
                  <a:pt x="519019" y="53302"/>
                </a:lnTo>
                <a:cubicBezTo>
                  <a:pt x="523309" y="46451"/>
                  <a:pt x="527166" y="41938"/>
                  <a:pt x="530592" y="39761"/>
                </a:cubicBezTo>
                <a:cubicBezTo>
                  <a:pt x="534017" y="37584"/>
                  <a:pt x="537907" y="36495"/>
                  <a:pt x="542260" y="36495"/>
                </a:cubicBezTo>
                <a:cubicBezTo>
                  <a:pt x="548407" y="36495"/>
                  <a:pt x="554330" y="38192"/>
                  <a:pt x="560028" y="41585"/>
                </a:cubicBezTo>
                <a:lnTo>
                  <a:pt x="551672" y="65115"/>
                </a:lnTo>
                <a:cubicBezTo>
                  <a:pt x="547126" y="62170"/>
                  <a:pt x="542901" y="60697"/>
                  <a:pt x="538995" y="60697"/>
                </a:cubicBezTo>
                <a:cubicBezTo>
                  <a:pt x="535217" y="60697"/>
                  <a:pt x="532016" y="61738"/>
                  <a:pt x="529391" y="63819"/>
                </a:cubicBezTo>
                <a:cubicBezTo>
                  <a:pt x="526766" y="65900"/>
                  <a:pt x="524701" y="69661"/>
                  <a:pt x="523196" y="75103"/>
                </a:cubicBezTo>
                <a:cubicBezTo>
                  <a:pt x="521692" y="80546"/>
                  <a:pt x="520940" y="91943"/>
                  <a:pt x="520940" y="109294"/>
                </a:cubicBezTo>
                <a:lnTo>
                  <a:pt x="520940" y="140795"/>
                </a:lnTo>
                <a:close/>
                <a:moveTo>
                  <a:pt x="562149" y="111791"/>
                </a:moveTo>
                <a:lnTo>
                  <a:pt x="589232" y="107565"/>
                </a:lnTo>
                <a:cubicBezTo>
                  <a:pt x="590385" y="112783"/>
                  <a:pt x="592722" y="116745"/>
                  <a:pt x="596243" y="119450"/>
                </a:cubicBezTo>
                <a:cubicBezTo>
                  <a:pt x="599764" y="122155"/>
                  <a:pt x="604695" y="123508"/>
                  <a:pt x="611033" y="123508"/>
                </a:cubicBezTo>
                <a:cubicBezTo>
                  <a:pt x="618012" y="123508"/>
                  <a:pt x="623262" y="122229"/>
                  <a:pt x="626784" y="119672"/>
                </a:cubicBezTo>
                <a:cubicBezTo>
                  <a:pt x="629153" y="117881"/>
                  <a:pt x="630337" y="115483"/>
                  <a:pt x="630337" y="112478"/>
                </a:cubicBezTo>
                <a:cubicBezTo>
                  <a:pt x="630337" y="110431"/>
                  <a:pt x="629697" y="108737"/>
                  <a:pt x="628416" y="107394"/>
                </a:cubicBezTo>
                <a:cubicBezTo>
                  <a:pt x="627072" y="106115"/>
                  <a:pt x="624063" y="104933"/>
                  <a:pt x="619389" y="103847"/>
                </a:cubicBezTo>
                <a:cubicBezTo>
                  <a:pt x="597620" y="99052"/>
                  <a:pt x="583822" y="94673"/>
                  <a:pt x="577995" y="90707"/>
                </a:cubicBezTo>
                <a:cubicBezTo>
                  <a:pt x="569928" y="85205"/>
                  <a:pt x="565894" y="77560"/>
                  <a:pt x="565894" y="67774"/>
                </a:cubicBezTo>
                <a:cubicBezTo>
                  <a:pt x="565894" y="58947"/>
                  <a:pt x="569384" y="51527"/>
                  <a:pt x="576363" y="45514"/>
                </a:cubicBezTo>
                <a:cubicBezTo>
                  <a:pt x="583342" y="39502"/>
                  <a:pt x="594162" y="36495"/>
                  <a:pt x="608824" y="36495"/>
                </a:cubicBezTo>
                <a:cubicBezTo>
                  <a:pt x="622782" y="36495"/>
                  <a:pt x="633154" y="38760"/>
                  <a:pt x="639941" y="43290"/>
                </a:cubicBezTo>
                <a:cubicBezTo>
                  <a:pt x="646728" y="47820"/>
                  <a:pt x="651402" y="54519"/>
                  <a:pt x="653963" y="63387"/>
                </a:cubicBezTo>
                <a:lnTo>
                  <a:pt x="628513" y="68189"/>
                </a:lnTo>
                <a:cubicBezTo>
                  <a:pt x="627424" y="64219"/>
                  <a:pt x="625359" y="61178"/>
                  <a:pt x="622318" y="59065"/>
                </a:cubicBezTo>
                <a:cubicBezTo>
                  <a:pt x="619277" y="56952"/>
                  <a:pt x="614939" y="55895"/>
                  <a:pt x="609304" y="55895"/>
                </a:cubicBezTo>
                <a:cubicBezTo>
                  <a:pt x="602198" y="55895"/>
                  <a:pt x="597107" y="56887"/>
                  <a:pt x="594034" y="58870"/>
                </a:cubicBezTo>
                <a:cubicBezTo>
                  <a:pt x="591985" y="60274"/>
                  <a:pt x="590961" y="62096"/>
                  <a:pt x="590961" y="64335"/>
                </a:cubicBezTo>
                <a:cubicBezTo>
                  <a:pt x="590961" y="66252"/>
                  <a:pt x="591857" y="67881"/>
                  <a:pt x="593650" y="69224"/>
                </a:cubicBezTo>
                <a:cubicBezTo>
                  <a:pt x="596083" y="71015"/>
                  <a:pt x="604486" y="73541"/>
                  <a:pt x="618860" y="76802"/>
                </a:cubicBezTo>
                <a:cubicBezTo>
                  <a:pt x="633235" y="80064"/>
                  <a:pt x="643271" y="84064"/>
                  <a:pt x="648969" y="88804"/>
                </a:cubicBezTo>
                <a:cubicBezTo>
                  <a:pt x="654603" y="93610"/>
                  <a:pt x="657421" y="100305"/>
                  <a:pt x="657421" y="108889"/>
                </a:cubicBezTo>
                <a:cubicBezTo>
                  <a:pt x="657421" y="118243"/>
                  <a:pt x="653515" y="126283"/>
                  <a:pt x="645704" y="133010"/>
                </a:cubicBezTo>
                <a:cubicBezTo>
                  <a:pt x="637892" y="139737"/>
                  <a:pt x="626336" y="143100"/>
                  <a:pt x="611033" y="143100"/>
                </a:cubicBezTo>
                <a:cubicBezTo>
                  <a:pt x="597139" y="143100"/>
                  <a:pt x="586143" y="140292"/>
                  <a:pt x="578043" y="134675"/>
                </a:cubicBezTo>
                <a:cubicBezTo>
                  <a:pt x="569944" y="129057"/>
                  <a:pt x="564646" y="121429"/>
                  <a:pt x="562149" y="111791"/>
                </a:cubicBezTo>
                <a:close/>
                <a:moveTo>
                  <a:pt x="701224" y="70301"/>
                </a:moveTo>
                <a:lnTo>
                  <a:pt x="676734" y="65884"/>
                </a:lnTo>
                <a:cubicBezTo>
                  <a:pt x="679487" y="55893"/>
                  <a:pt x="684225" y="48498"/>
                  <a:pt x="690948" y="43698"/>
                </a:cubicBezTo>
                <a:cubicBezTo>
                  <a:pt x="697671" y="38896"/>
                  <a:pt x="707659" y="36495"/>
                  <a:pt x="720913" y="36495"/>
                </a:cubicBezTo>
                <a:cubicBezTo>
                  <a:pt x="732950" y="36495"/>
                  <a:pt x="741913" y="37920"/>
                  <a:pt x="747804" y="40769"/>
                </a:cubicBezTo>
                <a:cubicBezTo>
                  <a:pt x="753694" y="43618"/>
                  <a:pt x="757840" y="47236"/>
                  <a:pt x="760241" y="51622"/>
                </a:cubicBezTo>
                <a:cubicBezTo>
                  <a:pt x="762642" y="56007"/>
                  <a:pt x="763843" y="64059"/>
                  <a:pt x="763843" y="75776"/>
                </a:cubicBezTo>
                <a:lnTo>
                  <a:pt x="763554" y="107277"/>
                </a:lnTo>
                <a:cubicBezTo>
                  <a:pt x="763554" y="116241"/>
                  <a:pt x="763987" y="122851"/>
                  <a:pt x="764851" y="127109"/>
                </a:cubicBezTo>
                <a:cubicBezTo>
                  <a:pt x="765715" y="131367"/>
                  <a:pt x="767332" y="135929"/>
                  <a:pt x="769701" y="140795"/>
                </a:cubicBezTo>
                <a:lnTo>
                  <a:pt x="743002" y="140795"/>
                </a:lnTo>
                <a:cubicBezTo>
                  <a:pt x="742298" y="139002"/>
                  <a:pt x="741433" y="136345"/>
                  <a:pt x="740409" y="132824"/>
                </a:cubicBezTo>
                <a:cubicBezTo>
                  <a:pt x="739961" y="131223"/>
                  <a:pt x="739640" y="130167"/>
                  <a:pt x="739448" y="129654"/>
                </a:cubicBezTo>
                <a:cubicBezTo>
                  <a:pt x="734838" y="134136"/>
                  <a:pt x="729908" y="137498"/>
                  <a:pt x="724658" y="139739"/>
                </a:cubicBezTo>
                <a:cubicBezTo>
                  <a:pt x="719408" y="141979"/>
                  <a:pt x="713806" y="143100"/>
                  <a:pt x="707851" y="143100"/>
                </a:cubicBezTo>
                <a:cubicBezTo>
                  <a:pt x="697351" y="143100"/>
                  <a:pt x="689075" y="140263"/>
                  <a:pt x="683025" y="134588"/>
                </a:cubicBezTo>
                <a:cubicBezTo>
                  <a:pt x="676974" y="128914"/>
                  <a:pt x="673949" y="121741"/>
                  <a:pt x="673949" y="113069"/>
                </a:cubicBezTo>
                <a:cubicBezTo>
                  <a:pt x="673949" y="107331"/>
                  <a:pt x="675325" y="102215"/>
                  <a:pt x="678079" y="97721"/>
                </a:cubicBezTo>
                <a:cubicBezTo>
                  <a:pt x="680832" y="93225"/>
                  <a:pt x="684689" y="89782"/>
                  <a:pt x="689651" y="87391"/>
                </a:cubicBezTo>
                <a:cubicBezTo>
                  <a:pt x="694614" y="85000"/>
                  <a:pt x="701769" y="82912"/>
                  <a:pt x="711116" y="81127"/>
                </a:cubicBezTo>
                <a:cubicBezTo>
                  <a:pt x="723730" y="78768"/>
                  <a:pt x="732469" y="76568"/>
                  <a:pt x="737335" y="74527"/>
                </a:cubicBezTo>
                <a:lnTo>
                  <a:pt x="737335" y="71808"/>
                </a:lnTo>
                <a:cubicBezTo>
                  <a:pt x="737335" y="66564"/>
                  <a:pt x="736055" y="62825"/>
                  <a:pt x="733494" y="60592"/>
                </a:cubicBezTo>
                <a:cubicBezTo>
                  <a:pt x="730933" y="58357"/>
                  <a:pt x="726099" y="57240"/>
                  <a:pt x="718992" y="57240"/>
                </a:cubicBezTo>
                <a:cubicBezTo>
                  <a:pt x="714190" y="57240"/>
                  <a:pt x="710444" y="58206"/>
                  <a:pt x="707755" y="60139"/>
                </a:cubicBezTo>
                <a:cubicBezTo>
                  <a:pt x="705066" y="62070"/>
                  <a:pt x="702889" y="65457"/>
                  <a:pt x="701224" y="70301"/>
                </a:cubicBezTo>
                <a:moveTo>
                  <a:pt x="737335" y="92199"/>
                </a:moveTo>
                <a:cubicBezTo>
                  <a:pt x="733878" y="93337"/>
                  <a:pt x="728404" y="94698"/>
                  <a:pt x="720913" y="96280"/>
                </a:cubicBezTo>
                <a:cubicBezTo>
                  <a:pt x="713421" y="97861"/>
                  <a:pt x="708523" y="99411"/>
                  <a:pt x="706218" y="100929"/>
                </a:cubicBezTo>
                <a:cubicBezTo>
                  <a:pt x="702697" y="103396"/>
                  <a:pt x="700936" y="106528"/>
                  <a:pt x="700936" y="110323"/>
                </a:cubicBezTo>
                <a:cubicBezTo>
                  <a:pt x="700936" y="114057"/>
                  <a:pt x="702345" y="117284"/>
                  <a:pt x="705162" y="120005"/>
                </a:cubicBezTo>
                <a:cubicBezTo>
                  <a:pt x="707979" y="122724"/>
                  <a:pt x="711565" y="124084"/>
                  <a:pt x="715918" y="124084"/>
                </a:cubicBezTo>
                <a:cubicBezTo>
                  <a:pt x="720784" y="124084"/>
                  <a:pt x="725426" y="122502"/>
                  <a:pt x="729844" y="119339"/>
                </a:cubicBezTo>
                <a:cubicBezTo>
                  <a:pt x="733110" y="116936"/>
                  <a:pt x="735255" y="113994"/>
                  <a:pt x="736279" y="110512"/>
                </a:cubicBezTo>
                <a:cubicBezTo>
                  <a:pt x="736983" y="108235"/>
                  <a:pt x="737335" y="103903"/>
                  <a:pt x="737335" y="97514"/>
                </a:cubicBezTo>
                <a:lnTo>
                  <a:pt x="737335" y="92199"/>
                </a:lnTo>
                <a:close/>
                <a:moveTo>
                  <a:pt x="816290" y="140795"/>
                </a:moveTo>
                <a:lnTo>
                  <a:pt x="789303" y="140795"/>
                </a:lnTo>
                <a:lnTo>
                  <a:pt x="789303" y="38800"/>
                </a:lnTo>
                <a:lnTo>
                  <a:pt x="814369" y="38800"/>
                </a:lnTo>
                <a:lnTo>
                  <a:pt x="814369" y="53302"/>
                </a:lnTo>
                <a:cubicBezTo>
                  <a:pt x="818659" y="46451"/>
                  <a:pt x="822516" y="41938"/>
                  <a:pt x="825942" y="39761"/>
                </a:cubicBezTo>
                <a:cubicBezTo>
                  <a:pt x="829367" y="37584"/>
                  <a:pt x="833257" y="36495"/>
                  <a:pt x="837611" y="36495"/>
                </a:cubicBezTo>
                <a:cubicBezTo>
                  <a:pt x="843757" y="36495"/>
                  <a:pt x="849680" y="38192"/>
                  <a:pt x="855378" y="41585"/>
                </a:cubicBezTo>
                <a:lnTo>
                  <a:pt x="847023" y="65115"/>
                </a:lnTo>
                <a:cubicBezTo>
                  <a:pt x="842477" y="62170"/>
                  <a:pt x="838251" y="60697"/>
                  <a:pt x="834345" y="60697"/>
                </a:cubicBezTo>
                <a:cubicBezTo>
                  <a:pt x="830568" y="60697"/>
                  <a:pt x="827366" y="61738"/>
                  <a:pt x="824741" y="63819"/>
                </a:cubicBezTo>
                <a:cubicBezTo>
                  <a:pt x="822116" y="65900"/>
                  <a:pt x="820051" y="69661"/>
                  <a:pt x="818547" y="75103"/>
                </a:cubicBezTo>
                <a:cubicBezTo>
                  <a:pt x="817042" y="80546"/>
                  <a:pt x="816290" y="91943"/>
                  <a:pt x="816290" y="109294"/>
                </a:cubicBezTo>
                <a:lnTo>
                  <a:pt x="816290" y="140795"/>
                </a:lnTo>
                <a:close/>
                <a:moveTo>
                  <a:pt x="867007" y="24970"/>
                </a:moveTo>
                <a:lnTo>
                  <a:pt x="867007" y="0"/>
                </a:lnTo>
                <a:lnTo>
                  <a:pt x="893994" y="0"/>
                </a:lnTo>
                <a:lnTo>
                  <a:pt x="893994" y="24970"/>
                </a:lnTo>
                <a:lnTo>
                  <a:pt x="867007" y="24970"/>
                </a:lnTo>
                <a:moveTo>
                  <a:pt x="867007" y="140795"/>
                </a:moveTo>
                <a:lnTo>
                  <a:pt x="867007" y="38800"/>
                </a:lnTo>
                <a:lnTo>
                  <a:pt x="893994" y="38800"/>
                </a:lnTo>
                <a:lnTo>
                  <a:pt x="893994" y="140795"/>
                </a:lnTo>
                <a:lnTo>
                  <a:pt x="867007" y="140795"/>
                </a:lnTo>
                <a:close/>
                <a:moveTo>
                  <a:pt x="941816" y="70301"/>
                </a:moveTo>
                <a:lnTo>
                  <a:pt x="917326" y="65884"/>
                </a:lnTo>
                <a:cubicBezTo>
                  <a:pt x="920079" y="55893"/>
                  <a:pt x="924817" y="48498"/>
                  <a:pt x="931540" y="43698"/>
                </a:cubicBezTo>
                <a:cubicBezTo>
                  <a:pt x="938263" y="38896"/>
                  <a:pt x="948251" y="36495"/>
                  <a:pt x="961504" y="36495"/>
                </a:cubicBezTo>
                <a:cubicBezTo>
                  <a:pt x="973541" y="36495"/>
                  <a:pt x="982505" y="37920"/>
                  <a:pt x="988396" y="40769"/>
                </a:cubicBezTo>
                <a:cubicBezTo>
                  <a:pt x="994286" y="43618"/>
                  <a:pt x="998432" y="47236"/>
                  <a:pt x="1000833" y="51622"/>
                </a:cubicBezTo>
                <a:cubicBezTo>
                  <a:pt x="1003234" y="56007"/>
                  <a:pt x="1004434" y="64059"/>
                  <a:pt x="1004434" y="75776"/>
                </a:cubicBezTo>
                <a:lnTo>
                  <a:pt x="1004146" y="107277"/>
                </a:lnTo>
                <a:cubicBezTo>
                  <a:pt x="1004146" y="116241"/>
                  <a:pt x="1004578" y="122851"/>
                  <a:pt x="1005443" y="127109"/>
                </a:cubicBezTo>
                <a:cubicBezTo>
                  <a:pt x="1006307" y="131367"/>
                  <a:pt x="1007924" y="135929"/>
                  <a:pt x="1010293" y="140795"/>
                </a:cubicBezTo>
                <a:lnTo>
                  <a:pt x="983594" y="140795"/>
                </a:lnTo>
                <a:cubicBezTo>
                  <a:pt x="982889" y="139002"/>
                  <a:pt x="982025" y="136345"/>
                  <a:pt x="981000" y="132824"/>
                </a:cubicBezTo>
                <a:cubicBezTo>
                  <a:pt x="980552" y="131223"/>
                  <a:pt x="980232" y="130167"/>
                  <a:pt x="980040" y="129654"/>
                </a:cubicBezTo>
                <a:cubicBezTo>
                  <a:pt x="975430" y="134136"/>
                  <a:pt x="970500" y="137498"/>
                  <a:pt x="965250" y="139739"/>
                </a:cubicBezTo>
                <a:cubicBezTo>
                  <a:pt x="960000" y="141979"/>
                  <a:pt x="954397" y="143100"/>
                  <a:pt x="948443" y="143100"/>
                </a:cubicBezTo>
                <a:cubicBezTo>
                  <a:pt x="937942" y="143100"/>
                  <a:pt x="929667" y="140263"/>
                  <a:pt x="923616" y="134588"/>
                </a:cubicBezTo>
                <a:cubicBezTo>
                  <a:pt x="917566" y="128914"/>
                  <a:pt x="914541" y="121741"/>
                  <a:pt x="914541" y="113069"/>
                </a:cubicBezTo>
                <a:cubicBezTo>
                  <a:pt x="914541" y="107331"/>
                  <a:pt x="915917" y="102215"/>
                  <a:pt x="918670" y="97721"/>
                </a:cubicBezTo>
                <a:cubicBezTo>
                  <a:pt x="921423" y="93225"/>
                  <a:pt x="925281" y="89782"/>
                  <a:pt x="930243" y="87391"/>
                </a:cubicBezTo>
                <a:cubicBezTo>
                  <a:pt x="935205" y="85000"/>
                  <a:pt x="942360" y="82912"/>
                  <a:pt x="951708" y="81127"/>
                </a:cubicBezTo>
                <a:cubicBezTo>
                  <a:pt x="964321" y="78768"/>
                  <a:pt x="973061" y="76568"/>
                  <a:pt x="977927" y="74527"/>
                </a:cubicBezTo>
                <a:lnTo>
                  <a:pt x="977927" y="71808"/>
                </a:lnTo>
                <a:cubicBezTo>
                  <a:pt x="977927" y="66564"/>
                  <a:pt x="976647" y="62825"/>
                  <a:pt x="974086" y="60592"/>
                </a:cubicBezTo>
                <a:cubicBezTo>
                  <a:pt x="971524" y="58357"/>
                  <a:pt x="966690" y="57240"/>
                  <a:pt x="959583" y="57240"/>
                </a:cubicBezTo>
                <a:cubicBezTo>
                  <a:pt x="954781" y="57240"/>
                  <a:pt x="951036" y="58206"/>
                  <a:pt x="948347" y="60139"/>
                </a:cubicBezTo>
                <a:cubicBezTo>
                  <a:pt x="945658" y="62070"/>
                  <a:pt x="943481" y="65457"/>
                  <a:pt x="941816" y="70301"/>
                </a:cubicBezTo>
                <a:moveTo>
                  <a:pt x="977927" y="92199"/>
                </a:moveTo>
                <a:cubicBezTo>
                  <a:pt x="974470" y="93337"/>
                  <a:pt x="968995" y="94698"/>
                  <a:pt x="961504" y="96280"/>
                </a:cubicBezTo>
                <a:cubicBezTo>
                  <a:pt x="954013" y="97861"/>
                  <a:pt x="949115" y="99411"/>
                  <a:pt x="946810" y="100929"/>
                </a:cubicBezTo>
                <a:cubicBezTo>
                  <a:pt x="943289" y="103396"/>
                  <a:pt x="941528" y="106528"/>
                  <a:pt x="941528" y="110323"/>
                </a:cubicBezTo>
                <a:cubicBezTo>
                  <a:pt x="941528" y="114057"/>
                  <a:pt x="942936" y="117284"/>
                  <a:pt x="945754" y="120005"/>
                </a:cubicBezTo>
                <a:cubicBezTo>
                  <a:pt x="948571" y="122724"/>
                  <a:pt x="952156" y="124084"/>
                  <a:pt x="956510" y="124084"/>
                </a:cubicBezTo>
                <a:cubicBezTo>
                  <a:pt x="961376" y="124084"/>
                  <a:pt x="966018" y="122502"/>
                  <a:pt x="970436" y="119339"/>
                </a:cubicBezTo>
                <a:cubicBezTo>
                  <a:pt x="973701" y="116936"/>
                  <a:pt x="975846" y="113994"/>
                  <a:pt x="976871" y="110512"/>
                </a:cubicBezTo>
                <a:cubicBezTo>
                  <a:pt x="977575" y="108235"/>
                  <a:pt x="977927" y="103903"/>
                  <a:pt x="977927" y="97514"/>
                </a:cubicBezTo>
                <a:lnTo>
                  <a:pt x="977927" y="92199"/>
                </a:lnTo>
                <a:close/>
                <a:moveTo>
                  <a:pt x="1031047" y="140795"/>
                </a:moveTo>
                <a:lnTo>
                  <a:pt x="1031047" y="0"/>
                </a:lnTo>
                <a:lnTo>
                  <a:pt x="1058034" y="0"/>
                </a:lnTo>
                <a:lnTo>
                  <a:pt x="1058034" y="140795"/>
                </a:lnTo>
                <a:lnTo>
                  <a:pt x="1031047" y="140795"/>
                </a:lnTo>
                <a:close/>
                <a:moveTo>
                  <a:pt x="1140424" y="0"/>
                </a:moveTo>
                <a:lnTo>
                  <a:pt x="1192382" y="0"/>
                </a:lnTo>
                <a:cubicBezTo>
                  <a:pt x="1204099" y="0"/>
                  <a:pt x="1213030" y="896"/>
                  <a:pt x="1219177" y="2689"/>
                </a:cubicBezTo>
                <a:cubicBezTo>
                  <a:pt x="1227436" y="5122"/>
                  <a:pt x="1234511" y="9444"/>
                  <a:pt x="1240402" y="15655"/>
                </a:cubicBezTo>
                <a:cubicBezTo>
                  <a:pt x="1246292" y="21865"/>
                  <a:pt x="1250774" y="29468"/>
                  <a:pt x="1253847" y="38464"/>
                </a:cubicBezTo>
                <a:cubicBezTo>
                  <a:pt x="1256921" y="47460"/>
                  <a:pt x="1258457" y="58553"/>
                  <a:pt x="1258457" y="71742"/>
                </a:cubicBezTo>
                <a:cubicBezTo>
                  <a:pt x="1258457" y="83331"/>
                  <a:pt x="1257017" y="93319"/>
                  <a:pt x="1254136" y="101707"/>
                </a:cubicBezTo>
                <a:cubicBezTo>
                  <a:pt x="1250614" y="111951"/>
                  <a:pt x="1245588" y="120242"/>
                  <a:pt x="1239057" y="126581"/>
                </a:cubicBezTo>
                <a:cubicBezTo>
                  <a:pt x="1234127" y="131383"/>
                  <a:pt x="1227468" y="135129"/>
                  <a:pt x="1219081" y="137818"/>
                </a:cubicBezTo>
                <a:cubicBezTo>
                  <a:pt x="1212806" y="139803"/>
                  <a:pt x="1204419" y="140795"/>
                  <a:pt x="1193918" y="140795"/>
                </a:cubicBezTo>
                <a:lnTo>
                  <a:pt x="1140424" y="140795"/>
                </a:lnTo>
                <a:lnTo>
                  <a:pt x="1140424" y="0"/>
                </a:lnTo>
                <a:moveTo>
                  <a:pt x="1168852" y="23818"/>
                </a:moveTo>
                <a:lnTo>
                  <a:pt x="1168852" y="116977"/>
                </a:lnTo>
                <a:lnTo>
                  <a:pt x="1190077" y="116977"/>
                </a:lnTo>
                <a:cubicBezTo>
                  <a:pt x="1198016" y="116977"/>
                  <a:pt x="1203746" y="116529"/>
                  <a:pt x="1207268" y="115632"/>
                </a:cubicBezTo>
                <a:cubicBezTo>
                  <a:pt x="1211878" y="114482"/>
                  <a:pt x="1215703" y="112532"/>
                  <a:pt x="1218745" y="109783"/>
                </a:cubicBezTo>
                <a:cubicBezTo>
                  <a:pt x="1221786" y="107032"/>
                  <a:pt x="1224267" y="102506"/>
                  <a:pt x="1226188" y="96205"/>
                </a:cubicBezTo>
                <a:cubicBezTo>
                  <a:pt x="1228109" y="89905"/>
                  <a:pt x="1229069" y="81318"/>
                  <a:pt x="1229069" y="70446"/>
                </a:cubicBezTo>
                <a:cubicBezTo>
                  <a:pt x="1229069" y="59573"/>
                  <a:pt x="1228109" y="51226"/>
                  <a:pt x="1226188" y="45406"/>
                </a:cubicBezTo>
                <a:cubicBezTo>
                  <a:pt x="1224267" y="39586"/>
                  <a:pt x="1221578" y="35045"/>
                  <a:pt x="1218120" y="31783"/>
                </a:cubicBezTo>
                <a:cubicBezTo>
                  <a:pt x="1214663" y="28520"/>
                  <a:pt x="1210277" y="26313"/>
                  <a:pt x="1204963" y="25163"/>
                </a:cubicBezTo>
                <a:cubicBezTo>
                  <a:pt x="1200993" y="24266"/>
                  <a:pt x="1193214" y="23818"/>
                  <a:pt x="1181625" y="23818"/>
                </a:cubicBezTo>
                <a:lnTo>
                  <a:pt x="1168852" y="23818"/>
                </a:lnTo>
                <a:close/>
                <a:moveTo>
                  <a:pt x="1341443" y="108333"/>
                </a:moveTo>
                <a:lnTo>
                  <a:pt x="1368334" y="112943"/>
                </a:lnTo>
                <a:cubicBezTo>
                  <a:pt x="1364876" y="122771"/>
                  <a:pt x="1359418" y="130255"/>
                  <a:pt x="1351959" y="135393"/>
                </a:cubicBezTo>
                <a:cubicBezTo>
                  <a:pt x="1344500" y="140531"/>
                  <a:pt x="1335168" y="143100"/>
                  <a:pt x="1323963" y="143100"/>
                </a:cubicBezTo>
                <a:cubicBezTo>
                  <a:pt x="1306228" y="143100"/>
                  <a:pt x="1293102" y="137306"/>
                  <a:pt x="1284587" y="125717"/>
                </a:cubicBezTo>
                <a:cubicBezTo>
                  <a:pt x="1277864" y="116433"/>
                  <a:pt x="1274503" y="104716"/>
                  <a:pt x="1274503" y="90566"/>
                </a:cubicBezTo>
                <a:cubicBezTo>
                  <a:pt x="1274503" y="73663"/>
                  <a:pt x="1278920" y="60425"/>
                  <a:pt x="1287756" y="50853"/>
                </a:cubicBezTo>
                <a:cubicBezTo>
                  <a:pt x="1296592" y="41281"/>
                  <a:pt x="1307765" y="36495"/>
                  <a:pt x="1321274" y="36495"/>
                </a:cubicBezTo>
                <a:cubicBezTo>
                  <a:pt x="1336449" y="36495"/>
                  <a:pt x="1348422" y="41505"/>
                  <a:pt x="1357193" y="51526"/>
                </a:cubicBezTo>
                <a:cubicBezTo>
                  <a:pt x="1365965" y="61546"/>
                  <a:pt x="1370159" y="76896"/>
                  <a:pt x="1369775" y="97577"/>
                </a:cubicBezTo>
                <a:lnTo>
                  <a:pt x="1302162" y="97577"/>
                </a:lnTo>
                <a:cubicBezTo>
                  <a:pt x="1302354" y="105580"/>
                  <a:pt x="1304531" y="111807"/>
                  <a:pt x="1308693" y="116257"/>
                </a:cubicBezTo>
                <a:cubicBezTo>
                  <a:pt x="1312855" y="120707"/>
                  <a:pt x="1318041" y="122932"/>
                  <a:pt x="1324251" y="122932"/>
                </a:cubicBezTo>
                <a:cubicBezTo>
                  <a:pt x="1328477" y="122932"/>
                  <a:pt x="1332031" y="121779"/>
                  <a:pt x="1334912" y="119474"/>
                </a:cubicBezTo>
                <a:cubicBezTo>
                  <a:pt x="1337793" y="117169"/>
                  <a:pt x="1339970" y="113456"/>
                  <a:pt x="1341443" y="108333"/>
                </a:cubicBezTo>
                <a:moveTo>
                  <a:pt x="1342979" y="81058"/>
                </a:moveTo>
                <a:cubicBezTo>
                  <a:pt x="1342787" y="73279"/>
                  <a:pt x="1340770" y="67364"/>
                  <a:pt x="1336929" y="63315"/>
                </a:cubicBezTo>
                <a:cubicBezTo>
                  <a:pt x="1333087" y="59265"/>
                  <a:pt x="1328413" y="57240"/>
                  <a:pt x="1322907" y="57240"/>
                </a:cubicBezTo>
                <a:cubicBezTo>
                  <a:pt x="1317016" y="57240"/>
                  <a:pt x="1312150" y="59376"/>
                  <a:pt x="1308309" y="63648"/>
                </a:cubicBezTo>
                <a:cubicBezTo>
                  <a:pt x="1304467" y="67921"/>
                  <a:pt x="1302578" y="73725"/>
                  <a:pt x="1302642" y="81058"/>
                </a:cubicBezTo>
                <a:lnTo>
                  <a:pt x="1342979" y="81058"/>
                </a:lnTo>
                <a:close/>
                <a:moveTo>
                  <a:pt x="1390625" y="140795"/>
                </a:moveTo>
                <a:lnTo>
                  <a:pt x="1390625" y="0"/>
                </a:lnTo>
                <a:lnTo>
                  <a:pt x="1417612" y="0"/>
                </a:lnTo>
                <a:lnTo>
                  <a:pt x="1417612" y="50709"/>
                </a:lnTo>
                <a:cubicBezTo>
                  <a:pt x="1425935" y="41233"/>
                  <a:pt x="1435795" y="36495"/>
                  <a:pt x="1447192" y="36495"/>
                </a:cubicBezTo>
                <a:cubicBezTo>
                  <a:pt x="1459613" y="36495"/>
                  <a:pt x="1469890" y="40993"/>
                  <a:pt x="1478021" y="49989"/>
                </a:cubicBezTo>
                <a:cubicBezTo>
                  <a:pt x="1486153" y="58985"/>
                  <a:pt x="1490218" y="71902"/>
                  <a:pt x="1490218" y="88741"/>
                </a:cubicBezTo>
                <a:cubicBezTo>
                  <a:pt x="1490218" y="106156"/>
                  <a:pt x="1486073" y="119570"/>
                  <a:pt x="1477781" y="128982"/>
                </a:cubicBezTo>
                <a:cubicBezTo>
                  <a:pt x="1469490" y="138394"/>
                  <a:pt x="1459421" y="143100"/>
                  <a:pt x="1447576" y="143100"/>
                </a:cubicBezTo>
                <a:cubicBezTo>
                  <a:pt x="1441750" y="143100"/>
                  <a:pt x="1436004" y="141643"/>
                  <a:pt x="1430337" y="138730"/>
                </a:cubicBezTo>
                <a:cubicBezTo>
                  <a:pt x="1424671" y="135817"/>
                  <a:pt x="1419789" y="131511"/>
                  <a:pt x="1415691" y="125813"/>
                </a:cubicBezTo>
                <a:lnTo>
                  <a:pt x="1415691" y="140795"/>
                </a:lnTo>
                <a:lnTo>
                  <a:pt x="1390625" y="140795"/>
                </a:lnTo>
                <a:moveTo>
                  <a:pt x="1417420" y="87640"/>
                </a:moveTo>
                <a:cubicBezTo>
                  <a:pt x="1417420" y="98188"/>
                  <a:pt x="1419084" y="105987"/>
                  <a:pt x="1422414" y="111038"/>
                </a:cubicBezTo>
                <a:cubicBezTo>
                  <a:pt x="1427088" y="118199"/>
                  <a:pt x="1433298" y="121779"/>
                  <a:pt x="1441046" y="121779"/>
                </a:cubicBezTo>
                <a:cubicBezTo>
                  <a:pt x="1447000" y="121779"/>
                  <a:pt x="1452074" y="119238"/>
                  <a:pt x="1456268" y="114156"/>
                </a:cubicBezTo>
                <a:cubicBezTo>
                  <a:pt x="1460462" y="109074"/>
                  <a:pt x="1462559" y="101066"/>
                  <a:pt x="1462559" y="90134"/>
                </a:cubicBezTo>
                <a:cubicBezTo>
                  <a:pt x="1462559" y="78497"/>
                  <a:pt x="1460446" y="70105"/>
                  <a:pt x="1456220" y="64959"/>
                </a:cubicBezTo>
                <a:cubicBezTo>
                  <a:pt x="1451994" y="59813"/>
                  <a:pt x="1446584" y="57240"/>
                  <a:pt x="1439989" y="57240"/>
                </a:cubicBezTo>
                <a:cubicBezTo>
                  <a:pt x="1433523" y="57240"/>
                  <a:pt x="1428144" y="59750"/>
                  <a:pt x="1423854" y="64770"/>
                </a:cubicBezTo>
                <a:cubicBezTo>
                  <a:pt x="1419565" y="69788"/>
                  <a:pt x="1417420" y="77411"/>
                  <a:pt x="1417420" y="87640"/>
                </a:cubicBezTo>
                <a:close/>
                <a:moveTo>
                  <a:pt x="1532084" y="70301"/>
                </a:moveTo>
                <a:lnTo>
                  <a:pt x="1507594" y="65884"/>
                </a:lnTo>
                <a:cubicBezTo>
                  <a:pt x="1510347" y="55893"/>
                  <a:pt x="1515085" y="48498"/>
                  <a:pt x="1521808" y="43698"/>
                </a:cubicBezTo>
                <a:cubicBezTo>
                  <a:pt x="1528530" y="38896"/>
                  <a:pt x="1538519" y="36495"/>
                  <a:pt x="1551772" y="36495"/>
                </a:cubicBezTo>
                <a:cubicBezTo>
                  <a:pt x="1563809" y="36495"/>
                  <a:pt x="1572773" y="37920"/>
                  <a:pt x="1578663" y="40769"/>
                </a:cubicBezTo>
                <a:cubicBezTo>
                  <a:pt x="1584554" y="43618"/>
                  <a:pt x="1588700" y="47236"/>
                  <a:pt x="1591101" y="51622"/>
                </a:cubicBezTo>
                <a:cubicBezTo>
                  <a:pt x="1593502" y="56007"/>
                  <a:pt x="1594702" y="64059"/>
                  <a:pt x="1594702" y="75776"/>
                </a:cubicBezTo>
                <a:lnTo>
                  <a:pt x="1594414" y="107277"/>
                </a:lnTo>
                <a:cubicBezTo>
                  <a:pt x="1594414" y="116241"/>
                  <a:pt x="1594846" y="122851"/>
                  <a:pt x="1595711" y="127109"/>
                </a:cubicBezTo>
                <a:cubicBezTo>
                  <a:pt x="1596575" y="131367"/>
                  <a:pt x="1598192" y="135929"/>
                  <a:pt x="1600561" y="140795"/>
                </a:cubicBezTo>
                <a:lnTo>
                  <a:pt x="1573861" y="140795"/>
                </a:lnTo>
                <a:cubicBezTo>
                  <a:pt x="1573157" y="139002"/>
                  <a:pt x="1572293" y="136345"/>
                  <a:pt x="1571268" y="132824"/>
                </a:cubicBezTo>
                <a:cubicBezTo>
                  <a:pt x="1570820" y="131223"/>
                  <a:pt x="1570500" y="130167"/>
                  <a:pt x="1570308" y="129654"/>
                </a:cubicBezTo>
                <a:cubicBezTo>
                  <a:pt x="1565698" y="134136"/>
                  <a:pt x="1560768" y="137498"/>
                  <a:pt x="1555518" y="139739"/>
                </a:cubicBezTo>
                <a:cubicBezTo>
                  <a:pt x="1550268" y="141979"/>
                  <a:pt x="1544665" y="143100"/>
                  <a:pt x="1538711" y="143100"/>
                </a:cubicBezTo>
                <a:cubicBezTo>
                  <a:pt x="1528210" y="143100"/>
                  <a:pt x="1519935" y="140263"/>
                  <a:pt x="1513884" y="134588"/>
                </a:cubicBezTo>
                <a:cubicBezTo>
                  <a:pt x="1507834" y="128914"/>
                  <a:pt x="1504809" y="121741"/>
                  <a:pt x="1504809" y="113069"/>
                </a:cubicBezTo>
                <a:cubicBezTo>
                  <a:pt x="1504809" y="107331"/>
                  <a:pt x="1506185" y="102215"/>
                  <a:pt x="1508938" y="97721"/>
                </a:cubicBezTo>
                <a:cubicBezTo>
                  <a:pt x="1511691" y="93225"/>
                  <a:pt x="1515549" y="89782"/>
                  <a:pt x="1520511" y="87391"/>
                </a:cubicBezTo>
                <a:cubicBezTo>
                  <a:pt x="1525473" y="85000"/>
                  <a:pt x="1532628" y="82912"/>
                  <a:pt x="1541976" y="81127"/>
                </a:cubicBezTo>
                <a:cubicBezTo>
                  <a:pt x="1554589" y="78768"/>
                  <a:pt x="1563329" y="76568"/>
                  <a:pt x="1568195" y="74527"/>
                </a:cubicBezTo>
                <a:lnTo>
                  <a:pt x="1568195" y="71808"/>
                </a:lnTo>
                <a:cubicBezTo>
                  <a:pt x="1568195" y="66564"/>
                  <a:pt x="1566915" y="62825"/>
                  <a:pt x="1564353" y="60592"/>
                </a:cubicBezTo>
                <a:cubicBezTo>
                  <a:pt x="1561792" y="58357"/>
                  <a:pt x="1556958" y="57240"/>
                  <a:pt x="1549851" y="57240"/>
                </a:cubicBezTo>
                <a:cubicBezTo>
                  <a:pt x="1545049" y="57240"/>
                  <a:pt x="1541304" y="58206"/>
                  <a:pt x="1538615" y="60139"/>
                </a:cubicBezTo>
                <a:cubicBezTo>
                  <a:pt x="1535926" y="62070"/>
                  <a:pt x="1533749" y="65457"/>
                  <a:pt x="1532084" y="70301"/>
                </a:cubicBezTo>
                <a:moveTo>
                  <a:pt x="1568195" y="92199"/>
                </a:moveTo>
                <a:cubicBezTo>
                  <a:pt x="1564738" y="93337"/>
                  <a:pt x="1559263" y="94698"/>
                  <a:pt x="1551772" y="96280"/>
                </a:cubicBezTo>
                <a:cubicBezTo>
                  <a:pt x="1544281" y="97861"/>
                  <a:pt x="1539383" y="99411"/>
                  <a:pt x="1537078" y="100929"/>
                </a:cubicBezTo>
                <a:cubicBezTo>
                  <a:pt x="1533557" y="103396"/>
                  <a:pt x="1531796" y="106528"/>
                  <a:pt x="1531796" y="110323"/>
                </a:cubicBezTo>
                <a:cubicBezTo>
                  <a:pt x="1531796" y="114057"/>
                  <a:pt x="1533204" y="117284"/>
                  <a:pt x="1536022" y="120005"/>
                </a:cubicBezTo>
                <a:cubicBezTo>
                  <a:pt x="1538839" y="122724"/>
                  <a:pt x="1542424" y="124084"/>
                  <a:pt x="1546778" y="124084"/>
                </a:cubicBezTo>
                <a:cubicBezTo>
                  <a:pt x="1551644" y="124084"/>
                  <a:pt x="1556286" y="122502"/>
                  <a:pt x="1560704" y="119339"/>
                </a:cubicBezTo>
                <a:cubicBezTo>
                  <a:pt x="1563969" y="116936"/>
                  <a:pt x="1566114" y="113994"/>
                  <a:pt x="1567139" y="110512"/>
                </a:cubicBezTo>
                <a:cubicBezTo>
                  <a:pt x="1567843" y="108235"/>
                  <a:pt x="1568195" y="103903"/>
                  <a:pt x="1568195" y="97514"/>
                </a:cubicBezTo>
                <a:lnTo>
                  <a:pt x="1568195" y="92199"/>
                </a:lnTo>
                <a:close/>
                <a:moveTo>
                  <a:pt x="1668086" y="38800"/>
                </a:moveTo>
                <a:lnTo>
                  <a:pt x="1668086" y="60313"/>
                </a:lnTo>
                <a:lnTo>
                  <a:pt x="1649647" y="60313"/>
                </a:lnTo>
                <a:lnTo>
                  <a:pt x="1649647" y="101352"/>
                </a:lnTo>
                <a:cubicBezTo>
                  <a:pt x="1649647" y="109664"/>
                  <a:pt x="1649823" y="114507"/>
                  <a:pt x="1650175" y="115882"/>
                </a:cubicBezTo>
                <a:cubicBezTo>
                  <a:pt x="1650527" y="117254"/>
                  <a:pt x="1651327" y="118389"/>
                  <a:pt x="1652576" y="119285"/>
                </a:cubicBezTo>
                <a:cubicBezTo>
                  <a:pt x="1653824" y="120179"/>
                  <a:pt x="1655345" y="120627"/>
                  <a:pt x="1657138" y="120627"/>
                </a:cubicBezTo>
                <a:cubicBezTo>
                  <a:pt x="1659635" y="120627"/>
                  <a:pt x="1663252" y="119762"/>
                  <a:pt x="1667990" y="118033"/>
                </a:cubicBezTo>
                <a:lnTo>
                  <a:pt x="1670295" y="139048"/>
                </a:lnTo>
                <a:cubicBezTo>
                  <a:pt x="1664021" y="141749"/>
                  <a:pt x="1656914" y="143100"/>
                  <a:pt x="1648974" y="143100"/>
                </a:cubicBezTo>
                <a:cubicBezTo>
                  <a:pt x="1644108" y="143100"/>
                  <a:pt x="1639723" y="142284"/>
                  <a:pt x="1635817" y="140651"/>
                </a:cubicBezTo>
                <a:cubicBezTo>
                  <a:pt x="1631911" y="139018"/>
                  <a:pt x="1629046" y="136905"/>
                  <a:pt x="1627221" y="134312"/>
                </a:cubicBezTo>
                <a:cubicBezTo>
                  <a:pt x="1625397" y="131719"/>
                  <a:pt x="1624132" y="128214"/>
                  <a:pt x="1623428" y="123796"/>
                </a:cubicBezTo>
                <a:cubicBezTo>
                  <a:pt x="1622852" y="120659"/>
                  <a:pt x="1622563" y="114320"/>
                  <a:pt x="1622563" y="104780"/>
                </a:cubicBezTo>
                <a:lnTo>
                  <a:pt x="1622563" y="60313"/>
                </a:lnTo>
                <a:lnTo>
                  <a:pt x="1610174" y="60313"/>
                </a:lnTo>
                <a:lnTo>
                  <a:pt x="1610174" y="38800"/>
                </a:lnTo>
                <a:lnTo>
                  <a:pt x="1622563" y="38800"/>
                </a:lnTo>
                <a:lnTo>
                  <a:pt x="1622563" y="18440"/>
                </a:lnTo>
                <a:lnTo>
                  <a:pt x="1649647" y="2497"/>
                </a:lnTo>
                <a:lnTo>
                  <a:pt x="1649647" y="38800"/>
                </a:lnTo>
                <a:lnTo>
                  <a:pt x="1668086" y="38800"/>
                </a:lnTo>
                <a:close/>
                <a:moveTo>
                  <a:pt x="1745877" y="108333"/>
                </a:moveTo>
                <a:lnTo>
                  <a:pt x="1772769" y="112943"/>
                </a:lnTo>
                <a:cubicBezTo>
                  <a:pt x="1769311" y="122771"/>
                  <a:pt x="1763853" y="130255"/>
                  <a:pt x="1756394" y="135393"/>
                </a:cubicBezTo>
                <a:cubicBezTo>
                  <a:pt x="1748935" y="140531"/>
                  <a:pt x="1739603" y="143100"/>
                  <a:pt x="1728398" y="143100"/>
                </a:cubicBezTo>
                <a:cubicBezTo>
                  <a:pt x="1710663" y="143100"/>
                  <a:pt x="1697537" y="137306"/>
                  <a:pt x="1689022" y="125717"/>
                </a:cubicBezTo>
                <a:cubicBezTo>
                  <a:pt x="1682299" y="116433"/>
                  <a:pt x="1678937" y="104716"/>
                  <a:pt x="1678937" y="90566"/>
                </a:cubicBezTo>
                <a:cubicBezTo>
                  <a:pt x="1678937" y="73663"/>
                  <a:pt x="1683355" y="60425"/>
                  <a:pt x="1692191" y="50853"/>
                </a:cubicBezTo>
                <a:cubicBezTo>
                  <a:pt x="1701027" y="41281"/>
                  <a:pt x="1712199" y="36495"/>
                  <a:pt x="1725709" y="36495"/>
                </a:cubicBezTo>
                <a:cubicBezTo>
                  <a:pt x="1740883" y="36495"/>
                  <a:pt x="1752856" y="41505"/>
                  <a:pt x="1761628" y="51526"/>
                </a:cubicBezTo>
                <a:cubicBezTo>
                  <a:pt x="1770400" y="61546"/>
                  <a:pt x="1774594" y="76896"/>
                  <a:pt x="1774209" y="97577"/>
                </a:cubicBezTo>
                <a:lnTo>
                  <a:pt x="1706597" y="97577"/>
                </a:lnTo>
                <a:cubicBezTo>
                  <a:pt x="1706789" y="105580"/>
                  <a:pt x="1708966" y="111807"/>
                  <a:pt x="1713128" y="116257"/>
                </a:cubicBezTo>
                <a:cubicBezTo>
                  <a:pt x="1717290" y="120707"/>
                  <a:pt x="1722476" y="122932"/>
                  <a:pt x="1728686" y="122932"/>
                </a:cubicBezTo>
                <a:cubicBezTo>
                  <a:pt x="1732912" y="122932"/>
                  <a:pt x="1736466" y="121779"/>
                  <a:pt x="1739347" y="119474"/>
                </a:cubicBezTo>
                <a:cubicBezTo>
                  <a:pt x="1742228" y="117169"/>
                  <a:pt x="1744405" y="113456"/>
                  <a:pt x="1745877" y="108333"/>
                </a:cubicBezTo>
                <a:moveTo>
                  <a:pt x="1747414" y="81058"/>
                </a:moveTo>
                <a:cubicBezTo>
                  <a:pt x="1747222" y="73279"/>
                  <a:pt x="1745205" y="67364"/>
                  <a:pt x="1741364" y="63315"/>
                </a:cubicBezTo>
                <a:cubicBezTo>
                  <a:pt x="1737522" y="59265"/>
                  <a:pt x="1732848" y="57240"/>
                  <a:pt x="1727342" y="57240"/>
                </a:cubicBezTo>
                <a:cubicBezTo>
                  <a:pt x="1721451" y="57240"/>
                  <a:pt x="1716585" y="59376"/>
                  <a:pt x="1712744" y="63648"/>
                </a:cubicBezTo>
                <a:cubicBezTo>
                  <a:pt x="1708902" y="67921"/>
                  <a:pt x="1707013" y="73725"/>
                  <a:pt x="1707077" y="81058"/>
                </a:cubicBezTo>
                <a:lnTo>
                  <a:pt x="1747414" y="810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(ProductionTeam)">
            <a:extLst xmlns:a="http://schemas.openxmlformats.org/drawingml/2006/main">
              <a:ext uri="{FF2B5EF4-FFF2-40B4-BE49-F238E27FC236}">
                <a16:creationId xmlns:a16="http://schemas.microsoft.com/office/drawing/2014/main" id="{9BC16BCA-7EC6-44D3-BE2E-8D3911B7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0" y="372211"/>
            <a:ext cx="1717007" cy="184781"/>
          </a:xfrm>
          <a:custGeom xmlns:a="http://schemas.openxmlformats.org/drawingml/2006/main">
            <a:pathLst>
              <a:path w="1717007" h="184781">
                <a:moveTo>
                  <a:pt x="48596" y="184781"/>
                </a:moveTo>
                <a:lnTo>
                  <a:pt x="30061" y="184781"/>
                </a:lnTo>
                <a:cubicBezTo>
                  <a:pt x="20264" y="169975"/>
                  <a:pt x="12805" y="154593"/>
                  <a:pt x="7683" y="138634"/>
                </a:cubicBezTo>
                <a:cubicBezTo>
                  <a:pt x="2561" y="122675"/>
                  <a:pt x="0" y="107229"/>
                  <a:pt x="0" y="92295"/>
                </a:cubicBezTo>
                <a:cubicBezTo>
                  <a:pt x="0" y="73771"/>
                  <a:pt x="3169" y="56242"/>
                  <a:pt x="9508" y="39707"/>
                </a:cubicBezTo>
                <a:cubicBezTo>
                  <a:pt x="15014" y="25349"/>
                  <a:pt x="21993" y="12113"/>
                  <a:pt x="30445" y="0"/>
                </a:cubicBezTo>
                <a:lnTo>
                  <a:pt x="48884" y="0"/>
                </a:lnTo>
                <a:cubicBezTo>
                  <a:pt x="40113" y="19420"/>
                  <a:pt x="34078" y="35940"/>
                  <a:pt x="30781" y="49560"/>
                </a:cubicBezTo>
                <a:cubicBezTo>
                  <a:pt x="27484" y="63179"/>
                  <a:pt x="25835" y="77617"/>
                  <a:pt x="25835" y="92871"/>
                </a:cubicBezTo>
                <a:cubicBezTo>
                  <a:pt x="25835" y="103383"/>
                  <a:pt x="26811" y="114152"/>
                  <a:pt x="28764" y="125176"/>
                </a:cubicBezTo>
                <a:cubicBezTo>
                  <a:pt x="30717" y="136199"/>
                  <a:pt x="33390" y="146677"/>
                  <a:pt x="36783" y="156612"/>
                </a:cubicBezTo>
                <a:cubicBezTo>
                  <a:pt x="39024" y="163150"/>
                  <a:pt x="42962" y="172540"/>
                  <a:pt x="48596" y="184781"/>
                </a:cubicBezTo>
                <a:close/>
                <a:moveTo>
                  <a:pt x="69533" y="143292"/>
                </a:moveTo>
                <a:lnTo>
                  <a:pt x="69533" y="2497"/>
                </a:lnTo>
                <a:lnTo>
                  <a:pt x="115152" y="2497"/>
                </a:lnTo>
                <a:cubicBezTo>
                  <a:pt x="132439" y="2497"/>
                  <a:pt x="143708" y="3200"/>
                  <a:pt x="148958" y="4607"/>
                </a:cubicBezTo>
                <a:cubicBezTo>
                  <a:pt x="157026" y="6718"/>
                  <a:pt x="163781" y="11307"/>
                  <a:pt x="169223" y="18374"/>
                </a:cubicBezTo>
                <a:cubicBezTo>
                  <a:pt x="174665" y="25441"/>
                  <a:pt x="177386" y="34570"/>
                  <a:pt x="177386" y="45763"/>
                </a:cubicBezTo>
                <a:cubicBezTo>
                  <a:pt x="177386" y="54397"/>
                  <a:pt x="175818" y="61656"/>
                  <a:pt x="172680" y="67540"/>
                </a:cubicBezTo>
                <a:cubicBezTo>
                  <a:pt x="169543" y="73425"/>
                  <a:pt x="165557" y="78046"/>
                  <a:pt x="160723" y="81403"/>
                </a:cubicBezTo>
                <a:cubicBezTo>
                  <a:pt x="155889" y="84761"/>
                  <a:pt x="150975" y="86983"/>
                  <a:pt x="145981" y="88072"/>
                </a:cubicBezTo>
                <a:cubicBezTo>
                  <a:pt x="139194" y="89414"/>
                  <a:pt x="129366" y="90086"/>
                  <a:pt x="116497" y="90086"/>
                </a:cubicBezTo>
                <a:lnTo>
                  <a:pt x="97961" y="90086"/>
                </a:lnTo>
                <a:lnTo>
                  <a:pt x="97961" y="143292"/>
                </a:lnTo>
                <a:lnTo>
                  <a:pt x="69533" y="143292"/>
                </a:lnTo>
                <a:moveTo>
                  <a:pt x="97961" y="26315"/>
                </a:moveTo>
                <a:lnTo>
                  <a:pt x="97961" y="66268"/>
                </a:lnTo>
                <a:lnTo>
                  <a:pt x="113519" y="66268"/>
                </a:lnTo>
                <a:cubicBezTo>
                  <a:pt x="124724" y="66268"/>
                  <a:pt x="132215" y="65531"/>
                  <a:pt x="135993" y="64059"/>
                </a:cubicBezTo>
                <a:cubicBezTo>
                  <a:pt x="139770" y="62586"/>
                  <a:pt x="142732" y="60281"/>
                  <a:pt x="144877" y="57144"/>
                </a:cubicBezTo>
                <a:cubicBezTo>
                  <a:pt x="147022" y="54007"/>
                  <a:pt x="148094" y="50357"/>
                  <a:pt x="148094" y="46195"/>
                </a:cubicBezTo>
                <a:cubicBezTo>
                  <a:pt x="148094" y="41073"/>
                  <a:pt x="146589" y="36847"/>
                  <a:pt x="143580" y="33518"/>
                </a:cubicBezTo>
                <a:cubicBezTo>
                  <a:pt x="140571" y="30189"/>
                  <a:pt x="136761" y="28108"/>
                  <a:pt x="132151" y="27275"/>
                </a:cubicBezTo>
                <a:cubicBezTo>
                  <a:pt x="128758" y="26635"/>
                  <a:pt x="121939" y="26315"/>
                  <a:pt x="111695" y="26315"/>
                </a:cubicBezTo>
                <a:lnTo>
                  <a:pt x="97961" y="26315"/>
                </a:lnTo>
                <a:close/>
                <a:moveTo>
                  <a:pt x="226368" y="143292"/>
                </a:moveTo>
                <a:lnTo>
                  <a:pt x="199381" y="143292"/>
                </a:lnTo>
                <a:lnTo>
                  <a:pt x="199381" y="41297"/>
                </a:lnTo>
                <a:lnTo>
                  <a:pt x="224447" y="41297"/>
                </a:lnTo>
                <a:lnTo>
                  <a:pt x="224447" y="55799"/>
                </a:lnTo>
                <a:cubicBezTo>
                  <a:pt x="228737" y="48949"/>
                  <a:pt x="232595" y="44435"/>
                  <a:pt x="236020" y="42258"/>
                </a:cubicBezTo>
                <a:cubicBezTo>
                  <a:pt x="239446" y="40081"/>
                  <a:pt x="243335" y="38992"/>
                  <a:pt x="247689" y="38992"/>
                </a:cubicBezTo>
                <a:cubicBezTo>
                  <a:pt x="253836" y="38992"/>
                  <a:pt x="259758" y="40689"/>
                  <a:pt x="265456" y="44082"/>
                </a:cubicBezTo>
                <a:lnTo>
                  <a:pt x="257101" y="67612"/>
                </a:lnTo>
                <a:cubicBezTo>
                  <a:pt x="252555" y="64667"/>
                  <a:pt x="248329" y="63194"/>
                  <a:pt x="244424" y="63194"/>
                </a:cubicBezTo>
                <a:cubicBezTo>
                  <a:pt x="240646" y="63194"/>
                  <a:pt x="237445" y="64235"/>
                  <a:pt x="234820" y="66316"/>
                </a:cubicBezTo>
                <a:cubicBezTo>
                  <a:pt x="232195" y="68397"/>
                  <a:pt x="230130" y="72158"/>
                  <a:pt x="228625" y="77601"/>
                </a:cubicBezTo>
                <a:cubicBezTo>
                  <a:pt x="227120" y="83043"/>
                  <a:pt x="226368" y="94440"/>
                  <a:pt x="226368" y="111791"/>
                </a:cubicBezTo>
                <a:lnTo>
                  <a:pt x="226368" y="143292"/>
                </a:lnTo>
                <a:close/>
                <a:moveTo>
                  <a:pt x="270843" y="90854"/>
                </a:moveTo>
                <a:cubicBezTo>
                  <a:pt x="270843" y="81890"/>
                  <a:pt x="273052" y="73215"/>
                  <a:pt x="277470" y="64827"/>
                </a:cubicBezTo>
                <a:cubicBezTo>
                  <a:pt x="281887" y="56440"/>
                  <a:pt x="288146" y="50037"/>
                  <a:pt x="296245" y="45619"/>
                </a:cubicBezTo>
                <a:cubicBezTo>
                  <a:pt x="304345" y="41201"/>
                  <a:pt x="313389" y="38992"/>
                  <a:pt x="323377" y="38992"/>
                </a:cubicBezTo>
                <a:cubicBezTo>
                  <a:pt x="338807" y="38992"/>
                  <a:pt x="351453" y="44002"/>
                  <a:pt x="361313" y="54023"/>
                </a:cubicBezTo>
                <a:cubicBezTo>
                  <a:pt x="371173" y="64043"/>
                  <a:pt x="376103" y="76704"/>
                  <a:pt x="376103" y="92007"/>
                </a:cubicBezTo>
                <a:cubicBezTo>
                  <a:pt x="376103" y="107437"/>
                  <a:pt x="371125" y="120226"/>
                  <a:pt x="361169" y="130375"/>
                </a:cubicBezTo>
                <a:cubicBezTo>
                  <a:pt x="351212" y="140523"/>
                  <a:pt x="338679" y="145597"/>
                  <a:pt x="323569" y="145597"/>
                </a:cubicBezTo>
                <a:cubicBezTo>
                  <a:pt x="314221" y="145597"/>
                  <a:pt x="305305" y="143484"/>
                  <a:pt x="296822" y="139258"/>
                </a:cubicBezTo>
                <a:cubicBezTo>
                  <a:pt x="288338" y="135033"/>
                  <a:pt x="281887" y="128838"/>
                  <a:pt x="277470" y="120675"/>
                </a:cubicBezTo>
                <a:cubicBezTo>
                  <a:pt x="273052" y="112511"/>
                  <a:pt x="270843" y="102571"/>
                  <a:pt x="270843" y="90854"/>
                </a:cubicBezTo>
                <a:moveTo>
                  <a:pt x="298502" y="92295"/>
                </a:moveTo>
                <a:cubicBezTo>
                  <a:pt x="298502" y="102379"/>
                  <a:pt x="300903" y="110102"/>
                  <a:pt x="305705" y="115464"/>
                </a:cubicBezTo>
                <a:cubicBezTo>
                  <a:pt x="310507" y="120827"/>
                  <a:pt x="316430" y="123508"/>
                  <a:pt x="323473" y="123508"/>
                </a:cubicBezTo>
                <a:cubicBezTo>
                  <a:pt x="330516" y="123508"/>
                  <a:pt x="336422" y="120827"/>
                  <a:pt x="341192" y="115464"/>
                </a:cubicBezTo>
                <a:cubicBezTo>
                  <a:pt x="345962" y="110102"/>
                  <a:pt x="348347" y="102315"/>
                  <a:pt x="348347" y="92103"/>
                </a:cubicBezTo>
                <a:cubicBezTo>
                  <a:pt x="348347" y="82146"/>
                  <a:pt x="345962" y="74487"/>
                  <a:pt x="341192" y="69125"/>
                </a:cubicBezTo>
                <a:cubicBezTo>
                  <a:pt x="336422" y="63763"/>
                  <a:pt x="330516" y="61082"/>
                  <a:pt x="323473" y="61082"/>
                </a:cubicBezTo>
                <a:cubicBezTo>
                  <a:pt x="316430" y="61082"/>
                  <a:pt x="310507" y="63763"/>
                  <a:pt x="305705" y="69125"/>
                </a:cubicBezTo>
                <a:cubicBezTo>
                  <a:pt x="300903" y="74487"/>
                  <a:pt x="298502" y="82210"/>
                  <a:pt x="298502" y="92295"/>
                </a:cubicBezTo>
                <a:close/>
                <a:moveTo>
                  <a:pt x="490767" y="143292"/>
                </a:moveTo>
                <a:lnTo>
                  <a:pt x="465700" y="143292"/>
                </a:lnTo>
                <a:lnTo>
                  <a:pt x="465700" y="128310"/>
                </a:lnTo>
                <a:cubicBezTo>
                  <a:pt x="461539" y="134136"/>
                  <a:pt x="456625" y="138474"/>
                  <a:pt x="450958" y="141323"/>
                </a:cubicBezTo>
                <a:cubicBezTo>
                  <a:pt x="445292" y="144172"/>
                  <a:pt x="439578" y="145597"/>
                  <a:pt x="433815" y="145597"/>
                </a:cubicBezTo>
                <a:cubicBezTo>
                  <a:pt x="422098" y="145597"/>
                  <a:pt x="412062" y="140875"/>
                  <a:pt x="403707" y="131431"/>
                </a:cubicBezTo>
                <a:cubicBezTo>
                  <a:pt x="395351" y="121987"/>
                  <a:pt x="391173" y="108814"/>
                  <a:pt x="391173" y="91911"/>
                </a:cubicBezTo>
                <a:cubicBezTo>
                  <a:pt x="391173" y="74623"/>
                  <a:pt x="395239" y="61482"/>
                  <a:pt x="403370" y="52486"/>
                </a:cubicBezTo>
                <a:cubicBezTo>
                  <a:pt x="411502" y="43490"/>
                  <a:pt x="421778" y="38992"/>
                  <a:pt x="434199" y="38992"/>
                </a:cubicBezTo>
                <a:cubicBezTo>
                  <a:pt x="445596" y="38992"/>
                  <a:pt x="455456" y="43730"/>
                  <a:pt x="463780" y="53206"/>
                </a:cubicBezTo>
                <a:lnTo>
                  <a:pt x="463780" y="2497"/>
                </a:lnTo>
                <a:lnTo>
                  <a:pt x="490767" y="2497"/>
                </a:lnTo>
                <a:lnTo>
                  <a:pt x="490767" y="143292"/>
                </a:lnTo>
                <a:moveTo>
                  <a:pt x="418737" y="90137"/>
                </a:moveTo>
                <a:cubicBezTo>
                  <a:pt x="418737" y="101005"/>
                  <a:pt x="420241" y="108869"/>
                  <a:pt x="423251" y="113727"/>
                </a:cubicBezTo>
                <a:cubicBezTo>
                  <a:pt x="427605" y="120760"/>
                  <a:pt x="433687" y="124276"/>
                  <a:pt x="441498" y="124276"/>
                </a:cubicBezTo>
                <a:cubicBezTo>
                  <a:pt x="447709" y="124276"/>
                  <a:pt x="452991" y="121639"/>
                  <a:pt x="457345" y="116365"/>
                </a:cubicBezTo>
                <a:cubicBezTo>
                  <a:pt x="461699" y="111091"/>
                  <a:pt x="463876" y="103211"/>
                  <a:pt x="463876" y="92727"/>
                </a:cubicBezTo>
                <a:cubicBezTo>
                  <a:pt x="463876" y="81026"/>
                  <a:pt x="461763" y="72602"/>
                  <a:pt x="457537" y="67456"/>
                </a:cubicBezTo>
                <a:cubicBezTo>
                  <a:pt x="453311" y="62310"/>
                  <a:pt x="447901" y="59737"/>
                  <a:pt x="441306" y="59737"/>
                </a:cubicBezTo>
                <a:cubicBezTo>
                  <a:pt x="434904" y="59737"/>
                  <a:pt x="429541" y="62278"/>
                  <a:pt x="425220" y="67360"/>
                </a:cubicBezTo>
                <a:cubicBezTo>
                  <a:pt x="420898" y="72442"/>
                  <a:pt x="418737" y="80035"/>
                  <a:pt x="418737" y="90137"/>
                </a:cubicBezTo>
                <a:close/>
                <a:moveTo>
                  <a:pt x="584494" y="143292"/>
                </a:moveTo>
                <a:lnTo>
                  <a:pt x="584494" y="128022"/>
                </a:lnTo>
                <a:cubicBezTo>
                  <a:pt x="580781" y="133464"/>
                  <a:pt x="575899" y="137754"/>
                  <a:pt x="569848" y="140891"/>
                </a:cubicBezTo>
                <a:cubicBezTo>
                  <a:pt x="563798" y="144028"/>
                  <a:pt x="557411" y="145597"/>
                  <a:pt x="550688" y="145597"/>
                </a:cubicBezTo>
                <a:cubicBezTo>
                  <a:pt x="543837" y="145597"/>
                  <a:pt x="537691" y="144092"/>
                  <a:pt x="532249" y="141083"/>
                </a:cubicBezTo>
                <a:cubicBezTo>
                  <a:pt x="526806" y="138074"/>
                  <a:pt x="522869" y="133848"/>
                  <a:pt x="520436" y="128406"/>
                </a:cubicBezTo>
                <a:cubicBezTo>
                  <a:pt x="518003" y="122964"/>
                  <a:pt x="516786" y="115440"/>
                  <a:pt x="516786" y="105836"/>
                </a:cubicBezTo>
                <a:lnTo>
                  <a:pt x="516786" y="41297"/>
                </a:lnTo>
                <a:lnTo>
                  <a:pt x="543773" y="41297"/>
                </a:lnTo>
                <a:lnTo>
                  <a:pt x="543773" y="88057"/>
                </a:lnTo>
                <a:cubicBezTo>
                  <a:pt x="543773" y="102367"/>
                  <a:pt x="544270" y="111135"/>
                  <a:pt x="545262" y="114360"/>
                </a:cubicBezTo>
                <a:cubicBezTo>
                  <a:pt x="546254" y="117585"/>
                  <a:pt x="548063" y="120140"/>
                  <a:pt x="550688" y="122025"/>
                </a:cubicBezTo>
                <a:cubicBezTo>
                  <a:pt x="553313" y="123910"/>
                  <a:pt x="556643" y="124852"/>
                  <a:pt x="560676" y="124852"/>
                </a:cubicBezTo>
                <a:cubicBezTo>
                  <a:pt x="565286" y="124852"/>
                  <a:pt x="569416" y="123591"/>
                  <a:pt x="573066" y="121068"/>
                </a:cubicBezTo>
                <a:cubicBezTo>
                  <a:pt x="576715" y="118545"/>
                  <a:pt x="579212" y="115414"/>
                  <a:pt x="580557" y="111677"/>
                </a:cubicBezTo>
                <a:cubicBezTo>
                  <a:pt x="581901" y="107939"/>
                  <a:pt x="582574" y="98788"/>
                  <a:pt x="582574" y="84224"/>
                </a:cubicBezTo>
                <a:lnTo>
                  <a:pt x="582574" y="41297"/>
                </a:lnTo>
                <a:lnTo>
                  <a:pt x="609561" y="41297"/>
                </a:lnTo>
                <a:lnTo>
                  <a:pt x="609561" y="143292"/>
                </a:lnTo>
                <a:lnTo>
                  <a:pt x="584494" y="143292"/>
                </a:lnTo>
                <a:close/>
                <a:moveTo>
                  <a:pt x="726434" y="71454"/>
                </a:moveTo>
                <a:lnTo>
                  <a:pt x="699831" y="76256"/>
                </a:lnTo>
                <a:cubicBezTo>
                  <a:pt x="698935" y="70974"/>
                  <a:pt x="696902" y="66996"/>
                  <a:pt x="693732" y="64323"/>
                </a:cubicBezTo>
                <a:cubicBezTo>
                  <a:pt x="690563" y="61650"/>
                  <a:pt x="686449" y="60313"/>
                  <a:pt x="681391" y="60313"/>
                </a:cubicBezTo>
                <a:cubicBezTo>
                  <a:pt x="674668" y="60313"/>
                  <a:pt x="669306" y="62627"/>
                  <a:pt x="665304" y="67255"/>
                </a:cubicBezTo>
                <a:cubicBezTo>
                  <a:pt x="661303" y="71883"/>
                  <a:pt x="659302" y="79622"/>
                  <a:pt x="659302" y="90473"/>
                </a:cubicBezTo>
                <a:cubicBezTo>
                  <a:pt x="659302" y="102538"/>
                  <a:pt x="661335" y="111061"/>
                  <a:pt x="665401" y="116041"/>
                </a:cubicBezTo>
                <a:cubicBezTo>
                  <a:pt x="669466" y="121019"/>
                  <a:pt x="674925" y="123508"/>
                  <a:pt x="681775" y="123508"/>
                </a:cubicBezTo>
                <a:cubicBezTo>
                  <a:pt x="686898" y="123508"/>
                  <a:pt x="691091" y="122051"/>
                  <a:pt x="694357" y="119138"/>
                </a:cubicBezTo>
                <a:cubicBezTo>
                  <a:pt x="697622" y="116225"/>
                  <a:pt x="699927" y="111215"/>
                  <a:pt x="701272" y="104108"/>
                </a:cubicBezTo>
                <a:lnTo>
                  <a:pt x="727779" y="108718"/>
                </a:lnTo>
                <a:cubicBezTo>
                  <a:pt x="725026" y="120883"/>
                  <a:pt x="719743" y="130070"/>
                  <a:pt x="711932" y="136281"/>
                </a:cubicBezTo>
                <a:cubicBezTo>
                  <a:pt x="704121" y="142492"/>
                  <a:pt x="693652" y="145597"/>
                  <a:pt x="680527" y="145597"/>
                </a:cubicBezTo>
                <a:cubicBezTo>
                  <a:pt x="665609" y="145597"/>
                  <a:pt x="653716" y="140891"/>
                  <a:pt x="644848" y="131479"/>
                </a:cubicBezTo>
                <a:cubicBezTo>
                  <a:pt x="635980" y="122067"/>
                  <a:pt x="631546" y="109038"/>
                  <a:pt x="631546" y="92391"/>
                </a:cubicBezTo>
                <a:cubicBezTo>
                  <a:pt x="631546" y="75552"/>
                  <a:pt x="635996" y="62442"/>
                  <a:pt x="644896" y="53062"/>
                </a:cubicBezTo>
                <a:cubicBezTo>
                  <a:pt x="653796" y="43682"/>
                  <a:pt x="665833" y="38992"/>
                  <a:pt x="681007" y="38992"/>
                </a:cubicBezTo>
                <a:cubicBezTo>
                  <a:pt x="693428" y="38992"/>
                  <a:pt x="703304" y="41665"/>
                  <a:pt x="710635" y="47012"/>
                </a:cubicBezTo>
                <a:cubicBezTo>
                  <a:pt x="717967" y="52358"/>
                  <a:pt x="723233" y="60505"/>
                  <a:pt x="726434" y="71454"/>
                </a:cubicBezTo>
                <a:close/>
                <a:moveTo>
                  <a:pt x="793672" y="41297"/>
                </a:moveTo>
                <a:lnTo>
                  <a:pt x="793672" y="62810"/>
                </a:lnTo>
                <a:lnTo>
                  <a:pt x="775232" y="62810"/>
                </a:lnTo>
                <a:lnTo>
                  <a:pt x="775232" y="103850"/>
                </a:lnTo>
                <a:cubicBezTo>
                  <a:pt x="775232" y="112161"/>
                  <a:pt x="775408" y="117004"/>
                  <a:pt x="775760" y="118379"/>
                </a:cubicBezTo>
                <a:cubicBezTo>
                  <a:pt x="776112" y="119751"/>
                  <a:pt x="776913" y="120886"/>
                  <a:pt x="778161" y="121782"/>
                </a:cubicBezTo>
                <a:cubicBezTo>
                  <a:pt x="779410" y="122676"/>
                  <a:pt x="780930" y="123124"/>
                  <a:pt x="782723" y="123124"/>
                </a:cubicBezTo>
                <a:cubicBezTo>
                  <a:pt x="785220" y="123124"/>
                  <a:pt x="788838" y="122259"/>
                  <a:pt x="793576" y="120530"/>
                </a:cubicBezTo>
                <a:lnTo>
                  <a:pt x="795881" y="141545"/>
                </a:lnTo>
                <a:cubicBezTo>
                  <a:pt x="789606" y="144246"/>
                  <a:pt x="782499" y="145597"/>
                  <a:pt x="774560" y="145597"/>
                </a:cubicBezTo>
                <a:cubicBezTo>
                  <a:pt x="769694" y="145597"/>
                  <a:pt x="765308" y="144781"/>
                  <a:pt x="761402" y="143148"/>
                </a:cubicBezTo>
                <a:cubicBezTo>
                  <a:pt x="757497" y="141515"/>
                  <a:pt x="754631" y="139402"/>
                  <a:pt x="752807" y="136809"/>
                </a:cubicBezTo>
                <a:cubicBezTo>
                  <a:pt x="750982" y="134216"/>
                  <a:pt x="749717" y="130711"/>
                  <a:pt x="749013" y="126293"/>
                </a:cubicBezTo>
                <a:cubicBezTo>
                  <a:pt x="748437" y="123156"/>
                  <a:pt x="748149" y="116817"/>
                  <a:pt x="748149" y="107277"/>
                </a:cubicBezTo>
                <a:lnTo>
                  <a:pt x="748149" y="62810"/>
                </a:lnTo>
                <a:lnTo>
                  <a:pt x="735759" y="62810"/>
                </a:lnTo>
                <a:lnTo>
                  <a:pt x="735759" y="41297"/>
                </a:lnTo>
                <a:lnTo>
                  <a:pt x="748149" y="41297"/>
                </a:lnTo>
                <a:lnTo>
                  <a:pt x="748149" y="20937"/>
                </a:lnTo>
                <a:lnTo>
                  <a:pt x="775232" y="4994"/>
                </a:lnTo>
                <a:lnTo>
                  <a:pt x="775232" y="41297"/>
                </a:lnTo>
                <a:lnTo>
                  <a:pt x="793672" y="41297"/>
                </a:lnTo>
                <a:close/>
                <a:moveTo>
                  <a:pt x="812398" y="27468"/>
                </a:moveTo>
                <a:lnTo>
                  <a:pt x="812398" y="2497"/>
                </a:lnTo>
                <a:lnTo>
                  <a:pt x="839385" y="2497"/>
                </a:lnTo>
                <a:lnTo>
                  <a:pt x="839385" y="27468"/>
                </a:lnTo>
                <a:lnTo>
                  <a:pt x="812398" y="27468"/>
                </a:lnTo>
                <a:moveTo>
                  <a:pt x="812398" y="143292"/>
                </a:moveTo>
                <a:lnTo>
                  <a:pt x="812398" y="41297"/>
                </a:lnTo>
                <a:lnTo>
                  <a:pt x="839385" y="41297"/>
                </a:lnTo>
                <a:lnTo>
                  <a:pt x="839385" y="143292"/>
                </a:lnTo>
                <a:lnTo>
                  <a:pt x="812398" y="143292"/>
                </a:lnTo>
                <a:close/>
                <a:moveTo>
                  <a:pt x="860796" y="90854"/>
                </a:moveTo>
                <a:cubicBezTo>
                  <a:pt x="860796" y="81890"/>
                  <a:pt x="863005" y="73215"/>
                  <a:pt x="867423" y="64827"/>
                </a:cubicBezTo>
                <a:cubicBezTo>
                  <a:pt x="871841" y="56440"/>
                  <a:pt x="878099" y="50037"/>
                  <a:pt x="886199" y="45619"/>
                </a:cubicBezTo>
                <a:cubicBezTo>
                  <a:pt x="894298" y="41201"/>
                  <a:pt x="903342" y="38992"/>
                  <a:pt x="913330" y="38992"/>
                </a:cubicBezTo>
                <a:cubicBezTo>
                  <a:pt x="928760" y="38992"/>
                  <a:pt x="941406" y="44002"/>
                  <a:pt x="951266" y="54023"/>
                </a:cubicBezTo>
                <a:cubicBezTo>
                  <a:pt x="961126" y="64043"/>
                  <a:pt x="966056" y="76704"/>
                  <a:pt x="966056" y="92007"/>
                </a:cubicBezTo>
                <a:cubicBezTo>
                  <a:pt x="966056" y="107437"/>
                  <a:pt x="961078" y="120226"/>
                  <a:pt x="951122" y="130375"/>
                </a:cubicBezTo>
                <a:cubicBezTo>
                  <a:pt x="941166" y="140523"/>
                  <a:pt x="928632" y="145597"/>
                  <a:pt x="913522" y="145597"/>
                </a:cubicBezTo>
                <a:cubicBezTo>
                  <a:pt x="904174" y="145597"/>
                  <a:pt x="895258" y="143484"/>
                  <a:pt x="886775" y="139258"/>
                </a:cubicBezTo>
                <a:cubicBezTo>
                  <a:pt x="878291" y="135033"/>
                  <a:pt x="871841" y="128838"/>
                  <a:pt x="867423" y="120675"/>
                </a:cubicBezTo>
                <a:cubicBezTo>
                  <a:pt x="863005" y="112511"/>
                  <a:pt x="860796" y="102571"/>
                  <a:pt x="860796" y="90854"/>
                </a:cubicBezTo>
                <a:moveTo>
                  <a:pt x="888456" y="92295"/>
                </a:moveTo>
                <a:cubicBezTo>
                  <a:pt x="888456" y="102379"/>
                  <a:pt x="890857" y="110102"/>
                  <a:pt x="895659" y="115464"/>
                </a:cubicBezTo>
                <a:cubicBezTo>
                  <a:pt x="900461" y="120827"/>
                  <a:pt x="906383" y="123508"/>
                  <a:pt x="913426" y="123508"/>
                </a:cubicBezTo>
                <a:cubicBezTo>
                  <a:pt x="920469" y="123508"/>
                  <a:pt x="926375" y="120827"/>
                  <a:pt x="931145" y="115464"/>
                </a:cubicBezTo>
                <a:cubicBezTo>
                  <a:pt x="935915" y="110102"/>
                  <a:pt x="938300" y="102315"/>
                  <a:pt x="938300" y="92103"/>
                </a:cubicBezTo>
                <a:cubicBezTo>
                  <a:pt x="938300" y="82146"/>
                  <a:pt x="935915" y="74487"/>
                  <a:pt x="931145" y="69125"/>
                </a:cubicBezTo>
                <a:cubicBezTo>
                  <a:pt x="926375" y="63763"/>
                  <a:pt x="920469" y="61082"/>
                  <a:pt x="913426" y="61082"/>
                </a:cubicBezTo>
                <a:cubicBezTo>
                  <a:pt x="906383" y="61082"/>
                  <a:pt x="900461" y="63763"/>
                  <a:pt x="895659" y="69125"/>
                </a:cubicBezTo>
                <a:cubicBezTo>
                  <a:pt x="890857" y="74487"/>
                  <a:pt x="888456" y="82210"/>
                  <a:pt x="888456" y="92295"/>
                </a:cubicBezTo>
                <a:close/>
                <a:moveTo>
                  <a:pt x="1079952" y="143292"/>
                </a:moveTo>
                <a:lnTo>
                  <a:pt x="1052965" y="143292"/>
                </a:lnTo>
                <a:lnTo>
                  <a:pt x="1052965" y="91298"/>
                </a:lnTo>
                <a:cubicBezTo>
                  <a:pt x="1052965" y="80298"/>
                  <a:pt x="1052388" y="73183"/>
                  <a:pt x="1051236" y="69953"/>
                </a:cubicBezTo>
                <a:cubicBezTo>
                  <a:pt x="1050083" y="66724"/>
                  <a:pt x="1048211" y="64214"/>
                  <a:pt x="1045618" y="62423"/>
                </a:cubicBezTo>
                <a:cubicBezTo>
                  <a:pt x="1043024" y="60632"/>
                  <a:pt x="1039903" y="59737"/>
                  <a:pt x="1036254" y="59737"/>
                </a:cubicBezTo>
                <a:cubicBezTo>
                  <a:pt x="1031580" y="59737"/>
                  <a:pt x="1027386" y="61017"/>
                  <a:pt x="1023672" y="63576"/>
                </a:cubicBezTo>
                <a:cubicBezTo>
                  <a:pt x="1019959" y="66133"/>
                  <a:pt x="1017414" y="69522"/>
                  <a:pt x="1016037" y="73744"/>
                </a:cubicBezTo>
                <a:cubicBezTo>
                  <a:pt x="1014661" y="77964"/>
                  <a:pt x="1013972" y="85766"/>
                  <a:pt x="1013972" y="97151"/>
                </a:cubicBezTo>
                <a:lnTo>
                  <a:pt x="1013972" y="143292"/>
                </a:lnTo>
                <a:lnTo>
                  <a:pt x="986985" y="143292"/>
                </a:lnTo>
                <a:lnTo>
                  <a:pt x="986985" y="41297"/>
                </a:lnTo>
                <a:lnTo>
                  <a:pt x="1012051" y="41297"/>
                </a:lnTo>
                <a:lnTo>
                  <a:pt x="1012051" y="56280"/>
                </a:lnTo>
                <a:cubicBezTo>
                  <a:pt x="1020951" y="44755"/>
                  <a:pt x="1032156" y="38992"/>
                  <a:pt x="1045666" y="38992"/>
                </a:cubicBezTo>
                <a:cubicBezTo>
                  <a:pt x="1051620" y="38992"/>
                  <a:pt x="1057062" y="40065"/>
                  <a:pt x="1061992" y="42210"/>
                </a:cubicBezTo>
                <a:cubicBezTo>
                  <a:pt x="1066922" y="44355"/>
                  <a:pt x="1070652" y="47092"/>
                  <a:pt x="1073181" y="50421"/>
                </a:cubicBezTo>
                <a:cubicBezTo>
                  <a:pt x="1075710" y="53751"/>
                  <a:pt x="1077471" y="57528"/>
                  <a:pt x="1078463" y="61754"/>
                </a:cubicBezTo>
                <a:cubicBezTo>
                  <a:pt x="1079456" y="65980"/>
                  <a:pt x="1079952" y="72030"/>
                  <a:pt x="1079952" y="79905"/>
                </a:cubicBezTo>
                <a:lnTo>
                  <a:pt x="1079952" y="143292"/>
                </a:lnTo>
                <a:close/>
                <a:moveTo>
                  <a:pt x="1193841" y="143292"/>
                </a:moveTo>
                <a:lnTo>
                  <a:pt x="1193841" y="26315"/>
                </a:lnTo>
                <a:lnTo>
                  <a:pt x="1152064" y="26315"/>
                </a:lnTo>
                <a:lnTo>
                  <a:pt x="1152064" y="2497"/>
                </a:lnTo>
                <a:lnTo>
                  <a:pt x="1263951" y="2497"/>
                </a:lnTo>
                <a:lnTo>
                  <a:pt x="1263951" y="26315"/>
                </a:lnTo>
                <a:lnTo>
                  <a:pt x="1222269" y="26315"/>
                </a:lnTo>
                <a:lnTo>
                  <a:pt x="1222269" y="143292"/>
                </a:lnTo>
                <a:lnTo>
                  <a:pt x="1193841" y="143292"/>
                </a:lnTo>
                <a:close/>
                <a:moveTo>
                  <a:pt x="1341159" y="110830"/>
                </a:moveTo>
                <a:lnTo>
                  <a:pt x="1368051" y="115440"/>
                </a:lnTo>
                <a:cubicBezTo>
                  <a:pt x="1364593" y="125268"/>
                  <a:pt x="1359135" y="132752"/>
                  <a:pt x="1351676" y="137890"/>
                </a:cubicBezTo>
                <a:cubicBezTo>
                  <a:pt x="1344217" y="143028"/>
                  <a:pt x="1334885" y="145597"/>
                  <a:pt x="1323680" y="145597"/>
                </a:cubicBezTo>
                <a:cubicBezTo>
                  <a:pt x="1305945" y="145597"/>
                  <a:pt x="1292819" y="139803"/>
                  <a:pt x="1284304" y="128214"/>
                </a:cubicBezTo>
                <a:cubicBezTo>
                  <a:pt x="1277581" y="118930"/>
                  <a:pt x="1274219" y="107213"/>
                  <a:pt x="1274219" y="93063"/>
                </a:cubicBezTo>
                <a:cubicBezTo>
                  <a:pt x="1274219" y="76160"/>
                  <a:pt x="1278637" y="62922"/>
                  <a:pt x="1287473" y="53350"/>
                </a:cubicBezTo>
                <a:cubicBezTo>
                  <a:pt x="1296309" y="43778"/>
                  <a:pt x="1307481" y="38992"/>
                  <a:pt x="1320991" y="38992"/>
                </a:cubicBezTo>
                <a:cubicBezTo>
                  <a:pt x="1336165" y="38992"/>
                  <a:pt x="1348138" y="44002"/>
                  <a:pt x="1356910" y="54023"/>
                </a:cubicBezTo>
                <a:cubicBezTo>
                  <a:pt x="1365682" y="64043"/>
                  <a:pt x="1369876" y="79393"/>
                  <a:pt x="1369491" y="100074"/>
                </a:cubicBezTo>
                <a:lnTo>
                  <a:pt x="1301879" y="100074"/>
                </a:lnTo>
                <a:cubicBezTo>
                  <a:pt x="1302071" y="108077"/>
                  <a:pt x="1304248" y="114304"/>
                  <a:pt x="1308410" y="118754"/>
                </a:cubicBezTo>
                <a:cubicBezTo>
                  <a:pt x="1312572" y="123204"/>
                  <a:pt x="1317758" y="125429"/>
                  <a:pt x="1323968" y="125429"/>
                </a:cubicBezTo>
                <a:cubicBezTo>
                  <a:pt x="1328194" y="125429"/>
                  <a:pt x="1331748" y="124276"/>
                  <a:pt x="1334629" y="121971"/>
                </a:cubicBezTo>
                <a:cubicBezTo>
                  <a:pt x="1337510" y="119666"/>
                  <a:pt x="1339687" y="115953"/>
                  <a:pt x="1341159" y="110830"/>
                </a:cubicBezTo>
                <a:moveTo>
                  <a:pt x="1342696" y="83555"/>
                </a:moveTo>
                <a:cubicBezTo>
                  <a:pt x="1342504" y="75776"/>
                  <a:pt x="1340487" y="69861"/>
                  <a:pt x="1336646" y="65812"/>
                </a:cubicBezTo>
                <a:cubicBezTo>
                  <a:pt x="1332804" y="61762"/>
                  <a:pt x="1328130" y="59737"/>
                  <a:pt x="1322624" y="59737"/>
                </a:cubicBezTo>
                <a:cubicBezTo>
                  <a:pt x="1316733" y="59737"/>
                  <a:pt x="1311867" y="61873"/>
                  <a:pt x="1308026" y="66145"/>
                </a:cubicBezTo>
                <a:cubicBezTo>
                  <a:pt x="1304184" y="70418"/>
                  <a:pt x="1302295" y="76222"/>
                  <a:pt x="1302359" y="83555"/>
                </a:cubicBezTo>
                <a:lnTo>
                  <a:pt x="1342696" y="83555"/>
                </a:lnTo>
                <a:close/>
                <a:moveTo>
                  <a:pt x="1411662" y="72798"/>
                </a:moveTo>
                <a:lnTo>
                  <a:pt x="1387172" y="68381"/>
                </a:lnTo>
                <a:cubicBezTo>
                  <a:pt x="1389925" y="58390"/>
                  <a:pt x="1394663" y="50995"/>
                  <a:pt x="1401386" y="46195"/>
                </a:cubicBezTo>
                <a:cubicBezTo>
                  <a:pt x="1408109" y="41393"/>
                  <a:pt x="1418097" y="38992"/>
                  <a:pt x="1431351" y="38992"/>
                </a:cubicBezTo>
                <a:cubicBezTo>
                  <a:pt x="1443388" y="38992"/>
                  <a:pt x="1452351" y="40417"/>
                  <a:pt x="1458242" y="43266"/>
                </a:cubicBezTo>
                <a:cubicBezTo>
                  <a:pt x="1464132" y="46115"/>
                  <a:pt x="1468278" y="49733"/>
                  <a:pt x="1470679" y="54119"/>
                </a:cubicBezTo>
                <a:cubicBezTo>
                  <a:pt x="1473080" y="58505"/>
                  <a:pt x="1474281" y="66556"/>
                  <a:pt x="1474281" y="78273"/>
                </a:cubicBezTo>
                <a:lnTo>
                  <a:pt x="1473992" y="109774"/>
                </a:lnTo>
                <a:cubicBezTo>
                  <a:pt x="1473992" y="118738"/>
                  <a:pt x="1474425" y="125349"/>
                  <a:pt x="1475289" y="129606"/>
                </a:cubicBezTo>
                <a:cubicBezTo>
                  <a:pt x="1476153" y="133864"/>
                  <a:pt x="1477770" y="138426"/>
                  <a:pt x="1480139" y="143292"/>
                </a:cubicBezTo>
                <a:lnTo>
                  <a:pt x="1453440" y="143292"/>
                </a:lnTo>
                <a:cubicBezTo>
                  <a:pt x="1452736" y="141499"/>
                  <a:pt x="1451871" y="138842"/>
                  <a:pt x="1450847" y="135321"/>
                </a:cubicBezTo>
                <a:cubicBezTo>
                  <a:pt x="1450399" y="133720"/>
                  <a:pt x="1450078" y="132664"/>
                  <a:pt x="1449886" y="132151"/>
                </a:cubicBezTo>
                <a:cubicBezTo>
                  <a:pt x="1445276" y="136633"/>
                  <a:pt x="1440346" y="139995"/>
                  <a:pt x="1435096" y="142236"/>
                </a:cubicBezTo>
                <a:cubicBezTo>
                  <a:pt x="1429846" y="144477"/>
                  <a:pt x="1424244" y="145597"/>
                  <a:pt x="1418289" y="145597"/>
                </a:cubicBezTo>
                <a:cubicBezTo>
                  <a:pt x="1407789" y="145597"/>
                  <a:pt x="1399513" y="142760"/>
                  <a:pt x="1393463" y="137085"/>
                </a:cubicBezTo>
                <a:cubicBezTo>
                  <a:pt x="1387412" y="131411"/>
                  <a:pt x="1384387" y="124238"/>
                  <a:pt x="1384387" y="115566"/>
                </a:cubicBezTo>
                <a:cubicBezTo>
                  <a:pt x="1384387" y="109828"/>
                  <a:pt x="1385763" y="104712"/>
                  <a:pt x="1388517" y="100218"/>
                </a:cubicBezTo>
                <a:cubicBezTo>
                  <a:pt x="1391270" y="95722"/>
                  <a:pt x="1395127" y="92279"/>
                  <a:pt x="1400089" y="89888"/>
                </a:cubicBezTo>
                <a:cubicBezTo>
                  <a:pt x="1405052" y="87497"/>
                  <a:pt x="1412207" y="85409"/>
                  <a:pt x="1421554" y="83624"/>
                </a:cubicBezTo>
                <a:cubicBezTo>
                  <a:pt x="1434168" y="81265"/>
                  <a:pt x="1442907" y="79065"/>
                  <a:pt x="1447773" y="77024"/>
                </a:cubicBezTo>
                <a:lnTo>
                  <a:pt x="1447773" y="74305"/>
                </a:lnTo>
                <a:cubicBezTo>
                  <a:pt x="1447773" y="69061"/>
                  <a:pt x="1446493" y="65322"/>
                  <a:pt x="1443932" y="63089"/>
                </a:cubicBezTo>
                <a:cubicBezTo>
                  <a:pt x="1441371" y="60854"/>
                  <a:pt x="1436537" y="59737"/>
                  <a:pt x="1429430" y="59737"/>
                </a:cubicBezTo>
                <a:cubicBezTo>
                  <a:pt x="1424628" y="59737"/>
                  <a:pt x="1420882" y="60703"/>
                  <a:pt x="1418193" y="62636"/>
                </a:cubicBezTo>
                <a:cubicBezTo>
                  <a:pt x="1415504" y="64567"/>
                  <a:pt x="1413327" y="67954"/>
                  <a:pt x="1411662" y="72798"/>
                </a:cubicBezTo>
                <a:moveTo>
                  <a:pt x="1447773" y="94696"/>
                </a:moveTo>
                <a:cubicBezTo>
                  <a:pt x="1444316" y="95834"/>
                  <a:pt x="1438842" y="97195"/>
                  <a:pt x="1431351" y="98777"/>
                </a:cubicBezTo>
                <a:cubicBezTo>
                  <a:pt x="1423859" y="100358"/>
                  <a:pt x="1418961" y="101908"/>
                  <a:pt x="1416656" y="103426"/>
                </a:cubicBezTo>
                <a:cubicBezTo>
                  <a:pt x="1413135" y="105893"/>
                  <a:pt x="1411374" y="109025"/>
                  <a:pt x="1411374" y="112820"/>
                </a:cubicBezTo>
                <a:cubicBezTo>
                  <a:pt x="1411374" y="116554"/>
                  <a:pt x="1412783" y="119781"/>
                  <a:pt x="1415600" y="122502"/>
                </a:cubicBezTo>
                <a:cubicBezTo>
                  <a:pt x="1418417" y="125221"/>
                  <a:pt x="1422003" y="126581"/>
                  <a:pt x="1426356" y="126581"/>
                </a:cubicBezTo>
                <a:cubicBezTo>
                  <a:pt x="1431222" y="126581"/>
                  <a:pt x="1435864" y="124999"/>
                  <a:pt x="1440282" y="121836"/>
                </a:cubicBezTo>
                <a:cubicBezTo>
                  <a:pt x="1443548" y="119433"/>
                  <a:pt x="1445693" y="116491"/>
                  <a:pt x="1446717" y="113009"/>
                </a:cubicBezTo>
                <a:cubicBezTo>
                  <a:pt x="1447421" y="110732"/>
                  <a:pt x="1447773" y="106400"/>
                  <a:pt x="1447773" y="100011"/>
                </a:cubicBezTo>
                <a:lnTo>
                  <a:pt x="1447773" y="94696"/>
                </a:lnTo>
                <a:close/>
                <a:moveTo>
                  <a:pt x="1498876" y="41297"/>
                </a:moveTo>
                <a:lnTo>
                  <a:pt x="1523751" y="41297"/>
                </a:lnTo>
                <a:lnTo>
                  <a:pt x="1523751" y="55223"/>
                </a:lnTo>
                <a:cubicBezTo>
                  <a:pt x="1532651" y="44403"/>
                  <a:pt x="1543247" y="38992"/>
                  <a:pt x="1555540" y="38992"/>
                </a:cubicBezTo>
                <a:cubicBezTo>
                  <a:pt x="1562071" y="38992"/>
                  <a:pt x="1567737" y="40343"/>
                  <a:pt x="1572539" y="43044"/>
                </a:cubicBezTo>
                <a:cubicBezTo>
                  <a:pt x="1577341" y="45745"/>
                  <a:pt x="1581279" y="49830"/>
                  <a:pt x="1584352" y="55298"/>
                </a:cubicBezTo>
                <a:cubicBezTo>
                  <a:pt x="1588834" y="49830"/>
                  <a:pt x="1593668" y="45745"/>
                  <a:pt x="1598854" y="43044"/>
                </a:cubicBezTo>
                <a:cubicBezTo>
                  <a:pt x="1604040" y="40343"/>
                  <a:pt x="1609579" y="38992"/>
                  <a:pt x="1615469" y="38992"/>
                </a:cubicBezTo>
                <a:cubicBezTo>
                  <a:pt x="1622960" y="38992"/>
                  <a:pt x="1629299" y="40513"/>
                  <a:pt x="1634485" y="43554"/>
                </a:cubicBezTo>
                <a:cubicBezTo>
                  <a:pt x="1639671" y="46596"/>
                  <a:pt x="1643545" y="51061"/>
                  <a:pt x="1646106" y="56952"/>
                </a:cubicBezTo>
                <a:cubicBezTo>
                  <a:pt x="1647963" y="61306"/>
                  <a:pt x="1648891" y="68349"/>
                  <a:pt x="1648891" y="78081"/>
                </a:cubicBezTo>
                <a:lnTo>
                  <a:pt x="1648891" y="143292"/>
                </a:lnTo>
                <a:lnTo>
                  <a:pt x="1621904" y="143292"/>
                </a:lnTo>
                <a:lnTo>
                  <a:pt x="1621904" y="85062"/>
                </a:lnTo>
                <a:cubicBezTo>
                  <a:pt x="1621904" y="74957"/>
                  <a:pt x="1620976" y="68435"/>
                  <a:pt x="1619119" y="65493"/>
                </a:cubicBezTo>
                <a:cubicBezTo>
                  <a:pt x="1616622" y="61656"/>
                  <a:pt x="1612780" y="59737"/>
                  <a:pt x="1607594" y="59737"/>
                </a:cubicBezTo>
                <a:cubicBezTo>
                  <a:pt x="1603816" y="59737"/>
                  <a:pt x="1600263" y="60889"/>
                  <a:pt x="1596933" y="63191"/>
                </a:cubicBezTo>
                <a:cubicBezTo>
                  <a:pt x="1593604" y="65492"/>
                  <a:pt x="1591203" y="68866"/>
                  <a:pt x="1589730" y="73312"/>
                </a:cubicBezTo>
                <a:cubicBezTo>
                  <a:pt x="1588258" y="77756"/>
                  <a:pt x="1587522" y="84775"/>
                  <a:pt x="1587522" y="94369"/>
                </a:cubicBezTo>
                <a:lnTo>
                  <a:pt x="1587522" y="143292"/>
                </a:lnTo>
                <a:lnTo>
                  <a:pt x="1560534" y="143292"/>
                </a:lnTo>
                <a:lnTo>
                  <a:pt x="1560534" y="87460"/>
                </a:lnTo>
                <a:cubicBezTo>
                  <a:pt x="1560534" y="77547"/>
                  <a:pt x="1560054" y="71153"/>
                  <a:pt x="1559094" y="68276"/>
                </a:cubicBezTo>
                <a:cubicBezTo>
                  <a:pt x="1558133" y="65396"/>
                  <a:pt x="1556645" y="63253"/>
                  <a:pt x="1554628" y="61847"/>
                </a:cubicBezTo>
                <a:cubicBezTo>
                  <a:pt x="1552611" y="60440"/>
                  <a:pt x="1549874" y="59737"/>
                  <a:pt x="1546416" y="59737"/>
                </a:cubicBezTo>
                <a:cubicBezTo>
                  <a:pt x="1542255" y="59737"/>
                  <a:pt x="1538509" y="60856"/>
                  <a:pt x="1535180" y="63095"/>
                </a:cubicBezTo>
                <a:cubicBezTo>
                  <a:pt x="1531850" y="65332"/>
                  <a:pt x="1529465" y="68562"/>
                  <a:pt x="1528025" y="72783"/>
                </a:cubicBezTo>
                <a:cubicBezTo>
                  <a:pt x="1526584" y="77005"/>
                  <a:pt x="1525864" y="84008"/>
                  <a:pt x="1525864" y="93792"/>
                </a:cubicBezTo>
                <a:lnTo>
                  <a:pt x="1525864" y="143292"/>
                </a:lnTo>
                <a:lnTo>
                  <a:pt x="1498876" y="143292"/>
                </a:lnTo>
                <a:lnTo>
                  <a:pt x="1498876" y="41297"/>
                </a:lnTo>
                <a:close/>
                <a:moveTo>
                  <a:pt x="1668315" y="184781"/>
                </a:moveTo>
                <a:cubicBezTo>
                  <a:pt x="1673629" y="173373"/>
                  <a:pt x="1677375" y="164624"/>
                  <a:pt x="1679552" y="158535"/>
                </a:cubicBezTo>
                <a:cubicBezTo>
                  <a:pt x="1681729" y="152447"/>
                  <a:pt x="1683746" y="145429"/>
                  <a:pt x="1685602" y="137482"/>
                </a:cubicBezTo>
                <a:cubicBezTo>
                  <a:pt x="1687459" y="129532"/>
                  <a:pt x="1688836" y="121985"/>
                  <a:pt x="1689732" y="114840"/>
                </a:cubicBezTo>
                <a:cubicBezTo>
                  <a:pt x="1690628" y="107693"/>
                  <a:pt x="1691077" y="100370"/>
                  <a:pt x="1691077" y="92871"/>
                </a:cubicBezTo>
                <a:cubicBezTo>
                  <a:pt x="1691077" y="77617"/>
                  <a:pt x="1689444" y="63179"/>
                  <a:pt x="1686179" y="49560"/>
                </a:cubicBezTo>
                <a:cubicBezTo>
                  <a:pt x="1682913" y="35940"/>
                  <a:pt x="1676895" y="19420"/>
                  <a:pt x="1668123" y="0"/>
                </a:cubicBezTo>
                <a:lnTo>
                  <a:pt x="1686467" y="0"/>
                </a:lnTo>
                <a:cubicBezTo>
                  <a:pt x="1696135" y="13780"/>
                  <a:pt x="1703642" y="28393"/>
                  <a:pt x="1708988" y="43839"/>
                </a:cubicBezTo>
                <a:cubicBezTo>
                  <a:pt x="1714334" y="59286"/>
                  <a:pt x="1717007" y="74956"/>
                  <a:pt x="1717007" y="90851"/>
                </a:cubicBezTo>
                <a:cubicBezTo>
                  <a:pt x="1717007" y="104247"/>
                  <a:pt x="1714895" y="118604"/>
                  <a:pt x="1710669" y="133922"/>
                </a:cubicBezTo>
                <a:cubicBezTo>
                  <a:pt x="1705867" y="151099"/>
                  <a:pt x="1697960" y="168052"/>
                  <a:pt x="1686947" y="184781"/>
                </a:cubicBezTo>
                <a:lnTo>
                  <a:pt x="1668315" y="1847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A6A1E-2AE8-4AD3-A78D-1CA36C82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11" y="2801895"/>
            <a:ext cx="1565183" cy="11223"/>
          </a:xfrm>
          <a:custGeom xmlns:a="http://schemas.openxmlformats.org/drawingml/2006/main">
            <a:pathLst>
              <a:path w="1565183" h="11223" fill="none">
                <a:moveTo>
                  <a:pt x="0" y="0"/>
                </a:moveTo>
                <a:lnTo>
                  <a:pt x="1565183" y="11223"/>
                </a:lnTo>
              </a:path>
            </a:pathLst>
          </a:custGeom>
          <a:noFill xmlns:a="http://schemas.openxmlformats.org/drawingml/2006/main"/>
          <a:ln xmlns:a="http://schemas.openxmlformats.org/drawingml/2006/main" w="28099" cap="rnd">
            <a:solidFill>
              <a:srgbClr val="000000"/>
            </a:solidFill>
            <a:round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A2BFB0-8EB8-4A32-B004-FAF127B9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552" y="2779401"/>
            <a:ext cx="90155" cy="67435"/>
          </a:xfrm>
          <a:custGeom xmlns:a="http://schemas.openxmlformats.org/drawingml/2006/main">
            <a:pathLst>
              <a:path w="90155" h="67435">
                <a:moveTo>
                  <a:pt x="90155" y="34363"/>
                </a:moveTo>
                <a:lnTo>
                  <a:pt x="483" y="0"/>
                </a:lnTo>
                <a:lnTo>
                  <a:pt x="0" y="67435"/>
                </a:lnTo>
                <a:lnTo>
                  <a:pt x="90155" y="34363"/>
                </a:lnTo>
                <a:close/>
                <a:moveTo>
                  <a:pt x="90155" y="343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F32242-F125-4D40-BF12-B43B1EB7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552" y="2779400"/>
            <a:ext cx="90155" cy="67435"/>
          </a:xfrm>
          <a:custGeom xmlns:a="http://schemas.openxmlformats.org/drawingml/2006/main">
            <a:pathLst>
              <a:path w="90155" h="67435" fill="none">
                <a:moveTo>
                  <a:pt x="90155" y="34363"/>
                </a:moveTo>
                <a:lnTo>
                  <a:pt x="484" y="0"/>
                </a:lnTo>
                <a:lnTo>
                  <a:pt x="0" y="67435"/>
                </a:lnTo>
                <a:lnTo>
                  <a:pt x="90155" y="34363"/>
                </a:lnTo>
                <a:close/>
                <a:moveTo>
                  <a:pt x="90155" y="34363"/>
                </a:moveTo>
              </a:path>
            </a:pathLst>
          </a:custGeom>
          <a:noFill xmlns:a="http://schemas.openxmlformats.org/drawingml/2006/main"/>
          <a:ln xmlns:a="http://schemas.openxmlformats.org/drawingml/2006/main" w="28099" cap="flat">
            <a:solidFill>
              <a:srgbClr val="000000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87CFF-0D22-4AFA-ADDF-7772A087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525" y="1656851"/>
            <a:ext cx="597087" cy="727984"/>
          </a:xfrm>
          <a:custGeom xmlns:a="http://schemas.openxmlformats.org/drawingml/2006/main">
            <a:pathLst>
              <a:path w="597087" h="727984" fill="none">
                <a:moveTo>
                  <a:pt x="597087" y="727984"/>
                </a:moveTo>
                <a:cubicBezTo>
                  <a:pt x="552582" y="637489"/>
                  <a:pt x="436208" y="417416"/>
                  <a:pt x="275052" y="235738"/>
                </a:cubicBezTo>
                <a:cubicBezTo>
                  <a:pt x="170833" y="118247"/>
                  <a:pt x="72389" y="44437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099" cap="rnd">
            <a:solidFill>
              <a:srgbClr val="000000"/>
            </a:solidFill>
            <a:round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1AD467-F766-47A5-9B20-5AE4328A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109" y="1616549"/>
            <a:ext cx="95493" cy="70432"/>
          </a:xfrm>
          <a:custGeom xmlns:a="http://schemas.openxmlformats.org/drawingml/2006/main">
            <a:pathLst>
              <a:path w="95493" h="70432">
                <a:moveTo>
                  <a:pt x="0" y="0"/>
                </a:moveTo>
                <a:lnTo>
                  <a:pt x="65278" y="70432"/>
                </a:lnTo>
                <a:lnTo>
                  <a:pt x="95493" y="10143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D91AE4-8949-43F0-A76F-58B6A2D7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110" y="1616548"/>
            <a:ext cx="95493" cy="70432"/>
          </a:xfrm>
          <a:custGeom xmlns:a="http://schemas.openxmlformats.org/drawingml/2006/main">
            <a:pathLst>
              <a:path w="95493" h="70432" fill="none">
                <a:moveTo>
                  <a:pt x="0" y="0"/>
                </a:moveTo>
                <a:lnTo>
                  <a:pt x="65278" y="70432"/>
                </a:lnTo>
                <a:lnTo>
                  <a:pt x="95493" y="10143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8099" cap="flat">
            <a:solidFill>
              <a:srgbClr val="000000"/>
            </a:solidFill>
            <a:miter/>
          </a:ln>
        </p:spPr>
      </p:sp>
      <p:sp>
        <p:nvSpPr>
          <p:cNvPr id="6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39CD6C0A-D50F-43BF-B7D5-9DE6AA6A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128" y="1840900"/>
            <a:ext cx="934728" cy="758538"/>
          </a:xfrm>
          <a:custGeom xmlns:a="http://schemas.openxmlformats.org/drawingml/2006/main">
            <a:pathLst>
              <a:path w="934728" h="758538">
                <a:moveTo>
                  <a:pt x="1560" y="13379"/>
                </a:moveTo>
                <a:lnTo>
                  <a:pt x="1618" y="12969"/>
                </a:lnTo>
                <a:lnTo>
                  <a:pt x="1790" y="11872"/>
                </a:lnTo>
                <a:lnTo>
                  <a:pt x="1962" y="10969"/>
                </a:lnTo>
                <a:lnTo>
                  <a:pt x="2192" y="10079"/>
                </a:lnTo>
                <a:lnTo>
                  <a:pt x="2480" y="9206"/>
                </a:lnTo>
                <a:lnTo>
                  <a:pt x="2825" y="8354"/>
                </a:lnTo>
                <a:lnTo>
                  <a:pt x="3225" y="7526"/>
                </a:lnTo>
                <a:lnTo>
                  <a:pt x="3678" y="6726"/>
                </a:lnTo>
                <a:lnTo>
                  <a:pt x="4182" y="5957"/>
                </a:lnTo>
                <a:lnTo>
                  <a:pt x="4736" y="5223"/>
                </a:lnTo>
                <a:lnTo>
                  <a:pt x="5336" y="4527"/>
                </a:lnTo>
                <a:lnTo>
                  <a:pt x="5981" y="3872"/>
                </a:lnTo>
                <a:lnTo>
                  <a:pt x="6667" y="3260"/>
                </a:lnTo>
                <a:lnTo>
                  <a:pt x="7392" y="2694"/>
                </a:lnTo>
                <a:lnTo>
                  <a:pt x="8152" y="2177"/>
                </a:lnTo>
                <a:lnTo>
                  <a:pt x="8944" y="1710"/>
                </a:lnTo>
                <a:lnTo>
                  <a:pt x="9765" y="1297"/>
                </a:lnTo>
                <a:lnTo>
                  <a:pt x="10612" y="938"/>
                </a:lnTo>
                <a:lnTo>
                  <a:pt x="11480" y="635"/>
                </a:lnTo>
                <a:lnTo>
                  <a:pt x="12366" y="390"/>
                </a:lnTo>
                <a:lnTo>
                  <a:pt x="13266" y="203"/>
                </a:lnTo>
                <a:lnTo>
                  <a:pt x="14176" y="75"/>
                </a:lnTo>
                <a:lnTo>
                  <a:pt x="15093" y="8"/>
                </a:lnTo>
                <a:lnTo>
                  <a:pt x="16012" y="0"/>
                </a:lnTo>
                <a:lnTo>
                  <a:pt x="16930" y="52"/>
                </a:lnTo>
                <a:lnTo>
                  <a:pt x="17843" y="165"/>
                </a:lnTo>
                <a:lnTo>
                  <a:pt x="18746" y="337"/>
                </a:lnTo>
                <a:lnTo>
                  <a:pt x="19636" y="567"/>
                </a:lnTo>
                <a:lnTo>
                  <a:pt x="20509" y="855"/>
                </a:lnTo>
                <a:lnTo>
                  <a:pt x="21361" y="1200"/>
                </a:lnTo>
                <a:lnTo>
                  <a:pt x="22189" y="1600"/>
                </a:lnTo>
                <a:lnTo>
                  <a:pt x="22989" y="2053"/>
                </a:lnTo>
                <a:lnTo>
                  <a:pt x="23758" y="2557"/>
                </a:lnTo>
                <a:lnTo>
                  <a:pt x="24492" y="3111"/>
                </a:lnTo>
                <a:lnTo>
                  <a:pt x="25188" y="3711"/>
                </a:lnTo>
                <a:lnTo>
                  <a:pt x="25844" y="4356"/>
                </a:lnTo>
                <a:lnTo>
                  <a:pt x="26456" y="5042"/>
                </a:lnTo>
                <a:lnTo>
                  <a:pt x="27021" y="5767"/>
                </a:lnTo>
                <a:lnTo>
                  <a:pt x="27538" y="6527"/>
                </a:lnTo>
                <a:lnTo>
                  <a:pt x="28005" y="7319"/>
                </a:lnTo>
                <a:lnTo>
                  <a:pt x="28418" y="8140"/>
                </a:lnTo>
                <a:lnTo>
                  <a:pt x="28777" y="8987"/>
                </a:lnTo>
                <a:lnTo>
                  <a:pt x="29080" y="9855"/>
                </a:lnTo>
                <a:lnTo>
                  <a:pt x="29325" y="10741"/>
                </a:lnTo>
                <a:lnTo>
                  <a:pt x="29512" y="11641"/>
                </a:lnTo>
                <a:lnTo>
                  <a:pt x="29640" y="12551"/>
                </a:lnTo>
                <a:lnTo>
                  <a:pt x="29708" y="13468"/>
                </a:lnTo>
                <a:lnTo>
                  <a:pt x="29715" y="14388"/>
                </a:lnTo>
                <a:lnTo>
                  <a:pt x="29663" y="15305"/>
                </a:lnTo>
                <a:lnTo>
                  <a:pt x="29550" y="16218"/>
                </a:lnTo>
                <a:lnTo>
                  <a:pt x="29411" y="17109"/>
                </a:lnTo>
                <a:lnTo>
                  <a:pt x="29059" y="19894"/>
                </a:lnTo>
                <a:lnTo>
                  <a:pt x="28619" y="24672"/>
                </a:lnTo>
                <a:lnTo>
                  <a:pt x="28247" y="31369"/>
                </a:lnTo>
                <a:lnTo>
                  <a:pt x="28099" y="39898"/>
                </a:lnTo>
                <a:lnTo>
                  <a:pt x="28332" y="50169"/>
                </a:lnTo>
                <a:lnTo>
                  <a:pt x="29103" y="62091"/>
                </a:lnTo>
                <a:lnTo>
                  <a:pt x="30569" y="75578"/>
                </a:lnTo>
                <a:lnTo>
                  <a:pt x="32887" y="90540"/>
                </a:lnTo>
                <a:lnTo>
                  <a:pt x="36214" y="106889"/>
                </a:lnTo>
                <a:lnTo>
                  <a:pt x="38121" y="114377"/>
                </a:lnTo>
                <a:lnTo>
                  <a:pt x="9125" y="114377"/>
                </a:lnTo>
                <a:lnTo>
                  <a:pt x="8900" y="113492"/>
                </a:lnTo>
                <a:lnTo>
                  <a:pt x="8748" y="112826"/>
                </a:lnTo>
                <a:lnTo>
                  <a:pt x="5287" y="95819"/>
                </a:lnTo>
                <a:lnTo>
                  <a:pt x="5170" y="95168"/>
                </a:lnTo>
                <a:lnTo>
                  <a:pt x="2753" y="79564"/>
                </a:lnTo>
                <a:lnTo>
                  <a:pt x="2670" y="78931"/>
                </a:lnTo>
                <a:lnTo>
                  <a:pt x="1136" y="64823"/>
                </a:lnTo>
                <a:lnTo>
                  <a:pt x="1083" y="64211"/>
                </a:lnTo>
                <a:lnTo>
                  <a:pt x="273" y="51688"/>
                </a:lnTo>
                <a:lnTo>
                  <a:pt x="248" y="51100"/>
                </a:lnTo>
                <a:lnTo>
                  <a:pt x="2" y="40254"/>
                </a:lnTo>
                <a:lnTo>
                  <a:pt x="0" y="39692"/>
                </a:lnTo>
                <a:lnTo>
                  <a:pt x="157" y="30614"/>
                </a:lnTo>
                <a:lnTo>
                  <a:pt x="177" y="30078"/>
                </a:lnTo>
                <a:lnTo>
                  <a:pt x="578" y="22859"/>
                </a:lnTo>
                <a:lnTo>
                  <a:pt x="615" y="22352"/>
                </a:lnTo>
                <a:lnTo>
                  <a:pt x="1100" y="17083"/>
                </a:lnTo>
                <a:lnTo>
                  <a:pt x="1152" y="16607"/>
                </a:lnTo>
                <a:lnTo>
                  <a:pt x="1560" y="13379"/>
                </a:lnTo>
                <a:close/>
                <a:moveTo>
                  <a:pt x="513843" y="603627"/>
                </a:moveTo>
                <a:lnTo>
                  <a:pt x="484840" y="589494"/>
                </a:lnTo>
                <a:lnTo>
                  <a:pt x="549888" y="589494"/>
                </a:lnTo>
                <a:lnTo>
                  <a:pt x="555344" y="592052"/>
                </a:lnTo>
                <a:lnTo>
                  <a:pt x="584647" y="605291"/>
                </a:lnTo>
                <a:lnTo>
                  <a:pt x="613873" y="618033"/>
                </a:lnTo>
                <a:lnTo>
                  <a:pt x="642930" y="630277"/>
                </a:lnTo>
                <a:lnTo>
                  <a:pt x="671723" y="642018"/>
                </a:lnTo>
                <a:lnTo>
                  <a:pt x="700161" y="653252"/>
                </a:lnTo>
                <a:lnTo>
                  <a:pt x="728150" y="663978"/>
                </a:lnTo>
                <a:lnTo>
                  <a:pt x="755598" y="674190"/>
                </a:lnTo>
                <a:lnTo>
                  <a:pt x="782412" y="683887"/>
                </a:lnTo>
                <a:lnTo>
                  <a:pt x="808500" y="693065"/>
                </a:lnTo>
                <a:lnTo>
                  <a:pt x="833769" y="701721"/>
                </a:lnTo>
                <a:lnTo>
                  <a:pt x="858126" y="709851"/>
                </a:lnTo>
                <a:lnTo>
                  <a:pt x="881480" y="717454"/>
                </a:lnTo>
                <a:lnTo>
                  <a:pt x="903736" y="724525"/>
                </a:lnTo>
                <a:lnTo>
                  <a:pt x="924847" y="731075"/>
                </a:lnTo>
                <a:lnTo>
                  <a:pt x="925716" y="731376"/>
                </a:lnTo>
                <a:lnTo>
                  <a:pt x="926563" y="731734"/>
                </a:lnTo>
                <a:lnTo>
                  <a:pt x="927385" y="732146"/>
                </a:lnTo>
                <a:lnTo>
                  <a:pt x="928178" y="732610"/>
                </a:lnTo>
                <a:lnTo>
                  <a:pt x="928939" y="733126"/>
                </a:lnTo>
                <a:lnTo>
                  <a:pt x="929665" y="733690"/>
                </a:lnTo>
                <a:lnTo>
                  <a:pt x="930353" y="734301"/>
                </a:lnTo>
                <a:lnTo>
                  <a:pt x="930999" y="734955"/>
                </a:lnTo>
                <a:lnTo>
                  <a:pt x="931600" y="735650"/>
                </a:lnTo>
                <a:lnTo>
                  <a:pt x="932155" y="736383"/>
                </a:lnTo>
                <a:lnTo>
                  <a:pt x="932661" y="737151"/>
                </a:lnTo>
                <a:lnTo>
                  <a:pt x="933116" y="737950"/>
                </a:lnTo>
                <a:lnTo>
                  <a:pt x="933517" y="738777"/>
                </a:lnTo>
                <a:lnTo>
                  <a:pt x="933864" y="739628"/>
                </a:lnTo>
                <a:lnTo>
                  <a:pt x="934154" y="740501"/>
                </a:lnTo>
                <a:lnTo>
                  <a:pt x="934386" y="741390"/>
                </a:lnTo>
                <a:lnTo>
                  <a:pt x="934560" y="742293"/>
                </a:lnTo>
                <a:lnTo>
                  <a:pt x="934674" y="743205"/>
                </a:lnTo>
                <a:lnTo>
                  <a:pt x="934728" y="744123"/>
                </a:lnTo>
                <a:lnTo>
                  <a:pt x="934722" y="745042"/>
                </a:lnTo>
                <a:lnTo>
                  <a:pt x="934656" y="745959"/>
                </a:lnTo>
                <a:lnTo>
                  <a:pt x="934531" y="746870"/>
                </a:lnTo>
                <a:lnTo>
                  <a:pt x="934345" y="747771"/>
                </a:lnTo>
                <a:lnTo>
                  <a:pt x="934102" y="748657"/>
                </a:lnTo>
                <a:lnTo>
                  <a:pt x="933801" y="749526"/>
                </a:lnTo>
                <a:lnTo>
                  <a:pt x="933444" y="750373"/>
                </a:lnTo>
                <a:lnTo>
                  <a:pt x="933032" y="751195"/>
                </a:lnTo>
                <a:lnTo>
                  <a:pt x="932567" y="751988"/>
                </a:lnTo>
                <a:lnTo>
                  <a:pt x="932051" y="752749"/>
                </a:lnTo>
                <a:lnTo>
                  <a:pt x="931487" y="753475"/>
                </a:lnTo>
                <a:lnTo>
                  <a:pt x="930877" y="754163"/>
                </a:lnTo>
                <a:lnTo>
                  <a:pt x="930222" y="754808"/>
                </a:lnTo>
                <a:lnTo>
                  <a:pt x="929527" y="755410"/>
                </a:lnTo>
                <a:lnTo>
                  <a:pt x="928794" y="755965"/>
                </a:lnTo>
                <a:lnTo>
                  <a:pt x="928027" y="756471"/>
                </a:lnTo>
                <a:lnTo>
                  <a:pt x="927228" y="756926"/>
                </a:lnTo>
                <a:lnTo>
                  <a:pt x="926401" y="757327"/>
                </a:lnTo>
                <a:lnTo>
                  <a:pt x="925549" y="757674"/>
                </a:lnTo>
                <a:lnTo>
                  <a:pt x="924677" y="757964"/>
                </a:lnTo>
                <a:lnTo>
                  <a:pt x="923787" y="758196"/>
                </a:lnTo>
                <a:lnTo>
                  <a:pt x="922884" y="758370"/>
                </a:lnTo>
                <a:lnTo>
                  <a:pt x="921972" y="758484"/>
                </a:lnTo>
                <a:lnTo>
                  <a:pt x="921054" y="758538"/>
                </a:lnTo>
                <a:lnTo>
                  <a:pt x="920135" y="758532"/>
                </a:lnTo>
                <a:lnTo>
                  <a:pt x="919218" y="758466"/>
                </a:lnTo>
                <a:lnTo>
                  <a:pt x="918307" y="758340"/>
                </a:lnTo>
                <a:lnTo>
                  <a:pt x="917407" y="758155"/>
                </a:lnTo>
                <a:lnTo>
                  <a:pt x="916520" y="757912"/>
                </a:lnTo>
                <a:lnTo>
                  <a:pt x="895364" y="751347"/>
                </a:lnTo>
                <a:lnTo>
                  <a:pt x="895273" y="751319"/>
                </a:lnTo>
                <a:lnTo>
                  <a:pt x="872924" y="744218"/>
                </a:lnTo>
                <a:lnTo>
                  <a:pt x="872829" y="744187"/>
                </a:lnTo>
                <a:lnTo>
                  <a:pt x="849379" y="736553"/>
                </a:lnTo>
                <a:lnTo>
                  <a:pt x="849279" y="736521"/>
                </a:lnTo>
                <a:lnTo>
                  <a:pt x="824820" y="728356"/>
                </a:lnTo>
                <a:lnTo>
                  <a:pt x="824716" y="728321"/>
                </a:lnTo>
                <a:lnTo>
                  <a:pt x="799340" y="719628"/>
                </a:lnTo>
                <a:lnTo>
                  <a:pt x="799230" y="719590"/>
                </a:lnTo>
                <a:lnTo>
                  <a:pt x="773030" y="710373"/>
                </a:lnTo>
                <a:lnTo>
                  <a:pt x="772914" y="710332"/>
                </a:lnTo>
                <a:lnTo>
                  <a:pt x="745982" y="700592"/>
                </a:lnTo>
                <a:lnTo>
                  <a:pt x="745860" y="700548"/>
                </a:lnTo>
                <a:lnTo>
                  <a:pt x="718287" y="690289"/>
                </a:lnTo>
                <a:lnTo>
                  <a:pt x="718160" y="690240"/>
                </a:lnTo>
                <a:lnTo>
                  <a:pt x="690039" y="679465"/>
                </a:lnTo>
                <a:lnTo>
                  <a:pt x="689904" y="679412"/>
                </a:lnTo>
                <a:lnTo>
                  <a:pt x="661327" y="668123"/>
                </a:lnTo>
                <a:lnTo>
                  <a:pt x="661185" y="668066"/>
                </a:lnTo>
                <a:lnTo>
                  <a:pt x="632245" y="656265"/>
                </a:lnTo>
                <a:lnTo>
                  <a:pt x="632094" y="656202"/>
                </a:lnTo>
                <a:lnTo>
                  <a:pt x="602883" y="643893"/>
                </a:lnTo>
                <a:lnTo>
                  <a:pt x="602723" y="643825"/>
                </a:lnTo>
                <a:lnTo>
                  <a:pt x="573332" y="631011"/>
                </a:lnTo>
                <a:lnTo>
                  <a:pt x="573163" y="630935"/>
                </a:lnTo>
                <a:lnTo>
                  <a:pt x="543685" y="617618"/>
                </a:lnTo>
                <a:lnTo>
                  <a:pt x="543506" y="617536"/>
                </a:lnTo>
                <a:lnTo>
                  <a:pt x="514033" y="603718"/>
                </a:lnTo>
                <a:lnTo>
                  <a:pt x="513843" y="603627"/>
                </a:ln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3C2CD-781B-48BD-8DC9-A0E5250B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625" y="2552938"/>
            <a:ext cx="95695" cy="64899"/>
          </a:xfrm>
          <a:custGeom xmlns:a="http://schemas.openxmlformats.org/drawingml/2006/main">
            <a:pathLst>
              <a:path w="95695" h="64899">
                <a:moveTo>
                  <a:pt x="95695" y="56882"/>
                </a:moveTo>
                <a:lnTo>
                  <a:pt x="18325" y="0"/>
                </a:lnTo>
                <a:lnTo>
                  <a:pt x="0" y="64899"/>
                </a:lnTo>
                <a:lnTo>
                  <a:pt x="95695" y="56882"/>
                </a:lnTo>
                <a:close/>
                <a:moveTo>
                  <a:pt x="95695" y="56882"/>
                </a:moveTo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4AFA0-FF4D-4F46-82F4-E5339626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625" y="2552937"/>
            <a:ext cx="95695" cy="64899"/>
          </a:xfrm>
          <a:custGeom xmlns:a="http://schemas.openxmlformats.org/drawingml/2006/main">
            <a:pathLst>
              <a:path w="95695" h="64899" fill="none">
                <a:moveTo>
                  <a:pt x="95695" y="56882"/>
                </a:moveTo>
                <a:lnTo>
                  <a:pt x="18325" y="0"/>
                </a:lnTo>
                <a:lnTo>
                  <a:pt x="0" y="64899"/>
                </a:lnTo>
                <a:lnTo>
                  <a:pt x="95695" y="56882"/>
                </a:lnTo>
                <a:close/>
                <a:moveTo>
                  <a:pt x="95695" y="56882"/>
                </a:moveTo>
              </a:path>
            </a:pathLst>
          </a:custGeom>
          <a:noFill xmlns:a="http://schemas.openxmlformats.org/drawingml/2006/main"/>
          <a:ln xmlns:a="http://schemas.openxmlformats.org/drawingml/2006/main" w="28099" cap="flat">
            <a:solidFill>
              <a:srgbClr val="B1001C"/>
            </a:solidFill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8F3459-F0DE-4BDA-A41D-8D175347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8" y="1140434"/>
            <a:ext cx="640407" cy="259734"/>
          </a:xfrm>
          <a:custGeom xmlns:a="http://schemas.openxmlformats.org/drawingml/2006/main">
            <a:pathLst>
              <a:path w="640407" h="259734" fill="none">
                <a:moveTo>
                  <a:pt x="640407" y="259734"/>
                </a:moveTo>
                <a:cubicBezTo>
                  <a:pt x="640407" y="259734"/>
                  <a:pt x="600914" y="78567"/>
                  <a:pt x="383320" y="28855"/>
                </a:cubicBezTo>
                <a:cubicBezTo>
                  <a:pt x="257013" y="0"/>
                  <a:pt x="105173" y="23314"/>
                  <a:pt x="0" y="4795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099" cap="rnd">
            <a:solidFill>
              <a:srgbClr val="000000"/>
            </a:solidFill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2A65A1-8C65-4082-A95C-4A6C0C47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14" y="1155943"/>
            <a:ext cx="95710" cy="64863"/>
          </a:xfrm>
          <a:custGeom xmlns:a="http://schemas.openxmlformats.org/drawingml/2006/main">
            <a:pathLst>
              <a:path w="95710" h="64863">
                <a:moveTo>
                  <a:pt x="0" y="57033"/>
                </a:moveTo>
                <a:lnTo>
                  <a:pt x="95710" y="64863"/>
                </a:lnTo>
                <a:lnTo>
                  <a:pt x="77259" y="0"/>
                </a:lnTo>
                <a:lnTo>
                  <a:pt x="0" y="57033"/>
                </a:lnTo>
                <a:close/>
                <a:moveTo>
                  <a:pt x="0" y="5703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F393D-A62F-44C3-AE62-2ADA00FB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14" y="1155943"/>
            <a:ext cx="95710" cy="64863"/>
          </a:xfrm>
          <a:custGeom xmlns:a="http://schemas.openxmlformats.org/drawingml/2006/main">
            <a:pathLst>
              <a:path w="95710" h="64863" fill="none">
                <a:moveTo>
                  <a:pt x="0" y="57033"/>
                </a:moveTo>
                <a:lnTo>
                  <a:pt x="95710" y="64863"/>
                </a:lnTo>
                <a:lnTo>
                  <a:pt x="77259" y="0"/>
                </a:lnTo>
                <a:lnTo>
                  <a:pt x="0" y="57033"/>
                </a:lnTo>
                <a:close/>
                <a:moveTo>
                  <a:pt x="0" y="57033"/>
                </a:moveTo>
              </a:path>
            </a:pathLst>
          </a:custGeom>
          <a:noFill xmlns:a="http://schemas.openxmlformats.org/drawingml/2006/main"/>
          <a:ln xmlns:a="http://schemas.openxmlformats.org/drawingml/2006/main" w="28099" cap="flat">
            <a:solidFill>
              <a:srgbClr val="000000"/>
            </a:solidFill>
            <a:miter/>
          </a:ln>
        </p:spPr>
      </p:sp>
      <p:sp>
        <p:nvSpPr>
          <p:cNvPr id="69" name="Text Narrative">
            <a:extLst xmlns:a="http://schemas.openxmlformats.org/drawingml/2006/main">
              <a:ext uri="{FF2B5EF4-FFF2-40B4-BE49-F238E27FC236}">
                <a16:creationId xmlns:a16="http://schemas.microsoft.com/office/drawing/2014/main" id="{BCCBAE9E-5A7A-4748-8813-16B5959B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46" y="1435619"/>
            <a:ext cx="771448" cy="132879"/>
          </a:xfrm>
          <a:custGeom xmlns:a="http://schemas.openxmlformats.org/drawingml/2006/main">
            <a:pathLst>
              <a:path w="771448" h="132879">
                <a:moveTo>
                  <a:pt x="0" y="130738"/>
                </a:moveTo>
                <a:lnTo>
                  <a:pt x="0" y="0"/>
                </a:lnTo>
                <a:lnTo>
                  <a:pt x="25684" y="0"/>
                </a:lnTo>
                <a:lnTo>
                  <a:pt x="79192" y="87494"/>
                </a:lnTo>
                <a:lnTo>
                  <a:pt x="79192" y="0"/>
                </a:lnTo>
                <a:lnTo>
                  <a:pt x="103717" y="0"/>
                </a:lnTo>
                <a:lnTo>
                  <a:pt x="103717" y="130738"/>
                </a:lnTo>
                <a:lnTo>
                  <a:pt x="77230" y="130738"/>
                </a:lnTo>
                <a:lnTo>
                  <a:pt x="24525" y="45242"/>
                </a:lnTo>
                <a:lnTo>
                  <a:pt x="24525" y="130738"/>
                </a:lnTo>
                <a:lnTo>
                  <a:pt x="0" y="130738"/>
                </a:lnTo>
                <a:close/>
                <a:moveTo>
                  <a:pt x="150185" y="65280"/>
                </a:moveTo>
                <a:lnTo>
                  <a:pt x="127445" y="61178"/>
                </a:lnTo>
                <a:cubicBezTo>
                  <a:pt x="130001" y="51901"/>
                  <a:pt x="134401" y="45034"/>
                  <a:pt x="140643" y="40577"/>
                </a:cubicBezTo>
                <a:cubicBezTo>
                  <a:pt x="146886" y="36118"/>
                  <a:pt x="156161" y="33888"/>
                  <a:pt x="168467" y="33888"/>
                </a:cubicBezTo>
                <a:cubicBezTo>
                  <a:pt x="179645" y="33888"/>
                  <a:pt x="187968" y="35211"/>
                  <a:pt x="193438" y="37857"/>
                </a:cubicBezTo>
                <a:cubicBezTo>
                  <a:pt x="198908" y="40503"/>
                  <a:pt x="202757" y="43862"/>
                  <a:pt x="204987" y="47934"/>
                </a:cubicBezTo>
                <a:cubicBezTo>
                  <a:pt x="207216" y="52007"/>
                  <a:pt x="208331" y="59483"/>
                  <a:pt x="208331" y="70363"/>
                </a:cubicBezTo>
                <a:lnTo>
                  <a:pt x="208063" y="99614"/>
                </a:lnTo>
                <a:cubicBezTo>
                  <a:pt x="208063" y="107938"/>
                  <a:pt x="208465" y="114076"/>
                  <a:pt x="209267" y="118030"/>
                </a:cubicBezTo>
                <a:cubicBezTo>
                  <a:pt x="210070" y="121984"/>
                  <a:pt x="211571" y="126220"/>
                  <a:pt x="213771" y="130738"/>
                </a:cubicBezTo>
                <a:lnTo>
                  <a:pt x="188979" y="130738"/>
                </a:lnTo>
                <a:cubicBezTo>
                  <a:pt x="188325" y="129073"/>
                  <a:pt x="187522" y="126606"/>
                  <a:pt x="186571" y="123336"/>
                </a:cubicBezTo>
                <a:cubicBezTo>
                  <a:pt x="186155" y="121850"/>
                  <a:pt x="185858" y="120869"/>
                  <a:pt x="185679" y="120393"/>
                </a:cubicBezTo>
                <a:cubicBezTo>
                  <a:pt x="181399" y="124555"/>
                  <a:pt x="176821" y="127676"/>
                  <a:pt x="171945" y="129757"/>
                </a:cubicBezTo>
                <a:cubicBezTo>
                  <a:pt x="167070" y="131838"/>
                  <a:pt x="161868" y="132879"/>
                  <a:pt x="156339" y="132879"/>
                </a:cubicBezTo>
                <a:cubicBezTo>
                  <a:pt x="146589" y="132879"/>
                  <a:pt x="138904" y="130244"/>
                  <a:pt x="133286" y="124975"/>
                </a:cubicBezTo>
                <a:cubicBezTo>
                  <a:pt x="127667" y="119706"/>
                  <a:pt x="124858" y="113045"/>
                  <a:pt x="124858" y="104993"/>
                </a:cubicBezTo>
                <a:cubicBezTo>
                  <a:pt x="124858" y="99664"/>
                  <a:pt x="126137" y="94914"/>
                  <a:pt x="128693" y="90741"/>
                </a:cubicBezTo>
                <a:cubicBezTo>
                  <a:pt x="131250" y="86566"/>
                  <a:pt x="134832" y="83369"/>
                  <a:pt x="139439" y="81148"/>
                </a:cubicBezTo>
                <a:cubicBezTo>
                  <a:pt x="144047" y="78928"/>
                  <a:pt x="150691" y="76989"/>
                  <a:pt x="159371" y="75332"/>
                </a:cubicBezTo>
                <a:cubicBezTo>
                  <a:pt x="171083" y="73142"/>
                  <a:pt x="179199" y="71099"/>
                  <a:pt x="183717" y="69204"/>
                </a:cubicBezTo>
                <a:lnTo>
                  <a:pt x="183717" y="66679"/>
                </a:lnTo>
                <a:cubicBezTo>
                  <a:pt x="183717" y="61809"/>
                  <a:pt x="182528" y="58338"/>
                  <a:pt x="180150" y="56264"/>
                </a:cubicBezTo>
                <a:cubicBezTo>
                  <a:pt x="177772" y="54189"/>
                  <a:pt x="173283" y="53151"/>
                  <a:pt x="166684" y="53151"/>
                </a:cubicBezTo>
                <a:cubicBezTo>
                  <a:pt x="162225" y="53151"/>
                  <a:pt x="158747" y="54049"/>
                  <a:pt x="156250" y="55844"/>
                </a:cubicBezTo>
                <a:cubicBezTo>
                  <a:pt x="153753" y="57636"/>
                  <a:pt x="151731" y="60782"/>
                  <a:pt x="150185" y="65280"/>
                </a:cubicBezTo>
                <a:moveTo>
                  <a:pt x="183717" y="85613"/>
                </a:moveTo>
                <a:cubicBezTo>
                  <a:pt x="180507" y="86670"/>
                  <a:pt x="175423" y="87934"/>
                  <a:pt x="168467" y="89403"/>
                </a:cubicBezTo>
                <a:cubicBezTo>
                  <a:pt x="161511" y="90871"/>
                  <a:pt x="156963" y="92310"/>
                  <a:pt x="154823" y="93720"/>
                </a:cubicBezTo>
                <a:cubicBezTo>
                  <a:pt x="151553" y="96011"/>
                  <a:pt x="149918" y="98919"/>
                  <a:pt x="149918" y="102443"/>
                </a:cubicBezTo>
                <a:cubicBezTo>
                  <a:pt x="149918" y="105910"/>
                  <a:pt x="151226" y="108907"/>
                  <a:pt x="153842" y="111433"/>
                </a:cubicBezTo>
                <a:cubicBezTo>
                  <a:pt x="156458" y="113958"/>
                  <a:pt x="159787" y="115221"/>
                  <a:pt x="163830" y="115221"/>
                </a:cubicBezTo>
                <a:cubicBezTo>
                  <a:pt x="168349" y="115221"/>
                  <a:pt x="172659" y="113752"/>
                  <a:pt x="176761" y="110815"/>
                </a:cubicBezTo>
                <a:cubicBezTo>
                  <a:pt x="179793" y="108583"/>
                  <a:pt x="181785" y="105851"/>
                  <a:pt x="182736" y="102619"/>
                </a:cubicBezTo>
                <a:cubicBezTo>
                  <a:pt x="183390" y="100504"/>
                  <a:pt x="183717" y="96481"/>
                  <a:pt x="183717" y="90549"/>
                </a:cubicBezTo>
                <a:lnTo>
                  <a:pt x="183717" y="85613"/>
                </a:lnTo>
                <a:close/>
                <a:moveTo>
                  <a:pt x="257032" y="130738"/>
                </a:moveTo>
                <a:lnTo>
                  <a:pt x="231972" y="130738"/>
                </a:lnTo>
                <a:lnTo>
                  <a:pt x="231972" y="36029"/>
                </a:lnTo>
                <a:lnTo>
                  <a:pt x="255249" y="36029"/>
                </a:lnTo>
                <a:lnTo>
                  <a:pt x="255249" y="49495"/>
                </a:lnTo>
                <a:cubicBezTo>
                  <a:pt x="259232" y="43133"/>
                  <a:pt x="262814" y="38942"/>
                  <a:pt x="265995" y="36921"/>
                </a:cubicBezTo>
                <a:cubicBezTo>
                  <a:pt x="269176" y="34899"/>
                  <a:pt x="272787" y="33888"/>
                  <a:pt x="276830" y="33888"/>
                </a:cubicBezTo>
                <a:cubicBezTo>
                  <a:pt x="282538" y="33888"/>
                  <a:pt x="288037" y="35464"/>
                  <a:pt x="293328" y="38615"/>
                </a:cubicBezTo>
                <a:lnTo>
                  <a:pt x="285570" y="60464"/>
                </a:lnTo>
                <a:cubicBezTo>
                  <a:pt x="281349" y="57729"/>
                  <a:pt x="277425" y="56362"/>
                  <a:pt x="273798" y="56362"/>
                </a:cubicBezTo>
                <a:cubicBezTo>
                  <a:pt x="270290" y="56362"/>
                  <a:pt x="267318" y="57328"/>
                  <a:pt x="264880" y="59260"/>
                </a:cubicBezTo>
                <a:cubicBezTo>
                  <a:pt x="262442" y="61192"/>
                  <a:pt x="260525" y="64685"/>
                  <a:pt x="259128" y="69739"/>
                </a:cubicBezTo>
                <a:cubicBezTo>
                  <a:pt x="257731" y="74792"/>
                  <a:pt x="257032" y="85375"/>
                  <a:pt x="257032" y="101487"/>
                </a:cubicBezTo>
                <a:lnTo>
                  <a:pt x="257032" y="130738"/>
                </a:lnTo>
                <a:close/>
                <a:moveTo>
                  <a:pt x="328116" y="130738"/>
                </a:moveTo>
                <a:lnTo>
                  <a:pt x="303056" y="130738"/>
                </a:lnTo>
                <a:lnTo>
                  <a:pt x="303056" y="36029"/>
                </a:lnTo>
                <a:lnTo>
                  <a:pt x="326332" y="36029"/>
                </a:lnTo>
                <a:lnTo>
                  <a:pt x="326332" y="49495"/>
                </a:lnTo>
                <a:cubicBezTo>
                  <a:pt x="330316" y="43133"/>
                  <a:pt x="333898" y="38942"/>
                  <a:pt x="337079" y="36921"/>
                </a:cubicBezTo>
                <a:cubicBezTo>
                  <a:pt x="340259" y="34899"/>
                  <a:pt x="343871" y="33888"/>
                  <a:pt x="347914" y="33888"/>
                </a:cubicBezTo>
                <a:cubicBezTo>
                  <a:pt x="353622" y="33888"/>
                  <a:pt x="359121" y="35464"/>
                  <a:pt x="364412" y="38615"/>
                </a:cubicBezTo>
                <a:lnTo>
                  <a:pt x="356654" y="60464"/>
                </a:lnTo>
                <a:cubicBezTo>
                  <a:pt x="352433" y="57729"/>
                  <a:pt x="348509" y="56362"/>
                  <a:pt x="344882" y="56362"/>
                </a:cubicBezTo>
                <a:cubicBezTo>
                  <a:pt x="341374" y="56362"/>
                  <a:pt x="338401" y="57328"/>
                  <a:pt x="335964" y="59260"/>
                </a:cubicBezTo>
                <a:cubicBezTo>
                  <a:pt x="333526" y="61192"/>
                  <a:pt x="331609" y="64685"/>
                  <a:pt x="330212" y="69739"/>
                </a:cubicBezTo>
                <a:cubicBezTo>
                  <a:pt x="328815" y="74792"/>
                  <a:pt x="328116" y="85375"/>
                  <a:pt x="328116" y="101487"/>
                </a:cubicBezTo>
                <a:lnTo>
                  <a:pt x="328116" y="130738"/>
                </a:lnTo>
                <a:close/>
                <a:moveTo>
                  <a:pt x="393938" y="65280"/>
                </a:moveTo>
                <a:lnTo>
                  <a:pt x="371197" y="61178"/>
                </a:lnTo>
                <a:cubicBezTo>
                  <a:pt x="373754" y="51901"/>
                  <a:pt x="378153" y="45034"/>
                  <a:pt x="384396" y="40577"/>
                </a:cubicBezTo>
                <a:cubicBezTo>
                  <a:pt x="390639" y="36118"/>
                  <a:pt x="399913" y="33888"/>
                  <a:pt x="412220" y="33888"/>
                </a:cubicBezTo>
                <a:cubicBezTo>
                  <a:pt x="423398" y="33888"/>
                  <a:pt x="431721" y="35211"/>
                  <a:pt x="437191" y="37857"/>
                </a:cubicBezTo>
                <a:cubicBezTo>
                  <a:pt x="442660" y="40503"/>
                  <a:pt x="446510" y="43862"/>
                  <a:pt x="448740" y="47934"/>
                </a:cubicBezTo>
                <a:cubicBezTo>
                  <a:pt x="450969" y="52007"/>
                  <a:pt x="452084" y="59483"/>
                  <a:pt x="452084" y="70363"/>
                </a:cubicBezTo>
                <a:lnTo>
                  <a:pt x="451816" y="99614"/>
                </a:lnTo>
                <a:cubicBezTo>
                  <a:pt x="451816" y="107938"/>
                  <a:pt x="452218" y="114076"/>
                  <a:pt x="453020" y="118030"/>
                </a:cubicBezTo>
                <a:cubicBezTo>
                  <a:pt x="453823" y="121984"/>
                  <a:pt x="455324" y="126220"/>
                  <a:pt x="457524" y="130738"/>
                </a:cubicBezTo>
                <a:lnTo>
                  <a:pt x="432732" y="130738"/>
                </a:lnTo>
                <a:cubicBezTo>
                  <a:pt x="432078" y="129073"/>
                  <a:pt x="431275" y="126606"/>
                  <a:pt x="430324" y="123336"/>
                </a:cubicBezTo>
                <a:cubicBezTo>
                  <a:pt x="429908" y="121850"/>
                  <a:pt x="429610" y="120869"/>
                  <a:pt x="429432" y="120393"/>
                </a:cubicBezTo>
                <a:cubicBezTo>
                  <a:pt x="425151" y="124555"/>
                  <a:pt x="420573" y="127676"/>
                  <a:pt x="415698" y="129757"/>
                </a:cubicBezTo>
                <a:cubicBezTo>
                  <a:pt x="410823" y="131838"/>
                  <a:pt x="405621" y="132879"/>
                  <a:pt x="400092" y="132879"/>
                </a:cubicBezTo>
                <a:cubicBezTo>
                  <a:pt x="390341" y="132879"/>
                  <a:pt x="382657" y="130244"/>
                  <a:pt x="377039" y="124975"/>
                </a:cubicBezTo>
                <a:cubicBezTo>
                  <a:pt x="371420" y="119706"/>
                  <a:pt x="368611" y="113045"/>
                  <a:pt x="368611" y="104993"/>
                </a:cubicBezTo>
                <a:cubicBezTo>
                  <a:pt x="368611" y="99664"/>
                  <a:pt x="369889" y="94914"/>
                  <a:pt x="372446" y="90741"/>
                </a:cubicBezTo>
                <a:cubicBezTo>
                  <a:pt x="375002" y="86566"/>
                  <a:pt x="378584" y="83369"/>
                  <a:pt x="383192" y="81148"/>
                </a:cubicBezTo>
                <a:cubicBezTo>
                  <a:pt x="387800" y="78928"/>
                  <a:pt x="394444" y="76989"/>
                  <a:pt x="403124" y="75332"/>
                </a:cubicBezTo>
                <a:cubicBezTo>
                  <a:pt x="414836" y="73142"/>
                  <a:pt x="422952" y="71099"/>
                  <a:pt x="427470" y="69204"/>
                </a:cubicBezTo>
                <a:lnTo>
                  <a:pt x="427470" y="66679"/>
                </a:lnTo>
                <a:cubicBezTo>
                  <a:pt x="427470" y="61809"/>
                  <a:pt x="426281" y="58338"/>
                  <a:pt x="423903" y="56264"/>
                </a:cubicBezTo>
                <a:cubicBezTo>
                  <a:pt x="421525" y="54189"/>
                  <a:pt x="417036" y="53151"/>
                  <a:pt x="410437" y="53151"/>
                </a:cubicBezTo>
                <a:cubicBezTo>
                  <a:pt x="405978" y="53151"/>
                  <a:pt x="402500" y="54049"/>
                  <a:pt x="400003" y="55844"/>
                </a:cubicBezTo>
                <a:cubicBezTo>
                  <a:pt x="397506" y="57636"/>
                  <a:pt x="395484" y="60782"/>
                  <a:pt x="393938" y="65280"/>
                </a:cubicBezTo>
                <a:moveTo>
                  <a:pt x="427470" y="85613"/>
                </a:moveTo>
                <a:cubicBezTo>
                  <a:pt x="424260" y="86670"/>
                  <a:pt x="419176" y="87934"/>
                  <a:pt x="412220" y="89403"/>
                </a:cubicBezTo>
                <a:cubicBezTo>
                  <a:pt x="405264" y="90871"/>
                  <a:pt x="400716" y="92310"/>
                  <a:pt x="398576" y="93720"/>
                </a:cubicBezTo>
                <a:cubicBezTo>
                  <a:pt x="395306" y="96011"/>
                  <a:pt x="393671" y="98919"/>
                  <a:pt x="393671" y="102443"/>
                </a:cubicBezTo>
                <a:cubicBezTo>
                  <a:pt x="393671" y="105910"/>
                  <a:pt x="394979" y="108907"/>
                  <a:pt x="397595" y="111433"/>
                </a:cubicBezTo>
                <a:cubicBezTo>
                  <a:pt x="400211" y="113958"/>
                  <a:pt x="403540" y="115221"/>
                  <a:pt x="407583" y="115221"/>
                </a:cubicBezTo>
                <a:cubicBezTo>
                  <a:pt x="412101" y="115221"/>
                  <a:pt x="416412" y="113752"/>
                  <a:pt x="420514" y="110815"/>
                </a:cubicBezTo>
                <a:cubicBezTo>
                  <a:pt x="423546" y="108583"/>
                  <a:pt x="425538" y="105851"/>
                  <a:pt x="426489" y="102619"/>
                </a:cubicBezTo>
                <a:cubicBezTo>
                  <a:pt x="427143" y="100504"/>
                  <a:pt x="427470" y="96481"/>
                  <a:pt x="427470" y="90549"/>
                </a:cubicBezTo>
                <a:lnTo>
                  <a:pt x="427470" y="85613"/>
                </a:lnTo>
                <a:close/>
                <a:moveTo>
                  <a:pt x="520226" y="36029"/>
                </a:moveTo>
                <a:lnTo>
                  <a:pt x="520226" y="56005"/>
                </a:lnTo>
                <a:lnTo>
                  <a:pt x="503104" y="56005"/>
                </a:lnTo>
                <a:lnTo>
                  <a:pt x="503104" y="94113"/>
                </a:lnTo>
                <a:cubicBezTo>
                  <a:pt x="503104" y="101831"/>
                  <a:pt x="503267" y="106328"/>
                  <a:pt x="503594" y="107604"/>
                </a:cubicBezTo>
                <a:cubicBezTo>
                  <a:pt x="503921" y="108879"/>
                  <a:pt x="504664" y="109932"/>
                  <a:pt x="505824" y="110765"/>
                </a:cubicBezTo>
                <a:cubicBezTo>
                  <a:pt x="506983" y="111595"/>
                  <a:pt x="508395" y="112010"/>
                  <a:pt x="510060" y="112010"/>
                </a:cubicBezTo>
                <a:cubicBezTo>
                  <a:pt x="512378" y="112010"/>
                  <a:pt x="515738" y="111208"/>
                  <a:pt x="520137" y="109602"/>
                </a:cubicBezTo>
                <a:lnTo>
                  <a:pt x="522277" y="129116"/>
                </a:lnTo>
                <a:cubicBezTo>
                  <a:pt x="516451" y="131624"/>
                  <a:pt x="509852" y="132879"/>
                  <a:pt x="502479" y="132879"/>
                </a:cubicBezTo>
                <a:cubicBezTo>
                  <a:pt x="497961" y="132879"/>
                  <a:pt x="493888" y="132120"/>
                  <a:pt x="490262" y="130604"/>
                </a:cubicBezTo>
                <a:cubicBezTo>
                  <a:pt x="486635" y="129088"/>
                  <a:pt x="483975" y="127126"/>
                  <a:pt x="482280" y="124719"/>
                </a:cubicBezTo>
                <a:cubicBezTo>
                  <a:pt x="480586" y="122311"/>
                  <a:pt x="479412" y="119056"/>
                  <a:pt x="478758" y="114953"/>
                </a:cubicBezTo>
                <a:cubicBezTo>
                  <a:pt x="478222" y="112040"/>
                  <a:pt x="477955" y="106154"/>
                  <a:pt x="477955" y="97296"/>
                </a:cubicBezTo>
                <a:lnTo>
                  <a:pt x="477955" y="56005"/>
                </a:lnTo>
                <a:lnTo>
                  <a:pt x="466451" y="56005"/>
                </a:lnTo>
                <a:lnTo>
                  <a:pt x="466451" y="36029"/>
                </a:lnTo>
                <a:lnTo>
                  <a:pt x="477955" y="36029"/>
                </a:lnTo>
                <a:lnTo>
                  <a:pt x="477955" y="17123"/>
                </a:lnTo>
                <a:lnTo>
                  <a:pt x="503104" y="2319"/>
                </a:lnTo>
                <a:lnTo>
                  <a:pt x="503104" y="36029"/>
                </a:lnTo>
                <a:lnTo>
                  <a:pt x="520226" y="36029"/>
                </a:lnTo>
                <a:close/>
                <a:moveTo>
                  <a:pt x="537615" y="23187"/>
                </a:moveTo>
                <a:lnTo>
                  <a:pt x="537615" y="0"/>
                </a:lnTo>
                <a:lnTo>
                  <a:pt x="562675" y="0"/>
                </a:lnTo>
                <a:lnTo>
                  <a:pt x="562675" y="23187"/>
                </a:lnTo>
                <a:lnTo>
                  <a:pt x="537615" y="23187"/>
                </a:lnTo>
                <a:moveTo>
                  <a:pt x="537615" y="130738"/>
                </a:moveTo>
                <a:lnTo>
                  <a:pt x="537615" y="36029"/>
                </a:lnTo>
                <a:lnTo>
                  <a:pt x="562675" y="36029"/>
                </a:lnTo>
                <a:lnTo>
                  <a:pt x="562675" y="130738"/>
                </a:lnTo>
                <a:lnTo>
                  <a:pt x="537615" y="130738"/>
                </a:lnTo>
                <a:close/>
                <a:moveTo>
                  <a:pt x="614393" y="130738"/>
                </a:moveTo>
                <a:lnTo>
                  <a:pt x="576224" y="36029"/>
                </a:lnTo>
                <a:lnTo>
                  <a:pt x="602532" y="36029"/>
                </a:lnTo>
                <a:lnTo>
                  <a:pt x="620368" y="84364"/>
                </a:lnTo>
                <a:lnTo>
                  <a:pt x="625541" y="100506"/>
                </a:lnTo>
                <a:cubicBezTo>
                  <a:pt x="626908" y="96404"/>
                  <a:pt x="627770" y="93699"/>
                  <a:pt x="628127" y="92391"/>
                </a:cubicBezTo>
                <a:cubicBezTo>
                  <a:pt x="628959" y="89715"/>
                  <a:pt x="629851" y="87040"/>
                  <a:pt x="630802" y="84364"/>
                </a:cubicBezTo>
                <a:lnTo>
                  <a:pt x="648817" y="36029"/>
                </a:lnTo>
                <a:lnTo>
                  <a:pt x="674590" y="36029"/>
                </a:lnTo>
                <a:lnTo>
                  <a:pt x="636956" y="130738"/>
                </a:lnTo>
                <a:lnTo>
                  <a:pt x="614393" y="130738"/>
                </a:lnTo>
                <a:close/>
                <a:moveTo>
                  <a:pt x="744784" y="100595"/>
                </a:moveTo>
                <a:lnTo>
                  <a:pt x="769754" y="104876"/>
                </a:lnTo>
                <a:cubicBezTo>
                  <a:pt x="766543" y="114002"/>
                  <a:pt x="761475" y="120951"/>
                  <a:pt x="754549" y="125722"/>
                </a:cubicBezTo>
                <a:cubicBezTo>
                  <a:pt x="747622" y="130493"/>
                  <a:pt x="738957" y="132879"/>
                  <a:pt x="728553" y="132879"/>
                </a:cubicBezTo>
                <a:cubicBezTo>
                  <a:pt x="712084" y="132879"/>
                  <a:pt x="699896" y="127498"/>
                  <a:pt x="691989" y="116737"/>
                </a:cubicBezTo>
                <a:cubicBezTo>
                  <a:pt x="685746" y="108116"/>
                  <a:pt x="682625" y="97236"/>
                  <a:pt x="682625" y="84097"/>
                </a:cubicBezTo>
                <a:cubicBezTo>
                  <a:pt x="682625" y="68401"/>
                  <a:pt x="686727" y="56109"/>
                  <a:pt x="694932" y="47221"/>
                </a:cubicBezTo>
                <a:cubicBezTo>
                  <a:pt x="703136" y="38333"/>
                  <a:pt x="713511" y="33888"/>
                  <a:pt x="726056" y="33888"/>
                </a:cubicBezTo>
                <a:cubicBezTo>
                  <a:pt x="740146" y="33888"/>
                  <a:pt x="751264" y="38541"/>
                  <a:pt x="759409" y="47845"/>
                </a:cubicBezTo>
                <a:cubicBezTo>
                  <a:pt x="767554" y="57150"/>
                  <a:pt x="771448" y="71404"/>
                  <a:pt x="771092" y="90607"/>
                </a:cubicBezTo>
                <a:lnTo>
                  <a:pt x="708309" y="90607"/>
                </a:lnTo>
                <a:cubicBezTo>
                  <a:pt x="708487" y="98039"/>
                  <a:pt x="710509" y="103821"/>
                  <a:pt x="714373" y="107953"/>
                </a:cubicBezTo>
                <a:cubicBezTo>
                  <a:pt x="718238" y="112085"/>
                  <a:pt x="723053" y="114151"/>
                  <a:pt x="728820" y="114151"/>
                </a:cubicBezTo>
                <a:cubicBezTo>
                  <a:pt x="732744" y="114151"/>
                  <a:pt x="736044" y="113081"/>
                  <a:pt x="738719" y="110940"/>
                </a:cubicBezTo>
                <a:cubicBezTo>
                  <a:pt x="741395" y="108800"/>
                  <a:pt x="743416" y="105352"/>
                  <a:pt x="744784" y="100595"/>
                </a:cubicBezTo>
                <a:moveTo>
                  <a:pt x="746210" y="75268"/>
                </a:moveTo>
                <a:cubicBezTo>
                  <a:pt x="746032" y="68045"/>
                  <a:pt x="744159" y="62552"/>
                  <a:pt x="740592" y="58792"/>
                </a:cubicBezTo>
                <a:cubicBezTo>
                  <a:pt x="737025" y="55032"/>
                  <a:pt x="732685" y="53151"/>
                  <a:pt x="727572" y="53151"/>
                </a:cubicBezTo>
                <a:cubicBezTo>
                  <a:pt x="722102" y="53151"/>
                  <a:pt x="717584" y="55135"/>
                  <a:pt x="714016" y="59101"/>
                </a:cubicBezTo>
                <a:cubicBezTo>
                  <a:pt x="710449" y="63070"/>
                  <a:pt x="708695" y="68459"/>
                  <a:pt x="708755" y="75268"/>
                </a:cubicBezTo>
                <a:lnTo>
                  <a:pt x="746210" y="7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Draft">
            <a:extLst xmlns:a="http://schemas.openxmlformats.org/drawingml/2006/main">
              <a:ext uri="{FF2B5EF4-FFF2-40B4-BE49-F238E27FC236}">
                <a16:creationId xmlns:a16="http://schemas.microsoft.com/office/drawing/2014/main" id="{6A625540-3169-4DD6-B530-0217F881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53" y="1650015"/>
            <a:ext cx="410785" cy="135197"/>
          </a:xfrm>
          <a:custGeom xmlns:a="http://schemas.openxmlformats.org/drawingml/2006/main">
            <a:pathLst>
              <a:path w="410785" h="135197">
                <a:moveTo>
                  <a:pt x="0" y="2319"/>
                </a:moveTo>
                <a:lnTo>
                  <a:pt x="48246" y="2319"/>
                </a:lnTo>
                <a:cubicBezTo>
                  <a:pt x="59126" y="2319"/>
                  <a:pt x="67420" y="3151"/>
                  <a:pt x="73128" y="4816"/>
                </a:cubicBezTo>
                <a:cubicBezTo>
                  <a:pt x="80797" y="7075"/>
                  <a:pt x="87367" y="11088"/>
                  <a:pt x="92837" y="16855"/>
                </a:cubicBezTo>
                <a:cubicBezTo>
                  <a:pt x="98306" y="22622"/>
                  <a:pt x="102468" y="29682"/>
                  <a:pt x="105322" y="38035"/>
                </a:cubicBezTo>
                <a:cubicBezTo>
                  <a:pt x="108176" y="46389"/>
                  <a:pt x="109602" y="56689"/>
                  <a:pt x="109602" y="68936"/>
                </a:cubicBezTo>
                <a:cubicBezTo>
                  <a:pt x="109602" y="79697"/>
                  <a:pt x="108265" y="88972"/>
                  <a:pt x="105589" y="96761"/>
                </a:cubicBezTo>
                <a:cubicBezTo>
                  <a:pt x="102319" y="106273"/>
                  <a:pt x="97652" y="113972"/>
                  <a:pt x="91588" y="119858"/>
                </a:cubicBezTo>
                <a:cubicBezTo>
                  <a:pt x="87010" y="124317"/>
                  <a:pt x="80827" y="127795"/>
                  <a:pt x="73039" y="130292"/>
                </a:cubicBezTo>
                <a:cubicBezTo>
                  <a:pt x="67212" y="132135"/>
                  <a:pt x="59424" y="133057"/>
                  <a:pt x="49673" y="133057"/>
                </a:cubicBezTo>
                <a:lnTo>
                  <a:pt x="0" y="133057"/>
                </a:lnTo>
                <a:lnTo>
                  <a:pt x="0" y="2319"/>
                </a:lnTo>
                <a:moveTo>
                  <a:pt x="26397" y="24435"/>
                </a:moveTo>
                <a:lnTo>
                  <a:pt x="26397" y="110940"/>
                </a:lnTo>
                <a:lnTo>
                  <a:pt x="46106" y="110940"/>
                </a:lnTo>
                <a:cubicBezTo>
                  <a:pt x="53478" y="110940"/>
                  <a:pt x="58799" y="110524"/>
                  <a:pt x="62069" y="109692"/>
                </a:cubicBezTo>
                <a:cubicBezTo>
                  <a:pt x="66350" y="108623"/>
                  <a:pt x="69902" y="106813"/>
                  <a:pt x="72726" y="104260"/>
                </a:cubicBezTo>
                <a:cubicBezTo>
                  <a:pt x="75551" y="101705"/>
                  <a:pt x="77854" y="97503"/>
                  <a:pt x="79638" y="91652"/>
                </a:cubicBezTo>
                <a:cubicBezTo>
                  <a:pt x="81422" y="85802"/>
                  <a:pt x="82313" y="77828"/>
                  <a:pt x="82313" y="67732"/>
                </a:cubicBezTo>
                <a:cubicBezTo>
                  <a:pt x="82313" y="57636"/>
                  <a:pt x="81422" y="49886"/>
                  <a:pt x="79638" y="44481"/>
                </a:cubicBezTo>
                <a:cubicBezTo>
                  <a:pt x="77854" y="39077"/>
                  <a:pt x="75357" y="34860"/>
                  <a:pt x="72147" y="31832"/>
                </a:cubicBezTo>
                <a:cubicBezTo>
                  <a:pt x="68936" y="28801"/>
                  <a:pt x="64864" y="26752"/>
                  <a:pt x="59929" y="25684"/>
                </a:cubicBezTo>
                <a:cubicBezTo>
                  <a:pt x="56243" y="24852"/>
                  <a:pt x="49019" y="24435"/>
                  <a:pt x="38258" y="24435"/>
                </a:cubicBezTo>
                <a:lnTo>
                  <a:pt x="26397" y="24435"/>
                </a:lnTo>
                <a:close/>
                <a:moveTo>
                  <a:pt x="155804" y="133057"/>
                </a:moveTo>
                <a:lnTo>
                  <a:pt x="130744" y="133057"/>
                </a:lnTo>
                <a:lnTo>
                  <a:pt x="130744" y="38347"/>
                </a:lnTo>
                <a:lnTo>
                  <a:pt x="154020" y="38347"/>
                </a:lnTo>
                <a:lnTo>
                  <a:pt x="154020" y="51814"/>
                </a:lnTo>
                <a:cubicBezTo>
                  <a:pt x="158004" y="45452"/>
                  <a:pt x="161586" y="41261"/>
                  <a:pt x="164766" y="39239"/>
                </a:cubicBezTo>
                <a:cubicBezTo>
                  <a:pt x="167947" y="37218"/>
                  <a:pt x="171559" y="36207"/>
                  <a:pt x="175602" y="36207"/>
                </a:cubicBezTo>
                <a:cubicBezTo>
                  <a:pt x="181309" y="36207"/>
                  <a:pt x="186809" y="37783"/>
                  <a:pt x="192100" y="40934"/>
                </a:cubicBezTo>
                <a:lnTo>
                  <a:pt x="184341" y="62783"/>
                </a:lnTo>
                <a:cubicBezTo>
                  <a:pt x="180120" y="60048"/>
                  <a:pt x="176196" y="58681"/>
                  <a:pt x="172570" y="58681"/>
                </a:cubicBezTo>
                <a:cubicBezTo>
                  <a:pt x="169062" y="58681"/>
                  <a:pt x="166089" y="59647"/>
                  <a:pt x="163652" y="61579"/>
                </a:cubicBezTo>
                <a:cubicBezTo>
                  <a:pt x="161214" y="63511"/>
                  <a:pt x="159297" y="67004"/>
                  <a:pt x="157899" y="72058"/>
                </a:cubicBezTo>
                <a:cubicBezTo>
                  <a:pt x="156502" y="77111"/>
                  <a:pt x="155804" y="87694"/>
                  <a:pt x="155804" y="103806"/>
                </a:cubicBezTo>
                <a:lnTo>
                  <a:pt x="155804" y="133057"/>
                </a:lnTo>
                <a:close/>
                <a:moveTo>
                  <a:pt x="221626" y="67599"/>
                </a:moveTo>
                <a:lnTo>
                  <a:pt x="198885" y="63496"/>
                </a:lnTo>
                <a:cubicBezTo>
                  <a:pt x="201441" y="54220"/>
                  <a:pt x="205841" y="47353"/>
                  <a:pt x="212084" y="42896"/>
                </a:cubicBezTo>
                <a:cubicBezTo>
                  <a:pt x="218326" y="38437"/>
                  <a:pt x="227601" y="36207"/>
                  <a:pt x="239908" y="36207"/>
                </a:cubicBezTo>
                <a:cubicBezTo>
                  <a:pt x="251085" y="36207"/>
                  <a:pt x="259409" y="37530"/>
                  <a:pt x="264878" y="40176"/>
                </a:cubicBezTo>
                <a:cubicBezTo>
                  <a:pt x="270348" y="42821"/>
                  <a:pt x="274198" y="46180"/>
                  <a:pt x="276427" y="50253"/>
                </a:cubicBezTo>
                <a:cubicBezTo>
                  <a:pt x="278657" y="54326"/>
                  <a:pt x="279771" y="61802"/>
                  <a:pt x="279771" y="72682"/>
                </a:cubicBezTo>
                <a:lnTo>
                  <a:pt x="279504" y="101933"/>
                </a:lnTo>
                <a:cubicBezTo>
                  <a:pt x="279504" y="110256"/>
                  <a:pt x="279905" y="116395"/>
                  <a:pt x="280708" y="120349"/>
                </a:cubicBezTo>
                <a:cubicBezTo>
                  <a:pt x="281510" y="124302"/>
                  <a:pt x="283012" y="128538"/>
                  <a:pt x="285211" y="133057"/>
                </a:cubicBezTo>
                <a:lnTo>
                  <a:pt x="260419" y="133057"/>
                </a:lnTo>
                <a:cubicBezTo>
                  <a:pt x="259765" y="131392"/>
                  <a:pt x="258963" y="128925"/>
                  <a:pt x="258011" y="125655"/>
                </a:cubicBezTo>
                <a:cubicBezTo>
                  <a:pt x="257595" y="124169"/>
                  <a:pt x="257298" y="123188"/>
                  <a:pt x="257120" y="122712"/>
                </a:cubicBezTo>
                <a:cubicBezTo>
                  <a:pt x="252839" y="126874"/>
                  <a:pt x="248261" y="129995"/>
                  <a:pt x="243386" y="132076"/>
                </a:cubicBezTo>
                <a:cubicBezTo>
                  <a:pt x="238511" y="134157"/>
                  <a:pt x="233309" y="135197"/>
                  <a:pt x="227779" y="135197"/>
                </a:cubicBezTo>
                <a:cubicBezTo>
                  <a:pt x="218029" y="135197"/>
                  <a:pt x="210345" y="132563"/>
                  <a:pt x="204726" y="127294"/>
                </a:cubicBezTo>
                <a:cubicBezTo>
                  <a:pt x="199108" y="122025"/>
                  <a:pt x="196299" y="115364"/>
                  <a:pt x="196299" y="107312"/>
                </a:cubicBezTo>
                <a:cubicBezTo>
                  <a:pt x="196299" y="101983"/>
                  <a:pt x="197577" y="97232"/>
                  <a:pt x="200134" y="93060"/>
                </a:cubicBezTo>
                <a:cubicBezTo>
                  <a:pt x="202690" y="88885"/>
                  <a:pt x="206272" y="85687"/>
                  <a:pt x="210880" y="83467"/>
                </a:cubicBezTo>
                <a:cubicBezTo>
                  <a:pt x="215487" y="81247"/>
                  <a:pt x="222131" y="79308"/>
                  <a:pt x="230812" y="77651"/>
                </a:cubicBezTo>
                <a:cubicBezTo>
                  <a:pt x="242524" y="75460"/>
                  <a:pt x="250639" y="73418"/>
                  <a:pt x="255158" y="71523"/>
                </a:cubicBezTo>
                <a:lnTo>
                  <a:pt x="255158" y="68998"/>
                </a:lnTo>
                <a:cubicBezTo>
                  <a:pt x="255158" y="64128"/>
                  <a:pt x="253969" y="60656"/>
                  <a:pt x="251591" y="58583"/>
                </a:cubicBezTo>
                <a:cubicBezTo>
                  <a:pt x="249212" y="56508"/>
                  <a:pt x="244724" y="55470"/>
                  <a:pt x="238124" y="55470"/>
                </a:cubicBezTo>
                <a:cubicBezTo>
                  <a:pt x="233665" y="55470"/>
                  <a:pt x="230187" y="56367"/>
                  <a:pt x="227690" y="58162"/>
                </a:cubicBezTo>
                <a:cubicBezTo>
                  <a:pt x="225193" y="59955"/>
                  <a:pt x="223172" y="63101"/>
                  <a:pt x="221626" y="67599"/>
                </a:cubicBezTo>
                <a:moveTo>
                  <a:pt x="255158" y="87932"/>
                </a:moveTo>
                <a:cubicBezTo>
                  <a:pt x="251947" y="88989"/>
                  <a:pt x="246864" y="90252"/>
                  <a:pt x="239908" y="91722"/>
                </a:cubicBezTo>
                <a:cubicBezTo>
                  <a:pt x="232952" y="93190"/>
                  <a:pt x="228404" y="94629"/>
                  <a:pt x="226263" y="96039"/>
                </a:cubicBezTo>
                <a:cubicBezTo>
                  <a:pt x="222993" y="98330"/>
                  <a:pt x="221358" y="101237"/>
                  <a:pt x="221358" y="104762"/>
                </a:cubicBezTo>
                <a:cubicBezTo>
                  <a:pt x="221358" y="108229"/>
                  <a:pt x="222666" y="111225"/>
                  <a:pt x="225282" y="113752"/>
                </a:cubicBezTo>
                <a:cubicBezTo>
                  <a:pt x="227898" y="116277"/>
                  <a:pt x="231228" y="117540"/>
                  <a:pt x="235271" y="117540"/>
                </a:cubicBezTo>
                <a:cubicBezTo>
                  <a:pt x="239789" y="117540"/>
                  <a:pt x="244099" y="116071"/>
                  <a:pt x="248202" y="113133"/>
                </a:cubicBezTo>
                <a:cubicBezTo>
                  <a:pt x="251234" y="110902"/>
                  <a:pt x="253225" y="108170"/>
                  <a:pt x="254177" y="104937"/>
                </a:cubicBezTo>
                <a:cubicBezTo>
                  <a:pt x="254831" y="102823"/>
                  <a:pt x="255158" y="98800"/>
                  <a:pt x="255158" y="92867"/>
                </a:cubicBezTo>
                <a:lnTo>
                  <a:pt x="255158" y="87932"/>
                </a:lnTo>
                <a:close/>
                <a:moveTo>
                  <a:pt x="293514" y="38347"/>
                </a:moveTo>
                <a:lnTo>
                  <a:pt x="307426" y="38347"/>
                </a:lnTo>
                <a:lnTo>
                  <a:pt x="307426" y="31196"/>
                </a:lnTo>
                <a:cubicBezTo>
                  <a:pt x="307426" y="23211"/>
                  <a:pt x="308273" y="17252"/>
                  <a:pt x="309968" y="13318"/>
                </a:cubicBezTo>
                <a:cubicBezTo>
                  <a:pt x="311662" y="9385"/>
                  <a:pt x="314783" y="6182"/>
                  <a:pt x="319332" y="3709"/>
                </a:cubicBezTo>
                <a:cubicBezTo>
                  <a:pt x="323880" y="1236"/>
                  <a:pt x="329632" y="0"/>
                  <a:pt x="336588" y="0"/>
                </a:cubicBezTo>
                <a:cubicBezTo>
                  <a:pt x="343722" y="0"/>
                  <a:pt x="350708" y="1070"/>
                  <a:pt x="357545" y="3210"/>
                </a:cubicBezTo>
                <a:lnTo>
                  <a:pt x="354157" y="20690"/>
                </a:lnTo>
                <a:cubicBezTo>
                  <a:pt x="350173" y="19739"/>
                  <a:pt x="346338" y="19263"/>
                  <a:pt x="342652" y="19263"/>
                </a:cubicBezTo>
                <a:cubicBezTo>
                  <a:pt x="339026" y="19263"/>
                  <a:pt x="336425" y="20115"/>
                  <a:pt x="334849" y="21818"/>
                </a:cubicBezTo>
                <a:cubicBezTo>
                  <a:pt x="333274" y="23520"/>
                  <a:pt x="332486" y="26790"/>
                  <a:pt x="332486" y="31628"/>
                </a:cubicBezTo>
                <a:lnTo>
                  <a:pt x="332486" y="38347"/>
                </a:lnTo>
                <a:lnTo>
                  <a:pt x="351214" y="38347"/>
                </a:lnTo>
                <a:lnTo>
                  <a:pt x="351214" y="58145"/>
                </a:lnTo>
                <a:lnTo>
                  <a:pt x="332486" y="58145"/>
                </a:lnTo>
                <a:lnTo>
                  <a:pt x="332486" y="133057"/>
                </a:lnTo>
                <a:lnTo>
                  <a:pt x="307426" y="133057"/>
                </a:lnTo>
                <a:lnTo>
                  <a:pt x="307426" y="58145"/>
                </a:lnTo>
                <a:lnTo>
                  <a:pt x="293514" y="58145"/>
                </a:lnTo>
                <a:lnTo>
                  <a:pt x="293514" y="38347"/>
                </a:lnTo>
                <a:close/>
                <a:moveTo>
                  <a:pt x="408733" y="38347"/>
                </a:moveTo>
                <a:lnTo>
                  <a:pt x="408733" y="58324"/>
                </a:lnTo>
                <a:lnTo>
                  <a:pt x="391611" y="58324"/>
                </a:lnTo>
                <a:lnTo>
                  <a:pt x="391611" y="96432"/>
                </a:lnTo>
                <a:cubicBezTo>
                  <a:pt x="391611" y="104149"/>
                  <a:pt x="391774" y="108647"/>
                  <a:pt x="392101" y="109923"/>
                </a:cubicBezTo>
                <a:cubicBezTo>
                  <a:pt x="392428" y="111198"/>
                  <a:pt x="393171" y="112251"/>
                  <a:pt x="394331" y="113083"/>
                </a:cubicBezTo>
                <a:cubicBezTo>
                  <a:pt x="395490" y="113914"/>
                  <a:pt x="396902" y="114329"/>
                  <a:pt x="398567" y="114329"/>
                </a:cubicBezTo>
                <a:cubicBezTo>
                  <a:pt x="400886" y="114329"/>
                  <a:pt x="404245" y="113526"/>
                  <a:pt x="408644" y="111921"/>
                </a:cubicBezTo>
                <a:lnTo>
                  <a:pt x="410785" y="131435"/>
                </a:lnTo>
                <a:cubicBezTo>
                  <a:pt x="404958" y="133943"/>
                  <a:pt x="398359" y="135197"/>
                  <a:pt x="390987" y="135197"/>
                </a:cubicBezTo>
                <a:cubicBezTo>
                  <a:pt x="386468" y="135197"/>
                  <a:pt x="382396" y="134439"/>
                  <a:pt x="378769" y="132923"/>
                </a:cubicBezTo>
                <a:cubicBezTo>
                  <a:pt x="375142" y="131407"/>
                  <a:pt x="372482" y="129445"/>
                  <a:pt x="370787" y="127037"/>
                </a:cubicBezTo>
                <a:cubicBezTo>
                  <a:pt x="369093" y="124629"/>
                  <a:pt x="367919" y="121374"/>
                  <a:pt x="367265" y="117272"/>
                </a:cubicBezTo>
                <a:cubicBezTo>
                  <a:pt x="366730" y="114359"/>
                  <a:pt x="366462" y="108473"/>
                  <a:pt x="366462" y="99614"/>
                </a:cubicBezTo>
                <a:lnTo>
                  <a:pt x="366462" y="58324"/>
                </a:lnTo>
                <a:lnTo>
                  <a:pt x="354958" y="58324"/>
                </a:lnTo>
                <a:lnTo>
                  <a:pt x="354958" y="38347"/>
                </a:lnTo>
                <a:lnTo>
                  <a:pt x="366462" y="38347"/>
                </a:lnTo>
                <a:lnTo>
                  <a:pt x="366462" y="19441"/>
                </a:lnTo>
                <a:lnTo>
                  <a:pt x="391611" y="4637"/>
                </a:lnTo>
                <a:lnTo>
                  <a:pt x="391611" y="38347"/>
                </a:lnTo>
                <a:lnTo>
                  <a:pt x="408733" y="383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Approved">
            <a:extLst xmlns:a="http://schemas.openxmlformats.org/drawingml/2006/main">
              <a:ext uri="{FF2B5EF4-FFF2-40B4-BE49-F238E27FC236}">
                <a16:creationId xmlns:a16="http://schemas.microsoft.com/office/drawing/2014/main" id="{05851943-6336-49D9-B717-C222D898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323" y="2415325"/>
            <a:ext cx="841019" cy="166767"/>
          </a:xfrm>
          <a:custGeom xmlns:a="http://schemas.openxmlformats.org/drawingml/2006/main">
            <a:pathLst>
              <a:path w="841019" h="166767">
                <a:moveTo>
                  <a:pt x="131184" y="130738"/>
                </a:moveTo>
                <a:lnTo>
                  <a:pt x="102468" y="130738"/>
                </a:lnTo>
                <a:lnTo>
                  <a:pt x="91053" y="100952"/>
                </a:lnTo>
                <a:lnTo>
                  <a:pt x="38793" y="100952"/>
                </a:lnTo>
                <a:lnTo>
                  <a:pt x="28003" y="130738"/>
                </a:lnTo>
                <a:lnTo>
                  <a:pt x="0" y="130738"/>
                </a:lnTo>
                <a:lnTo>
                  <a:pt x="50922" y="0"/>
                </a:lnTo>
                <a:lnTo>
                  <a:pt x="78835" y="0"/>
                </a:lnTo>
                <a:lnTo>
                  <a:pt x="131184" y="130738"/>
                </a:lnTo>
                <a:moveTo>
                  <a:pt x="82581" y="78835"/>
                </a:moveTo>
                <a:lnTo>
                  <a:pt x="64566" y="30500"/>
                </a:lnTo>
                <a:lnTo>
                  <a:pt x="46909" y="78835"/>
                </a:lnTo>
                <a:lnTo>
                  <a:pt x="82581" y="78835"/>
                </a:lnTo>
                <a:close/>
                <a:moveTo>
                  <a:pt x="144299" y="36029"/>
                </a:moveTo>
                <a:lnTo>
                  <a:pt x="167665" y="36029"/>
                </a:lnTo>
                <a:lnTo>
                  <a:pt x="167665" y="49941"/>
                </a:lnTo>
                <a:cubicBezTo>
                  <a:pt x="170697" y="45185"/>
                  <a:pt x="174799" y="41320"/>
                  <a:pt x="179971" y="38347"/>
                </a:cubicBezTo>
                <a:cubicBezTo>
                  <a:pt x="185144" y="35375"/>
                  <a:pt x="190881" y="33888"/>
                  <a:pt x="197183" y="33888"/>
                </a:cubicBezTo>
                <a:cubicBezTo>
                  <a:pt x="208182" y="33888"/>
                  <a:pt x="217516" y="38199"/>
                  <a:pt x="225186" y="46820"/>
                </a:cubicBezTo>
                <a:cubicBezTo>
                  <a:pt x="232855" y="55440"/>
                  <a:pt x="236690" y="67450"/>
                  <a:pt x="236690" y="82848"/>
                </a:cubicBezTo>
                <a:cubicBezTo>
                  <a:pt x="236690" y="98663"/>
                  <a:pt x="232826" y="110955"/>
                  <a:pt x="225097" y="119724"/>
                </a:cubicBezTo>
                <a:cubicBezTo>
                  <a:pt x="217368" y="128494"/>
                  <a:pt x="208004" y="132879"/>
                  <a:pt x="197005" y="132879"/>
                </a:cubicBezTo>
                <a:cubicBezTo>
                  <a:pt x="191773" y="132879"/>
                  <a:pt x="187032" y="131838"/>
                  <a:pt x="182781" y="129757"/>
                </a:cubicBezTo>
                <a:cubicBezTo>
                  <a:pt x="178530" y="127676"/>
                  <a:pt x="174056" y="124109"/>
                  <a:pt x="169359" y="119056"/>
                </a:cubicBezTo>
                <a:lnTo>
                  <a:pt x="169359" y="166767"/>
                </a:lnTo>
                <a:lnTo>
                  <a:pt x="144299" y="166767"/>
                </a:lnTo>
                <a:lnTo>
                  <a:pt x="144299" y="36029"/>
                </a:lnTo>
                <a:moveTo>
                  <a:pt x="169091" y="81736"/>
                </a:moveTo>
                <a:cubicBezTo>
                  <a:pt x="169091" y="92362"/>
                  <a:pt x="171202" y="100213"/>
                  <a:pt x="175423" y="105288"/>
                </a:cubicBezTo>
                <a:cubicBezTo>
                  <a:pt x="179644" y="110364"/>
                  <a:pt x="184787" y="112902"/>
                  <a:pt x="190851" y="112902"/>
                </a:cubicBezTo>
                <a:cubicBezTo>
                  <a:pt x="196678" y="112902"/>
                  <a:pt x="201523" y="110572"/>
                  <a:pt x="205388" y="105913"/>
                </a:cubicBezTo>
                <a:cubicBezTo>
                  <a:pt x="209252" y="101253"/>
                  <a:pt x="211185" y="93609"/>
                  <a:pt x="211185" y="82982"/>
                </a:cubicBezTo>
                <a:cubicBezTo>
                  <a:pt x="211185" y="73068"/>
                  <a:pt x="209193" y="65707"/>
                  <a:pt x="205209" y="60899"/>
                </a:cubicBezTo>
                <a:cubicBezTo>
                  <a:pt x="201226" y="56091"/>
                  <a:pt x="196291" y="53686"/>
                  <a:pt x="190406" y="53686"/>
                </a:cubicBezTo>
                <a:cubicBezTo>
                  <a:pt x="184282" y="53686"/>
                  <a:pt x="179199" y="56046"/>
                  <a:pt x="175156" y="60765"/>
                </a:cubicBezTo>
                <a:cubicBezTo>
                  <a:pt x="171113" y="65484"/>
                  <a:pt x="169091" y="72475"/>
                  <a:pt x="169091" y="81736"/>
                </a:cubicBezTo>
                <a:close/>
                <a:moveTo>
                  <a:pt x="255930" y="36029"/>
                </a:moveTo>
                <a:lnTo>
                  <a:pt x="279295" y="36029"/>
                </a:lnTo>
                <a:lnTo>
                  <a:pt x="279295" y="49941"/>
                </a:lnTo>
                <a:cubicBezTo>
                  <a:pt x="282327" y="45185"/>
                  <a:pt x="286429" y="41320"/>
                  <a:pt x="291602" y="38347"/>
                </a:cubicBezTo>
                <a:cubicBezTo>
                  <a:pt x="296774" y="35375"/>
                  <a:pt x="302511" y="33888"/>
                  <a:pt x="308814" y="33888"/>
                </a:cubicBezTo>
                <a:cubicBezTo>
                  <a:pt x="319812" y="33888"/>
                  <a:pt x="329147" y="38199"/>
                  <a:pt x="336816" y="46820"/>
                </a:cubicBezTo>
                <a:cubicBezTo>
                  <a:pt x="344486" y="55440"/>
                  <a:pt x="348320" y="67450"/>
                  <a:pt x="348320" y="82848"/>
                </a:cubicBezTo>
                <a:cubicBezTo>
                  <a:pt x="348320" y="98663"/>
                  <a:pt x="344456" y="110955"/>
                  <a:pt x="336727" y="119724"/>
                </a:cubicBezTo>
                <a:cubicBezTo>
                  <a:pt x="328998" y="128494"/>
                  <a:pt x="319634" y="132879"/>
                  <a:pt x="308635" y="132879"/>
                </a:cubicBezTo>
                <a:cubicBezTo>
                  <a:pt x="303403" y="132879"/>
                  <a:pt x="298662" y="131838"/>
                  <a:pt x="294411" y="129757"/>
                </a:cubicBezTo>
                <a:cubicBezTo>
                  <a:pt x="290160" y="127676"/>
                  <a:pt x="285686" y="124109"/>
                  <a:pt x="280989" y="119056"/>
                </a:cubicBezTo>
                <a:lnTo>
                  <a:pt x="280989" y="166767"/>
                </a:lnTo>
                <a:lnTo>
                  <a:pt x="255930" y="166767"/>
                </a:lnTo>
                <a:lnTo>
                  <a:pt x="255930" y="36029"/>
                </a:lnTo>
                <a:moveTo>
                  <a:pt x="280722" y="81736"/>
                </a:moveTo>
                <a:cubicBezTo>
                  <a:pt x="280722" y="92362"/>
                  <a:pt x="282832" y="100213"/>
                  <a:pt x="287054" y="105288"/>
                </a:cubicBezTo>
                <a:cubicBezTo>
                  <a:pt x="291275" y="110364"/>
                  <a:pt x="296417" y="112902"/>
                  <a:pt x="302482" y="112902"/>
                </a:cubicBezTo>
                <a:cubicBezTo>
                  <a:pt x="308308" y="112902"/>
                  <a:pt x="313154" y="110572"/>
                  <a:pt x="317018" y="105913"/>
                </a:cubicBezTo>
                <a:cubicBezTo>
                  <a:pt x="320883" y="101253"/>
                  <a:pt x="322815" y="93609"/>
                  <a:pt x="322815" y="82982"/>
                </a:cubicBezTo>
                <a:cubicBezTo>
                  <a:pt x="322815" y="73068"/>
                  <a:pt x="320823" y="65707"/>
                  <a:pt x="316840" y="60899"/>
                </a:cubicBezTo>
                <a:cubicBezTo>
                  <a:pt x="312856" y="56091"/>
                  <a:pt x="307922" y="53686"/>
                  <a:pt x="302036" y="53686"/>
                </a:cubicBezTo>
                <a:cubicBezTo>
                  <a:pt x="295912" y="53686"/>
                  <a:pt x="290829" y="56046"/>
                  <a:pt x="286786" y="60765"/>
                </a:cubicBezTo>
                <a:cubicBezTo>
                  <a:pt x="282743" y="65484"/>
                  <a:pt x="280722" y="72475"/>
                  <a:pt x="280722" y="81736"/>
                </a:cubicBezTo>
                <a:close/>
                <a:moveTo>
                  <a:pt x="392263" y="130738"/>
                </a:moveTo>
                <a:lnTo>
                  <a:pt x="367203" y="130738"/>
                </a:lnTo>
                <a:lnTo>
                  <a:pt x="367203" y="36029"/>
                </a:lnTo>
                <a:lnTo>
                  <a:pt x="390479" y="36029"/>
                </a:lnTo>
                <a:lnTo>
                  <a:pt x="390479" y="49495"/>
                </a:lnTo>
                <a:cubicBezTo>
                  <a:pt x="394463" y="43133"/>
                  <a:pt x="398045" y="38942"/>
                  <a:pt x="401225" y="36921"/>
                </a:cubicBezTo>
                <a:cubicBezTo>
                  <a:pt x="404406" y="34899"/>
                  <a:pt x="408018" y="33888"/>
                  <a:pt x="412061" y="33888"/>
                </a:cubicBezTo>
                <a:cubicBezTo>
                  <a:pt x="417768" y="33888"/>
                  <a:pt x="423268" y="35464"/>
                  <a:pt x="428559" y="38615"/>
                </a:cubicBezTo>
                <a:lnTo>
                  <a:pt x="420800" y="60464"/>
                </a:lnTo>
                <a:cubicBezTo>
                  <a:pt x="416579" y="57729"/>
                  <a:pt x="412655" y="56362"/>
                  <a:pt x="409029" y="56362"/>
                </a:cubicBezTo>
                <a:cubicBezTo>
                  <a:pt x="405521" y="56362"/>
                  <a:pt x="402548" y="57328"/>
                  <a:pt x="400111" y="59260"/>
                </a:cubicBezTo>
                <a:cubicBezTo>
                  <a:pt x="397673" y="61192"/>
                  <a:pt x="395756" y="64685"/>
                  <a:pt x="394359" y="69739"/>
                </a:cubicBezTo>
                <a:cubicBezTo>
                  <a:pt x="392961" y="74792"/>
                  <a:pt x="392263" y="85375"/>
                  <a:pt x="392263" y="101487"/>
                </a:cubicBezTo>
                <a:lnTo>
                  <a:pt x="392263" y="130738"/>
                </a:lnTo>
                <a:close/>
                <a:moveTo>
                  <a:pt x="433561" y="82046"/>
                </a:moveTo>
                <a:cubicBezTo>
                  <a:pt x="433561" y="73722"/>
                  <a:pt x="435612" y="65666"/>
                  <a:pt x="439714" y="57878"/>
                </a:cubicBezTo>
                <a:cubicBezTo>
                  <a:pt x="443816" y="50090"/>
                  <a:pt x="449628" y="44144"/>
                  <a:pt x="457149" y="40042"/>
                </a:cubicBezTo>
                <a:cubicBezTo>
                  <a:pt x="464670" y="35940"/>
                  <a:pt x="473067" y="33888"/>
                  <a:pt x="482342" y="33888"/>
                </a:cubicBezTo>
                <a:cubicBezTo>
                  <a:pt x="496670" y="33888"/>
                  <a:pt x="508412" y="38541"/>
                  <a:pt x="517568" y="47845"/>
                </a:cubicBezTo>
                <a:cubicBezTo>
                  <a:pt x="526724" y="57150"/>
                  <a:pt x="531302" y="68907"/>
                  <a:pt x="531302" y="83116"/>
                </a:cubicBezTo>
                <a:cubicBezTo>
                  <a:pt x="531302" y="97444"/>
                  <a:pt x="526680" y="109320"/>
                  <a:pt x="517435" y="118743"/>
                </a:cubicBezTo>
                <a:cubicBezTo>
                  <a:pt x="508190" y="128167"/>
                  <a:pt x="496552" y="132879"/>
                  <a:pt x="482521" y="132879"/>
                </a:cubicBezTo>
                <a:cubicBezTo>
                  <a:pt x="473840" y="132879"/>
                  <a:pt x="465561" y="130917"/>
                  <a:pt x="457684" y="126993"/>
                </a:cubicBezTo>
                <a:cubicBezTo>
                  <a:pt x="449806" y="123069"/>
                  <a:pt x="443816" y="117317"/>
                  <a:pt x="439714" y="109736"/>
                </a:cubicBezTo>
                <a:cubicBezTo>
                  <a:pt x="435612" y="102156"/>
                  <a:pt x="433561" y="92926"/>
                  <a:pt x="433561" y="82046"/>
                </a:cubicBezTo>
                <a:moveTo>
                  <a:pt x="459244" y="83383"/>
                </a:moveTo>
                <a:cubicBezTo>
                  <a:pt x="459244" y="92747"/>
                  <a:pt x="461474" y="99919"/>
                  <a:pt x="465933" y="104898"/>
                </a:cubicBezTo>
                <a:cubicBezTo>
                  <a:pt x="470392" y="109877"/>
                  <a:pt x="475891" y="112367"/>
                  <a:pt x="482431" y="112367"/>
                </a:cubicBezTo>
                <a:cubicBezTo>
                  <a:pt x="488971" y="112367"/>
                  <a:pt x="494456" y="109877"/>
                  <a:pt x="498885" y="104898"/>
                </a:cubicBezTo>
                <a:cubicBezTo>
                  <a:pt x="503314" y="99919"/>
                  <a:pt x="505529" y="92688"/>
                  <a:pt x="505529" y="83205"/>
                </a:cubicBezTo>
                <a:cubicBezTo>
                  <a:pt x="505529" y="73960"/>
                  <a:pt x="503314" y="66848"/>
                  <a:pt x="498885" y="61869"/>
                </a:cubicBezTo>
                <a:cubicBezTo>
                  <a:pt x="494456" y="56890"/>
                  <a:pt x="488971" y="54400"/>
                  <a:pt x="482431" y="54400"/>
                </a:cubicBezTo>
                <a:cubicBezTo>
                  <a:pt x="475891" y="54400"/>
                  <a:pt x="470392" y="56890"/>
                  <a:pt x="465933" y="61869"/>
                </a:cubicBezTo>
                <a:cubicBezTo>
                  <a:pt x="461474" y="66848"/>
                  <a:pt x="459244" y="74020"/>
                  <a:pt x="459244" y="83383"/>
                </a:cubicBezTo>
                <a:close/>
                <a:moveTo>
                  <a:pt x="577028" y="130738"/>
                </a:moveTo>
                <a:lnTo>
                  <a:pt x="538859" y="36029"/>
                </a:lnTo>
                <a:lnTo>
                  <a:pt x="565167" y="36029"/>
                </a:lnTo>
                <a:lnTo>
                  <a:pt x="583003" y="84364"/>
                </a:lnTo>
                <a:lnTo>
                  <a:pt x="588176" y="100506"/>
                </a:lnTo>
                <a:cubicBezTo>
                  <a:pt x="589543" y="96404"/>
                  <a:pt x="590405" y="93699"/>
                  <a:pt x="590762" y="92391"/>
                </a:cubicBezTo>
                <a:cubicBezTo>
                  <a:pt x="591594" y="89715"/>
                  <a:pt x="592486" y="87040"/>
                  <a:pt x="593437" y="84364"/>
                </a:cubicBezTo>
                <a:lnTo>
                  <a:pt x="611452" y="36029"/>
                </a:lnTo>
                <a:lnTo>
                  <a:pt x="637225" y="36029"/>
                </a:lnTo>
                <a:lnTo>
                  <a:pt x="599591" y="130738"/>
                </a:lnTo>
                <a:lnTo>
                  <a:pt x="577028" y="130738"/>
                </a:lnTo>
                <a:close/>
                <a:moveTo>
                  <a:pt x="707418" y="100595"/>
                </a:moveTo>
                <a:lnTo>
                  <a:pt x="732389" y="104876"/>
                </a:lnTo>
                <a:cubicBezTo>
                  <a:pt x="729178" y="114002"/>
                  <a:pt x="724110" y="120951"/>
                  <a:pt x="717184" y="125722"/>
                </a:cubicBezTo>
                <a:cubicBezTo>
                  <a:pt x="710257" y="130493"/>
                  <a:pt x="701592" y="132879"/>
                  <a:pt x="691188" y="132879"/>
                </a:cubicBezTo>
                <a:cubicBezTo>
                  <a:pt x="674719" y="132879"/>
                  <a:pt x="662531" y="127498"/>
                  <a:pt x="654624" y="116737"/>
                </a:cubicBezTo>
                <a:cubicBezTo>
                  <a:pt x="648381" y="108116"/>
                  <a:pt x="645260" y="97236"/>
                  <a:pt x="645260" y="84097"/>
                </a:cubicBezTo>
                <a:cubicBezTo>
                  <a:pt x="645260" y="68401"/>
                  <a:pt x="649362" y="56109"/>
                  <a:pt x="657567" y="47221"/>
                </a:cubicBezTo>
                <a:cubicBezTo>
                  <a:pt x="665771" y="38333"/>
                  <a:pt x="676146" y="33888"/>
                  <a:pt x="688691" y="33888"/>
                </a:cubicBezTo>
                <a:cubicBezTo>
                  <a:pt x="702781" y="33888"/>
                  <a:pt x="713899" y="38541"/>
                  <a:pt x="722044" y="47845"/>
                </a:cubicBezTo>
                <a:cubicBezTo>
                  <a:pt x="730189" y="57150"/>
                  <a:pt x="734083" y="71404"/>
                  <a:pt x="733727" y="90607"/>
                </a:cubicBezTo>
                <a:lnTo>
                  <a:pt x="670944" y="90607"/>
                </a:lnTo>
                <a:cubicBezTo>
                  <a:pt x="671122" y="98039"/>
                  <a:pt x="673143" y="103821"/>
                  <a:pt x="677008" y="107953"/>
                </a:cubicBezTo>
                <a:cubicBezTo>
                  <a:pt x="680872" y="112085"/>
                  <a:pt x="685688" y="114151"/>
                  <a:pt x="691455" y="114151"/>
                </a:cubicBezTo>
                <a:cubicBezTo>
                  <a:pt x="695379" y="114151"/>
                  <a:pt x="698679" y="113081"/>
                  <a:pt x="701354" y="110940"/>
                </a:cubicBezTo>
                <a:cubicBezTo>
                  <a:pt x="704030" y="108800"/>
                  <a:pt x="706051" y="105352"/>
                  <a:pt x="707418" y="100595"/>
                </a:cubicBezTo>
                <a:moveTo>
                  <a:pt x="708845" y="75268"/>
                </a:moveTo>
                <a:cubicBezTo>
                  <a:pt x="708667" y="68045"/>
                  <a:pt x="706794" y="62552"/>
                  <a:pt x="703227" y="58792"/>
                </a:cubicBezTo>
                <a:cubicBezTo>
                  <a:pt x="699660" y="55032"/>
                  <a:pt x="695320" y="53151"/>
                  <a:pt x="690207" y="53151"/>
                </a:cubicBezTo>
                <a:cubicBezTo>
                  <a:pt x="684737" y="53151"/>
                  <a:pt x="680218" y="55135"/>
                  <a:pt x="676651" y="59101"/>
                </a:cubicBezTo>
                <a:cubicBezTo>
                  <a:pt x="673084" y="63070"/>
                  <a:pt x="671330" y="68459"/>
                  <a:pt x="671390" y="75268"/>
                </a:cubicBezTo>
                <a:lnTo>
                  <a:pt x="708845" y="75268"/>
                </a:lnTo>
                <a:close/>
                <a:moveTo>
                  <a:pt x="841019" y="130738"/>
                </a:moveTo>
                <a:lnTo>
                  <a:pt x="817743" y="130738"/>
                </a:lnTo>
                <a:lnTo>
                  <a:pt x="817743" y="116826"/>
                </a:lnTo>
                <a:cubicBezTo>
                  <a:pt x="813879" y="122236"/>
                  <a:pt x="809316" y="126264"/>
                  <a:pt x="804054" y="128910"/>
                </a:cubicBezTo>
                <a:cubicBezTo>
                  <a:pt x="798792" y="131556"/>
                  <a:pt x="793486" y="132879"/>
                  <a:pt x="788135" y="132879"/>
                </a:cubicBezTo>
                <a:cubicBezTo>
                  <a:pt x="777255" y="132879"/>
                  <a:pt x="767936" y="128494"/>
                  <a:pt x="760177" y="119724"/>
                </a:cubicBezTo>
                <a:cubicBezTo>
                  <a:pt x="752419" y="110955"/>
                  <a:pt x="748539" y="98722"/>
                  <a:pt x="748539" y="83027"/>
                </a:cubicBezTo>
                <a:cubicBezTo>
                  <a:pt x="748539" y="66974"/>
                  <a:pt x="752314" y="54772"/>
                  <a:pt x="759865" y="46418"/>
                </a:cubicBezTo>
                <a:cubicBezTo>
                  <a:pt x="767416" y="38065"/>
                  <a:pt x="776958" y="33888"/>
                  <a:pt x="788492" y="33888"/>
                </a:cubicBezTo>
                <a:cubicBezTo>
                  <a:pt x="799075" y="33888"/>
                  <a:pt x="808230" y="38288"/>
                  <a:pt x="815959" y="47087"/>
                </a:cubicBezTo>
                <a:lnTo>
                  <a:pt x="815959" y="0"/>
                </a:lnTo>
                <a:lnTo>
                  <a:pt x="841019" y="0"/>
                </a:lnTo>
                <a:lnTo>
                  <a:pt x="841019" y="130738"/>
                </a:lnTo>
                <a:moveTo>
                  <a:pt x="774134" y="81380"/>
                </a:moveTo>
                <a:cubicBezTo>
                  <a:pt x="774134" y="91472"/>
                  <a:pt x="775531" y="98774"/>
                  <a:pt x="778325" y="103285"/>
                </a:cubicBezTo>
                <a:cubicBezTo>
                  <a:pt x="782368" y="109815"/>
                  <a:pt x="788016" y="113081"/>
                  <a:pt x="795270" y="113081"/>
                </a:cubicBezTo>
                <a:cubicBezTo>
                  <a:pt x="801037" y="113081"/>
                  <a:pt x="805942" y="110632"/>
                  <a:pt x="809984" y="105734"/>
                </a:cubicBezTo>
                <a:cubicBezTo>
                  <a:pt x="814027" y="100837"/>
                  <a:pt x="816049" y="93520"/>
                  <a:pt x="816049" y="83785"/>
                </a:cubicBezTo>
                <a:cubicBezTo>
                  <a:pt x="816049" y="72920"/>
                  <a:pt x="814087" y="65098"/>
                  <a:pt x="810163" y="60319"/>
                </a:cubicBezTo>
                <a:cubicBezTo>
                  <a:pt x="806239" y="55541"/>
                  <a:pt x="801215" y="53151"/>
                  <a:pt x="795091" y="53151"/>
                </a:cubicBezTo>
                <a:cubicBezTo>
                  <a:pt x="789146" y="53151"/>
                  <a:pt x="784167" y="55511"/>
                  <a:pt x="780154" y="60230"/>
                </a:cubicBezTo>
                <a:cubicBezTo>
                  <a:pt x="776140" y="64949"/>
                  <a:pt x="774134" y="71999"/>
                  <a:pt x="774134" y="813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Narrative">
            <a:extLst xmlns:a="http://schemas.openxmlformats.org/drawingml/2006/main">
              <a:ext uri="{FF2B5EF4-FFF2-40B4-BE49-F238E27FC236}">
                <a16:creationId xmlns:a16="http://schemas.microsoft.com/office/drawing/2014/main" id="{3C26864F-768F-488A-AB72-4E8C26E5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11" y="2632039"/>
            <a:ext cx="771448" cy="132879"/>
          </a:xfrm>
          <a:custGeom xmlns:a="http://schemas.openxmlformats.org/drawingml/2006/main">
            <a:pathLst>
              <a:path w="771448" h="132879">
                <a:moveTo>
                  <a:pt x="0" y="130738"/>
                </a:moveTo>
                <a:lnTo>
                  <a:pt x="0" y="0"/>
                </a:lnTo>
                <a:lnTo>
                  <a:pt x="25684" y="0"/>
                </a:lnTo>
                <a:lnTo>
                  <a:pt x="79192" y="87494"/>
                </a:lnTo>
                <a:lnTo>
                  <a:pt x="79192" y="0"/>
                </a:lnTo>
                <a:lnTo>
                  <a:pt x="103717" y="0"/>
                </a:lnTo>
                <a:lnTo>
                  <a:pt x="103717" y="130738"/>
                </a:lnTo>
                <a:lnTo>
                  <a:pt x="77230" y="130738"/>
                </a:lnTo>
                <a:lnTo>
                  <a:pt x="24525" y="45242"/>
                </a:lnTo>
                <a:lnTo>
                  <a:pt x="24525" y="130738"/>
                </a:lnTo>
                <a:lnTo>
                  <a:pt x="0" y="130738"/>
                </a:lnTo>
                <a:close/>
                <a:moveTo>
                  <a:pt x="150185" y="65280"/>
                </a:moveTo>
                <a:lnTo>
                  <a:pt x="127444" y="61178"/>
                </a:lnTo>
                <a:cubicBezTo>
                  <a:pt x="130001" y="51901"/>
                  <a:pt x="134400" y="45034"/>
                  <a:pt x="140643" y="40577"/>
                </a:cubicBezTo>
                <a:cubicBezTo>
                  <a:pt x="146886" y="36118"/>
                  <a:pt x="156160" y="33888"/>
                  <a:pt x="168467" y="33888"/>
                </a:cubicBezTo>
                <a:cubicBezTo>
                  <a:pt x="179644" y="33888"/>
                  <a:pt x="187968" y="35211"/>
                  <a:pt x="193438" y="37857"/>
                </a:cubicBezTo>
                <a:cubicBezTo>
                  <a:pt x="198907" y="40503"/>
                  <a:pt x="202757" y="43862"/>
                  <a:pt x="204987" y="47934"/>
                </a:cubicBezTo>
                <a:cubicBezTo>
                  <a:pt x="207216" y="52007"/>
                  <a:pt x="208331" y="59483"/>
                  <a:pt x="208331" y="70363"/>
                </a:cubicBezTo>
                <a:lnTo>
                  <a:pt x="208063" y="99614"/>
                </a:lnTo>
                <a:cubicBezTo>
                  <a:pt x="208063" y="107938"/>
                  <a:pt x="208465" y="114076"/>
                  <a:pt x="209267" y="118030"/>
                </a:cubicBezTo>
                <a:cubicBezTo>
                  <a:pt x="210070" y="121984"/>
                  <a:pt x="211571" y="126220"/>
                  <a:pt x="213771" y="130738"/>
                </a:cubicBezTo>
                <a:lnTo>
                  <a:pt x="188979" y="130738"/>
                </a:lnTo>
                <a:cubicBezTo>
                  <a:pt x="188325" y="129073"/>
                  <a:pt x="187522" y="126606"/>
                  <a:pt x="186571" y="123336"/>
                </a:cubicBezTo>
                <a:cubicBezTo>
                  <a:pt x="186155" y="121850"/>
                  <a:pt x="185857" y="120869"/>
                  <a:pt x="185679" y="120393"/>
                </a:cubicBezTo>
                <a:cubicBezTo>
                  <a:pt x="181398" y="124555"/>
                  <a:pt x="176820" y="127676"/>
                  <a:pt x="171945" y="129757"/>
                </a:cubicBezTo>
                <a:cubicBezTo>
                  <a:pt x="167070" y="131838"/>
                  <a:pt x="161868" y="132879"/>
                  <a:pt x="156339" y="132879"/>
                </a:cubicBezTo>
                <a:cubicBezTo>
                  <a:pt x="146588" y="132879"/>
                  <a:pt x="138904" y="130244"/>
                  <a:pt x="133286" y="124975"/>
                </a:cubicBezTo>
                <a:cubicBezTo>
                  <a:pt x="127667" y="119706"/>
                  <a:pt x="124858" y="113045"/>
                  <a:pt x="124858" y="104993"/>
                </a:cubicBezTo>
                <a:cubicBezTo>
                  <a:pt x="124858" y="99664"/>
                  <a:pt x="126136" y="94914"/>
                  <a:pt x="128693" y="90741"/>
                </a:cubicBezTo>
                <a:cubicBezTo>
                  <a:pt x="131249" y="86566"/>
                  <a:pt x="134831" y="83369"/>
                  <a:pt x="139439" y="81148"/>
                </a:cubicBezTo>
                <a:cubicBezTo>
                  <a:pt x="144047" y="78928"/>
                  <a:pt x="150691" y="76989"/>
                  <a:pt x="159371" y="75332"/>
                </a:cubicBezTo>
                <a:cubicBezTo>
                  <a:pt x="171083" y="73142"/>
                  <a:pt x="179199" y="71099"/>
                  <a:pt x="183717" y="69204"/>
                </a:cubicBezTo>
                <a:lnTo>
                  <a:pt x="183717" y="66679"/>
                </a:lnTo>
                <a:cubicBezTo>
                  <a:pt x="183717" y="61809"/>
                  <a:pt x="182528" y="58338"/>
                  <a:pt x="180150" y="56264"/>
                </a:cubicBezTo>
                <a:cubicBezTo>
                  <a:pt x="177772" y="54189"/>
                  <a:pt x="173283" y="53151"/>
                  <a:pt x="166684" y="53151"/>
                </a:cubicBezTo>
                <a:cubicBezTo>
                  <a:pt x="162225" y="53151"/>
                  <a:pt x="158747" y="54049"/>
                  <a:pt x="156250" y="55844"/>
                </a:cubicBezTo>
                <a:cubicBezTo>
                  <a:pt x="153752" y="57636"/>
                  <a:pt x="151731" y="60782"/>
                  <a:pt x="150185" y="65280"/>
                </a:cubicBezTo>
                <a:moveTo>
                  <a:pt x="183717" y="85613"/>
                </a:moveTo>
                <a:cubicBezTo>
                  <a:pt x="180507" y="86670"/>
                  <a:pt x="175423" y="87934"/>
                  <a:pt x="168467" y="89403"/>
                </a:cubicBezTo>
                <a:cubicBezTo>
                  <a:pt x="161511" y="90871"/>
                  <a:pt x="156963" y="92310"/>
                  <a:pt x="154823" y="93720"/>
                </a:cubicBezTo>
                <a:cubicBezTo>
                  <a:pt x="151553" y="96011"/>
                  <a:pt x="149918" y="98919"/>
                  <a:pt x="149918" y="102443"/>
                </a:cubicBezTo>
                <a:cubicBezTo>
                  <a:pt x="149918" y="105910"/>
                  <a:pt x="151226" y="108907"/>
                  <a:pt x="153842" y="111433"/>
                </a:cubicBezTo>
                <a:cubicBezTo>
                  <a:pt x="156458" y="113958"/>
                  <a:pt x="159787" y="115221"/>
                  <a:pt x="163830" y="115221"/>
                </a:cubicBezTo>
                <a:cubicBezTo>
                  <a:pt x="168348" y="115221"/>
                  <a:pt x="172659" y="113752"/>
                  <a:pt x="176761" y="110815"/>
                </a:cubicBezTo>
                <a:cubicBezTo>
                  <a:pt x="179793" y="108583"/>
                  <a:pt x="181785" y="105851"/>
                  <a:pt x="182736" y="102619"/>
                </a:cubicBezTo>
                <a:cubicBezTo>
                  <a:pt x="183390" y="100504"/>
                  <a:pt x="183717" y="96481"/>
                  <a:pt x="183717" y="90549"/>
                </a:cubicBezTo>
                <a:lnTo>
                  <a:pt x="183717" y="85613"/>
                </a:lnTo>
                <a:close/>
                <a:moveTo>
                  <a:pt x="257032" y="130738"/>
                </a:moveTo>
                <a:lnTo>
                  <a:pt x="231972" y="130738"/>
                </a:lnTo>
                <a:lnTo>
                  <a:pt x="231972" y="36029"/>
                </a:lnTo>
                <a:lnTo>
                  <a:pt x="255248" y="36029"/>
                </a:lnTo>
                <a:lnTo>
                  <a:pt x="255248" y="49495"/>
                </a:lnTo>
                <a:cubicBezTo>
                  <a:pt x="259232" y="43133"/>
                  <a:pt x="262814" y="38942"/>
                  <a:pt x="265995" y="36921"/>
                </a:cubicBezTo>
                <a:cubicBezTo>
                  <a:pt x="269175" y="34899"/>
                  <a:pt x="272787" y="33888"/>
                  <a:pt x="276830" y="33888"/>
                </a:cubicBezTo>
                <a:cubicBezTo>
                  <a:pt x="282538" y="33888"/>
                  <a:pt x="288037" y="35464"/>
                  <a:pt x="293328" y="38615"/>
                </a:cubicBezTo>
                <a:lnTo>
                  <a:pt x="285570" y="60464"/>
                </a:lnTo>
                <a:cubicBezTo>
                  <a:pt x="281348" y="57729"/>
                  <a:pt x="277425" y="56362"/>
                  <a:pt x="273798" y="56362"/>
                </a:cubicBezTo>
                <a:cubicBezTo>
                  <a:pt x="270290" y="56362"/>
                  <a:pt x="267317" y="57328"/>
                  <a:pt x="264880" y="59260"/>
                </a:cubicBezTo>
                <a:cubicBezTo>
                  <a:pt x="262442" y="61192"/>
                  <a:pt x="260525" y="64685"/>
                  <a:pt x="259128" y="69739"/>
                </a:cubicBezTo>
                <a:cubicBezTo>
                  <a:pt x="257731" y="74792"/>
                  <a:pt x="257032" y="85375"/>
                  <a:pt x="257032" y="101487"/>
                </a:cubicBezTo>
                <a:lnTo>
                  <a:pt x="257032" y="130738"/>
                </a:lnTo>
                <a:close/>
                <a:moveTo>
                  <a:pt x="328116" y="130738"/>
                </a:moveTo>
                <a:lnTo>
                  <a:pt x="303056" y="130738"/>
                </a:lnTo>
                <a:lnTo>
                  <a:pt x="303056" y="36029"/>
                </a:lnTo>
                <a:lnTo>
                  <a:pt x="326332" y="36029"/>
                </a:lnTo>
                <a:lnTo>
                  <a:pt x="326332" y="49495"/>
                </a:lnTo>
                <a:cubicBezTo>
                  <a:pt x="330316" y="43133"/>
                  <a:pt x="333898" y="38942"/>
                  <a:pt x="337079" y="36921"/>
                </a:cubicBezTo>
                <a:cubicBezTo>
                  <a:pt x="340259" y="34899"/>
                  <a:pt x="343871" y="33888"/>
                  <a:pt x="347914" y="33888"/>
                </a:cubicBezTo>
                <a:cubicBezTo>
                  <a:pt x="353621" y="33888"/>
                  <a:pt x="359121" y="35464"/>
                  <a:pt x="364412" y="38615"/>
                </a:cubicBezTo>
                <a:lnTo>
                  <a:pt x="356654" y="60464"/>
                </a:lnTo>
                <a:cubicBezTo>
                  <a:pt x="352432" y="57729"/>
                  <a:pt x="348508" y="56362"/>
                  <a:pt x="344882" y="56362"/>
                </a:cubicBezTo>
                <a:cubicBezTo>
                  <a:pt x="341374" y="56362"/>
                  <a:pt x="338401" y="57328"/>
                  <a:pt x="335964" y="59260"/>
                </a:cubicBezTo>
                <a:cubicBezTo>
                  <a:pt x="333526" y="61192"/>
                  <a:pt x="331609" y="64685"/>
                  <a:pt x="330212" y="69739"/>
                </a:cubicBezTo>
                <a:cubicBezTo>
                  <a:pt x="328814" y="74792"/>
                  <a:pt x="328116" y="85375"/>
                  <a:pt x="328116" y="101487"/>
                </a:cubicBezTo>
                <a:lnTo>
                  <a:pt x="328116" y="130738"/>
                </a:lnTo>
                <a:close/>
                <a:moveTo>
                  <a:pt x="393938" y="65280"/>
                </a:moveTo>
                <a:lnTo>
                  <a:pt x="371197" y="61178"/>
                </a:lnTo>
                <a:cubicBezTo>
                  <a:pt x="373754" y="51901"/>
                  <a:pt x="378153" y="45034"/>
                  <a:pt x="384396" y="40577"/>
                </a:cubicBezTo>
                <a:cubicBezTo>
                  <a:pt x="390639" y="36118"/>
                  <a:pt x="399913" y="33888"/>
                  <a:pt x="412220" y="33888"/>
                </a:cubicBezTo>
                <a:cubicBezTo>
                  <a:pt x="423397" y="33888"/>
                  <a:pt x="431721" y="35211"/>
                  <a:pt x="437191" y="37857"/>
                </a:cubicBezTo>
                <a:cubicBezTo>
                  <a:pt x="442660" y="40503"/>
                  <a:pt x="446510" y="43862"/>
                  <a:pt x="448740" y="47934"/>
                </a:cubicBezTo>
                <a:cubicBezTo>
                  <a:pt x="450969" y="52007"/>
                  <a:pt x="452084" y="59483"/>
                  <a:pt x="452084" y="70363"/>
                </a:cubicBezTo>
                <a:lnTo>
                  <a:pt x="451816" y="99614"/>
                </a:lnTo>
                <a:cubicBezTo>
                  <a:pt x="451816" y="107938"/>
                  <a:pt x="452218" y="114076"/>
                  <a:pt x="453020" y="118030"/>
                </a:cubicBezTo>
                <a:cubicBezTo>
                  <a:pt x="453823" y="121984"/>
                  <a:pt x="455324" y="126220"/>
                  <a:pt x="457524" y="130738"/>
                </a:cubicBezTo>
                <a:lnTo>
                  <a:pt x="432732" y="130738"/>
                </a:lnTo>
                <a:cubicBezTo>
                  <a:pt x="432078" y="129073"/>
                  <a:pt x="431275" y="126606"/>
                  <a:pt x="430324" y="123336"/>
                </a:cubicBezTo>
                <a:cubicBezTo>
                  <a:pt x="429908" y="121850"/>
                  <a:pt x="429610" y="120869"/>
                  <a:pt x="429432" y="120393"/>
                </a:cubicBezTo>
                <a:cubicBezTo>
                  <a:pt x="425151" y="124555"/>
                  <a:pt x="420573" y="127676"/>
                  <a:pt x="415698" y="129757"/>
                </a:cubicBezTo>
                <a:cubicBezTo>
                  <a:pt x="410823" y="131838"/>
                  <a:pt x="405621" y="132879"/>
                  <a:pt x="400092" y="132879"/>
                </a:cubicBezTo>
                <a:cubicBezTo>
                  <a:pt x="390341" y="132879"/>
                  <a:pt x="382657" y="130244"/>
                  <a:pt x="377039" y="124975"/>
                </a:cubicBezTo>
                <a:cubicBezTo>
                  <a:pt x="371420" y="119706"/>
                  <a:pt x="368611" y="113045"/>
                  <a:pt x="368611" y="104993"/>
                </a:cubicBezTo>
                <a:cubicBezTo>
                  <a:pt x="368611" y="99664"/>
                  <a:pt x="369889" y="94914"/>
                  <a:pt x="372446" y="90741"/>
                </a:cubicBezTo>
                <a:cubicBezTo>
                  <a:pt x="375002" y="86566"/>
                  <a:pt x="378584" y="83369"/>
                  <a:pt x="383192" y="81148"/>
                </a:cubicBezTo>
                <a:cubicBezTo>
                  <a:pt x="387800" y="78928"/>
                  <a:pt x="394444" y="76989"/>
                  <a:pt x="403124" y="75332"/>
                </a:cubicBezTo>
                <a:cubicBezTo>
                  <a:pt x="414836" y="73142"/>
                  <a:pt x="422952" y="71099"/>
                  <a:pt x="427470" y="69204"/>
                </a:cubicBezTo>
                <a:lnTo>
                  <a:pt x="427470" y="66679"/>
                </a:lnTo>
                <a:cubicBezTo>
                  <a:pt x="427470" y="61809"/>
                  <a:pt x="426281" y="58338"/>
                  <a:pt x="423903" y="56264"/>
                </a:cubicBezTo>
                <a:cubicBezTo>
                  <a:pt x="421525" y="54189"/>
                  <a:pt x="417036" y="53151"/>
                  <a:pt x="410437" y="53151"/>
                </a:cubicBezTo>
                <a:cubicBezTo>
                  <a:pt x="405978" y="53151"/>
                  <a:pt x="402500" y="54049"/>
                  <a:pt x="400003" y="55844"/>
                </a:cubicBezTo>
                <a:cubicBezTo>
                  <a:pt x="397505" y="57636"/>
                  <a:pt x="395484" y="60782"/>
                  <a:pt x="393938" y="65280"/>
                </a:cubicBezTo>
                <a:moveTo>
                  <a:pt x="427470" y="85613"/>
                </a:moveTo>
                <a:cubicBezTo>
                  <a:pt x="424260" y="86670"/>
                  <a:pt x="419176" y="87934"/>
                  <a:pt x="412220" y="89403"/>
                </a:cubicBezTo>
                <a:cubicBezTo>
                  <a:pt x="405264" y="90871"/>
                  <a:pt x="400716" y="92310"/>
                  <a:pt x="398576" y="93720"/>
                </a:cubicBezTo>
                <a:cubicBezTo>
                  <a:pt x="395306" y="96011"/>
                  <a:pt x="393671" y="98919"/>
                  <a:pt x="393671" y="102443"/>
                </a:cubicBezTo>
                <a:cubicBezTo>
                  <a:pt x="393671" y="105910"/>
                  <a:pt x="394979" y="108907"/>
                  <a:pt x="397595" y="111433"/>
                </a:cubicBezTo>
                <a:cubicBezTo>
                  <a:pt x="400211" y="113958"/>
                  <a:pt x="403540" y="115221"/>
                  <a:pt x="407583" y="115221"/>
                </a:cubicBezTo>
                <a:cubicBezTo>
                  <a:pt x="412101" y="115221"/>
                  <a:pt x="416412" y="113752"/>
                  <a:pt x="420514" y="110815"/>
                </a:cubicBezTo>
                <a:cubicBezTo>
                  <a:pt x="423546" y="108583"/>
                  <a:pt x="425538" y="105851"/>
                  <a:pt x="426489" y="102619"/>
                </a:cubicBezTo>
                <a:cubicBezTo>
                  <a:pt x="427143" y="100504"/>
                  <a:pt x="427470" y="96481"/>
                  <a:pt x="427470" y="90549"/>
                </a:cubicBezTo>
                <a:lnTo>
                  <a:pt x="427470" y="85613"/>
                </a:lnTo>
                <a:close/>
                <a:moveTo>
                  <a:pt x="520226" y="36029"/>
                </a:moveTo>
                <a:lnTo>
                  <a:pt x="520226" y="56005"/>
                </a:lnTo>
                <a:lnTo>
                  <a:pt x="503103" y="56005"/>
                </a:lnTo>
                <a:lnTo>
                  <a:pt x="503103" y="94113"/>
                </a:lnTo>
                <a:cubicBezTo>
                  <a:pt x="503103" y="101831"/>
                  <a:pt x="503267" y="106328"/>
                  <a:pt x="503594" y="107604"/>
                </a:cubicBezTo>
                <a:cubicBezTo>
                  <a:pt x="503921" y="108879"/>
                  <a:pt x="504664" y="109932"/>
                  <a:pt x="505823" y="110765"/>
                </a:cubicBezTo>
                <a:cubicBezTo>
                  <a:pt x="506983" y="111595"/>
                  <a:pt x="508395" y="112010"/>
                  <a:pt x="510059" y="112010"/>
                </a:cubicBezTo>
                <a:cubicBezTo>
                  <a:pt x="512378" y="112010"/>
                  <a:pt x="515737" y="111208"/>
                  <a:pt x="520137" y="109602"/>
                </a:cubicBezTo>
                <a:lnTo>
                  <a:pt x="522277" y="129116"/>
                </a:lnTo>
                <a:cubicBezTo>
                  <a:pt x="516451" y="131624"/>
                  <a:pt x="509851" y="132879"/>
                  <a:pt x="502479" y="132879"/>
                </a:cubicBezTo>
                <a:cubicBezTo>
                  <a:pt x="497961" y="132879"/>
                  <a:pt x="493888" y="132120"/>
                  <a:pt x="490261" y="130604"/>
                </a:cubicBezTo>
                <a:cubicBezTo>
                  <a:pt x="486635" y="129088"/>
                  <a:pt x="483974" y="127126"/>
                  <a:pt x="482280" y="124719"/>
                </a:cubicBezTo>
                <a:cubicBezTo>
                  <a:pt x="480585" y="122311"/>
                  <a:pt x="479411" y="119056"/>
                  <a:pt x="478757" y="114953"/>
                </a:cubicBezTo>
                <a:cubicBezTo>
                  <a:pt x="478222" y="112040"/>
                  <a:pt x="477955" y="106154"/>
                  <a:pt x="477955" y="97296"/>
                </a:cubicBezTo>
                <a:lnTo>
                  <a:pt x="477955" y="56005"/>
                </a:lnTo>
                <a:lnTo>
                  <a:pt x="466450" y="56005"/>
                </a:lnTo>
                <a:lnTo>
                  <a:pt x="466450" y="36029"/>
                </a:lnTo>
                <a:lnTo>
                  <a:pt x="477955" y="36029"/>
                </a:lnTo>
                <a:lnTo>
                  <a:pt x="477955" y="17123"/>
                </a:lnTo>
                <a:lnTo>
                  <a:pt x="503103" y="2319"/>
                </a:lnTo>
                <a:lnTo>
                  <a:pt x="503103" y="36029"/>
                </a:lnTo>
                <a:lnTo>
                  <a:pt x="520226" y="36029"/>
                </a:lnTo>
                <a:close/>
                <a:moveTo>
                  <a:pt x="537615" y="23187"/>
                </a:moveTo>
                <a:lnTo>
                  <a:pt x="537615" y="0"/>
                </a:lnTo>
                <a:lnTo>
                  <a:pt x="562674" y="0"/>
                </a:lnTo>
                <a:lnTo>
                  <a:pt x="562674" y="23187"/>
                </a:lnTo>
                <a:lnTo>
                  <a:pt x="537615" y="23187"/>
                </a:lnTo>
                <a:moveTo>
                  <a:pt x="537615" y="130738"/>
                </a:moveTo>
                <a:lnTo>
                  <a:pt x="537615" y="36029"/>
                </a:lnTo>
                <a:lnTo>
                  <a:pt x="562674" y="36029"/>
                </a:lnTo>
                <a:lnTo>
                  <a:pt x="562674" y="130738"/>
                </a:lnTo>
                <a:lnTo>
                  <a:pt x="537615" y="130738"/>
                </a:lnTo>
                <a:close/>
                <a:moveTo>
                  <a:pt x="614393" y="130738"/>
                </a:moveTo>
                <a:lnTo>
                  <a:pt x="576224" y="36029"/>
                </a:lnTo>
                <a:lnTo>
                  <a:pt x="602532" y="36029"/>
                </a:lnTo>
                <a:lnTo>
                  <a:pt x="620368" y="84364"/>
                </a:lnTo>
                <a:lnTo>
                  <a:pt x="625541" y="100506"/>
                </a:lnTo>
                <a:cubicBezTo>
                  <a:pt x="626908" y="96404"/>
                  <a:pt x="627770" y="93699"/>
                  <a:pt x="628127" y="92391"/>
                </a:cubicBezTo>
                <a:cubicBezTo>
                  <a:pt x="628959" y="89715"/>
                  <a:pt x="629851" y="87040"/>
                  <a:pt x="630802" y="84364"/>
                </a:cubicBezTo>
                <a:lnTo>
                  <a:pt x="648817" y="36029"/>
                </a:lnTo>
                <a:lnTo>
                  <a:pt x="674590" y="36029"/>
                </a:lnTo>
                <a:lnTo>
                  <a:pt x="636956" y="130738"/>
                </a:lnTo>
                <a:lnTo>
                  <a:pt x="614393" y="130738"/>
                </a:lnTo>
                <a:close/>
                <a:moveTo>
                  <a:pt x="744783" y="100595"/>
                </a:moveTo>
                <a:lnTo>
                  <a:pt x="769754" y="104876"/>
                </a:lnTo>
                <a:cubicBezTo>
                  <a:pt x="766543" y="114002"/>
                  <a:pt x="761475" y="120951"/>
                  <a:pt x="754549" y="125722"/>
                </a:cubicBezTo>
                <a:cubicBezTo>
                  <a:pt x="747622" y="130493"/>
                  <a:pt x="738957" y="132879"/>
                  <a:pt x="728553" y="132879"/>
                </a:cubicBezTo>
                <a:cubicBezTo>
                  <a:pt x="712084" y="132879"/>
                  <a:pt x="699896" y="127498"/>
                  <a:pt x="691989" y="116737"/>
                </a:cubicBezTo>
                <a:cubicBezTo>
                  <a:pt x="685746" y="108116"/>
                  <a:pt x="682625" y="97236"/>
                  <a:pt x="682625" y="84097"/>
                </a:cubicBezTo>
                <a:cubicBezTo>
                  <a:pt x="682625" y="68401"/>
                  <a:pt x="686727" y="56109"/>
                  <a:pt x="694932" y="47221"/>
                </a:cubicBezTo>
                <a:cubicBezTo>
                  <a:pt x="703136" y="38333"/>
                  <a:pt x="713511" y="33888"/>
                  <a:pt x="726056" y="33888"/>
                </a:cubicBezTo>
                <a:cubicBezTo>
                  <a:pt x="740146" y="33888"/>
                  <a:pt x="751264" y="38541"/>
                  <a:pt x="759409" y="47845"/>
                </a:cubicBezTo>
                <a:cubicBezTo>
                  <a:pt x="767554" y="57150"/>
                  <a:pt x="771448" y="71404"/>
                  <a:pt x="771092" y="90607"/>
                </a:cubicBezTo>
                <a:lnTo>
                  <a:pt x="708309" y="90607"/>
                </a:lnTo>
                <a:cubicBezTo>
                  <a:pt x="708487" y="98039"/>
                  <a:pt x="710508" y="103821"/>
                  <a:pt x="714373" y="107953"/>
                </a:cubicBezTo>
                <a:cubicBezTo>
                  <a:pt x="718237" y="112085"/>
                  <a:pt x="723053" y="114151"/>
                  <a:pt x="728820" y="114151"/>
                </a:cubicBezTo>
                <a:cubicBezTo>
                  <a:pt x="732744" y="114151"/>
                  <a:pt x="736044" y="113081"/>
                  <a:pt x="738719" y="110940"/>
                </a:cubicBezTo>
                <a:cubicBezTo>
                  <a:pt x="741395" y="108800"/>
                  <a:pt x="743416" y="105352"/>
                  <a:pt x="744783" y="100595"/>
                </a:cubicBezTo>
                <a:moveTo>
                  <a:pt x="746210" y="75268"/>
                </a:moveTo>
                <a:cubicBezTo>
                  <a:pt x="746032" y="68045"/>
                  <a:pt x="744159" y="62552"/>
                  <a:pt x="740592" y="58792"/>
                </a:cubicBezTo>
                <a:cubicBezTo>
                  <a:pt x="737025" y="55032"/>
                  <a:pt x="732685" y="53151"/>
                  <a:pt x="727572" y="53151"/>
                </a:cubicBezTo>
                <a:cubicBezTo>
                  <a:pt x="722102" y="53151"/>
                  <a:pt x="717583" y="55135"/>
                  <a:pt x="714016" y="59101"/>
                </a:cubicBezTo>
                <a:cubicBezTo>
                  <a:pt x="710449" y="63070"/>
                  <a:pt x="708695" y="68459"/>
                  <a:pt x="708755" y="75268"/>
                </a:cubicBezTo>
                <a:lnTo>
                  <a:pt x="746210" y="7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ecca04f1b45ed"/>
          <a:stretch xmlns:a="http://schemas.openxmlformats.org/drawingml/2006/main"/>
        </p:blipFill>
        <p:spPr>
          <a:xfrm xmlns:a="http://schemas.openxmlformats.org/drawingml/2006/main">
            <a:off x="169146" y="1157780"/>
            <a:ext cx="220325" cy="224295"/>
          </a:xfrm>
          <a:prstGeom xmlns:a="http://schemas.openxmlformats.org/drawingml/2006/main" prst="rect">
            <a:avLst/>
          </a:prstGeom>
        </p:spPr>
      </p:pic>
      <p:pic>
        <p:nvPicPr>
          <p:cNvPr id="2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1a73fc4ef4710"/>
          <a:stretch xmlns:a="http://schemas.openxmlformats.org/drawingml/2006/main"/>
        </p:blipFill>
        <p:spPr>
          <a:xfrm xmlns:a="http://schemas.openxmlformats.org/drawingml/2006/main">
            <a:off x="111763" y="1439818"/>
            <a:ext cx="251056" cy="243672"/>
          </a:xfrm>
          <a:prstGeom xmlns:a="http://schemas.openxmlformats.org/drawingml/2006/main" prst="rect">
            <a:avLst/>
          </a:prstGeom>
        </p:spPr>
      </p:pic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B9AA3C-0F65-4DA3-9D57-89A6FD0A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6" y="1647355"/>
            <a:ext cx="102978" cy="44579"/>
          </a:xfrm>
          <a:custGeom xmlns:a="http://schemas.openxmlformats.org/drawingml/2006/main">
            <a:pathLst>
              <a:path w="102978" h="44579">
                <a:moveTo>
                  <a:pt x="4808" y="0"/>
                </a:moveTo>
                <a:lnTo>
                  <a:pt x="102978" y="17310"/>
                </a:lnTo>
                <a:lnTo>
                  <a:pt x="98169" y="44579"/>
                </a:lnTo>
                <a:lnTo>
                  <a:pt x="0" y="27269"/>
                </a:lnTo>
                <a:lnTo>
                  <a:pt x="4808" y="0"/>
                </a:lnTo>
                <a:close/>
                <a:moveTo>
                  <a:pt x="480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D3BBAB-71C9-4A7B-84A7-FB89C1B9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48" y="1676105"/>
            <a:ext cx="99684" cy="7384"/>
          </a:xfrm>
          <a:custGeom xmlns:a="http://schemas.openxmlformats.org/drawingml/2006/main">
            <a:pathLst>
              <a:path w="99684" h="7384">
                <a:moveTo>
                  <a:pt x="0" y="7384"/>
                </a:moveTo>
                <a:lnTo>
                  <a:pt x="99684" y="7384"/>
                </a:lnTo>
                <a:lnTo>
                  <a:pt x="99684" y="0"/>
                </a:lnTo>
                <a:lnTo>
                  <a:pt x="0" y="0"/>
                </a:lnTo>
                <a:lnTo>
                  <a:pt x="0" y="738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d05022e7b4fab"/>
          <a:stretch xmlns:a="http://schemas.openxmlformats.org/drawingml/2006/main"/>
        </p:blipFill>
        <p:spPr>
          <a:xfrm xmlns:a="http://schemas.openxmlformats.org/drawingml/2006/main">
            <a:off x="423054" y="1203529"/>
            <a:ext cx="224871" cy="308751"/>
          </a:xfrm>
          <a:prstGeom xmlns:a="http://schemas.openxmlformats.org/drawingml/2006/main" prst="rect">
            <a:avLst/>
          </a:prstGeom>
        </p:spPr>
      </p:pic>
      <p:pic>
        <p:nvPicPr>
          <p:cNvPr id="2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a4dd58eed45c3"/>
          <a:stretch xmlns:a="http://schemas.openxmlformats.org/drawingml/2006/main"/>
        </p:blipFill>
        <p:spPr>
          <a:xfrm xmlns:a="http://schemas.openxmlformats.org/drawingml/2006/main">
            <a:off x="406393" y="1516723"/>
            <a:ext cx="220325" cy="245268"/>
          </a:xfrm>
          <a:prstGeom xmlns:a="http://schemas.openxmlformats.org/drawingml/2006/main" prst="rect">
            <a:avLst/>
          </a:prstGeom>
        </p:spPr>
      </p:pic>
      <p:pic>
        <p:nvPicPr>
          <p:cNvPr id="2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7a80edffa43f5"/>
          <a:stretch xmlns:a="http://schemas.openxmlformats.org/drawingml/2006/main"/>
        </p:blipFill>
        <p:spPr>
          <a:xfrm xmlns:a="http://schemas.openxmlformats.org/drawingml/2006/main">
            <a:off x="2991005" y="1155939"/>
            <a:ext cx="368060" cy="346619"/>
          </a:xfrm>
          <a:prstGeom xmlns:a="http://schemas.openxmlformats.org/drawingml/2006/main" prst="rect">
            <a:avLst/>
          </a:prstGeom>
        </p:spPr>
      </p:pic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B7057-3838-40E6-9CE2-2504A3DD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311" y="1194497"/>
            <a:ext cx="70569" cy="96951"/>
          </a:xfrm>
          <a:custGeom xmlns:a="http://schemas.openxmlformats.org/drawingml/2006/main">
            <a:pathLst>
              <a:path w="70569" h="96951">
                <a:moveTo>
                  <a:pt x="0" y="96951"/>
                </a:moveTo>
                <a:lnTo>
                  <a:pt x="70569" y="96951"/>
                </a:lnTo>
                <a:lnTo>
                  <a:pt x="70569" y="0"/>
                </a:lnTo>
                <a:lnTo>
                  <a:pt x="0" y="0"/>
                </a:lnTo>
                <a:lnTo>
                  <a:pt x="0" y="969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Rejectif">
            <a:extLst xmlns:a="http://schemas.openxmlformats.org/drawingml/2006/main">
              <a:ext uri="{FF2B5EF4-FFF2-40B4-BE49-F238E27FC236}">
                <a16:creationId xmlns:a16="http://schemas.microsoft.com/office/drawing/2014/main" id="{196277F3-58FF-4C43-9D1D-01D7C481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940" y="2024028"/>
            <a:ext cx="675467" cy="164983"/>
          </a:xfrm>
          <a:custGeom xmlns:a="http://schemas.openxmlformats.org/drawingml/2006/main">
            <a:pathLst>
              <a:path w="675467" h="164983">
                <a:moveTo>
                  <a:pt x="0" y="127939"/>
                </a:moveTo>
                <a:lnTo>
                  <a:pt x="0" y="2230"/>
                </a:lnTo>
                <a:lnTo>
                  <a:pt x="53422" y="2230"/>
                </a:lnTo>
                <a:cubicBezTo>
                  <a:pt x="66857" y="2230"/>
                  <a:pt x="76618" y="3359"/>
                  <a:pt x="82706" y="5617"/>
                </a:cubicBezTo>
                <a:cubicBezTo>
                  <a:pt x="88794" y="7875"/>
                  <a:pt x="93668" y="11891"/>
                  <a:pt x="97326" y="17665"/>
                </a:cubicBezTo>
                <a:cubicBezTo>
                  <a:pt x="100985" y="23438"/>
                  <a:pt x="102815" y="30041"/>
                  <a:pt x="102815" y="37473"/>
                </a:cubicBezTo>
                <a:cubicBezTo>
                  <a:pt x="102815" y="46905"/>
                  <a:pt x="100042" y="54694"/>
                  <a:pt x="94497" y="60840"/>
                </a:cubicBezTo>
                <a:cubicBezTo>
                  <a:pt x="88952" y="66985"/>
                  <a:pt x="80662" y="70858"/>
                  <a:pt x="69629" y="72459"/>
                </a:cubicBezTo>
                <a:cubicBezTo>
                  <a:pt x="75117" y="75660"/>
                  <a:pt x="79648" y="79176"/>
                  <a:pt x="83221" y="83006"/>
                </a:cubicBezTo>
                <a:cubicBezTo>
                  <a:pt x="86794" y="86836"/>
                  <a:pt x="91610" y="93639"/>
                  <a:pt x="97669" y="103415"/>
                </a:cubicBezTo>
                <a:lnTo>
                  <a:pt x="113019" y="127939"/>
                </a:lnTo>
                <a:lnTo>
                  <a:pt x="82663" y="127939"/>
                </a:lnTo>
                <a:lnTo>
                  <a:pt x="64313" y="100577"/>
                </a:lnTo>
                <a:cubicBezTo>
                  <a:pt x="57796" y="90805"/>
                  <a:pt x="53337" y="84648"/>
                  <a:pt x="50936" y="82106"/>
                </a:cubicBezTo>
                <a:cubicBezTo>
                  <a:pt x="48535" y="79562"/>
                  <a:pt x="45991" y="77818"/>
                  <a:pt x="43304" y="76875"/>
                </a:cubicBezTo>
                <a:cubicBezTo>
                  <a:pt x="40617" y="75932"/>
                  <a:pt x="36358" y="75460"/>
                  <a:pt x="30527" y="75460"/>
                </a:cubicBezTo>
                <a:lnTo>
                  <a:pt x="25382" y="75460"/>
                </a:lnTo>
                <a:lnTo>
                  <a:pt x="25382" y="127939"/>
                </a:lnTo>
                <a:lnTo>
                  <a:pt x="0" y="127939"/>
                </a:lnTo>
                <a:moveTo>
                  <a:pt x="25382" y="55395"/>
                </a:moveTo>
                <a:lnTo>
                  <a:pt x="44161" y="55395"/>
                </a:lnTo>
                <a:cubicBezTo>
                  <a:pt x="56338" y="55395"/>
                  <a:pt x="63941" y="54880"/>
                  <a:pt x="66971" y="53851"/>
                </a:cubicBezTo>
                <a:cubicBezTo>
                  <a:pt x="70001" y="52822"/>
                  <a:pt x="72373" y="51050"/>
                  <a:pt x="74088" y="48535"/>
                </a:cubicBezTo>
                <a:cubicBezTo>
                  <a:pt x="75803" y="46019"/>
                  <a:pt x="76661" y="42875"/>
                  <a:pt x="76661" y="39102"/>
                </a:cubicBezTo>
                <a:cubicBezTo>
                  <a:pt x="76661" y="34872"/>
                  <a:pt x="75532" y="31456"/>
                  <a:pt x="73274" y="28855"/>
                </a:cubicBezTo>
                <a:cubicBezTo>
                  <a:pt x="71015" y="26254"/>
                  <a:pt x="67828" y="24610"/>
                  <a:pt x="63712" y="23924"/>
                </a:cubicBezTo>
                <a:cubicBezTo>
                  <a:pt x="61654" y="23638"/>
                  <a:pt x="55480" y="23496"/>
                  <a:pt x="45190" y="23496"/>
                </a:cubicBezTo>
                <a:lnTo>
                  <a:pt x="25382" y="23496"/>
                </a:lnTo>
                <a:lnTo>
                  <a:pt x="25382" y="55395"/>
                </a:lnTo>
                <a:close/>
                <a:moveTo>
                  <a:pt x="179309" y="98956"/>
                </a:moveTo>
                <a:lnTo>
                  <a:pt x="203319" y="103072"/>
                </a:lnTo>
                <a:cubicBezTo>
                  <a:pt x="200232" y="111847"/>
                  <a:pt x="195359" y="118528"/>
                  <a:pt x="188699" y="123116"/>
                </a:cubicBezTo>
                <a:cubicBezTo>
                  <a:pt x="182039" y="127703"/>
                  <a:pt x="173707" y="129997"/>
                  <a:pt x="163703" y="129997"/>
                </a:cubicBezTo>
                <a:cubicBezTo>
                  <a:pt x="147868" y="129997"/>
                  <a:pt x="136148" y="124824"/>
                  <a:pt x="128545" y="114477"/>
                </a:cubicBezTo>
                <a:cubicBezTo>
                  <a:pt x="122543" y="106187"/>
                  <a:pt x="119541" y="95726"/>
                  <a:pt x="119541" y="83092"/>
                </a:cubicBezTo>
                <a:cubicBezTo>
                  <a:pt x="119541" y="68000"/>
                  <a:pt x="123486" y="56181"/>
                  <a:pt x="131375" y="47634"/>
                </a:cubicBezTo>
                <a:cubicBezTo>
                  <a:pt x="139264" y="39088"/>
                  <a:pt x="149240" y="34815"/>
                  <a:pt x="161302" y="34815"/>
                </a:cubicBezTo>
                <a:cubicBezTo>
                  <a:pt x="174850" y="34815"/>
                  <a:pt x="185541" y="39288"/>
                  <a:pt x="193372" y="48234"/>
                </a:cubicBezTo>
                <a:cubicBezTo>
                  <a:pt x="201204" y="57181"/>
                  <a:pt x="204949" y="70887"/>
                  <a:pt x="204606" y="89352"/>
                </a:cubicBezTo>
                <a:lnTo>
                  <a:pt x="144238" y="89352"/>
                </a:lnTo>
                <a:cubicBezTo>
                  <a:pt x="144409" y="96498"/>
                  <a:pt x="146353" y="102057"/>
                  <a:pt x="150069" y="106030"/>
                </a:cubicBezTo>
                <a:cubicBezTo>
                  <a:pt x="153784" y="110003"/>
                  <a:pt x="158415" y="111990"/>
                  <a:pt x="163960" y="111990"/>
                </a:cubicBezTo>
                <a:cubicBezTo>
                  <a:pt x="167733" y="111990"/>
                  <a:pt x="170906" y="110961"/>
                  <a:pt x="173478" y="108903"/>
                </a:cubicBezTo>
                <a:cubicBezTo>
                  <a:pt x="176051" y="106845"/>
                  <a:pt x="177995" y="103529"/>
                  <a:pt x="179309" y="98956"/>
                </a:cubicBezTo>
                <a:moveTo>
                  <a:pt x="180681" y="74603"/>
                </a:moveTo>
                <a:cubicBezTo>
                  <a:pt x="180510" y="67657"/>
                  <a:pt x="178709" y="62376"/>
                  <a:pt x="175279" y="58760"/>
                </a:cubicBezTo>
                <a:cubicBezTo>
                  <a:pt x="171849" y="55145"/>
                  <a:pt x="167676" y="53337"/>
                  <a:pt x="162760" y="53337"/>
                </a:cubicBezTo>
                <a:cubicBezTo>
                  <a:pt x="157500" y="53337"/>
                  <a:pt x="153156" y="55244"/>
                  <a:pt x="149726" y="59058"/>
                </a:cubicBezTo>
                <a:cubicBezTo>
                  <a:pt x="146296" y="62874"/>
                  <a:pt x="144609" y="68055"/>
                  <a:pt x="144666" y="74603"/>
                </a:cubicBezTo>
                <a:lnTo>
                  <a:pt x="180681" y="74603"/>
                </a:lnTo>
                <a:close/>
                <a:moveTo>
                  <a:pt x="223736" y="24525"/>
                </a:moveTo>
                <a:lnTo>
                  <a:pt x="223736" y="2230"/>
                </a:lnTo>
                <a:lnTo>
                  <a:pt x="247832" y="2230"/>
                </a:lnTo>
                <a:lnTo>
                  <a:pt x="247832" y="24525"/>
                </a:lnTo>
                <a:lnTo>
                  <a:pt x="223736" y="24525"/>
                </a:lnTo>
                <a:moveTo>
                  <a:pt x="247832" y="36873"/>
                </a:moveTo>
                <a:lnTo>
                  <a:pt x="247832" y="125169"/>
                </a:lnTo>
                <a:cubicBezTo>
                  <a:pt x="247832" y="136781"/>
                  <a:pt x="247075" y="144975"/>
                  <a:pt x="245560" y="149752"/>
                </a:cubicBezTo>
                <a:cubicBezTo>
                  <a:pt x="244045" y="154529"/>
                  <a:pt x="241129" y="158262"/>
                  <a:pt x="236813" y="160950"/>
                </a:cubicBezTo>
                <a:cubicBezTo>
                  <a:pt x="232497" y="163639"/>
                  <a:pt x="226995" y="164983"/>
                  <a:pt x="220306" y="164983"/>
                </a:cubicBezTo>
                <a:cubicBezTo>
                  <a:pt x="217905" y="164983"/>
                  <a:pt x="215318" y="164768"/>
                  <a:pt x="212546" y="164338"/>
                </a:cubicBezTo>
                <a:cubicBezTo>
                  <a:pt x="209773" y="163907"/>
                  <a:pt x="206786" y="163261"/>
                  <a:pt x="203585" y="162400"/>
                </a:cubicBezTo>
                <a:lnTo>
                  <a:pt x="207787" y="141745"/>
                </a:lnTo>
                <a:cubicBezTo>
                  <a:pt x="208930" y="141974"/>
                  <a:pt x="210002" y="142160"/>
                  <a:pt x="211002" y="142302"/>
                </a:cubicBezTo>
                <a:cubicBezTo>
                  <a:pt x="212003" y="142445"/>
                  <a:pt x="212932" y="142517"/>
                  <a:pt x="213789" y="142517"/>
                </a:cubicBezTo>
                <a:cubicBezTo>
                  <a:pt x="216247" y="142517"/>
                  <a:pt x="218263" y="141988"/>
                  <a:pt x="219835" y="140930"/>
                </a:cubicBezTo>
                <a:cubicBezTo>
                  <a:pt x="221407" y="139873"/>
                  <a:pt x="222450" y="138601"/>
                  <a:pt x="222965" y="137115"/>
                </a:cubicBezTo>
                <a:cubicBezTo>
                  <a:pt x="223479" y="135628"/>
                  <a:pt x="223736" y="131169"/>
                  <a:pt x="223736" y="123738"/>
                </a:cubicBezTo>
                <a:lnTo>
                  <a:pt x="223736" y="36873"/>
                </a:lnTo>
                <a:lnTo>
                  <a:pt x="247832" y="36873"/>
                </a:lnTo>
                <a:close/>
                <a:moveTo>
                  <a:pt x="325773" y="98956"/>
                </a:moveTo>
                <a:lnTo>
                  <a:pt x="349783" y="103072"/>
                </a:lnTo>
                <a:cubicBezTo>
                  <a:pt x="346696" y="111847"/>
                  <a:pt x="341823" y="118528"/>
                  <a:pt x="335163" y="123116"/>
                </a:cubicBezTo>
                <a:cubicBezTo>
                  <a:pt x="328503" y="127703"/>
                  <a:pt x="320171" y="129997"/>
                  <a:pt x="310167" y="129997"/>
                </a:cubicBezTo>
                <a:cubicBezTo>
                  <a:pt x="294332" y="129997"/>
                  <a:pt x="282612" y="124824"/>
                  <a:pt x="275009" y="114477"/>
                </a:cubicBezTo>
                <a:cubicBezTo>
                  <a:pt x="269007" y="106187"/>
                  <a:pt x="266006" y="95726"/>
                  <a:pt x="266006" y="83092"/>
                </a:cubicBezTo>
                <a:cubicBezTo>
                  <a:pt x="266006" y="68000"/>
                  <a:pt x="269950" y="56181"/>
                  <a:pt x="277839" y="47634"/>
                </a:cubicBezTo>
                <a:cubicBezTo>
                  <a:pt x="285728" y="39088"/>
                  <a:pt x="295704" y="34815"/>
                  <a:pt x="307766" y="34815"/>
                </a:cubicBezTo>
                <a:cubicBezTo>
                  <a:pt x="321314" y="34815"/>
                  <a:pt x="332005" y="39288"/>
                  <a:pt x="339836" y="48234"/>
                </a:cubicBezTo>
                <a:cubicBezTo>
                  <a:pt x="347668" y="57181"/>
                  <a:pt x="351413" y="70887"/>
                  <a:pt x="351070" y="89352"/>
                </a:cubicBezTo>
                <a:lnTo>
                  <a:pt x="290702" y="89352"/>
                </a:lnTo>
                <a:cubicBezTo>
                  <a:pt x="290873" y="96498"/>
                  <a:pt x="292817" y="102057"/>
                  <a:pt x="296533" y="106030"/>
                </a:cubicBezTo>
                <a:cubicBezTo>
                  <a:pt x="300248" y="110003"/>
                  <a:pt x="304879" y="111990"/>
                  <a:pt x="310424" y="111990"/>
                </a:cubicBezTo>
                <a:cubicBezTo>
                  <a:pt x="314197" y="111990"/>
                  <a:pt x="317370" y="110961"/>
                  <a:pt x="319942" y="108903"/>
                </a:cubicBezTo>
                <a:cubicBezTo>
                  <a:pt x="322515" y="106845"/>
                  <a:pt x="324459" y="103529"/>
                  <a:pt x="325773" y="98956"/>
                </a:cubicBezTo>
                <a:moveTo>
                  <a:pt x="327145" y="74603"/>
                </a:moveTo>
                <a:cubicBezTo>
                  <a:pt x="326974" y="67657"/>
                  <a:pt x="325173" y="62376"/>
                  <a:pt x="321743" y="58760"/>
                </a:cubicBezTo>
                <a:cubicBezTo>
                  <a:pt x="318313" y="55145"/>
                  <a:pt x="314140" y="53337"/>
                  <a:pt x="309224" y="53337"/>
                </a:cubicBezTo>
                <a:cubicBezTo>
                  <a:pt x="303964" y="53337"/>
                  <a:pt x="299620" y="55244"/>
                  <a:pt x="296190" y="59058"/>
                </a:cubicBezTo>
                <a:cubicBezTo>
                  <a:pt x="292760" y="62874"/>
                  <a:pt x="291073" y="68055"/>
                  <a:pt x="291130" y="74603"/>
                </a:cubicBezTo>
                <a:lnTo>
                  <a:pt x="327145" y="74603"/>
                </a:lnTo>
                <a:close/>
                <a:moveTo>
                  <a:pt x="450120" y="63798"/>
                </a:moveTo>
                <a:lnTo>
                  <a:pt x="426367" y="68086"/>
                </a:lnTo>
                <a:cubicBezTo>
                  <a:pt x="425567" y="63369"/>
                  <a:pt x="423751" y="59818"/>
                  <a:pt x="420922" y="57431"/>
                </a:cubicBezTo>
                <a:cubicBezTo>
                  <a:pt x="418092" y="55044"/>
                  <a:pt x="414419" y="53851"/>
                  <a:pt x="409903" y="53851"/>
                </a:cubicBezTo>
                <a:cubicBezTo>
                  <a:pt x="403900" y="53851"/>
                  <a:pt x="399113" y="55917"/>
                  <a:pt x="395540" y="60049"/>
                </a:cubicBezTo>
                <a:cubicBezTo>
                  <a:pt x="391967" y="64181"/>
                  <a:pt x="390180" y="71091"/>
                  <a:pt x="390180" y="80779"/>
                </a:cubicBezTo>
                <a:cubicBezTo>
                  <a:pt x="390180" y="91552"/>
                  <a:pt x="391995" y="99161"/>
                  <a:pt x="395625" y="103608"/>
                </a:cubicBezTo>
                <a:cubicBezTo>
                  <a:pt x="399256" y="108052"/>
                  <a:pt x="404129" y="110275"/>
                  <a:pt x="410246" y="110275"/>
                </a:cubicBezTo>
                <a:cubicBezTo>
                  <a:pt x="414819" y="110275"/>
                  <a:pt x="418564" y="108974"/>
                  <a:pt x="421479" y="106373"/>
                </a:cubicBezTo>
                <a:cubicBezTo>
                  <a:pt x="424395" y="103772"/>
                  <a:pt x="426453" y="99299"/>
                  <a:pt x="427653" y="92953"/>
                </a:cubicBezTo>
                <a:lnTo>
                  <a:pt x="451320" y="97069"/>
                </a:lnTo>
                <a:cubicBezTo>
                  <a:pt x="448862" y="107931"/>
                  <a:pt x="444146" y="116134"/>
                  <a:pt x="437171" y="121680"/>
                </a:cubicBezTo>
                <a:cubicBezTo>
                  <a:pt x="430197" y="127225"/>
                  <a:pt x="420850" y="129997"/>
                  <a:pt x="409131" y="129997"/>
                </a:cubicBezTo>
                <a:cubicBezTo>
                  <a:pt x="395811" y="129997"/>
                  <a:pt x="385192" y="125796"/>
                  <a:pt x="377275" y="117392"/>
                </a:cubicBezTo>
                <a:cubicBezTo>
                  <a:pt x="369357" y="108989"/>
                  <a:pt x="365398" y="97355"/>
                  <a:pt x="365398" y="82492"/>
                </a:cubicBezTo>
                <a:cubicBezTo>
                  <a:pt x="365398" y="67457"/>
                  <a:pt x="369372" y="55752"/>
                  <a:pt x="377318" y="47377"/>
                </a:cubicBezTo>
                <a:cubicBezTo>
                  <a:pt x="385264" y="39002"/>
                  <a:pt x="396011" y="34815"/>
                  <a:pt x="409560" y="34815"/>
                </a:cubicBezTo>
                <a:cubicBezTo>
                  <a:pt x="420650" y="34815"/>
                  <a:pt x="429468" y="37201"/>
                  <a:pt x="436014" y="41975"/>
                </a:cubicBezTo>
                <a:cubicBezTo>
                  <a:pt x="442559" y="46748"/>
                  <a:pt x="447261" y="54023"/>
                  <a:pt x="450120" y="63798"/>
                </a:cubicBezTo>
                <a:close/>
                <a:moveTo>
                  <a:pt x="510153" y="36873"/>
                </a:moveTo>
                <a:lnTo>
                  <a:pt x="510153" y="56081"/>
                </a:lnTo>
                <a:lnTo>
                  <a:pt x="493689" y="56081"/>
                </a:lnTo>
                <a:lnTo>
                  <a:pt x="493689" y="92723"/>
                </a:lnTo>
                <a:cubicBezTo>
                  <a:pt x="493689" y="100144"/>
                  <a:pt x="493846" y="104468"/>
                  <a:pt x="494161" y="105695"/>
                </a:cubicBezTo>
                <a:cubicBezTo>
                  <a:pt x="494475" y="106921"/>
                  <a:pt x="495190" y="107934"/>
                  <a:pt x="496305" y="108734"/>
                </a:cubicBezTo>
                <a:cubicBezTo>
                  <a:pt x="497419" y="109532"/>
                  <a:pt x="498777" y="109932"/>
                  <a:pt x="500378" y="109932"/>
                </a:cubicBezTo>
                <a:cubicBezTo>
                  <a:pt x="502607" y="109932"/>
                  <a:pt x="505837" y="109160"/>
                  <a:pt x="510067" y="107617"/>
                </a:cubicBezTo>
                <a:lnTo>
                  <a:pt x="512126" y="126380"/>
                </a:lnTo>
                <a:cubicBezTo>
                  <a:pt x="506523" y="128791"/>
                  <a:pt x="500178" y="129997"/>
                  <a:pt x="493089" y="129997"/>
                </a:cubicBezTo>
                <a:cubicBezTo>
                  <a:pt x="488744" y="129997"/>
                  <a:pt x="484828" y="129268"/>
                  <a:pt x="481341" y="127811"/>
                </a:cubicBezTo>
                <a:cubicBezTo>
                  <a:pt x="477854" y="126353"/>
                  <a:pt x="475296" y="124466"/>
                  <a:pt x="473667" y="122151"/>
                </a:cubicBezTo>
                <a:cubicBezTo>
                  <a:pt x="472037" y="119836"/>
                  <a:pt x="470908" y="116706"/>
                  <a:pt x="470279" y="112762"/>
                </a:cubicBezTo>
                <a:cubicBezTo>
                  <a:pt x="469765" y="109960"/>
                  <a:pt x="469508" y="104301"/>
                  <a:pt x="469508" y="95783"/>
                </a:cubicBezTo>
                <a:lnTo>
                  <a:pt x="469508" y="56081"/>
                </a:lnTo>
                <a:lnTo>
                  <a:pt x="458446" y="56081"/>
                </a:lnTo>
                <a:lnTo>
                  <a:pt x="458446" y="36873"/>
                </a:lnTo>
                <a:lnTo>
                  <a:pt x="469508" y="36873"/>
                </a:lnTo>
                <a:lnTo>
                  <a:pt x="469508" y="18694"/>
                </a:lnTo>
                <a:lnTo>
                  <a:pt x="493689" y="4459"/>
                </a:lnTo>
                <a:lnTo>
                  <a:pt x="493689" y="36873"/>
                </a:lnTo>
                <a:lnTo>
                  <a:pt x="510153" y="36873"/>
                </a:lnTo>
                <a:close/>
                <a:moveTo>
                  <a:pt x="575659" y="24525"/>
                </a:moveTo>
                <a:lnTo>
                  <a:pt x="575659" y="2230"/>
                </a:lnTo>
                <a:lnTo>
                  <a:pt x="599755" y="2230"/>
                </a:lnTo>
                <a:lnTo>
                  <a:pt x="599755" y="24525"/>
                </a:lnTo>
                <a:lnTo>
                  <a:pt x="575659" y="24525"/>
                </a:lnTo>
                <a:moveTo>
                  <a:pt x="575659" y="127939"/>
                </a:moveTo>
                <a:lnTo>
                  <a:pt x="575659" y="36873"/>
                </a:lnTo>
                <a:lnTo>
                  <a:pt x="599755" y="36873"/>
                </a:lnTo>
                <a:lnTo>
                  <a:pt x="599755" y="127939"/>
                </a:lnTo>
                <a:lnTo>
                  <a:pt x="575659" y="127939"/>
                </a:lnTo>
                <a:close/>
                <a:moveTo>
                  <a:pt x="613898" y="36873"/>
                </a:moveTo>
                <a:lnTo>
                  <a:pt x="627275" y="36873"/>
                </a:lnTo>
                <a:lnTo>
                  <a:pt x="627275" y="29996"/>
                </a:lnTo>
                <a:cubicBezTo>
                  <a:pt x="627275" y="22318"/>
                  <a:pt x="628090" y="16588"/>
                  <a:pt x="629719" y="12806"/>
                </a:cubicBezTo>
                <a:cubicBezTo>
                  <a:pt x="631348" y="9024"/>
                  <a:pt x="634350" y="5944"/>
                  <a:pt x="638723" y="3567"/>
                </a:cubicBezTo>
                <a:cubicBezTo>
                  <a:pt x="643096" y="1189"/>
                  <a:pt x="648627" y="0"/>
                  <a:pt x="655316" y="0"/>
                </a:cubicBezTo>
                <a:cubicBezTo>
                  <a:pt x="662176" y="0"/>
                  <a:pt x="668893" y="1029"/>
                  <a:pt x="675467" y="3087"/>
                </a:cubicBezTo>
                <a:lnTo>
                  <a:pt x="672208" y="19894"/>
                </a:lnTo>
                <a:cubicBezTo>
                  <a:pt x="668378" y="18979"/>
                  <a:pt x="664691" y="18522"/>
                  <a:pt x="661147" y="18522"/>
                </a:cubicBezTo>
                <a:cubicBezTo>
                  <a:pt x="657659" y="18522"/>
                  <a:pt x="655158" y="19341"/>
                  <a:pt x="653643" y="20979"/>
                </a:cubicBezTo>
                <a:cubicBezTo>
                  <a:pt x="652129" y="22616"/>
                  <a:pt x="651371" y="25760"/>
                  <a:pt x="651371" y="30412"/>
                </a:cubicBezTo>
                <a:lnTo>
                  <a:pt x="651371" y="36873"/>
                </a:lnTo>
                <a:lnTo>
                  <a:pt x="669379" y="36873"/>
                </a:lnTo>
                <a:lnTo>
                  <a:pt x="669379" y="55909"/>
                </a:lnTo>
                <a:lnTo>
                  <a:pt x="651371" y="55909"/>
                </a:lnTo>
                <a:lnTo>
                  <a:pt x="651371" y="127939"/>
                </a:lnTo>
                <a:lnTo>
                  <a:pt x="627275" y="127939"/>
                </a:lnTo>
                <a:lnTo>
                  <a:pt x="627275" y="55909"/>
                </a:lnTo>
                <a:lnTo>
                  <a:pt x="613898" y="55909"/>
                </a:lnTo>
                <a:lnTo>
                  <a:pt x="613898" y="36873"/>
                </a:ln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toofake">
            <a:extLst xmlns:a="http://schemas.openxmlformats.org/drawingml/2006/main">
              <a:ext uri="{FF2B5EF4-FFF2-40B4-BE49-F238E27FC236}">
                <a16:creationId xmlns:a16="http://schemas.microsoft.com/office/drawing/2014/main" id="{29247EDB-4D80-4ACC-94E6-29BFD5AF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666" y="2226463"/>
            <a:ext cx="663958" cy="129997"/>
          </a:xfrm>
          <a:custGeom xmlns:a="http://schemas.openxmlformats.org/drawingml/2006/main">
            <a:pathLst>
              <a:path w="663958" h="129997">
                <a:moveTo>
                  <a:pt x="51707" y="36873"/>
                </a:moveTo>
                <a:lnTo>
                  <a:pt x="51707" y="56081"/>
                </a:lnTo>
                <a:lnTo>
                  <a:pt x="35243" y="56081"/>
                </a:lnTo>
                <a:lnTo>
                  <a:pt x="35243" y="92723"/>
                </a:lnTo>
                <a:cubicBezTo>
                  <a:pt x="35243" y="100144"/>
                  <a:pt x="35401" y="104468"/>
                  <a:pt x="35715" y="105695"/>
                </a:cubicBezTo>
                <a:cubicBezTo>
                  <a:pt x="36029" y="106921"/>
                  <a:pt x="36744" y="107934"/>
                  <a:pt x="37859" y="108734"/>
                </a:cubicBezTo>
                <a:cubicBezTo>
                  <a:pt x="38973" y="109532"/>
                  <a:pt x="40331" y="109932"/>
                  <a:pt x="41932" y="109932"/>
                </a:cubicBezTo>
                <a:cubicBezTo>
                  <a:pt x="44161" y="109932"/>
                  <a:pt x="47391" y="109160"/>
                  <a:pt x="51622" y="107617"/>
                </a:cubicBezTo>
                <a:lnTo>
                  <a:pt x="53680" y="126380"/>
                </a:lnTo>
                <a:cubicBezTo>
                  <a:pt x="48077" y="128791"/>
                  <a:pt x="41732" y="129997"/>
                  <a:pt x="34643" y="129997"/>
                </a:cubicBezTo>
                <a:cubicBezTo>
                  <a:pt x="30298" y="129997"/>
                  <a:pt x="26382" y="129268"/>
                  <a:pt x="22895" y="127811"/>
                </a:cubicBezTo>
                <a:cubicBezTo>
                  <a:pt x="19408" y="126353"/>
                  <a:pt x="16850" y="124466"/>
                  <a:pt x="15221" y="122151"/>
                </a:cubicBezTo>
                <a:cubicBezTo>
                  <a:pt x="13591" y="119836"/>
                  <a:pt x="12462" y="116706"/>
                  <a:pt x="11834" y="112762"/>
                </a:cubicBezTo>
                <a:cubicBezTo>
                  <a:pt x="11319" y="109960"/>
                  <a:pt x="11062" y="104301"/>
                  <a:pt x="11062" y="95783"/>
                </a:cubicBezTo>
                <a:lnTo>
                  <a:pt x="11062" y="56081"/>
                </a:lnTo>
                <a:lnTo>
                  <a:pt x="0" y="56081"/>
                </a:lnTo>
                <a:lnTo>
                  <a:pt x="0" y="36873"/>
                </a:lnTo>
                <a:lnTo>
                  <a:pt x="11062" y="36873"/>
                </a:lnTo>
                <a:lnTo>
                  <a:pt x="11062" y="18694"/>
                </a:lnTo>
                <a:lnTo>
                  <a:pt x="35243" y="4459"/>
                </a:lnTo>
                <a:lnTo>
                  <a:pt x="35243" y="36873"/>
                </a:lnTo>
                <a:lnTo>
                  <a:pt x="51707" y="36873"/>
                </a:lnTo>
                <a:close/>
                <a:moveTo>
                  <a:pt x="62854" y="81120"/>
                </a:moveTo>
                <a:cubicBezTo>
                  <a:pt x="62854" y="73116"/>
                  <a:pt x="64826" y="65370"/>
                  <a:pt x="68770" y="57881"/>
                </a:cubicBezTo>
                <a:cubicBezTo>
                  <a:pt x="72715" y="50393"/>
                  <a:pt x="78303" y="44676"/>
                  <a:pt x="85535" y="40731"/>
                </a:cubicBezTo>
                <a:cubicBezTo>
                  <a:pt x="92766" y="36787"/>
                  <a:pt x="100841" y="34815"/>
                  <a:pt x="109759" y="34815"/>
                </a:cubicBezTo>
                <a:cubicBezTo>
                  <a:pt x="123536" y="34815"/>
                  <a:pt x="134827" y="39288"/>
                  <a:pt x="143630" y="48234"/>
                </a:cubicBezTo>
                <a:cubicBezTo>
                  <a:pt x="152434" y="57181"/>
                  <a:pt x="156836" y="68486"/>
                  <a:pt x="156836" y="82149"/>
                </a:cubicBezTo>
                <a:cubicBezTo>
                  <a:pt x="156836" y="95926"/>
                  <a:pt x="152391" y="107345"/>
                  <a:pt x="143502" y="116406"/>
                </a:cubicBezTo>
                <a:cubicBezTo>
                  <a:pt x="134612" y="125467"/>
                  <a:pt x="123422" y="129997"/>
                  <a:pt x="109930" y="129997"/>
                </a:cubicBezTo>
                <a:cubicBezTo>
                  <a:pt x="101584" y="129997"/>
                  <a:pt x="93624" y="128111"/>
                  <a:pt x="86049" y="124338"/>
                </a:cubicBezTo>
                <a:cubicBezTo>
                  <a:pt x="78474" y="120565"/>
                  <a:pt x="72715" y="115034"/>
                  <a:pt x="68770" y="107745"/>
                </a:cubicBezTo>
                <a:cubicBezTo>
                  <a:pt x="64826" y="100456"/>
                  <a:pt x="62854" y="91581"/>
                  <a:pt x="62854" y="81120"/>
                </a:cubicBezTo>
                <a:moveTo>
                  <a:pt x="87550" y="82406"/>
                </a:moveTo>
                <a:cubicBezTo>
                  <a:pt x="87550" y="91410"/>
                  <a:pt x="89693" y="98305"/>
                  <a:pt x="93981" y="103093"/>
                </a:cubicBezTo>
                <a:cubicBezTo>
                  <a:pt x="98268" y="107881"/>
                  <a:pt x="103556" y="110275"/>
                  <a:pt x="109845" y="110275"/>
                </a:cubicBezTo>
                <a:cubicBezTo>
                  <a:pt x="116133" y="110275"/>
                  <a:pt x="121407" y="107881"/>
                  <a:pt x="125666" y="103093"/>
                </a:cubicBezTo>
                <a:cubicBezTo>
                  <a:pt x="129925" y="98305"/>
                  <a:pt x="132054" y="91353"/>
                  <a:pt x="132054" y="82234"/>
                </a:cubicBezTo>
                <a:cubicBezTo>
                  <a:pt x="132054" y="73345"/>
                  <a:pt x="129925" y="66506"/>
                  <a:pt x="125666" y="61719"/>
                </a:cubicBezTo>
                <a:cubicBezTo>
                  <a:pt x="121407" y="56931"/>
                  <a:pt x="116133" y="54537"/>
                  <a:pt x="109845" y="54537"/>
                </a:cubicBezTo>
                <a:cubicBezTo>
                  <a:pt x="103556" y="54537"/>
                  <a:pt x="98268" y="56931"/>
                  <a:pt x="93981" y="61719"/>
                </a:cubicBezTo>
                <a:cubicBezTo>
                  <a:pt x="89693" y="66506"/>
                  <a:pt x="87550" y="73402"/>
                  <a:pt x="87550" y="82406"/>
                </a:cubicBezTo>
                <a:close/>
                <a:moveTo>
                  <a:pt x="170120" y="81120"/>
                </a:moveTo>
                <a:cubicBezTo>
                  <a:pt x="170120" y="73116"/>
                  <a:pt x="172092" y="65370"/>
                  <a:pt x="176037" y="57881"/>
                </a:cubicBezTo>
                <a:cubicBezTo>
                  <a:pt x="179981" y="50393"/>
                  <a:pt x="185569" y="44676"/>
                  <a:pt x="192801" y="40731"/>
                </a:cubicBezTo>
                <a:cubicBezTo>
                  <a:pt x="200033" y="36787"/>
                  <a:pt x="208107" y="34815"/>
                  <a:pt x="217025" y="34815"/>
                </a:cubicBezTo>
                <a:cubicBezTo>
                  <a:pt x="230803" y="34815"/>
                  <a:pt x="242093" y="39288"/>
                  <a:pt x="250897" y="48234"/>
                </a:cubicBezTo>
                <a:cubicBezTo>
                  <a:pt x="259701" y="57181"/>
                  <a:pt x="264102" y="68486"/>
                  <a:pt x="264102" y="82149"/>
                </a:cubicBezTo>
                <a:cubicBezTo>
                  <a:pt x="264102" y="95926"/>
                  <a:pt x="259658" y="107345"/>
                  <a:pt x="250768" y="116406"/>
                </a:cubicBezTo>
                <a:cubicBezTo>
                  <a:pt x="241879" y="125467"/>
                  <a:pt x="230688" y="129997"/>
                  <a:pt x="217197" y="129997"/>
                </a:cubicBezTo>
                <a:cubicBezTo>
                  <a:pt x="208851" y="129997"/>
                  <a:pt x="200890" y="128111"/>
                  <a:pt x="193316" y="124338"/>
                </a:cubicBezTo>
                <a:cubicBezTo>
                  <a:pt x="185741" y="120565"/>
                  <a:pt x="179981" y="115034"/>
                  <a:pt x="176037" y="107745"/>
                </a:cubicBezTo>
                <a:cubicBezTo>
                  <a:pt x="172092" y="100456"/>
                  <a:pt x="170120" y="91581"/>
                  <a:pt x="170120" y="81120"/>
                </a:cubicBezTo>
                <a:moveTo>
                  <a:pt x="194816" y="82406"/>
                </a:moveTo>
                <a:cubicBezTo>
                  <a:pt x="194816" y="91410"/>
                  <a:pt x="196960" y="98305"/>
                  <a:pt x="201247" y="103093"/>
                </a:cubicBezTo>
                <a:cubicBezTo>
                  <a:pt x="205535" y="107881"/>
                  <a:pt x="210823" y="110275"/>
                  <a:pt x="217111" y="110275"/>
                </a:cubicBezTo>
                <a:cubicBezTo>
                  <a:pt x="223400" y="110275"/>
                  <a:pt x="228673" y="107881"/>
                  <a:pt x="232932" y="103093"/>
                </a:cubicBezTo>
                <a:cubicBezTo>
                  <a:pt x="237191" y="98305"/>
                  <a:pt x="239321" y="91353"/>
                  <a:pt x="239321" y="82234"/>
                </a:cubicBezTo>
                <a:cubicBezTo>
                  <a:pt x="239321" y="73345"/>
                  <a:pt x="237191" y="66506"/>
                  <a:pt x="232932" y="61719"/>
                </a:cubicBezTo>
                <a:cubicBezTo>
                  <a:pt x="228673" y="56931"/>
                  <a:pt x="223400" y="54537"/>
                  <a:pt x="217111" y="54537"/>
                </a:cubicBezTo>
                <a:cubicBezTo>
                  <a:pt x="210823" y="54537"/>
                  <a:pt x="205535" y="56931"/>
                  <a:pt x="201247" y="61719"/>
                </a:cubicBezTo>
                <a:cubicBezTo>
                  <a:pt x="196960" y="66506"/>
                  <a:pt x="194816" y="73402"/>
                  <a:pt x="194816" y="82406"/>
                </a:cubicBezTo>
                <a:close/>
                <a:moveTo>
                  <a:pt x="321200" y="36873"/>
                </a:moveTo>
                <a:lnTo>
                  <a:pt x="334577" y="36873"/>
                </a:lnTo>
                <a:lnTo>
                  <a:pt x="334577" y="29996"/>
                </a:lnTo>
                <a:cubicBezTo>
                  <a:pt x="334577" y="22318"/>
                  <a:pt x="335391" y="16588"/>
                  <a:pt x="337020" y="12806"/>
                </a:cubicBezTo>
                <a:cubicBezTo>
                  <a:pt x="338650" y="9024"/>
                  <a:pt x="341651" y="5944"/>
                  <a:pt x="346024" y="3567"/>
                </a:cubicBezTo>
                <a:cubicBezTo>
                  <a:pt x="350397" y="1189"/>
                  <a:pt x="355928" y="0"/>
                  <a:pt x="362617" y="0"/>
                </a:cubicBezTo>
                <a:cubicBezTo>
                  <a:pt x="369477" y="0"/>
                  <a:pt x="376194" y="1029"/>
                  <a:pt x="382768" y="3087"/>
                </a:cubicBezTo>
                <a:lnTo>
                  <a:pt x="379510" y="19894"/>
                </a:lnTo>
                <a:cubicBezTo>
                  <a:pt x="375679" y="18979"/>
                  <a:pt x="371992" y="18522"/>
                  <a:pt x="368448" y="18522"/>
                </a:cubicBezTo>
                <a:cubicBezTo>
                  <a:pt x="364961" y="18522"/>
                  <a:pt x="362460" y="19341"/>
                  <a:pt x="360945" y="20979"/>
                </a:cubicBezTo>
                <a:cubicBezTo>
                  <a:pt x="359430" y="22616"/>
                  <a:pt x="358672" y="25760"/>
                  <a:pt x="358672" y="30412"/>
                </a:cubicBezTo>
                <a:lnTo>
                  <a:pt x="358672" y="36873"/>
                </a:lnTo>
                <a:lnTo>
                  <a:pt x="376680" y="36873"/>
                </a:lnTo>
                <a:lnTo>
                  <a:pt x="376680" y="55909"/>
                </a:lnTo>
                <a:lnTo>
                  <a:pt x="358672" y="55909"/>
                </a:lnTo>
                <a:lnTo>
                  <a:pt x="358672" y="127939"/>
                </a:lnTo>
                <a:lnTo>
                  <a:pt x="334577" y="127939"/>
                </a:lnTo>
                <a:lnTo>
                  <a:pt x="334577" y="55909"/>
                </a:lnTo>
                <a:lnTo>
                  <a:pt x="321200" y="55909"/>
                </a:lnTo>
                <a:lnTo>
                  <a:pt x="321200" y="36873"/>
                </a:lnTo>
                <a:close/>
                <a:moveTo>
                  <a:pt x="408235" y="64999"/>
                </a:moveTo>
                <a:lnTo>
                  <a:pt x="386368" y="61054"/>
                </a:lnTo>
                <a:cubicBezTo>
                  <a:pt x="388826" y="52134"/>
                  <a:pt x="393057" y="45532"/>
                  <a:pt x="399059" y="41246"/>
                </a:cubicBezTo>
                <a:cubicBezTo>
                  <a:pt x="405062" y="36958"/>
                  <a:pt x="413980" y="34815"/>
                  <a:pt x="425813" y="34815"/>
                </a:cubicBezTo>
                <a:cubicBezTo>
                  <a:pt x="436561" y="34815"/>
                  <a:pt x="444564" y="36087"/>
                  <a:pt x="449823" y="38630"/>
                </a:cubicBezTo>
                <a:cubicBezTo>
                  <a:pt x="455083" y="41174"/>
                  <a:pt x="458784" y="44404"/>
                  <a:pt x="460928" y="48320"/>
                </a:cubicBezTo>
                <a:cubicBezTo>
                  <a:pt x="463072" y="52236"/>
                  <a:pt x="464144" y="59425"/>
                  <a:pt x="464144" y="69886"/>
                </a:cubicBezTo>
                <a:lnTo>
                  <a:pt x="463886" y="98012"/>
                </a:lnTo>
                <a:cubicBezTo>
                  <a:pt x="463886" y="106016"/>
                  <a:pt x="464272" y="111918"/>
                  <a:pt x="465044" y="115720"/>
                </a:cubicBezTo>
                <a:cubicBezTo>
                  <a:pt x="465816" y="119522"/>
                  <a:pt x="467259" y="123595"/>
                  <a:pt x="469374" y="127939"/>
                </a:cubicBezTo>
                <a:lnTo>
                  <a:pt x="445536" y="127939"/>
                </a:lnTo>
                <a:cubicBezTo>
                  <a:pt x="444907" y="126339"/>
                  <a:pt x="444135" y="123966"/>
                  <a:pt x="443221" y="120822"/>
                </a:cubicBezTo>
                <a:cubicBezTo>
                  <a:pt x="442820" y="119393"/>
                  <a:pt x="442535" y="118450"/>
                  <a:pt x="442363" y="117992"/>
                </a:cubicBezTo>
                <a:cubicBezTo>
                  <a:pt x="438247" y="121994"/>
                  <a:pt x="433845" y="124995"/>
                  <a:pt x="429158" y="126996"/>
                </a:cubicBezTo>
                <a:cubicBezTo>
                  <a:pt x="424470" y="128997"/>
                  <a:pt x="419468" y="129997"/>
                  <a:pt x="414151" y="129997"/>
                </a:cubicBezTo>
                <a:cubicBezTo>
                  <a:pt x="404776" y="129997"/>
                  <a:pt x="397387" y="127464"/>
                  <a:pt x="391985" y="122398"/>
                </a:cubicBezTo>
                <a:cubicBezTo>
                  <a:pt x="386583" y="117331"/>
                  <a:pt x="383881" y="110927"/>
                  <a:pt x="383881" y="103184"/>
                </a:cubicBezTo>
                <a:cubicBezTo>
                  <a:pt x="383881" y="98061"/>
                  <a:pt x="385111" y="93493"/>
                  <a:pt x="387569" y="89480"/>
                </a:cubicBezTo>
                <a:cubicBezTo>
                  <a:pt x="390027" y="85466"/>
                  <a:pt x="393471" y="82392"/>
                  <a:pt x="397902" y="80257"/>
                </a:cubicBezTo>
                <a:cubicBezTo>
                  <a:pt x="402332" y="78122"/>
                  <a:pt x="408720" y="76258"/>
                  <a:pt x="417067" y="74664"/>
                </a:cubicBezTo>
                <a:cubicBezTo>
                  <a:pt x="428329" y="72558"/>
                  <a:pt x="436132" y="70594"/>
                  <a:pt x="440477" y="68772"/>
                </a:cubicBezTo>
                <a:lnTo>
                  <a:pt x="440477" y="66344"/>
                </a:lnTo>
                <a:cubicBezTo>
                  <a:pt x="440477" y="61662"/>
                  <a:pt x="439333" y="58324"/>
                  <a:pt x="437047" y="56330"/>
                </a:cubicBezTo>
                <a:cubicBezTo>
                  <a:pt x="434760" y="54334"/>
                  <a:pt x="430444" y="53337"/>
                  <a:pt x="424098" y="53337"/>
                </a:cubicBezTo>
                <a:cubicBezTo>
                  <a:pt x="419811" y="53337"/>
                  <a:pt x="416467" y="54199"/>
                  <a:pt x="414066" y="55925"/>
                </a:cubicBezTo>
                <a:cubicBezTo>
                  <a:pt x="411665" y="57649"/>
                  <a:pt x="409721" y="60674"/>
                  <a:pt x="408235" y="64999"/>
                </a:cubicBezTo>
                <a:moveTo>
                  <a:pt x="440477" y="84550"/>
                </a:moveTo>
                <a:cubicBezTo>
                  <a:pt x="437390" y="85566"/>
                  <a:pt x="432502" y="86781"/>
                  <a:pt x="425813" y="88194"/>
                </a:cubicBezTo>
                <a:cubicBezTo>
                  <a:pt x="419125" y="89605"/>
                  <a:pt x="414752" y="90989"/>
                  <a:pt x="412694" y="92345"/>
                </a:cubicBezTo>
                <a:cubicBezTo>
                  <a:pt x="409549" y="94548"/>
                  <a:pt x="407977" y="97343"/>
                  <a:pt x="407977" y="100732"/>
                </a:cubicBezTo>
                <a:cubicBezTo>
                  <a:pt x="407977" y="104066"/>
                  <a:pt x="409235" y="106947"/>
                  <a:pt x="411750" y="109377"/>
                </a:cubicBezTo>
                <a:cubicBezTo>
                  <a:pt x="414266" y="111805"/>
                  <a:pt x="417467" y="113019"/>
                  <a:pt x="421354" y="113019"/>
                </a:cubicBezTo>
                <a:cubicBezTo>
                  <a:pt x="425699" y="113019"/>
                  <a:pt x="429844" y="111607"/>
                  <a:pt x="433788" y="108782"/>
                </a:cubicBezTo>
                <a:cubicBezTo>
                  <a:pt x="436704" y="106637"/>
                  <a:pt x="438619" y="104010"/>
                  <a:pt x="439533" y="100901"/>
                </a:cubicBezTo>
                <a:cubicBezTo>
                  <a:pt x="440162" y="98868"/>
                  <a:pt x="440477" y="95000"/>
                  <a:pt x="440477" y="89295"/>
                </a:cubicBezTo>
                <a:lnTo>
                  <a:pt x="440477" y="84550"/>
                </a:lnTo>
                <a:close/>
                <a:moveTo>
                  <a:pt x="487047" y="127939"/>
                </a:moveTo>
                <a:lnTo>
                  <a:pt x="487047" y="2230"/>
                </a:lnTo>
                <a:lnTo>
                  <a:pt x="511143" y="2230"/>
                </a:lnTo>
                <a:lnTo>
                  <a:pt x="511143" y="68943"/>
                </a:lnTo>
                <a:lnTo>
                  <a:pt x="539355" y="36873"/>
                </a:lnTo>
                <a:lnTo>
                  <a:pt x="569025" y="36873"/>
                </a:lnTo>
                <a:lnTo>
                  <a:pt x="537897" y="70157"/>
                </a:lnTo>
                <a:lnTo>
                  <a:pt x="571254" y="127939"/>
                </a:lnTo>
                <a:lnTo>
                  <a:pt x="545272" y="127939"/>
                </a:lnTo>
                <a:lnTo>
                  <a:pt x="522376" y="87026"/>
                </a:lnTo>
                <a:lnTo>
                  <a:pt x="511143" y="98784"/>
                </a:lnTo>
                <a:lnTo>
                  <a:pt x="511143" y="127939"/>
                </a:lnTo>
                <a:lnTo>
                  <a:pt x="487047" y="127939"/>
                </a:lnTo>
                <a:close/>
                <a:moveTo>
                  <a:pt x="638319" y="98956"/>
                </a:moveTo>
                <a:lnTo>
                  <a:pt x="662329" y="103072"/>
                </a:lnTo>
                <a:cubicBezTo>
                  <a:pt x="659242" y="111847"/>
                  <a:pt x="654369" y="118528"/>
                  <a:pt x="647709" y="123116"/>
                </a:cubicBezTo>
                <a:cubicBezTo>
                  <a:pt x="641049" y="127703"/>
                  <a:pt x="632717" y="129997"/>
                  <a:pt x="622712" y="129997"/>
                </a:cubicBezTo>
                <a:cubicBezTo>
                  <a:pt x="606877" y="129997"/>
                  <a:pt x="595158" y="124824"/>
                  <a:pt x="587555" y="114477"/>
                </a:cubicBezTo>
                <a:cubicBezTo>
                  <a:pt x="581552" y="106187"/>
                  <a:pt x="578551" y="95726"/>
                  <a:pt x="578551" y="83092"/>
                </a:cubicBezTo>
                <a:cubicBezTo>
                  <a:pt x="578551" y="68000"/>
                  <a:pt x="582496" y="56181"/>
                  <a:pt x="590385" y="47634"/>
                </a:cubicBezTo>
                <a:cubicBezTo>
                  <a:pt x="598274" y="39088"/>
                  <a:pt x="608249" y="34815"/>
                  <a:pt x="620311" y="34815"/>
                </a:cubicBezTo>
                <a:cubicBezTo>
                  <a:pt x="633860" y="34815"/>
                  <a:pt x="644550" y="39288"/>
                  <a:pt x="652382" y="48234"/>
                </a:cubicBezTo>
                <a:cubicBezTo>
                  <a:pt x="660214" y="57181"/>
                  <a:pt x="663958" y="70887"/>
                  <a:pt x="663615" y="89352"/>
                </a:cubicBezTo>
                <a:lnTo>
                  <a:pt x="603247" y="89352"/>
                </a:lnTo>
                <a:cubicBezTo>
                  <a:pt x="603419" y="96498"/>
                  <a:pt x="605362" y="102057"/>
                  <a:pt x="609078" y="106030"/>
                </a:cubicBezTo>
                <a:cubicBezTo>
                  <a:pt x="612794" y="110003"/>
                  <a:pt x="617424" y="111990"/>
                  <a:pt x="622970" y="111990"/>
                </a:cubicBezTo>
                <a:cubicBezTo>
                  <a:pt x="626743" y="111990"/>
                  <a:pt x="629915" y="110961"/>
                  <a:pt x="632488" y="108903"/>
                </a:cubicBezTo>
                <a:cubicBezTo>
                  <a:pt x="635060" y="106845"/>
                  <a:pt x="637004" y="103529"/>
                  <a:pt x="638319" y="98956"/>
                </a:cubicBezTo>
                <a:moveTo>
                  <a:pt x="639691" y="74603"/>
                </a:moveTo>
                <a:cubicBezTo>
                  <a:pt x="639519" y="67657"/>
                  <a:pt x="637719" y="62376"/>
                  <a:pt x="634289" y="58760"/>
                </a:cubicBezTo>
                <a:cubicBezTo>
                  <a:pt x="630859" y="55145"/>
                  <a:pt x="626685" y="53337"/>
                  <a:pt x="621769" y="53337"/>
                </a:cubicBezTo>
                <a:cubicBezTo>
                  <a:pt x="616510" y="53337"/>
                  <a:pt x="612165" y="55244"/>
                  <a:pt x="608735" y="59058"/>
                </a:cubicBezTo>
                <a:cubicBezTo>
                  <a:pt x="605305" y="62874"/>
                  <a:pt x="603619" y="68055"/>
                  <a:pt x="603676" y="74603"/>
                </a:cubicBezTo>
                <a:lnTo>
                  <a:pt x="639691" y="74603"/>
                </a:ln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Goal:“Suspecthas">
            <a:extLst xmlns:a="http://schemas.openxmlformats.org/drawingml/2006/main">
              <a:ext uri="{FF2B5EF4-FFF2-40B4-BE49-F238E27FC236}">
                <a16:creationId xmlns:a16="http://schemas.microsoft.com/office/drawing/2014/main" id="{B11D5D93-0A0F-4022-A4BE-ED3A82EA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717" y="645717"/>
            <a:ext cx="1731986" cy="175774"/>
          </a:xfrm>
          <a:custGeom xmlns:a="http://schemas.openxmlformats.org/drawingml/2006/main">
            <a:pathLst>
              <a:path w="1731986" h="175774">
                <a:moveTo>
                  <a:pt x="66587" y="65568"/>
                </a:moveTo>
                <a:lnTo>
                  <a:pt x="127339" y="65568"/>
                </a:lnTo>
                <a:lnTo>
                  <a:pt x="115115" y="124005"/>
                </a:lnTo>
                <a:cubicBezTo>
                  <a:pt x="107953" y="128636"/>
                  <a:pt x="99170" y="132556"/>
                  <a:pt x="88767" y="135767"/>
                </a:cubicBezTo>
                <a:cubicBezTo>
                  <a:pt x="78364" y="138977"/>
                  <a:pt x="67760" y="140582"/>
                  <a:pt x="56955" y="140582"/>
                </a:cubicBezTo>
                <a:cubicBezTo>
                  <a:pt x="40162" y="140582"/>
                  <a:pt x="27289" y="136780"/>
                  <a:pt x="18337" y="129177"/>
                </a:cubicBezTo>
                <a:cubicBezTo>
                  <a:pt x="6112" y="118791"/>
                  <a:pt x="0" y="103737"/>
                  <a:pt x="0" y="84015"/>
                </a:cubicBezTo>
                <a:cubicBezTo>
                  <a:pt x="0" y="70785"/>
                  <a:pt x="2624" y="58112"/>
                  <a:pt x="7872" y="45995"/>
                </a:cubicBezTo>
                <a:cubicBezTo>
                  <a:pt x="14169" y="31405"/>
                  <a:pt x="23122" y="20093"/>
                  <a:pt x="34729" y="12057"/>
                </a:cubicBezTo>
                <a:cubicBezTo>
                  <a:pt x="46336" y="4019"/>
                  <a:pt x="59981" y="0"/>
                  <a:pt x="75663" y="0"/>
                </a:cubicBezTo>
                <a:cubicBezTo>
                  <a:pt x="91345" y="0"/>
                  <a:pt x="103924" y="3643"/>
                  <a:pt x="113401" y="10928"/>
                </a:cubicBezTo>
                <a:cubicBezTo>
                  <a:pt x="122878" y="18213"/>
                  <a:pt x="129160" y="28833"/>
                  <a:pt x="132247" y="42786"/>
                </a:cubicBezTo>
                <a:lnTo>
                  <a:pt x="106224" y="45749"/>
                </a:lnTo>
                <a:cubicBezTo>
                  <a:pt x="103940" y="38094"/>
                  <a:pt x="100251" y="32321"/>
                  <a:pt x="95157" y="28431"/>
                </a:cubicBezTo>
                <a:cubicBezTo>
                  <a:pt x="90063" y="24542"/>
                  <a:pt x="83658" y="22597"/>
                  <a:pt x="75940" y="22597"/>
                </a:cubicBezTo>
                <a:cubicBezTo>
                  <a:pt x="66926" y="22597"/>
                  <a:pt x="58653" y="24948"/>
                  <a:pt x="51121" y="29650"/>
                </a:cubicBezTo>
                <a:cubicBezTo>
                  <a:pt x="43589" y="34352"/>
                  <a:pt x="37692" y="41621"/>
                  <a:pt x="33432" y="51457"/>
                </a:cubicBezTo>
                <a:cubicBezTo>
                  <a:pt x="29172" y="61291"/>
                  <a:pt x="27042" y="72023"/>
                  <a:pt x="27042" y="83653"/>
                </a:cubicBezTo>
                <a:cubicBezTo>
                  <a:pt x="27042" y="95098"/>
                  <a:pt x="29635" y="103558"/>
                  <a:pt x="34821" y="109034"/>
                </a:cubicBezTo>
                <a:cubicBezTo>
                  <a:pt x="40008" y="114508"/>
                  <a:pt x="47602" y="117245"/>
                  <a:pt x="57604" y="117245"/>
                </a:cubicBezTo>
                <a:cubicBezTo>
                  <a:pt x="63592" y="117245"/>
                  <a:pt x="69736" y="116395"/>
                  <a:pt x="76033" y="114695"/>
                </a:cubicBezTo>
                <a:cubicBezTo>
                  <a:pt x="82331" y="112995"/>
                  <a:pt x="87764" y="110970"/>
                  <a:pt x="92332" y="108620"/>
                </a:cubicBezTo>
                <a:lnTo>
                  <a:pt x="96500" y="88350"/>
                </a:lnTo>
                <a:lnTo>
                  <a:pt x="61864" y="88350"/>
                </a:lnTo>
                <a:lnTo>
                  <a:pt x="66587" y="65568"/>
                </a:lnTo>
                <a:close/>
                <a:moveTo>
                  <a:pt x="142243" y="97348"/>
                </a:moveTo>
                <a:cubicBezTo>
                  <a:pt x="142243" y="79102"/>
                  <a:pt x="147383" y="64551"/>
                  <a:pt x="157663" y="53697"/>
                </a:cubicBezTo>
                <a:cubicBezTo>
                  <a:pt x="167943" y="42842"/>
                  <a:pt x="181448" y="37415"/>
                  <a:pt x="198180" y="37415"/>
                </a:cubicBezTo>
                <a:cubicBezTo>
                  <a:pt x="212689" y="37415"/>
                  <a:pt x="224018" y="41420"/>
                  <a:pt x="232168" y="49431"/>
                </a:cubicBezTo>
                <a:cubicBezTo>
                  <a:pt x="240318" y="57440"/>
                  <a:pt x="244392" y="68217"/>
                  <a:pt x="244392" y="81763"/>
                </a:cubicBezTo>
                <a:cubicBezTo>
                  <a:pt x="244392" y="97719"/>
                  <a:pt x="239299" y="111511"/>
                  <a:pt x="229112" y="123140"/>
                </a:cubicBezTo>
                <a:cubicBezTo>
                  <a:pt x="218925" y="134768"/>
                  <a:pt x="205280" y="140582"/>
                  <a:pt x="188178" y="140582"/>
                </a:cubicBezTo>
                <a:cubicBezTo>
                  <a:pt x="178917" y="140582"/>
                  <a:pt x="170705" y="138727"/>
                  <a:pt x="163544" y="135017"/>
                </a:cubicBezTo>
                <a:cubicBezTo>
                  <a:pt x="156382" y="131305"/>
                  <a:pt x="151041" y="126047"/>
                  <a:pt x="147522" y="119244"/>
                </a:cubicBezTo>
                <a:cubicBezTo>
                  <a:pt x="144003" y="112439"/>
                  <a:pt x="142243" y="105141"/>
                  <a:pt x="142243" y="97348"/>
                </a:cubicBezTo>
                <a:moveTo>
                  <a:pt x="217998" y="78316"/>
                </a:moveTo>
                <a:cubicBezTo>
                  <a:pt x="217998" y="72002"/>
                  <a:pt x="216162" y="66940"/>
                  <a:pt x="212488" y="63131"/>
                </a:cubicBezTo>
                <a:cubicBezTo>
                  <a:pt x="208815" y="59323"/>
                  <a:pt x="204076" y="57418"/>
                  <a:pt x="198272" y="57418"/>
                </a:cubicBezTo>
                <a:cubicBezTo>
                  <a:pt x="192531" y="57418"/>
                  <a:pt x="187437" y="59199"/>
                  <a:pt x="182992" y="62761"/>
                </a:cubicBezTo>
                <a:cubicBezTo>
                  <a:pt x="178546" y="66321"/>
                  <a:pt x="175089" y="71491"/>
                  <a:pt x="172619" y="78273"/>
                </a:cubicBezTo>
                <a:cubicBezTo>
                  <a:pt x="170150" y="85053"/>
                  <a:pt x="168915" y="91291"/>
                  <a:pt x="168915" y="96986"/>
                </a:cubicBezTo>
                <a:cubicBezTo>
                  <a:pt x="168915" y="104046"/>
                  <a:pt x="170829" y="109651"/>
                  <a:pt x="174657" y="113801"/>
                </a:cubicBezTo>
                <a:cubicBezTo>
                  <a:pt x="178485" y="117949"/>
                  <a:pt x="183300" y="120023"/>
                  <a:pt x="189104" y="120023"/>
                </a:cubicBezTo>
                <a:cubicBezTo>
                  <a:pt x="196389" y="120023"/>
                  <a:pt x="202502" y="116895"/>
                  <a:pt x="207441" y="110640"/>
                </a:cubicBezTo>
                <a:cubicBezTo>
                  <a:pt x="214479" y="101786"/>
                  <a:pt x="217998" y="91012"/>
                  <a:pt x="217998" y="78316"/>
                </a:cubicBezTo>
                <a:close/>
                <a:moveTo>
                  <a:pt x="291709" y="67605"/>
                </a:moveTo>
                <a:lnTo>
                  <a:pt x="265778" y="65400"/>
                </a:lnTo>
                <a:cubicBezTo>
                  <a:pt x="268741" y="56627"/>
                  <a:pt x="273912" y="49770"/>
                  <a:pt x="281290" y="44829"/>
                </a:cubicBezTo>
                <a:cubicBezTo>
                  <a:pt x="288668" y="39886"/>
                  <a:pt x="298438" y="37415"/>
                  <a:pt x="310601" y="37415"/>
                </a:cubicBezTo>
                <a:cubicBezTo>
                  <a:pt x="323258" y="37415"/>
                  <a:pt x="332612" y="39964"/>
                  <a:pt x="338662" y="45064"/>
                </a:cubicBezTo>
                <a:cubicBezTo>
                  <a:pt x="344713" y="50161"/>
                  <a:pt x="347738" y="56386"/>
                  <a:pt x="347738" y="63739"/>
                </a:cubicBezTo>
                <a:cubicBezTo>
                  <a:pt x="347738" y="66706"/>
                  <a:pt x="347475" y="69859"/>
                  <a:pt x="346951" y="73197"/>
                </a:cubicBezTo>
                <a:cubicBezTo>
                  <a:pt x="346426" y="76533"/>
                  <a:pt x="344589" y="85308"/>
                  <a:pt x="341440" y="99521"/>
                </a:cubicBezTo>
                <a:cubicBezTo>
                  <a:pt x="338847" y="111262"/>
                  <a:pt x="337551" y="119481"/>
                  <a:pt x="337551" y="124179"/>
                </a:cubicBezTo>
                <a:cubicBezTo>
                  <a:pt x="337551" y="128381"/>
                  <a:pt x="338292" y="133046"/>
                  <a:pt x="339773" y="138174"/>
                </a:cubicBezTo>
                <a:lnTo>
                  <a:pt x="313935" y="138174"/>
                </a:lnTo>
                <a:cubicBezTo>
                  <a:pt x="312886" y="134594"/>
                  <a:pt x="312237" y="130889"/>
                  <a:pt x="311990" y="127061"/>
                </a:cubicBezTo>
                <a:cubicBezTo>
                  <a:pt x="308101" y="131383"/>
                  <a:pt x="303625" y="134717"/>
                  <a:pt x="298562" y="137063"/>
                </a:cubicBezTo>
                <a:cubicBezTo>
                  <a:pt x="293499" y="139409"/>
                  <a:pt x="288406" y="140582"/>
                  <a:pt x="283281" y="140582"/>
                </a:cubicBezTo>
                <a:cubicBezTo>
                  <a:pt x="275131" y="140582"/>
                  <a:pt x="268402" y="137908"/>
                  <a:pt x="263092" y="132560"/>
                </a:cubicBezTo>
                <a:cubicBezTo>
                  <a:pt x="257782" y="127212"/>
                  <a:pt x="255128" y="120333"/>
                  <a:pt x="255128" y="111925"/>
                </a:cubicBezTo>
                <a:cubicBezTo>
                  <a:pt x="255128" y="102527"/>
                  <a:pt x="258045" y="95015"/>
                  <a:pt x="263879" y="89389"/>
                </a:cubicBezTo>
                <a:cubicBezTo>
                  <a:pt x="269714" y="83763"/>
                  <a:pt x="280132" y="80363"/>
                  <a:pt x="295135" y="79188"/>
                </a:cubicBezTo>
                <a:cubicBezTo>
                  <a:pt x="307792" y="78136"/>
                  <a:pt x="316250" y="76868"/>
                  <a:pt x="320510" y="75385"/>
                </a:cubicBezTo>
                <a:cubicBezTo>
                  <a:pt x="321622" y="71680"/>
                  <a:pt x="322177" y="68717"/>
                  <a:pt x="322177" y="66494"/>
                </a:cubicBezTo>
                <a:cubicBezTo>
                  <a:pt x="322177" y="63654"/>
                  <a:pt x="321035" y="61277"/>
                  <a:pt x="318751" y="59363"/>
                </a:cubicBezTo>
                <a:cubicBezTo>
                  <a:pt x="316466" y="57449"/>
                  <a:pt x="313071" y="56492"/>
                  <a:pt x="308564" y="56492"/>
                </a:cubicBezTo>
                <a:cubicBezTo>
                  <a:pt x="303810" y="56492"/>
                  <a:pt x="300059" y="57457"/>
                  <a:pt x="297312" y="59386"/>
                </a:cubicBezTo>
                <a:cubicBezTo>
                  <a:pt x="294564" y="61314"/>
                  <a:pt x="292697" y="64053"/>
                  <a:pt x="291709" y="67605"/>
                </a:cubicBezTo>
                <a:moveTo>
                  <a:pt x="316991" y="92240"/>
                </a:moveTo>
                <a:cubicBezTo>
                  <a:pt x="315386" y="92674"/>
                  <a:pt x="313256" y="93076"/>
                  <a:pt x="310601" y="93447"/>
                </a:cubicBezTo>
                <a:cubicBezTo>
                  <a:pt x="297265" y="95058"/>
                  <a:pt x="288560" y="97411"/>
                  <a:pt x="284485" y="100508"/>
                </a:cubicBezTo>
                <a:cubicBezTo>
                  <a:pt x="281583" y="102739"/>
                  <a:pt x="280132" y="105744"/>
                  <a:pt x="280132" y="109523"/>
                </a:cubicBezTo>
                <a:cubicBezTo>
                  <a:pt x="280132" y="112620"/>
                  <a:pt x="281244" y="115237"/>
                  <a:pt x="283466" y="117375"/>
                </a:cubicBezTo>
                <a:cubicBezTo>
                  <a:pt x="285689" y="119511"/>
                  <a:pt x="288622" y="120579"/>
                  <a:pt x="292264" y="120579"/>
                </a:cubicBezTo>
                <a:cubicBezTo>
                  <a:pt x="296277" y="120579"/>
                  <a:pt x="300059" y="119603"/>
                  <a:pt x="303609" y="117653"/>
                </a:cubicBezTo>
                <a:cubicBezTo>
                  <a:pt x="307159" y="115700"/>
                  <a:pt x="309814" y="113191"/>
                  <a:pt x="311574" y="110125"/>
                </a:cubicBezTo>
                <a:cubicBezTo>
                  <a:pt x="313333" y="107059"/>
                  <a:pt x="314892" y="102274"/>
                  <a:pt x="316250" y="95771"/>
                </a:cubicBezTo>
                <a:lnTo>
                  <a:pt x="316991" y="92240"/>
                </a:lnTo>
                <a:close/>
                <a:moveTo>
                  <a:pt x="359508" y="138174"/>
                </a:moveTo>
                <a:lnTo>
                  <a:pt x="387940" y="2408"/>
                </a:lnTo>
                <a:lnTo>
                  <a:pt x="414426" y="2408"/>
                </a:lnTo>
                <a:lnTo>
                  <a:pt x="386088" y="138174"/>
                </a:lnTo>
                <a:lnTo>
                  <a:pt x="359508" y="138174"/>
                </a:lnTo>
                <a:close/>
                <a:moveTo>
                  <a:pt x="438684" y="39822"/>
                </a:moveTo>
                <a:lnTo>
                  <a:pt x="464893" y="39822"/>
                </a:lnTo>
                <a:lnTo>
                  <a:pt x="459521" y="65568"/>
                </a:lnTo>
                <a:lnTo>
                  <a:pt x="433313" y="65568"/>
                </a:lnTo>
                <a:lnTo>
                  <a:pt x="438684" y="39822"/>
                </a:lnTo>
                <a:moveTo>
                  <a:pt x="423496" y="112429"/>
                </a:moveTo>
                <a:lnTo>
                  <a:pt x="449797" y="112429"/>
                </a:lnTo>
                <a:lnTo>
                  <a:pt x="444426" y="138174"/>
                </a:lnTo>
                <a:lnTo>
                  <a:pt x="418125" y="138174"/>
                </a:lnTo>
                <a:lnTo>
                  <a:pt x="423496" y="112429"/>
                </a:lnTo>
                <a:close/>
                <a:moveTo>
                  <a:pt x="615840" y="56122"/>
                </a:moveTo>
                <a:lnTo>
                  <a:pt x="589076" y="56122"/>
                </a:lnTo>
                <a:lnTo>
                  <a:pt x="593428" y="34842"/>
                </a:lnTo>
                <a:cubicBezTo>
                  <a:pt x="596021" y="22515"/>
                  <a:pt x="600112" y="13796"/>
                  <a:pt x="605699" y="8685"/>
                </a:cubicBezTo>
                <a:cubicBezTo>
                  <a:pt x="611287" y="3574"/>
                  <a:pt x="618526" y="926"/>
                  <a:pt x="627416" y="741"/>
                </a:cubicBezTo>
                <a:lnTo>
                  <a:pt x="624823" y="13151"/>
                </a:lnTo>
                <a:cubicBezTo>
                  <a:pt x="620378" y="14200"/>
                  <a:pt x="616951" y="15991"/>
                  <a:pt x="614543" y="18522"/>
                </a:cubicBezTo>
                <a:cubicBezTo>
                  <a:pt x="612136" y="21053"/>
                  <a:pt x="610283" y="25005"/>
                  <a:pt x="608987" y="30376"/>
                </a:cubicBezTo>
                <a:lnTo>
                  <a:pt x="621211" y="30376"/>
                </a:lnTo>
                <a:lnTo>
                  <a:pt x="615840" y="56122"/>
                </a:lnTo>
                <a:moveTo>
                  <a:pt x="571202" y="56122"/>
                </a:moveTo>
                <a:lnTo>
                  <a:pt x="544345" y="56122"/>
                </a:lnTo>
                <a:lnTo>
                  <a:pt x="548790" y="34842"/>
                </a:lnTo>
                <a:cubicBezTo>
                  <a:pt x="551383" y="22515"/>
                  <a:pt x="555458" y="13796"/>
                  <a:pt x="561015" y="8685"/>
                </a:cubicBezTo>
                <a:cubicBezTo>
                  <a:pt x="566571" y="3574"/>
                  <a:pt x="573795" y="926"/>
                  <a:pt x="582685" y="741"/>
                </a:cubicBezTo>
                <a:lnTo>
                  <a:pt x="580092" y="13151"/>
                </a:lnTo>
                <a:cubicBezTo>
                  <a:pt x="575647" y="14200"/>
                  <a:pt x="572221" y="15991"/>
                  <a:pt x="569813" y="18522"/>
                </a:cubicBezTo>
                <a:cubicBezTo>
                  <a:pt x="567405" y="21053"/>
                  <a:pt x="565583" y="25005"/>
                  <a:pt x="564349" y="30376"/>
                </a:cubicBezTo>
                <a:lnTo>
                  <a:pt x="576573" y="30376"/>
                </a:lnTo>
                <a:lnTo>
                  <a:pt x="571202" y="56122"/>
                </a:lnTo>
                <a:close/>
                <a:moveTo>
                  <a:pt x="627509" y="94190"/>
                </a:moveTo>
                <a:lnTo>
                  <a:pt x="654088" y="92795"/>
                </a:lnTo>
                <a:cubicBezTo>
                  <a:pt x="654458" y="101287"/>
                  <a:pt x="655909" y="107020"/>
                  <a:pt x="658441" y="109995"/>
                </a:cubicBezTo>
                <a:cubicBezTo>
                  <a:pt x="662515" y="114828"/>
                  <a:pt x="670048" y="117245"/>
                  <a:pt x="681037" y="117245"/>
                </a:cubicBezTo>
                <a:cubicBezTo>
                  <a:pt x="690175" y="117245"/>
                  <a:pt x="696781" y="115607"/>
                  <a:pt x="700856" y="112330"/>
                </a:cubicBezTo>
                <a:cubicBezTo>
                  <a:pt x="704931" y="109052"/>
                  <a:pt x="706968" y="105094"/>
                  <a:pt x="706968" y="100456"/>
                </a:cubicBezTo>
                <a:cubicBezTo>
                  <a:pt x="706968" y="96437"/>
                  <a:pt x="705301" y="93036"/>
                  <a:pt x="701967" y="90252"/>
                </a:cubicBezTo>
                <a:cubicBezTo>
                  <a:pt x="699621" y="88212"/>
                  <a:pt x="693185" y="84904"/>
                  <a:pt x="682658" y="80328"/>
                </a:cubicBezTo>
                <a:cubicBezTo>
                  <a:pt x="672131" y="75751"/>
                  <a:pt x="664445" y="71933"/>
                  <a:pt x="659598" y="68873"/>
                </a:cubicBezTo>
                <a:cubicBezTo>
                  <a:pt x="654752" y="65811"/>
                  <a:pt x="650939" y="61838"/>
                  <a:pt x="648161" y="56952"/>
                </a:cubicBezTo>
                <a:cubicBezTo>
                  <a:pt x="645383" y="52067"/>
                  <a:pt x="643993" y="46348"/>
                  <a:pt x="643993" y="39793"/>
                </a:cubicBezTo>
                <a:cubicBezTo>
                  <a:pt x="643993" y="28352"/>
                  <a:pt x="648130" y="18860"/>
                  <a:pt x="656403" y="11316"/>
                </a:cubicBezTo>
                <a:cubicBezTo>
                  <a:pt x="664676" y="3772"/>
                  <a:pt x="676654" y="0"/>
                  <a:pt x="692336" y="0"/>
                </a:cubicBezTo>
                <a:cubicBezTo>
                  <a:pt x="708265" y="0"/>
                  <a:pt x="720597" y="3752"/>
                  <a:pt x="729334" y="11255"/>
                </a:cubicBezTo>
                <a:cubicBezTo>
                  <a:pt x="738070" y="18758"/>
                  <a:pt x="742870" y="28742"/>
                  <a:pt x="743735" y="41206"/>
                </a:cubicBezTo>
                <a:lnTo>
                  <a:pt x="716970" y="42415"/>
                </a:lnTo>
                <a:cubicBezTo>
                  <a:pt x="716291" y="35904"/>
                  <a:pt x="713945" y="30912"/>
                  <a:pt x="709932" y="27439"/>
                </a:cubicBezTo>
                <a:cubicBezTo>
                  <a:pt x="705919" y="23964"/>
                  <a:pt x="699992" y="22226"/>
                  <a:pt x="692151" y="22226"/>
                </a:cubicBezTo>
                <a:cubicBezTo>
                  <a:pt x="684433" y="22226"/>
                  <a:pt x="678923" y="23586"/>
                  <a:pt x="675620" y="26304"/>
                </a:cubicBezTo>
                <a:cubicBezTo>
                  <a:pt x="672317" y="29023"/>
                  <a:pt x="670665" y="32452"/>
                  <a:pt x="670665" y="36593"/>
                </a:cubicBezTo>
                <a:cubicBezTo>
                  <a:pt x="670665" y="40484"/>
                  <a:pt x="672178" y="43697"/>
                  <a:pt x="675203" y="46230"/>
                </a:cubicBezTo>
                <a:cubicBezTo>
                  <a:pt x="678228" y="48827"/>
                  <a:pt x="684927" y="52380"/>
                  <a:pt x="695299" y="56889"/>
                </a:cubicBezTo>
                <a:cubicBezTo>
                  <a:pt x="710920" y="63624"/>
                  <a:pt x="720860" y="69093"/>
                  <a:pt x="725120" y="73295"/>
                </a:cubicBezTo>
                <a:cubicBezTo>
                  <a:pt x="731479" y="79473"/>
                  <a:pt x="734659" y="87412"/>
                  <a:pt x="734659" y="97113"/>
                </a:cubicBezTo>
                <a:cubicBezTo>
                  <a:pt x="734659" y="109101"/>
                  <a:pt x="729920" y="119343"/>
                  <a:pt x="720443" y="127840"/>
                </a:cubicBezTo>
                <a:cubicBezTo>
                  <a:pt x="710966" y="136335"/>
                  <a:pt x="697769" y="140582"/>
                  <a:pt x="680852" y="140582"/>
                </a:cubicBezTo>
                <a:cubicBezTo>
                  <a:pt x="669183" y="140582"/>
                  <a:pt x="659073" y="138618"/>
                  <a:pt x="650522" y="134690"/>
                </a:cubicBezTo>
                <a:cubicBezTo>
                  <a:pt x="641971" y="130762"/>
                  <a:pt x="635936" y="125304"/>
                  <a:pt x="632417" y="118315"/>
                </a:cubicBezTo>
                <a:cubicBezTo>
                  <a:pt x="628898" y="111325"/>
                  <a:pt x="627262" y="103284"/>
                  <a:pt x="627509" y="94190"/>
                </a:cubicBezTo>
                <a:close/>
                <a:moveTo>
                  <a:pt x="769945" y="39822"/>
                </a:moveTo>
                <a:lnTo>
                  <a:pt x="796524" y="39822"/>
                </a:lnTo>
                <a:lnTo>
                  <a:pt x="784392" y="98074"/>
                </a:lnTo>
                <a:cubicBezTo>
                  <a:pt x="782910" y="105051"/>
                  <a:pt x="782169" y="109404"/>
                  <a:pt x="782169" y="111132"/>
                </a:cubicBezTo>
                <a:cubicBezTo>
                  <a:pt x="782169" y="113972"/>
                  <a:pt x="783219" y="116411"/>
                  <a:pt x="785318" y="118448"/>
                </a:cubicBezTo>
                <a:cubicBezTo>
                  <a:pt x="787417" y="120486"/>
                  <a:pt x="790103" y="121505"/>
                  <a:pt x="793375" y="121505"/>
                </a:cubicBezTo>
                <a:cubicBezTo>
                  <a:pt x="795721" y="121505"/>
                  <a:pt x="798037" y="121058"/>
                  <a:pt x="800321" y="120165"/>
                </a:cubicBezTo>
                <a:cubicBezTo>
                  <a:pt x="802605" y="119269"/>
                  <a:pt x="804952" y="117912"/>
                  <a:pt x="807359" y="116093"/>
                </a:cubicBezTo>
                <a:cubicBezTo>
                  <a:pt x="809767" y="114271"/>
                  <a:pt x="811928" y="112189"/>
                  <a:pt x="813842" y="109844"/>
                </a:cubicBezTo>
                <a:cubicBezTo>
                  <a:pt x="815756" y="107500"/>
                  <a:pt x="817547" y="104416"/>
                  <a:pt x="819213" y="100592"/>
                </a:cubicBezTo>
                <a:cubicBezTo>
                  <a:pt x="820387" y="97754"/>
                  <a:pt x="821652" y="93124"/>
                  <a:pt x="823011" y="86703"/>
                </a:cubicBezTo>
                <a:lnTo>
                  <a:pt x="832827" y="39822"/>
                </a:lnTo>
                <a:lnTo>
                  <a:pt x="859406" y="39822"/>
                </a:lnTo>
                <a:lnTo>
                  <a:pt x="838847" y="138174"/>
                </a:lnTo>
                <a:lnTo>
                  <a:pt x="814027" y="138174"/>
                </a:lnTo>
                <a:lnTo>
                  <a:pt x="816806" y="124908"/>
                </a:lnTo>
                <a:cubicBezTo>
                  <a:pt x="805939" y="135358"/>
                  <a:pt x="794116" y="140582"/>
                  <a:pt x="781336" y="140582"/>
                </a:cubicBezTo>
                <a:cubicBezTo>
                  <a:pt x="773248" y="140582"/>
                  <a:pt x="766889" y="138259"/>
                  <a:pt x="762258" y="133613"/>
                </a:cubicBezTo>
                <a:cubicBezTo>
                  <a:pt x="757628" y="128966"/>
                  <a:pt x="755312" y="122737"/>
                  <a:pt x="755312" y="114929"/>
                </a:cubicBezTo>
                <a:cubicBezTo>
                  <a:pt x="755312" y="111534"/>
                  <a:pt x="756362" y="104773"/>
                  <a:pt x="758461" y="94648"/>
                </a:cubicBezTo>
                <a:lnTo>
                  <a:pt x="769945" y="39822"/>
                </a:lnTo>
                <a:close/>
                <a:moveTo>
                  <a:pt x="861992" y="110603"/>
                </a:moveTo>
                <a:lnTo>
                  <a:pt x="887737" y="106502"/>
                </a:lnTo>
                <a:cubicBezTo>
                  <a:pt x="890022" y="111968"/>
                  <a:pt x="892862" y="115835"/>
                  <a:pt x="896258" y="118104"/>
                </a:cubicBezTo>
                <a:cubicBezTo>
                  <a:pt x="899653" y="120371"/>
                  <a:pt x="904284" y="121505"/>
                  <a:pt x="910149" y="121505"/>
                </a:cubicBezTo>
                <a:cubicBezTo>
                  <a:pt x="916200" y="121505"/>
                  <a:pt x="921046" y="120150"/>
                  <a:pt x="924689" y="117441"/>
                </a:cubicBezTo>
                <a:cubicBezTo>
                  <a:pt x="927220" y="115593"/>
                  <a:pt x="928486" y="113345"/>
                  <a:pt x="928486" y="110698"/>
                </a:cubicBezTo>
                <a:cubicBezTo>
                  <a:pt x="928486" y="108912"/>
                  <a:pt x="927838" y="107306"/>
                  <a:pt x="926541" y="105882"/>
                </a:cubicBezTo>
                <a:cubicBezTo>
                  <a:pt x="925183" y="104522"/>
                  <a:pt x="921509" y="102852"/>
                  <a:pt x="915520" y="100873"/>
                </a:cubicBezTo>
                <a:cubicBezTo>
                  <a:pt x="899468" y="95553"/>
                  <a:pt x="889528" y="91348"/>
                  <a:pt x="885700" y="88258"/>
                </a:cubicBezTo>
                <a:cubicBezTo>
                  <a:pt x="879711" y="83432"/>
                  <a:pt x="876717" y="77123"/>
                  <a:pt x="876717" y="69330"/>
                </a:cubicBezTo>
                <a:cubicBezTo>
                  <a:pt x="876717" y="61538"/>
                  <a:pt x="879619" y="54826"/>
                  <a:pt x="885422" y="49196"/>
                </a:cubicBezTo>
                <a:cubicBezTo>
                  <a:pt x="893510" y="41342"/>
                  <a:pt x="905519" y="37415"/>
                  <a:pt x="921448" y="37415"/>
                </a:cubicBezTo>
                <a:cubicBezTo>
                  <a:pt x="934104" y="37415"/>
                  <a:pt x="943674" y="39730"/>
                  <a:pt x="950157" y="44360"/>
                </a:cubicBezTo>
                <a:cubicBezTo>
                  <a:pt x="956639" y="48991"/>
                  <a:pt x="960745" y="55257"/>
                  <a:pt x="962474" y="63160"/>
                </a:cubicBezTo>
                <a:lnTo>
                  <a:pt x="937932" y="67420"/>
                </a:lnTo>
                <a:cubicBezTo>
                  <a:pt x="936636" y="63839"/>
                  <a:pt x="934536" y="61154"/>
                  <a:pt x="931635" y="59363"/>
                </a:cubicBezTo>
                <a:cubicBezTo>
                  <a:pt x="927683" y="56955"/>
                  <a:pt x="922929" y="55751"/>
                  <a:pt x="917373" y="55751"/>
                </a:cubicBezTo>
                <a:cubicBezTo>
                  <a:pt x="911816" y="55751"/>
                  <a:pt x="907818" y="56681"/>
                  <a:pt x="905380" y="58541"/>
                </a:cubicBezTo>
                <a:cubicBezTo>
                  <a:pt x="902941" y="60401"/>
                  <a:pt x="901722" y="62541"/>
                  <a:pt x="901722" y="64960"/>
                </a:cubicBezTo>
                <a:cubicBezTo>
                  <a:pt x="901722" y="67440"/>
                  <a:pt x="902956" y="69484"/>
                  <a:pt x="905426" y="71093"/>
                </a:cubicBezTo>
                <a:cubicBezTo>
                  <a:pt x="906969" y="72083"/>
                  <a:pt x="911940" y="73814"/>
                  <a:pt x="920336" y="76288"/>
                </a:cubicBezTo>
                <a:cubicBezTo>
                  <a:pt x="933302" y="80062"/>
                  <a:pt x="941976" y="83773"/>
                  <a:pt x="946360" y="87421"/>
                </a:cubicBezTo>
                <a:cubicBezTo>
                  <a:pt x="952534" y="92555"/>
                  <a:pt x="955621" y="98741"/>
                  <a:pt x="955621" y="105978"/>
                </a:cubicBezTo>
                <a:cubicBezTo>
                  <a:pt x="955621" y="115316"/>
                  <a:pt x="951700" y="123419"/>
                  <a:pt x="943859" y="130285"/>
                </a:cubicBezTo>
                <a:cubicBezTo>
                  <a:pt x="936018" y="137150"/>
                  <a:pt x="924967" y="140582"/>
                  <a:pt x="910705" y="140582"/>
                </a:cubicBezTo>
                <a:cubicBezTo>
                  <a:pt x="896504" y="140582"/>
                  <a:pt x="885530" y="137960"/>
                  <a:pt x="877782" y="132716"/>
                </a:cubicBezTo>
                <a:cubicBezTo>
                  <a:pt x="870033" y="127470"/>
                  <a:pt x="864770" y="120099"/>
                  <a:pt x="861992" y="110603"/>
                </a:cubicBezTo>
                <a:close/>
                <a:moveTo>
                  <a:pt x="990637" y="39822"/>
                </a:moveTo>
                <a:lnTo>
                  <a:pt x="1015827" y="39822"/>
                </a:lnTo>
                <a:lnTo>
                  <a:pt x="1013697" y="49940"/>
                </a:lnTo>
                <a:cubicBezTo>
                  <a:pt x="1019068" y="45454"/>
                  <a:pt x="1024100" y="42246"/>
                  <a:pt x="1028792" y="40314"/>
                </a:cubicBezTo>
                <a:cubicBezTo>
                  <a:pt x="1033484" y="38381"/>
                  <a:pt x="1038516" y="37415"/>
                  <a:pt x="1043887" y="37415"/>
                </a:cubicBezTo>
                <a:cubicBezTo>
                  <a:pt x="1054198" y="37415"/>
                  <a:pt x="1062487" y="40971"/>
                  <a:pt x="1068753" y="48085"/>
                </a:cubicBezTo>
                <a:cubicBezTo>
                  <a:pt x="1075020" y="55197"/>
                  <a:pt x="1078153" y="65803"/>
                  <a:pt x="1078153" y="79905"/>
                </a:cubicBezTo>
                <a:cubicBezTo>
                  <a:pt x="1078153" y="97657"/>
                  <a:pt x="1072751" y="112656"/>
                  <a:pt x="1061946" y="124902"/>
                </a:cubicBezTo>
                <a:cubicBezTo>
                  <a:pt x="1052685" y="135356"/>
                  <a:pt x="1041727" y="140582"/>
                  <a:pt x="1029070" y="140582"/>
                </a:cubicBezTo>
                <a:cubicBezTo>
                  <a:pt x="1016043" y="140582"/>
                  <a:pt x="1006195" y="135329"/>
                  <a:pt x="999527" y="124821"/>
                </a:cubicBezTo>
                <a:lnTo>
                  <a:pt x="988877" y="175774"/>
                </a:lnTo>
                <a:lnTo>
                  <a:pt x="962298" y="175774"/>
                </a:lnTo>
                <a:lnTo>
                  <a:pt x="990637" y="39822"/>
                </a:lnTo>
                <a:moveTo>
                  <a:pt x="1006658" y="96199"/>
                </a:moveTo>
                <a:cubicBezTo>
                  <a:pt x="1006658" y="103920"/>
                  <a:pt x="1008526" y="109914"/>
                  <a:pt x="1012261" y="114180"/>
                </a:cubicBezTo>
                <a:cubicBezTo>
                  <a:pt x="1015996" y="118446"/>
                  <a:pt x="1020395" y="120579"/>
                  <a:pt x="1025458" y="120579"/>
                </a:cubicBezTo>
                <a:cubicBezTo>
                  <a:pt x="1029842" y="120579"/>
                  <a:pt x="1034071" y="118984"/>
                  <a:pt x="1038146" y="115795"/>
                </a:cubicBezTo>
                <a:cubicBezTo>
                  <a:pt x="1042220" y="112605"/>
                  <a:pt x="1045601" y="107311"/>
                  <a:pt x="1048286" y="99912"/>
                </a:cubicBezTo>
                <a:cubicBezTo>
                  <a:pt x="1050972" y="92513"/>
                  <a:pt x="1052315" y="85656"/>
                  <a:pt x="1052315" y="79341"/>
                </a:cubicBezTo>
                <a:cubicBezTo>
                  <a:pt x="1052315" y="71973"/>
                  <a:pt x="1050555" y="66322"/>
                  <a:pt x="1047036" y="62390"/>
                </a:cubicBezTo>
                <a:cubicBezTo>
                  <a:pt x="1043517" y="58458"/>
                  <a:pt x="1039041" y="56492"/>
                  <a:pt x="1033608" y="56492"/>
                </a:cubicBezTo>
                <a:cubicBezTo>
                  <a:pt x="1028545" y="56492"/>
                  <a:pt x="1023930" y="58297"/>
                  <a:pt x="1019762" y="61907"/>
                </a:cubicBezTo>
                <a:cubicBezTo>
                  <a:pt x="1015595" y="65517"/>
                  <a:pt x="1012369" y="70824"/>
                  <a:pt x="1010085" y="77827"/>
                </a:cubicBezTo>
                <a:cubicBezTo>
                  <a:pt x="1007800" y="84831"/>
                  <a:pt x="1006658" y="90955"/>
                  <a:pt x="1006658" y="96199"/>
                </a:cubicBezTo>
                <a:close/>
                <a:moveTo>
                  <a:pt x="1182517" y="97241"/>
                </a:moveTo>
                <a:lnTo>
                  <a:pt x="1115838" y="97241"/>
                </a:lnTo>
                <a:cubicBezTo>
                  <a:pt x="1115776" y="98290"/>
                  <a:pt x="1115745" y="99093"/>
                  <a:pt x="1115745" y="99649"/>
                </a:cubicBezTo>
                <a:cubicBezTo>
                  <a:pt x="1115745" y="106193"/>
                  <a:pt x="1117613" y="111472"/>
                  <a:pt x="1121348" y="115485"/>
                </a:cubicBezTo>
                <a:cubicBezTo>
                  <a:pt x="1125083" y="119498"/>
                  <a:pt x="1129637" y="121505"/>
                  <a:pt x="1135008" y="121505"/>
                </a:cubicBezTo>
                <a:cubicBezTo>
                  <a:pt x="1143837" y="121505"/>
                  <a:pt x="1150721" y="116936"/>
                  <a:pt x="1155660" y="107798"/>
                </a:cubicBezTo>
                <a:lnTo>
                  <a:pt x="1179461" y="111873"/>
                </a:lnTo>
                <a:cubicBezTo>
                  <a:pt x="1174831" y="121443"/>
                  <a:pt x="1168641" y="128620"/>
                  <a:pt x="1160893" y="133405"/>
                </a:cubicBezTo>
                <a:cubicBezTo>
                  <a:pt x="1153144" y="138190"/>
                  <a:pt x="1144454" y="140582"/>
                  <a:pt x="1134823" y="140582"/>
                </a:cubicBezTo>
                <a:cubicBezTo>
                  <a:pt x="1121611" y="140582"/>
                  <a:pt x="1110868" y="136392"/>
                  <a:pt x="1102595" y="128010"/>
                </a:cubicBezTo>
                <a:cubicBezTo>
                  <a:pt x="1094321" y="119629"/>
                  <a:pt x="1090185" y="108543"/>
                  <a:pt x="1090185" y="94752"/>
                </a:cubicBezTo>
                <a:cubicBezTo>
                  <a:pt x="1090185" y="81267"/>
                  <a:pt x="1093920" y="69268"/>
                  <a:pt x="1101391" y="58753"/>
                </a:cubicBezTo>
                <a:cubicBezTo>
                  <a:pt x="1111578" y="44527"/>
                  <a:pt x="1126118" y="37415"/>
                  <a:pt x="1145010" y="37415"/>
                </a:cubicBezTo>
                <a:cubicBezTo>
                  <a:pt x="1157049" y="37415"/>
                  <a:pt x="1166619" y="41140"/>
                  <a:pt x="1173719" y="48591"/>
                </a:cubicBezTo>
                <a:cubicBezTo>
                  <a:pt x="1180819" y="56043"/>
                  <a:pt x="1184369" y="66478"/>
                  <a:pt x="1184369" y="79897"/>
                </a:cubicBezTo>
                <a:cubicBezTo>
                  <a:pt x="1184369" y="86327"/>
                  <a:pt x="1183752" y="92109"/>
                  <a:pt x="1182517" y="97241"/>
                </a:cubicBezTo>
                <a:moveTo>
                  <a:pt x="1160106" y="80941"/>
                </a:moveTo>
                <a:cubicBezTo>
                  <a:pt x="1160167" y="79772"/>
                  <a:pt x="1160198" y="78881"/>
                  <a:pt x="1160198" y="78267"/>
                </a:cubicBezTo>
                <a:cubicBezTo>
                  <a:pt x="1160198" y="71009"/>
                  <a:pt x="1158562" y="65565"/>
                  <a:pt x="1155290" y="61936"/>
                </a:cubicBezTo>
                <a:cubicBezTo>
                  <a:pt x="1152018" y="58307"/>
                  <a:pt x="1147634" y="56492"/>
                  <a:pt x="1142139" y="56492"/>
                </a:cubicBezTo>
                <a:cubicBezTo>
                  <a:pt x="1136644" y="56492"/>
                  <a:pt x="1131721" y="58553"/>
                  <a:pt x="1127368" y="62674"/>
                </a:cubicBezTo>
                <a:cubicBezTo>
                  <a:pt x="1123015" y="66795"/>
                  <a:pt x="1120067" y="72884"/>
                  <a:pt x="1118524" y="80941"/>
                </a:cubicBezTo>
                <a:lnTo>
                  <a:pt x="1160106" y="80941"/>
                </a:lnTo>
                <a:close/>
                <a:moveTo>
                  <a:pt x="1258930" y="101130"/>
                </a:moveTo>
                <a:lnTo>
                  <a:pt x="1284768" y="105298"/>
                </a:lnTo>
                <a:cubicBezTo>
                  <a:pt x="1280508" y="116812"/>
                  <a:pt x="1274210" y="125572"/>
                  <a:pt x="1265875" y="131576"/>
                </a:cubicBezTo>
                <a:cubicBezTo>
                  <a:pt x="1257541" y="137580"/>
                  <a:pt x="1247878" y="140582"/>
                  <a:pt x="1236888" y="140582"/>
                </a:cubicBezTo>
                <a:cubicBezTo>
                  <a:pt x="1224355" y="140582"/>
                  <a:pt x="1214415" y="136840"/>
                  <a:pt x="1207068" y="129356"/>
                </a:cubicBezTo>
                <a:cubicBezTo>
                  <a:pt x="1199721" y="121872"/>
                  <a:pt x="1196047" y="111574"/>
                  <a:pt x="1196047" y="98462"/>
                </a:cubicBezTo>
                <a:cubicBezTo>
                  <a:pt x="1196047" y="87762"/>
                  <a:pt x="1198270" y="77649"/>
                  <a:pt x="1202715" y="68124"/>
                </a:cubicBezTo>
                <a:cubicBezTo>
                  <a:pt x="1207161" y="58598"/>
                  <a:pt x="1213859" y="51099"/>
                  <a:pt x="1222812" y="45625"/>
                </a:cubicBezTo>
                <a:cubicBezTo>
                  <a:pt x="1231764" y="40151"/>
                  <a:pt x="1241581" y="37415"/>
                  <a:pt x="1252262" y="37415"/>
                </a:cubicBezTo>
                <a:cubicBezTo>
                  <a:pt x="1263869" y="37415"/>
                  <a:pt x="1273130" y="40461"/>
                  <a:pt x="1280045" y="46554"/>
                </a:cubicBezTo>
                <a:cubicBezTo>
                  <a:pt x="1286960" y="52647"/>
                  <a:pt x="1290849" y="60667"/>
                  <a:pt x="1291714" y="70615"/>
                </a:cubicBezTo>
                <a:lnTo>
                  <a:pt x="1266431" y="73347"/>
                </a:lnTo>
                <a:cubicBezTo>
                  <a:pt x="1265814" y="67758"/>
                  <a:pt x="1264131" y="63644"/>
                  <a:pt x="1261384" y="61007"/>
                </a:cubicBezTo>
                <a:cubicBezTo>
                  <a:pt x="1258636" y="58368"/>
                  <a:pt x="1255040" y="57048"/>
                  <a:pt x="1250595" y="57048"/>
                </a:cubicBezTo>
                <a:cubicBezTo>
                  <a:pt x="1245470" y="57048"/>
                  <a:pt x="1240685" y="58965"/>
                  <a:pt x="1236240" y="62798"/>
                </a:cubicBezTo>
                <a:cubicBezTo>
                  <a:pt x="1231795" y="66632"/>
                  <a:pt x="1228384" y="72367"/>
                  <a:pt x="1226007" y="80004"/>
                </a:cubicBezTo>
                <a:cubicBezTo>
                  <a:pt x="1223630" y="87640"/>
                  <a:pt x="1222441" y="94797"/>
                  <a:pt x="1222441" y="101475"/>
                </a:cubicBezTo>
                <a:cubicBezTo>
                  <a:pt x="1222441" y="107286"/>
                  <a:pt x="1223861" y="111769"/>
                  <a:pt x="1226701" y="114924"/>
                </a:cubicBezTo>
                <a:cubicBezTo>
                  <a:pt x="1229541" y="118076"/>
                  <a:pt x="1233091" y="119652"/>
                  <a:pt x="1237352" y="119652"/>
                </a:cubicBezTo>
                <a:cubicBezTo>
                  <a:pt x="1241612" y="119652"/>
                  <a:pt x="1245717" y="118109"/>
                  <a:pt x="1249669" y="115022"/>
                </a:cubicBezTo>
                <a:cubicBezTo>
                  <a:pt x="1253620" y="111935"/>
                  <a:pt x="1256707" y="107304"/>
                  <a:pt x="1258930" y="101130"/>
                </a:cubicBezTo>
                <a:close/>
                <a:moveTo>
                  <a:pt x="1304411" y="59641"/>
                </a:moveTo>
                <a:lnTo>
                  <a:pt x="1308485" y="39822"/>
                </a:lnTo>
                <a:lnTo>
                  <a:pt x="1321561" y="39822"/>
                </a:lnTo>
                <a:lnTo>
                  <a:pt x="1324791" y="24079"/>
                </a:lnTo>
                <a:lnTo>
                  <a:pt x="1355161" y="5742"/>
                </a:lnTo>
                <a:lnTo>
                  <a:pt x="1348140" y="39822"/>
                </a:lnTo>
                <a:lnTo>
                  <a:pt x="1364237" y="39822"/>
                </a:lnTo>
                <a:lnTo>
                  <a:pt x="1360162" y="59641"/>
                </a:lnTo>
                <a:lnTo>
                  <a:pt x="1344056" y="59641"/>
                </a:lnTo>
                <a:lnTo>
                  <a:pt x="1335250" y="100864"/>
                </a:lnTo>
                <a:cubicBezTo>
                  <a:pt x="1333706" y="108325"/>
                  <a:pt x="1332935" y="112579"/>
                  <a:pt x="1332935" y="113627"/>
                </a:cubicBezTo>
                <a:cubicBezTo>
                  <a:pt x="1332935" y="115666"/>
                  <a:pt x="1333583" y="117258"/>
                  <a:pt x="1334879" y="118402"/>
                </a:cubicBezTo>
                <a:cubicBezTo>
                  <a:pt x="1336176" y="119544"/>
                  <a:pt x="1338522" y="120115"/>
                  <a:pt x="1341918" y="120115"/>
                </a:cubicBezTo>
                <a:cubicBezTo>
                  <a:pt x="1343091" y="120115"/>
                  <a:pt x="1346023" y="119899"/>
                  <a:pt x="1350716" y="119467"/>
                </a:cubicBezTo>
                <a:lnTo>
                  <a:pt x="1346548" y="139193"/>
                </a:lnTo>
                <a:cubicBezTo>
                  <a:pt x="1341979" y="140119"/>
                  <a:pt x="1337287" y="140582"/>
                  <a:pt x="1332471" y="140582"/>
                </a:cubicBezTo>
                <a:cubicBezTo>
                  <a:pt x="1323087" y="140582"/>
                  <a:pt x="1316265" y="138769"/>
                  <a:pt x="1312005" y="135141"/>
                </a:cubicBezTo>
                <a:cubicBezTo>
                  <a:pt x="1307745" y="131512"/>
                  <a:pt x="1305614" y="126473"/>
                  <a:pt x="1305614" y="120023"/>
                </a:cubicBezTo>
                <a:cubicBezTo>
                  <a:pt x="1305614" y="116998"/>
                  <a:pt x="1306757" y="110020"/>
                  <a:pt x="1309041" y="99090"/>
                </a:cubicBezTo>
                <a:lnTo>
                  <a:pt x="1317622" y="59641"/>
                </a:lnTo>
                <a:lnTo>
                  <a:pt x="1304411" y="59641"/>
                </a:lnTo>
                <a:close/>
                <a:moveTo>
                  <a:pt x="1440540" y="138174"/>
                </a:moveTo>
                <a:lnTo>
                  <a:pt x="1413961" y="138174"/>
                </a:lnTo>
                <a:lnTo>
                  <a:pt x="1442392" y="2408"/>
                </a:lnTo>
                <a:lnTo>
                  <a:pt x="1468971" y="2408"/>
                </a:lnTo>
                <a:lnTo>
                  <a:pt x="1458784" y="50762"/>
                </a:lnTo>
                <a:cubicBezTo>
                  <a:pt x="1464773" y="46033"/>
                  <a:pt x="1470361" y="42627"/>
                  <a:pt x="1475547" y="40543"/>
                </a:cubicBezTo>
                <a:cubicBezTo>
                  <a:pt x="1480733" y="38457"/>
                  <a:pt x="1486290" y="37415"/>
                  <a:pt x="1492217" y="37415"/>
                </a:cubicBezTo>
                <a:cubicBezTo>
                  <a:pt x="1500181" y="37415"/>
                  <a:pt x="1506479" y="39709"/>
                  <a:pt x="1511109" y="44297"/>
                </a:cubicBezTo>
                <a:cubicBezTo>
                  <a:pt x="1515740" y="48885"/>
                  <a:pt x="1518055" y="54900"/>
                  <a:pt x="1518055" y="62341"/>
                </a:cubicBezTo>
                <a:cubicBezTo>
                  <a:pt x="1518055" y="66281"/>
                  <a:pt x="1517190" y="72388"/>
                  <a:pt x="1515462" y="80664"/>
                </a:cubicBezTo>
                <a:lnTo>
                  <a:pt x="1503422" y="138174"/>
                </a:lnTo>
                <a:lnTo>
                  <a:pt x="1476843" y="138174"/>
                </a:lnTo>
                <a:lnTo>
                  <a:pt x="1489160" y="79526"/>
                </a:lnTo>
                <a:cubicBezTo>
                  <a:pt x="1490457" y="73188"/>
                  <a:pt x="1491105" y="69124"/>
                  <a:pt x="1491105" y="67333"/>
                </a:cubicBezTo>
                <a:cubicBezTo>
                  <a:pt x="1491105" y="64059"/>
                  <a:pt x="1490087" y="61434"/>
                  <a:pt x="1488049" y="59459"/>
                </a:cubicBezTo>
                <a:cubicBezTo>
                  <a:pt x="1486012" y="57481"/>
                  <a:pt x="1483233" y="56492"/>
                  <a:pt x="1479714" y="56492"/>
                </a:cubicBezTo>
                <a:cubicBezTo>
                  <a:pt x="1475269" y="56492"/>
                  <a:pt x="1471009" y="58036"/>
                  <a:pt x="1466934" y="61123"/>
                </a:cubicBezTo>
                <a:cubicBezTo>
                  <a:pt x="1461624" y="65198"/>
                  <a:pt x="1457580" y="70199"/>
                  <a:pt x="1454802" y="76126"/>
                </a:cubicBezTo>
                <a:cubicBezTo>
                  <a:pt x="1453259" y="79400"/>
                  <a:pt x="1451221" y="87087"/>
                  <a:pt x="1448690" y="99188"/>
                </a:cubicBezTo>
                <a:lnTo>
                  <a:pt x="1440540" y="138174"/>
                </a:lnTo>
                <a:close/>
                <a:moveTo>
                  <a:pt x="1566945" y="67605"/>
                </a:moveTo>
                <a:lnTo>
                  <a:pt x="1541014" y="65400"/>
                </a:lnTo>
                <a:cubicBezTo>
                  <a:pt x="1543978" y="56627"/>
                  <a:pt x="1549149" y="49770"/>
                  <a:pt x="1556527" y="44829"/>
                </a:cubicBezTo>
                <a:cubicBezTo>
                  <a:pt x="1563905" y="39886"/>
                  <a:pt x="1573675" y="37415"/>
                  <a:pt x="1585838" y="37415"/>
                </a:cubicBezTo>
                <a:cubicBezTo>
                  <a:pt x="1598495" y="37415"/>
                  <a:pt x="1607848" y="39964"/>
                  <a:pt x="1613899" y="45064"/>
                </a:cubicBezTo>
                <a:cubicBezTo>
                  <a:pt x="1619949" y="50161"/>
                  <a:pt x="1622975" y="56386"/>
                  <a:pt x="1622975" y="63739"/>
                </a:cubicBezTo>
                <a:cubicBezTo>
                  <a:pt x="1622975" y="66706"/>
                  <a:pt x="1622712" y="69859"/>
                  <a:pt x="1622187" y="73197"/>
                </a:cubicBezTo>
                <a:cubicBezTo>
                  <a:pt x="1621663" y="76533"/>
                  <a:pt x="1619826" y="85308"/>
                  <a:pt x="1616677" y="99521"/>
                </a:cubicBezTo>
                <a:cubicBezTo>
                  <a:pt x="1614084" y="111262"/>
                  <a:pt x="1612787" y="119481"/>
                  <a:pt x="1612787" y="124179"/>
                </a:cubicBezTo>
                <a:cubicBezTo>
                  <a:pt x="1612787" y="128381"/>
                  <a:pt x="1613528" y="133046"/>
                  <a:pt x="1615010" y="138174"/>
                </a:cubicBezTo>
                <a:lnTo>
                  <a:pt x="1589172" y="138174"/>
                </a:lnTo>
                <a:cubicBezTo>
                  <a:pt x="1588122" y="134594"/>
                  <a:pt x="1587474" y="130889"/>
                  <a:pt x="1587227" y="127061"/>
                </a:cubicBezTo>
                <a:cubicBezTo>
                  <a:pt x="1583337" y="131383"/>
                  <a:pt x="1578861" y="134717"/>
                  <a:pt x="1573798" y="137063"/>
                </a:cubicBezTo>
                <a:cubicBezTo>
                  <a:pt x="1568736" y="139409"/>
                  <a:pt x="1563642" y="140582"/>
                  <a:pt x="1558518" y="140582"/>
                </a:cubicBezTo>
                <a:cubicBezTo>
                  <a:pt x="1550368" y="140582"/>
                  <a:pt x="1543638" y="137908"/>
                  <a:pt x="1538329" y="132560"/>
                </a:cubicBezTo>
                <a:cubicBezTo>
                  <a:pt x="1533019" y="127212"/>
                  <a:pt x="1530364" y="120333"/>
                  <a:pt x="1530364" y="111925"/>
                </a:cubicBezTo>
                <a:cubicBezTo>
                  <a:pt x="1530364" y="102527"/>
                  <a:pt x="1533281" y="95015"/>
                  <a:pt x="1539116" y="89389"/>
                </a:cubicBezTo>
                <a:cubicBezTo>
                  <a:pt x="1544950" y="83763"/>
                  <a:pt x="1555369" y="80363"/>
                  <a:pt x="1570372" y="79188"/>
                </a:cubicBezTo>
                <a:cubicBezTo>
                  <a:pt x="1583029" y="78136"/>
                  <a:pt x="1591487" y="76868"/>
                  <a:pt x="1595747" y="75385"/>
                </a:cubicBezTo>
                <a:cubicBezTo>
                  <a:pt x="1596858" y="71680"/>
                  <a:pt x="1597414" y="68717"/>
                  <a:pt x="1597414" y="66494"/>
                </a:cubicBezTo>
                <a:cubicBezTo>
                  <a:pt x="1597414" y="63654"/>
                  <a:pt x="1596272" y="61277"/>
                  <a:pt x="1593988" y="59363"/>
                </a:cubicBezTo>
                <a:cubicBezTo>
                  <a:pt x="1591703" y="57449"/>
                  <a:pt x="1588307" y="56492"/>
                  <a:pt x="1583800" y="56492"/>
                </a:cubicBezTo>
                <a:cubicBezTo>
                  <a:pt x="1579046" y="56492"/>
                  <a:pt x="1575296" y="57457"/>
                  <a:pt x="1572548" y="59386"/>
                </a:cubicBezTo>
                <a:cubicBezTo>
                  <a:pt x="1569801" y="61314"/>
                  <a:pt x="1567933" y="64053"/>
                  <a:pt x="1566945" y="67605"/>
                </a:cubicBezTo>
                <a:moveTo>
                  <a:pt x="1592228" y="92240"/>
                </a:moveTo>
                <a:cubicBezTo>
                  <a:pt x="1590623" y="92674"/>
                  <a:pt x="1588493" y="93076"/>
                  <a:pt x="1585838" y="93447"/>
                </a:cubicBezTo>
                <a:cubicBezTo>
                  <a:pt x="1572502" y="95058"/>
                  <a:pt x="1563797" y="97411"/>
                  <a:pt x="1559722" y="100508"/>
                </a:cubicBezTo>
                <a:cubicBezTo>
                  <a:pt x="1556820" y="102739"/>
                  <a:pt x="1555369" y="105744"/>
                  <a:pt x="1555369" y="109523"/>
                </a:cubicBezTo>
                <a:cubicBezTo>
                  <a:pt x="1555369" y="112620"/>
                  <a:pt x="1556480" y="115237"/>
                  <a:pt x="1558703" y="117375"/>
                </a:cubicBezTo>
                <a:cubicBezTo>
                  <a:pt x="1560926" y="119511"/>
                  <a:pt x="1563858" y="120579"/>
                  <a:pt x="1567501" y="120579"/>
                </a:cubicBezTo>
                <a:cubicBezTo>
                  <a:pt x="1571514" y="120579"/>
                  <a:pt x="1575296" y="119603"/>
                  <a:pt x="1578846" y="117653"/>
                </a:cubicBezTo>
                <a:cubicBezTo>
                  <a:pt x="1582396" y="115700"/>
                  <a:pt x="1585051" y="113191"/>
                  <a:pt x="1586810" y="110125"/>
                </a:cubicBezTo>
                <a:cubicBezTo>
                  <a:pt x="1588570" y="107059"/>
                  <a:pt x="1590129" y="102274"/>
                  <a:pt x="1591487" y="95771"/>
                </a:cubicBezTo>
                <a:lnTo>
                  <a:pt x="1592228" y="92240"/>
                </a:lnTo>
                <a:close/>
                <a:moveTo>
                  <a:pt x="1631504" y="110603"/>
                </a:moveTo>
                <a:lnTo>
                  <a:pt x="1657250" y="106502"/>
                </a:lnTo>
                <a:cubicBezTo>
                  <a:pt x="1659534" y="111968"/>
                  <a:pt x="1662374" y="115835"/>
                  <a:pt x="1665770" y="118104"/>
                </a:cubicBezTo>
                <a:cubicBezTo>
                  <a:pt x="1669165" y="120371"/>
                  <a:pt x="1673796" y="121505"/>
                  <a:pt x="1679661" y="121505"/>
                </a:cubicBezTo>
                <a:cubicBezTo>
                  <a:pt x="1685712" y="121505"/>
                  <a:pt x="1690558" y="120150"/>
                  <a:pt x="1694201" y="117441"/>
                </a:cubicBezTo>
                <a:cubicBezTo>
                  <a:pt x="1696732" y="115593"/>
                  <a:pt x="1697998" y="113345"/>
                  <a:pt x="1697998" y="110698"/>
                </a:cubicBezTo>
                <a:cubicBezTo>
                  <a:pt x="1697998" y="108912"/>
                  <a:pt x="1697350" y="107306"/>
                  <a:pt x="1696053" y="105882"/>
                </a:cubicBezTo>
                <a:cubicBezTo>
                  <a:pt x="1694695" y="104522"/>
                  <a:pt x="1691021" y="102852"/>
                  <a:pt x="1685033" y="100873"/>
                </a:cubicBezTo>
                <a:cubicBezTo>
                  <a:pt x="1668980" y="95553"/>
                  <a:pt x="1659040" y="91348"/>
                  <a:pt x="1655212" y="88258"/>
                </a:cubicBezTo>
                <a:cubicBezTo>
                  <a:pt x="1649223" y="83432"/>
                  <a:pt x="1646229" y="77123"/>
                  <a:pt x="1646229" y="69330"/>
                </a:cubicBezTo>
                <a:cubicBezTo>
                  <a:pt x="1646229" y="61538"/>
                  <a:pt x="1649131" y="54826"/>
                  <a:pt x="1654934" y="49196"/>
                </a:cubicBezTo>
                <a:cubicBezTo>
                  <a:pt x="1663022" y="41342"/>
                  <a:pt x="1675031" y="37415"/>
                  <a:pt x="1690960" y="37415"/>
                </a:cubicBezTo>
                <a:cubicBezTo>
                  <a:pt x="1703616" y="37415"/>
                  <a:pt x="1713186" y="39730"/>
                  <a:pt x="1719669" y="44360"/>
                </a:cubicBezTo>
                <a:cubicBezTo>
                  <a:pt x="1726152" y="48991"/>
                  <a:pt x="1730257" y="55257"/>
                  <a:pt x="1731986" y="63160"/>
                </a:cubicBezTo>
                <a:lnTo>
                  <a:pt x="1707444" y="67420"/>
                </a:lnTo>
                <a:cubicBezTo>
                  <a:pt x="1706148" y="63839"/>
                  <a:pt x="1704049" y="61154"/>
                  <a:pt x="1701147" y="59363"/>
                </a:cubicBezTo>
                <a:cubicBezTo>
                  <a:pt x="1697195" y="56955"/>
                  <a:pt x="1692441" y="55751"/>
                  <a:pt x="1686885" y="55751"/>
                </a:cubicBezTo>
                <a:cubicBezTo>
                  <a:pt x="1681328" y="55751"/>
                  <a:pt x="1677331" y="56681"/>
                  <a:pt x="1674892" y="58541"/>
                </a:cubicBezTo>
                <a:cubicBezTo>
                  <a:pt x="1672453" y="60401"/>
                  <a:pt x="1671234" y="62541"/>
                  <a:pt x="1671234" y="64960"/>
                </a:cubicBezTo>
                <a:cubicBezTo>
                  <a:pt x="1671234" y="67440"/>
                  <a:pt x="1672469" y="69484"/>
                  <a:pt x="1674938" y="71093"/>
                </a:cubicBezTo>
                <a:cubicBezTo>
                  <a:pt x="1676482" y="72083"/>
                  <a:pt x="1681452" y="73814"/>
                  <a:pt x="1689848" y="76288"/>
                </a:cubicBezTo>
                <a:cubicBezTo>
                  <a:pt x="1702814" y="80062"/>
                  <a:pt x="1711488" y="83773"/>
                  <a:pt x="1715872" y="87421"/>
                </a:cubicBezTo>
                <a:cubicBezTo>
                  <a:pt x="1722046" y="92555"/>
                  <a:pt x="1725133" y="98741"/>
                  <a:pt x="1725133" y="105978"/>
                </a:cubicBezTo>
                <a:cubicBezTo>
                  <a:pt x="1725133" y="115316"/>
                  <a:pt x="1721212" y="123419"/>
                  <a:pt x="1713371" y="130285"/>
                </a:cubicBezTo>
                <a:cubicBezTo>
                  <a:pt x="1705530" y="137150"/>
                  <a:pt x="1694479" y="140582"/>
                  <a:pt x="1680217" y="140582"/>
                </a:cubicBezTo>
                <a:cubicBezTo>
                  <a:pt x="1666017" y="140582"/>
                  <a:pt x="1655042" y="137960"/>
                  <a:pt x="1647294" y="132716"/>
                </a:cubicBezTo>
                <a:cubicBezTo>
                  <a:pt x="1639546" y="127470"/>
                  <a:pt x="1634282" y="120099"/>
                  <a:pt x="1631504" y="110603"/>
                </a:cubicBez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alibif">
            <a:extLst xmlns:a="http://schemas.openxmlformats.org/drawingml/2006/main">
              <a:ext uri="{FF2B5EF4-FFF2-40B4-BE49-F238E27FC236}">
                <a16:creationId xmlns:a16="http://schemas.microsoft.com/office/drawing/2014/main" id="{DB009BB1-D770-495B-B989-5B9B3C50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60" y="862662"/>
            <a:ext cx="512853" cy="140582"/>
          </a:xfrm>
          <a:custGeom xmlns:a="http://schemas.openxmlformats.org/drawingml/2006/main">
            <a:pathLst>
              <a:path w="512853" h="140582">
                <a:moveTo>
                  <a:pt x="36581" y="67605"/>
                </a:moveTo>
                <a:lnTo>
                  <a:pt x="10650" y="65400"/>
                </a:lnTo>
                <a:cubicBezTo>
                  <a:pt x="13614" y="56627"/>
                  <a:pt x="18784" y="49770"/>
                  <a:pt x="26162" y="44829"/>
                </a:cubicBezTo>
                <a:cubicBezTo>
                  <a:pt x="33540" y="39886"/>
                  <a:pt x="43311" y="37415"/>
                  <a:pt x="55474" y="37415"/>
                </a:cubicBezTo>
                <a:cubicBezTo>
                  <a:pt x="68130" y="37415"/>
                  <a:pt x="77484" y="39964"/>
                  <a:pt x="83534" y="45064"/>
                </a:cubicBezTo>
                <a:cubicBezTo>
                  <a:pt x="89585" y="50161"/>
                  <a:pt x="92610" y="56386"/>
                  <a:pt x="92610" y="63739"/>
                </a:cubicBezTo>
                <a:cubicBezTo>
                  <a:pt x="92610" y="66706"/>
                  <a:pt x="92348" y="69859"/>
                  <a:pt x="91823" y="73197"/>
                </a:cubicBezTo>
                <a:cubicBezTo>
                  <a:pt x="91298" y="76533"/>
                  <a:pt x="89461" y="85308"/>
                  <a:pt x="86313" y="99521"/>
                </a:cubicBezTo>
                <a:cubicBezTo>
                  <a:pt x="83720" y="111262"/>
                  <a:pt x="82423" y="119481"/>
                  <a:pt x="82423" y="124179"/>
                </a:cubicBezTo>
                <a:cubicBezTo>
                  <a:pt x="82423" y="128381"/>
                  <a:pt x="83164" y="133046"/>
                  <a:pt x="84646" y="138174"/>
                </a:cubicBezTo>
                <a:lnTo>
                  <a:pt x="58808" y="138174"/>
                </a:lnTo>
                <a:cubicBezTo>
                  <a:pt x="57758" y="134594"/>
                  <a:pt x="57110" y="130889"/>
                  <a:pt x="56863" y="127061"/>
                </a:cubicBezTo>
                <a:cubicBezTo>
                  <a:pt x="52973" y="131383"/>
                  <a:pt x="48497" y="134717"/>
                  <a:pt x="43434" y="137063"/>
                </a:cubicBezTo>
                <a:cubicBezTo>
                  <a:pt x="38372" y="139409"/>
                  <a:pt x="33278" y="140582"/>
                  <a:pt x="28154" y="140582"/>
                </a:cubicBezTo>
                <a:cubicBezTo>
                  <a:pt x="20004" y="140582"/>
                  <a:pt x="13274" y="137908"/>
                  <a:pt x="7964" y="132560"/>
                </a:cubicBezTo>
                <a:cubicBezTo>
                  <a:pt x="2655" y="127212"/>
                  <a:pt x="0" y="120333"/>
                  <a:pt x="0" y="111925"/>
                </a:cubicBezTo>
                <a:cubicBezTo>
                  <a:pt x="0" y="102527"/>
                  <a:pt x="2917" y="95015"/>
                  <a:pt x="8752" y="89389"/>
                </a:cubicBezTo>
                <a:cubicBezTo>
                  <a:pt x="14586" y="83763"/>
                  <a:pt x="25005" y="80363"/>
                  <a:pt x="40008" y="79188"/>
                </a:cubicBezTo>
                <a:cubicBezTo>
                  <a:pt x="52664" y="78136"/>
                  <a:pt x="61123" y="76868"/>
                  <a:pt x="65383" y="75385"/>
                </a:cubicBezTo>
                <a:cubicBezTo>
                  <a:pt x="66494" y="71680"/>
                  <a:pt x="67050" y="68717"/>
                  <a:pt x="67050" y="66494"/>
                </a:cubicBezTo>
                <a:cubicBezTo>
                  <a:pt x="67050" y="63654"/>
                  <a:pt x="65908" y="61277"/>
                  <a:pt x="63623" y="59363"/>
                </a:cubicBezTo>
                <a:cubicBezTo>
                  <a:pt x="61339" y="57449"/>
                  <a:pt x="57943" y="56492"/>
                  <a:pt x="53436" y="56492"/>
                </a:cubicBezTo>
                <a:cubicBezTo>
                  <a:pt x="48682" y="56492"/>
                  <a:pt x="44931" y="57457"/>
                  <a:pt x="42184" y="59386"/>
                </a:cubicBezTo>
                <a:cubicBezTo>
                  <a:pt x="39437" y="61314"/>
                  <a:pt x="37569" y="64053"/>
                  <a:pt x="36581" y="67605"/>
                </a:cubicBezTo>
                <a:moveTo>
                  <a:pt x="61864" y="92240"/>
                </a:moveTo>
                <a:cubicBezTo>
                  <a:pt x="60258" y="92674"/>
                  <a:pt x="58128" y="93076"/>
                  <a:pt x="55474" y="93447"/>
                </a:cubicBezTo>
                <a:cubicBezTo>
                  <a:pt x="42138" y="95058"/>
                  <a:pt x="33432" y="97411"/>
                  <a:pt x="29357" y="100508"/>
                </a:cubicBezTo>
                <a:cubicBezTo>
                  <a:pt x="26456" y="102739"/>
                  <a:pt x="25005" y="105744"/>
                  <a:pt x="25005" y="109523"/>
                </a:cubicBezTo>
                <a:cubicBezTo>
                  <a:pt x="25005" y="112620"/>
                  <a:pt x="26116" y="115237"/>
                  <a:pt x="28339" y="117375"/>
                </a:cubicBezTo>
                <a:cubicBezTo>
                  <a:pt x="30561" y="119511"/>
                  <a:pt x="33494" y="120579"/>
                  <a:pt x="37137" y="120579"/>
                </a:cubicBezTo>
                <a:cubicBezTo>
                  <a:pt x="41150" y="120579"/>
                  <a:pt x="44931" y="119603"/>
                  <a:pt x="48481" y="117653"/>
                </a:cubicBezTo>
                <a:cubicBezTo>
                  <a:pt x="52032" y="115700"/>
                  <a:pt x="54686" y="113191"/>
                  <a:pt x="56446" y="110125"/>
                </a:cubicBezTo>
                <a:cubicBezTo>
                  <a:pt x="58206" y="107059"/>
                  <a:pt x="59764" y="102274"/>
                  <a:pt x="61123" y="95771"/>
                </a:cubicBezTo>
                <a:lnTo>
                  <a:pt x="61864" y="92240"/>
                </a:lnTo>
                <a:close/>
                <a:moveTo>
                  <a:pt x="104381" y="138174"/>
                </a:moveTo>
                <a:lnTo>
                  <a:pt x="132812" y="2408"/>
                </a:lnTo>
                <a:lnTo>
                  <a:pt x="159299" y="2408"/>
                </a:lnTo>
                <a:lnTo>
                  <a:pt x="130960" y="138174"/>
                </a:lnTo>
                <a:lnTo>
                  <a:pt x="104381" y="138174"/>
                </a:lnTo>
                <a:close/>
                <a:moveTo>
                  <a:pt x="185594" y="2408"/>
                </a:moveTo>
                <a:lnTo>
                  <a:pt x="212173" y="2408"/>
                </a:lnTo>
                <a:lnTo>
                  <a:pt x="207172" y="26487"/>
                </a:lnTo>
                <a:lnTo>
                  <a:pt x="180593" y="26487"/>
                </a:lnTo>
                <a:lnTo>
                  <a:pt x="185594" y="2408"/>
                </a:lnTo>
                <a:moveTo>
                  <a:pt x="177815" y="39822"/>
                </a:moveTo>
                <a:lnTo>
                  <a:pt x="204394" y="39822"/>
                </a:lnTo>
                <a:lnTo>
                  <a:pt x="183834" y="138174"/>
                </a:lnTo>
                <a:lnTo>
                  <a:pt x="157255" y="138174"/>
                </a:lnTo>
                <a:lnTo>
                  <a:pt x="177815" y="39822"/>
                </a:lnTo>
                <a:close/>
                <a:moveTo>
                  <a:pt x="209203" y="138174"/>
                </a:moveTo>
                <a:lnTo>
                  <a:pt x="237542" y="2408"/>
                </a:lnTo>
                <a:lnTo>
                  <a:pt x="264214" y="2408"/>
                </a:lnTo>
                <a:lnTo>
                  <a:pt x="254675" y="47743"/>
                </a:lnTo>
                <a:cubicBezTo>
                  <a:pt x="259553" y="44022"/>
                  <a:pt x="264106" y="41370"/>
                  <a:pt x="268335" y="39788"/>
                </a:cubicBezTo>
                <a:cubicBezTo>
                  <a:pt x="272564" y="38206"/>
                  <a:pt x="277179" y="37415"/>
                  <a:pt x="282180" y="37415"/>
                </a:cubicBezTo>
                <a:cubicBezTo>
                  <a:pt x="292553" y="37415"/>
                  <a:pt x="300857" y="40894"/>
                  <a:pt x="307092" y="47853"/>
                </a:cubicBezTo>
                <a:cubicBezTo>
                  <a:pt x="313328" y="54811"/>
                  <a:pt x="316446" y="64938"/>
                  <a:pt x="316446" y="78235"/>
                </a:cubicBezTo>
                <a:cubicBezTo>
                  <a:pt x="316446" y="87205"/>
                  <a:pt x="314980" y="95911"/>
                  <a:pt x="312047" y="104354"/>
                </a:cubicBezTo>
                <a:cubicBezTo>
                  <a:pt x="309114" y="112795"/>
                  <a:pt x="305194" y="119660"/>
                  <a:pt x="300286" y="124949"/>
                </a:cubicBezTo>
                <a:cubicBezTo>
                  <a:pt x="295377" y="130237"/>
                  <a:pt x="290222" y="134165"/>
                  <a:pt x="284820" y="136733"/>
                </a:cubicBezTo>
                <a:cubicBezTo>
                  <a:pt x="279417" y="139299"/>
                  <a:pt x="273753" y="140582"/>
                  <a:pt x="267826" y="140582"/>
                </a:cubicBezTo>
                <a:cubicBezTo>
                  <a:pt x="253749" y="140582"/>
                  <a:pt x="243408" y="134447"/>
                  <a:pt x="236801" y="122176"/>
                </a:cubicBezTo>
                <a:lnTo>
                  <a:pt x="233375" y="138174"/>
                </a:lnTo>
                <a:lnTo>
                  <a:pt x="209203" y="138174"/>
                </a:lnTo>
                <a:moveTo>
                  <a:pt x="245044" y="98196"/>
                </a:moveTo>
                <a:cubicBezTo>
                  <a:pt x="245044" y="104821"/>
                  <a:pt x="246911" y="110208"/>
                  <a:pt x="250647" y="114356"/>
                </a:cubicBezTo>
                <a:cubicBezTo>
                  <a:pt x="254382" y="118504"/>
                  <a:pt x="258781" y="120579"/>
                  <a:pt x="263843" y="120579"/>
                </a:cubicBezTo>
                <a:cubicBezTo>
                  <a:pt x="268289" y="120579"/>
                  <a:pt x="272533" y="118968"/>
                  <a:pt x="276577" y="115748"/>
                </a:cubicBezTo>
                <a:cubicBezTo>
                  <a:pt x="280621" y="112528"/>
                  <a:pt x="283986" y="107389"/>
                  <a:pt x="286672" y="100332"/>
                </a:cubicBezTo>
                <a:cubicBezTo>
                  <a:pt x="289358" y="93272"/>
                  <a:pt x="290700" y="86151"/>
                  <a:pt x="290700" y="78968"/>
                </a:cubicBezTo>
                <a:cubicBezTo>
                  <a:pt x="290700" y="71972"/>
                  <a:pt x="288895" y="66477"/>
                  <a:pt x="285283" y="62483"/>
                </a:cubicBezTo>
                <a:cubicBezTo>
                  <a:pt x="281671" y="58489"/>
                  <a:pt x="277303" y="56492"/>
                  <a:pt x="272178" y="56492"/>
                </a:cubicBezTo>
                <a:cubicBezTo>
                  <a:pt x="265510" y="56492"/>
                  <a:pt x="259769" y="59588"/>
                  <a:pt x="254953" y="65779"/>
                </a:cubicBezTo>
                <a:cubicBezTo>
                  <a:pt x="248347" y="74263"/>
                  <a:pt x="245044" y="85068"/>
                  <a:pt x="245044" y="98196"/>
                </a:cubicBezTo>
                <a:close/>
                <a:moveTo>
                  <a:pt x="354131" y="2408"/>
                </a:moveTo>
                <a:lnTo>
                  <a:pt x="380710" y="2408"/>
                </a:lnTo>
                <a:lnTo>
                  <a:pt x="375709" y="26487"/>
                </a:lnTo>
                <a:lnTo>
                  <a:pt x="349130" y="26487"/>
                </a:lnTo>
                <a:lnTo>
                  <a:pt x="354131" y="2408"/>
                </a:lnTo>
                <a:moveTo>
                  <a:pt x="346352" y="39822"/>
                </a:moveTo>
                <a:lnTo>
                  <a:pt x="372931" y="39822"/>
                </a:lnTo>
                <a:lnTo>
                  <a:pt x="352371" y="138174"/>
                </a:lnTo>
                <a:lnTo>
                  <a:pt x="325792" y="138174"/>
                </a:lnTo>
                <a:lnTo>
                  <a:pt x="346352" y="39822"/>
                </a:lnTo>
                <a:close/>
                <a:moveTo>
                  <a:pt x="499702" y="39822"/>
                </a:moveTo>
                <a:lnTo>
                  <a:pt x="495627" y="59271"/>
                </a:lnTo>
                <a:lnTo>
                  <a:pt x="476827" y="59271"/>
                </a:lnTo>
                <a:lnTo>
                  <a:pt x="460343" y="138174"/>
                </a:lnTo>
                <a:lnTo>
                  <a:pt x="433763" y="138174"/>
                </a:lnTo>
                <a:lnTo>
                  <a:pt x="450248" y="59271"/>
                </a:lnTo>
                <a:lnTo>
                  <a:pt x="435430" y="59271"/>
                </a:lnTo>
                <a:lnTo>
                  <a:pt x="439505" y="39822"/>
                </a:lnTo>
                <a:lnTo>
                  <a:pt x="454323" y="39822"/>
                </a:lnTo>
                <a:lnTo>
                  <a:pt x="456453" y="29705"/>
                </a:lnTo>
                <a:cubicBezTo>
                  <a:pt x="458182" y="21412"/>
                  <a:pt x="459818" y="15811"/>
                  <a:pt x="461361" y="12902"/>
                </a:cubicBezTo>
                <a:cubicBezTo>
                  <a:pt x="463460" y="8943"/>
                  <a:pt x="466594" y="5803"/>
                  <a:pt x="470761" y="3482"/>
                </a:cubicBezTo>
                <a:cubicBezTo>
                  <a:pt x="474929" y="1161"/>
                  <a:pt x="480377" y="0"/>
                  <a:pt x="487107" y="0"/>
                </a:cubicBezTo>
                <a:cubicBezTo>
                  <a:pt x="495257" y="0"/>
                  <a:pt x="503839" y="1468"/>
                  <a:pt x="512853" y="4405"/>
                </a:cubicBezTo>
                <a:lnTo>
                  <a:pt x="507666" y="23245"/>
                </a:lnTo>
                <a:cubicBezTo>
                  <a:pt x="501307" y="21084"/>
                  <a:pt x="496152" y="20004"/>
                  <a:pt x="492201" y="20004"/>
                </a:cubicBezTo>
                <a:cubicBezTo>
                  <a:pt x="489175" y="20004"/>
                  <a:pt x="486922" y="20982"/>
                  <a:pt x="485440" y="22938"/>
                </a:cubicBezTo>
                <a:cubicBezTo>
                  <a:pt x="484452" y="24200"/>
                  <a:pt x="483433" y="27512"/>
                  <a:pt x="482384" y="32874"/>
                </a:cubicBezTo>
                <a:lnTo>
                  <a:pt x="480902" y="39822"/>
                </a:lnTo>
                <a:lnTo>
                  <a:pt x="499702" y="39822"/>
                </a:ln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orthismurder”">
            <a:extLst xmlns:a="http://schemas.openxmlformats.org/drawingml/2006/main">
              <a:ext uri="{FF2B5EF4-FFF2-40B4-BE49-F238E27FC236}">
                <a16:creationId xmlns:a16="http://schemas.microsoft.com/office/drawing/2014/main" id="{F3441A8E-B335-464E-AF77-C6EE7813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579" y="865070"/>
            <a:ext cx="1381650" cy="138174"/>
          </a:xfrm>
          <a:custGeom xmlns:a="http://schemas.openxmlformats.org/drawingml/2006/main">
            <a:pathLst>
              <a:path w="1381650" h="138174">
                <a:moveTo>
                  <a:pt x="0" y="94940"/>
                </a:moveTo>
                <a:cubicBezTo>
                  <a:pt x="0" y="76694"/>
                  <a:pt x="5140" y="62143"/>
                  <a:pt x="15420" y="51289"/>
                </a:cubicBezTo>
                <a:cubicBezTo>
                  <a:pt x="25699" y="40434"/>
                  <a:pt x="39205" y="35007"/>
                  <a:pt x="55937" y="35007"/>
                </a:cubicBezTo>
                <a:cubicBezTo>
                  <a:pt x="70446" y="35007"/>
                  <a:pt x="81775" y="39012"/>
                  <a:pt x="89925" y="47023"/>
                </a:cubicBezTo>
                <a:cubicBezTo>
                  <a:pt x="98074" y="55032"/>
                  <a:pt x="102149" y="65809"/>
                  <a:pt x="102149" y="79355"/>
                </a:cubicBezTo>
                <a:cubicBezTo>
                  <a:pt x="102149" y="95311"/>
                  <a:pt x="97056" y="109104"/>
                  <a:pt x="86868" y="120732"/>
                </a:cubicBezTo>
                <a:cubicBezTo>
                  <a:pt x="76681" y="132360"/>
                  <a:pt x="63037" y="138174"/>
                  <a:pt x="45935" y="138174"/>
                </a:cubicBezTo>
                <a:cubicBezTo>
                  <a:pt x="36674" y="138174"/>
                  <a:pt x="28462" y="136319"/>
                  <a:pt x="21300" y="132609"/>
                </a:cubicBezTo>
                <a:cubicBezTo>
                  <a:pt x="14138" y="128897"/>
                  <a:pt x="8798" y="123639"/>
                  <a:pt x="5279" y="116836"/>
                </a:cubicBezTo>
                <a:cubicBezTo>
                  <a:pt x="1760" y="110032"/>
                  <a:pt x="0" y="102733"/>
                  <a:pt x="0" y="94940"/>
                </a:cubicBezTo>
                <a:moveTo>
                  <a:pt x="75755" y="75909"/>
                </a:moveTo>
                <a:cubicBezTo>
                  <a:pt x="75755" y="69594"/>
                  <a:pt x="73918" y="64532"/>
                  <a:pt x="70245" y="60723"/>
                </a:cubicBezTo>
                <a:cubicBezTo>
                  <a:pt x="66571" y="56915"/>
                  <a:pt x="61833" y="55010"/>
                  <a:pt x="56029" y="55010"/>
                </a:cubicBezTo>
                <a:cubicBezTo>
                  <a:pt x="50287" y="55010"/>
                  <a:pt x="45194" y="56791"/>
                  <a:pt x="40749" y="60353"/>
                </a:cubicBezTo>
                <a:cubicBezTo>
                  <a:pt x="36303" y="63913"/>
                  <a:pt x="32846" y="69083"/>
                  <a:pt x="30376" y="75865"/>
                </a:cubicBezTo>
                <a:cubicBezTo>
                  <a:pt x="27907" y="82645"/>
                  <a:pt x="26672" y="88883"/>
                  <a:pt x="26672" y="94578"/>
                </a:cubicBezTo>
                <a:cubicBezTo>
                  <a:pt x="26672" y="101638"/>
                  <a:pt x="28586" y="107243"/>
                  <a:pt x="32414" y="111393"/>
                </a:cubicBezTo>
                <a:cubicBezTo>
                  <a:pt x="36241" y="115541"/>
                  <a:pt x="41057" y="117615"/>
                  <a:pt x="46861" y="117615"/>
                </a:cubicBezTo>
                <a:cubicBezTo>
                  <a:pt x="54146" y="117615"/>
                  <a:pt x="60258" y="114487"/>
                  <a:pt x="65198" y="108232"/>
                </a:cubicBezTo>
                <a:cubicBezTo>
                  <a:pt x="72236" y="99378"/>
                  <a:pt x="75755" y="88604"/>
                  <a:pt x="75755" y="75909"/>
                </a:cubicBezTo>
                <a:close/>
                <a:moveTo>
                  <a:pt x="131036" y="37415"/>
                </a:moveTo>
                <a:lnTo>
                  <a:pt x="155855" y="37415"/>
                </a:lnTo>
                <a:lnTo>
                  <a:pt x="151873" y="56452"/>
                </a:lnTo>
                <a:cubicBezTo>
                  <a:pt x="161134" y="42155"/>
                  <a:pt x="171167" y="35007"/>
                  <a:pt x="181971" y="35007"/>
                </a:cubicBezTo>
                <a:cubicBezTo>
                  <a:pt x="185799" y="35007"/>
                  <a:pt x="189905" y="35964"/>
                  <a:pt x="194289" y="37878"/>
                </a:cubicBezTo>
                <a:lnTo>
                  <a:pt x="184101" y="59641"/>
                </a:lnTo>
                <a:cubicBezTo>
                  <a:pt x="181694" y="58777"/>
                  <a:pt x="179131" y="58344"/>
                  <a:pt x="176415" y="58344"/>
                </a:cubicBezTo>
                <a:cubicBezTo>
                  <a:pt x="171846" y="58344"/>
                  <a:pt x="167200" y="60077"/>
                  <a:pt x="162477" y="63542"/>
                </a:cubicBezTo>
                <a:cubicBezTo>
                  <a:pt x="157754" y="67005"/>
                  <a:pt x="154065" y="71629"/>
                  <a:pt x="151410" y="77413"/>
                </a:cubicBezTo>
                <a:cubicBezTo>
                  <a:pt x="148755" y="83196"/>
                  <a:pt x="146131" y="92366"/>
                  <a:pt x="143538" y="104924"/>
                </a:cubicBezTo>
                <a:lnTo>
                  <a:pt x="137055" y="135767"/>
                </a:lnTo>
                <a:lnTo>
                  <a:pt x="110476" y="135767"/>
                </a:lnTo>
                <a:lnTo>
                  <a:pt x="131036" y="37415"/>
                </a:lnTo>
                <a:close/>
                <a:moveTo>
                  <a:pt x="245133" y="57233"/>
                </a:moveTo>
                <a:lnTo>
                  <a:pt x="249208" y="37415"/>
                </a:lnTo>
                <a:lnTo>
                  <a:pt x="262283" y="37415"/>
                </a:lnTo>
                <a:lnTo>
                  <a:pt x="265513" y="21671"/>
                </a:lnTo>
                <a:lnTo>
                  <a:pt x="295884" y="3334"/>
                </a:lnTo>
                <a:lnTo>
                  <a:pt x="288863" y="37415"/>
                </a:lnTo>
                <a:lnTo>
                  <a:pt x="304959" y="37415"/>
                </a:lnTo>
                <a:lnTo>
                  <a:pt x="300885" y="57233"/>
                </a:lnTo>
                <a:lnTo>
                  <a:pt x="284779" y="57233"/>
                </a:lnTo>
                <a:lnTo>
                  <a:pt x="275972" y="98456"/>
                </a:lnTo>
                <a:cubicBezTo>
                  <a:pt x="274429" y="105917"/>
                  <a:pt x="273657" y="110171"/>
                  <a:pt x="273657" y="111219"/>
                </a:cubicBezTo>
                <a:cubicBezTo>
                  <a:pt x="273657" y="113258"/>
                  <a:pt x="274305" y="114850"/>
                  <a:pt x="275602" y="115994"/>
                </a:cubicBezTo>
                <a:cubicBezTo>
                  <a:pt x="276899" y="117137"/>
                  <a:pt x="279245" y="117708"/>
                  <a:pt x="282640" y="117708"/>
                </a:cubicBezTo>
                <a:cubicBezTo>
                  <a:pt x="283813" y="117708"/>
                  <a:pt x="286746" y="117492"/>
                  <a:pt x="291438" y="117059"/>
                </a:cubicBezTo>
                <a:lnTo>
                  <a:pt x="287271" y="136785"/>
                </a:lnTo>
                <a:cubicBezTo>
                  <a:pt x="282702" y="137711"/>
                  <a:pt x="278010" y="138174"/>
                  <a:pt x="273194" y="138174"/>
                </a:cubicBezTo>
                <a:cubicBezTo>
                  <a:pt x="263810" y="138174"/>
                  <a:pt x="256987" y="136361"/>
                  <a:pt x="252727" y="132734"/>
                </a:cubicBezTo>
                <a:cubicBezTo>
                  <a:pt x="248467" y="129104"/>
                  <a:pt x="246337" y="124065"/>
                  <a:pt x="246337" y="117615"/>
                </a:cubicBezTo>
                <a:cubicBezTo>
                  <a:pt x="246337" y="114590"/>
                  <a:pt x="247479" y="107612"/>
                  <a:pt x="249764" y="96682"/>
                </a:cubicBezTo>
                <a:lnTo>
                  <a:pt x="258345" y="57233"/>
                </a:lnTo>
                <a:lnTo>
                  <a:pt x="245133" y="57233"/>
                </a:lnTo>
                <a:close/>
                <a:moveTo>
                  <a:pt x="328574" y="135767"/>
                </a:moveTo>
                <a:lnTo>
                  <a:pt x="301994" y="135767"/>
                </a:lnTo>
                <a:lnTo>
                  <a:pt x="330426" y="0"/>
                </a:lnTo>
                <a:lnTo>
                  <a:pt x="357005" y="0"/>
                </a:lnTo>
                <a:lnTo>
                  <a:pt x="346818" y="48354"/>
                </a:lnTo>
                <a:cubicBezTo>
                  <a:pt x="352807" y="43625"/>
                  <a:pt x="358394" y="40219"/>
                  <a:pt x="363580" y="38135"/>
                </a:cubicBezTo>
                <a:cubicBezTo>
                  <a:pt x="368766" y="36049"/>
                  <a:pt x="374323" y="35007"/>
                  <a:pt x="380250" y="35007"/>
                </a:cubicBezTo>
                <a:cubicBezTo>
                  <a:pt x="388215" y="35007"/>
                  <a:pt x="394512" y="37301"/>
                  <a:pt x="399143" y="41889"/>
                </a:cubicBezTo>
                <a:cubicBezTo>
                  <a:pt x="403773" y="46477"/>
                  <a:pt x="406088" y="52492"/>
                  <a:pt x="406088" y="59933"/>
                </a:cubicBezTo>
                <a:cubicBezTo>
                  <a:pt x="406088" y="63873"/>
                  <a:pt x="405224" y="69981"/>
                  <a:pt x="403495" y="78256"/>
                </a:cubicBezTo>
                <a:lnTo>
                  <a:pt x="391456" y="135767"/>
                </a:lnTo>
                <a:lnTo>
                  <a:pt x="364877" y="135767"/>
                </a:lnTo>
                <a:lnTo>
                  <a:pt x="377194" y="77118"/>
                </a:lnTo>
                <a:cubicBezTo>
                  <a:pt x="378490" y="70780"/>
                  <a:pt x="379139" y="66716"/>
                  <a:pt x="379139" y="64926"/>
                </a:cubicBezTo>
                <a:cubicBezTo>
                  <a:pt x="379139" y="61651"/>
                  <a:pt x="378120" y="59026"/>
                  <a:pt x="376083" y="57051"/>
                </a:cubicBezTo>
                <a:cubicBezTo>
                  <a:pt x="374045" y="55073"/>
                  <a:pt x="371267" y="54084"/>
                  <a:pt x="367748" y="54084"/>
                </a:cubicBezTo>
                <a:cubicBezTo>
                  <a:pt x="363302" y="54084"/>
                  <a:pt x="359042" y="55628"/>
                  <a:pt x="354967" y="58715"/>
                </a:cubicBezTo>
                <a:cubicBezTo>
                  <a:pt x="349658" y="62790"/>
                  <a:pt x="345614" y="67791"/>
                  <a:pt x="342836" y="73718"/>
                </a:cubicBezTo>
                <a:cubicBezTo>
                  <a:pt x="341292" y="76992"/>
                  <a:pt x="339255" y="84680"/>
                  <a:pt x="336723" y="96781"/>
                </a:cubicBezTo>
                <a:lnTo>
                  <a:pt x="328574" y="135767"/>
                </a:lnTo>
                <a:close/>
                <a:moveTo>
                  <a:pt x="445810" y="0"/>
                </a:moveTo>
                <a:lnTo>
                  <a:pt x="472390" y="0"/>
                </a:lnTo>
                <a:lnTo>
                  <a:pt x="467389" y="24079"/>
                </a:lnTo>
                <a:lnTo>
                  <a:pt x="440809" y="24079"/>
                </a:lnTo>
                <a:lnTo>
                  <a:pt x="445810" y="0"/>
                </a:lnTo>
                <a:moveTo>
                  <a:pt x="438031" y="37415"/>
                </a:moveTo>
                <a:lnTo>
                  <a:pt x="464610" y="37415"/>
                </a:lnTo>
                <a:lnTo>
                  <a:pt x="444051" y="135767"/>
                </a:lnTo>
                <a:lnTo>
                  <a:pt x="417472" y="135767"/>
                </a:lnTo>
                <a:lnTo>
                  <a:pt x="438031" y="37415"/>
                </a:lnTo>
                <a:close/>
                <a:moveTo>
                  <a:pt x="466734" y="108195"/>
                </a:moveTo>
                <a:lnTo>
                  <a:pt x="492480" y="104094"/>
                </a:lnTo>
                <a:cubicBezTo>
                  <a:pt x="494764" y="109560"/>
                  <a:pt x="497604" y="113427"/>
                  <a:pt x="501000" y="115696"/>
                </a:cubicBezTo>
                <a:cubicBezTo>
                  <a:pt x="504396" y="117963"/>
                  <a:pt x="509026" y="119097"/>
                  <a:pt x="514892" y="119097"/>
                </a:cubicBezTo>
                <a:cubicBezTo>
                  <a:pt x="520942" y="119097"/>
                  <a:pt x="525789" y="117742"/>
                  <a:pt x="529431" y="115033"/>
                </a:cubicBezTo>
                <a:cubicBezTo>
                  <a:pt x="531963" y="113185"/>
                  <a:pt x="533228" y="110937"/>
                  <a:pt x="533228" y="108290"/>
                </a:cubicBezTo>
                <a:cubicBezTo>
                  <a:pt x="533228" y="106504"/>
                  <a:pt x="532580" y="104898"/>
                  <a:pt x="531284" y="103475"/>
                </a:cubicBezTo>
                <a:cubicBezTo>
                  <a:pt x="529925" y="102114"/>
                  <a:pt x="526252" y="100444"/>
                  <a:pt x="520263" y="98465"/>
                </a:cubicBezTo>
                <a:cubicBezTo>
                  <a:pt x="504211" y="93146"/>
                  <a:pt x="494270" y="88941"/>
                  <a:pt x="490442" y="85850"/>
                </a:cubicBezTo>
                <a:cubicBezTo>
                  <a:pt x="484454" y="81024"/>
                  <a:pt x="481459" y="74715"/>
                  <a:pt x="481459" y="66922"/>
                </a:cubicBezTo>
                <a:cubicBezTo>
                  <a:pt x="481459" y="59130"/>
                  <a:pt x="484361" y="52418"/>
                  <a:pt x="490165" y="46788"/>
                </a:cubicBezTo>
                <a:cubicBezTo>
                  <a:pt x="498253" y="38934"/>
                  <a:pt x="510261" y="35007"/>
                  <a:pt x="526190" y="35007"/>
                </a:cubicBezTo>
                <a:cubicBezTo>
                  <a:pt x="538847" y="35007"/>
                  <a:pt x="548416" y="37322"/>
                  <a:pt x="554899" y="41952"/>
                </a:cubicBezTo>
                <a:cubicBezTo>
                  <a:pt x="561382" y="46583"/>
                  <a:pt x="565488" y="52850"/>
                  <a:pt x="567216" y="60752"/>
                </a:cubicBezTo>
                <a:lnTo>
                  <a:pt x="542675" y="65012"/>
                </a:lnTo>
                <a:cubicBezTo>
                  <a:pt x="541378" y="61431"/>
                  <a:pt x="539279" y="58746"/>
                  <a:pt x="536377" y="56955"/>
                </a:cubicBezTo>
                <a:cubicBezTo>
                  <a:pt x="532426" y="54547"/>
                  <a:pt x="527672" y="53343"/>
                  <a:pt x="522115" y="53343"/>
                </a:cubicBezTo>
                <a:cubicBezTo>
                  <a:pt x="516559" y="53343"/>
                  <a:pt x="512561" y="54273"/>
                  <a:pt x="510122" y="56133"/>
                </a:cubicBezTo>
                <a:cubicBezTo>
                  <a:pt x="507683" y="57993"/>
                  <a:pt x="506464" y="60133"/>
                  <a:pt x="506464" y="62552"/>
                </a:cubicBezTo>
                <a:cubicBezTo>
                  <a:pt x="506464" y="65032"/>
                  <a:pt x="507699" y="67076"/>
                  <a:pt x="510168" y="68685"/>
                </a:cubicBezTo>
                <a:cubicBezTo>
                  <a:pt x="511712" y="69675"/>
                  <a:pt x="516682" y="71406"/>
                  <a:pt x="525079" y="73880"/>
                </a:cubicBezTo>
                <a:cubicBezTo>
                  <a:pt x="538044" y="77654"/>
                  <a:pt x="546719" y="81365"/>
                  <a:pt x="551102" y="85013"/>
                </a:cubicBezTo>
                <a:cubicBezTo>
                  <a:pt x="557276" y="90147"/>
                  <a:pt x="560363" y="96333"/>
                  <a:pt x="560363" y="103570"/>
                </a:cubicBezTo>
                <a:cubicBezTo>
                  <a:pt x="560363" y="112908"/>
                  <a:pt x="556443" y="121011"/>
                  <a:pt x="548602" y="127877"/>
                </a:cubicBezTo>
                <a:cubicBezTo>
                  <a:pt x="540761" y="134742"/>
                  <a:pt x="529709" y="138174"/>
                  <a:pt x="515447" y="138174"/>
                </a:cubicBezTo>
                <a:cubicBezTo>
                  <a:pt x="501247" y="138174"/>
                  <a:pt x="490273" y="135552"/>
                  <a:pt x="482524" y="130308"/>
                </a:cubicBezTo>
                <a:cubicBezTo>
                  <a:pt x="474776" y="125062"/>
                  <a:pt x="469513" y="117691"/>
                  <a:pt x="466734" y="108195"/>
                </a:cubicBezTo>
                <a:close/>
                <a:moveTo>
                  <a:pt x="648068" y="37415"/>
                </a:moveTo>
                <a:lnTo>
                  <a:pt x="673073" y="37415"/>
                </a:lnTo>
                <a:lnTo>
                  <a:pt x="670572" y="49358"/>
                </a:lnTo>
                <a:cubicBezTo>
                  <a:pt x="680327" y="39791"/>
                  <a:pt x="690576" y="35007"/>
                  <a:pt x="701319" y="35007"/>
                </a:cubicBezTo>
                <a:cubicBezTo>
                  <a:pt x="708728" y="35007"/>
                  <a:pt x="714439" y="36559"/>
                  <a:pt x="718452" y="39663"/>
                </a:cubicBezTo>
                <a:cubicBezTo>
                  <a:pt x="722465" y="42766"/>
                  <a:pt x="725027" y="47048"/>
                  <a:pt x="726138" y="52510"/>
                </a:cubicBezTo>
                <a:cubicBezTo>
                  <a:pt x="729534" y="47544"/>
                  <a:pt x="734412" y="43385"/>
                  <a:pt x="740771" y="40034"/>
                </a:cubicBezTo>
                <a:cubicBezTo>
                  <a:pt x="747130" y="36682"/>
                  <a:pt x="753736" y="35007"/>
                  <a:pt x="760589" y="35007"/>
                </a:cubicBezTo>
                <a:cubicBezTo>
                  <a:pt x="768430" y="35007"/>
                  <a:pt x="774543" y="37116"/>
                  <a:pt x="778926" y="41336"/>
                </a:cubicBezTo>
                <a:cubicBezTo>
                  <a:pt x="783310" y="45556"/>
                  <a:pt x="785502" y="51141"/>
                  <a:pt x="785502" y="58093"/>
                </a:cubicBezTo>
                <a:cubicBezTo>
                  <a:pt x="785502" y="61465"/>
                  <a:pt x="784637" y="67316"/>
                  <a:pt x="782909" y="75645"/>
                </a:cubicBezTo>
                <a:lnTo>
                  <a:pt x="770314" y="135767"/>
                </a:lnTo>
                <a:lnTo>
                  <a:pt x="743734" y="135767"/>
                </a:lnTo>
                <a:lnTo>
                  <a:pt x="756329" y="75639"/>
                </a:lnTo>
                <a:cubicBezTo>
                  <a:pt x="757873" y="68107"/>
                  <a:pt x="758645" y="63848"/>
                  <a:pt x="758645" y="62862"/>
                </a:cubicBezTo>
                <a:cubicBezTo>
                  <a:pt x="758645" y="60151"/>
                  <a:pt x="757827" y="58011"/>
                  <a:pt x="756190" y="56440"/>
                </a:cubicBezTo>
                <a:cubicBezTo>
                  <a:pt x="754554" y="54870"/>
                  <a:pt x="752100" y="54084"/>
                  <a:pt x="748828" y="54084"/>
                </a:cubicBezTo>
                <a:cubicBezTo>
                  <a:pt x="742222" y="54084"/>
                  <a:pt x="736326" y="57572"/>
                  <a:pt x="731139" y="64546"/>
                </a:cubicBezTo>
                <a:cubicBezTo>
                  <a:pt x="727373" y="69547"/>
                  <a:pt x="724163" y="78405"/>
                  <a:pt x="721508" y="91120"/>
                </a:cubicBezTo>
                <a:lnTo>
                  <a:pt x="712154" y="135767"/>
                </a:lnTo>
                <a:lnTo>
                  <a:pt x="685575" y="135767"/>
                </a:lnTo>
                <a:lnTo>
                  <a:pt x="697985" y="76311"/>
                </a:lnTo>
                <a:cubicBezTo>
                  <a:pt x="699405" y="69458"/>
                  <a:pt x="700115" y="65012"/>
                  <a:pt x="700115" y="62975"/>
                </a:cubicBezTo>
                <a:cubicBezTo>
                  <a:pt x="700115" y="60382"/>
                  <a:pt x="699235" y="58252"/>
                  <a:pt x="697476" y="56585"/>
                </a:cubicBezTo>
                <a:cubicBezTo>
                  <a:pt x="695716" y="54918"/>
                  <a:pt x="693293" y="54084"/>
                  <a:pt x="690206" y="54084"/>
                </a:cubicBezTo>
                <a:cubicBezTo>
                  <a:pt x="687304" y="54084"/>
                  <a:pt x="684309" y="54949"/>
                  <a:pt x="681222" y="56677"/>
                </a:cubicBezTo>
                <a:cubicBezTo>
                  <a:pt x="678135" y="58406"/>
                  <a:pt x="675434" y="60784"/>
                  <a:pt x="673119" y="63811"/>
                </a:cubicBezTo>
                <a:cubicBezTo>
                  <a:pt x="670804" y="66837"/>
                  <a:pt x="668813" y="70726"/>
                  <a:pt x="667146" y="75480"/>
                </a:cubicBezTo>
                <a:cubicBezTo>
                  <a:pt x="666405" y="77703"/>
                  <a:pt x="665201" y="82736"/>
                  <a:pt x="663534" y="90579"/>
                </a:cubicBezTo>
                <a:lnTo>
                  <a:pt x="654088" y="135767"/>
                </a:lnTo>
                <a:lnTo>
                  <a:pt x="627509" y="135767"/>
                </a:lnTo>
                <a:lnTo>
                  <a:pt x="648068" y="37415"/>
                </a:lnTo>
                <a:close/>
                <a:moveTo>
                  <a:pt x="817367" y="37415"/>
                </a:moveTo>
                <a:lnTo>
                  <a:pt x="843946" y="37415"/>
                </a:lnTo>
                <a:lnTo>
                  <a:pt x="831815" y="95666"/>
                </a:lnTo>
                <a:cubicBezTo>
                  <a:pt x="830333" y="102643"/>
                  <a:pt x="829592" y="106996"/>
                  <a:pt x="829592" y="108724"/>
                </a:cubicBezTo>
                <a:cubicBezTo>
                  <a:pt x="829592" y="111564"/>
                  <a:pt x="830641" y="114003"/>
                  <a:pt x="832741" y="116041"/>
                </a:cubicBezTo>
                <a:cubicBezTo>
                  <a:pt x="834840" y="118078"/>
                  <a:pt x="837526" y="119097"/>
                  <a:pt x="840798" y="119097"/>
                </a:cubicBezTo>
                <a:cubicBezTo>
                  <a:pt x="843144" y="119097"/>
                  <a:pt x="845459" y="118650"/>
                  <a:pt x="847744" y="117757"/>
                </a:cubicBezTo>
                <a:cubicBezTo>
                  <a:pt x="850028" y="116862"/>
                  <a:pt x="852374" y="115504"/>
                  <a:pt x="854782" y="113685"/>
                </a:cubicBezTo>
                <a:cubicBezTo>
                  <a:pt x="857190" y="111864"/>
                  <a:pt x="859351" y="109781"/>
                  <a:pt x="861265" y="107437"/>
                </a:cubicBezTo>
                <a:cubicBezTo>
                  <a:pt x="863179" y="105092"/>
                  <a:pt x="864969" y="102008"/>
                  <a:pt x="866636" y="98184"/>
                </a:cubicBezTo>
                <a:cubicBezTo>
                  <a:pt x="867809" y="95346"/>
                  <a:pt x="869075" y="90717"/>
                  <a:pt x="870433" y="84296"/>
                </a:cubicBezTo>
                <a:lnTo>
                  <a:pt x="880250" y="37415"/>
                </a:lnTo>
                <a:lnTo>
                  <a:pt x="906829" y="37415"/>
                </a:lnTo>
                <a:lnTo>
                  <a:pt x="886269" y="135767"/>
                </a:lnTo>
                <a:lnTo>
                  <a:pt x="861450" y="135767"/>
                </a:lnTo>
                <a:lnTo>
                  <a:pt x="864228" y="122500"/>
                </a:lnTo>
                <a:cubicBezTo>
                  <a:pt x="853362" y="132950"/>
                  <a:pt x="841539" y="138174"/>
                  <a:pt x="828758" y="138174"/>
                </a:cubicBezTo>
                <a:cubicBezTo>
                  <a:pt x="820670" y="138174"/>
                  <a:pt x="814311" y="135851"/>
                  <a:pt x="809681" y="131206"/>
                </a:cubicBezTo>
                <a:cubicBezTo>
                  <a:pt x="805050" y="126558"/>
                  <a:pt x="802735" y="120330"/>
                  <a:pt x="802735" y="112521"/>
                </a:cubicBezTo>
                <a:cubicBezTo>
                  <a:pt x="802735" y="109126"/>
                  <a:pt x="803785" y="102365"/>
                  <a:pt x="805884" y="92240"/>
                </a:cubicBezTo>
                <a:lnTo>
                  <a:pt x="817367" y="37415"/>
                </a:lnTo>
                <a:close/>
                <a:moveTo>
                  <a:pt x="931918" y="37415"/>
                </a:moveTo>
                <a:lnTo>
                  <a:pt x="956738" y="37415"/>
                </a:lnTo>
                <a:lnTo>
                  <a:pt x="952756" y="56452"/>
                </a:lnTo>
                <a:cubicBezTo>
                  <a:pt x="962017" y="42155"/>
                  <a:pt x="972050" y="35007"/>
                  <a:pt x="982854" y="35007"/>
                </a:cubicBezTo>
                <a:cubicBezTo>
                  <a:pt x="986682" y="35007"/>
                  <a:pt x="990788" y="35964"/>
                  <a:pt x="995171" y="37878"/>
                </a:cubicBezTo>
                <a:lnTo>
                  <a:pt x="984984" y="59641"/>
                </a:lnTo>
                <a:cubicBezTo>
                  <a:pt x="982576" y="58777"/>
                  <a:pt x="980014" y="58344"/>
                  <a:pt x="977297" y="58344"/>
                </a:cubicBezTo>
                <a:cubicBezTo>
                  <a:pt x="972729" y="58344"/>
                  <a:pt x="968083" y="60077"/>
                  <a:pt x="963360" y="63542"/>
                </a:cubicBezTo>
                <a:cubicBezTo>
                  <a:pt x="958636" y="67005"/>
                  <a:pt x="954948" y="71629"/>
                  <a:pt x="952293" y="77413"/>
                </a:cubicBezTo>
                <a:cubicBezTo>
                  <a:pt x="949638" y="83196"/>
                  <a:pt x="947014" y="92366"/>
                  <a:pt x="944421" y="104924"/>
                </a:cubicBezTo>
                <a:lnTo>
                  <a:pt x="937938" y="135767"/>
                </a:lnTo>
                <a:lnTo>
                  <a:pt x="911359" y="135767"/>
                </a:lnTo>
                <a:lnTo>
                  <a:pt x="931918" y="37415"/>
                </a:lnTo>
                <a:close/>
                <a:moveTo>
                  <a:pt x="1077509" y="135767"/>
                </a:moveTo>
                <a:lnTo>
                  <a:pt x="1052319" y="135767"/>
                </a:lnTo>
                <a:lnTo>
                  <a:pt x="1054542" y="125125"/>
                </a:lnTo>
                <a:cubicBezTo>
                  <a:pt x="1049726" y="129786"/>
                  <a:pt x="1044988" y="133127"/>
                  <a:pt x="1040326" y="135147"/>
                </a:cubicBezTo>
                <a:cubicBezTo>
                  <a:pt x="1035665" y="137165"/>
                  <a:pt x="1030401" y="138174"/>
                  <a:pt x="1024536" y="138174"/>
                </a:cubicBezTo>
                <a:cubicBezTo>
                  <a:pt x="1014349" y="138174"/>
                  <a:pt x="1006091" y="134696"/>
                  <a:pt x="999763" y="127738"/>
                </a:cubicBezTo>
                <a:cubicBezTo>
                  <a:pt x="993434" y="120779"/>
                  <a:pt x="990270" y="110496"/>
                  <a:pt x="990270" y="96888"/>
                </a:cubicBezTo>
                <a:cubicBezTo>
                  <a:pt x="990270" y="81117"/>
                  <a:pt x="994716" y="66861"/>
                  <a:pt x="1003606" y="54119"/>
                </a:cubicBezTo>
                <a:cubicBezTo>
                  <a:pt x="1012497" y="41377"/>
                  <a:pt x="1024258" y="35007"/>
                  <a:pt x="1038891" y="35007"/>
                </a:cubicBezTo>
                <a:cubicBezTo>
                  <a:pt x="1052103" y="35007"/>
                  <a:pt x="1062012" y="40255"/>
                  <a:pt x="1068619" y="50750"/>
                </a:cubicBezTo>
                <a:lnTo>
                  <a:pt x="1079269" y="0"/>
                </a:lnTo>
                <a:lnTo>
                  <a:pt x="1105848" y="0"/>
                </a:lnTo>
                <a:lnTo>
                  <a:pt x="1077509" y="135767"/>
                </a:lnTo>
                <a:moveTo>
                  <a:pt x="1016109" y="95727"/>
                </a:moveTo>
                <a:cubicBezTo>
                  <a:pt x="1016109" y="102775"/>
                  <a:pt x="1017884" y="108278"/>
                  <a:pt x="1021434" y="112235"/>
                </a:cubicBezTo>
                <a:cubicBezTo>
                  <a:pt x="1024984" y="116192"/>
                  <a:pt x="1029352" y="118171"/>
                  <a:pt x="1034538" y="118171"/>
                </a:cubicBezTo>
                <a:cubicBezTo>
                  <a:pt x="1039354" y="118171"/>
                  <a:pt x="1043845" y="116517"/>
                  <a:pt x="1048013" y="113210"/>
                </a:cubicBezTo>
                <a:cubicBezTo>
                  <a:pt x="1052180" y="109901"/>
                  <a:pt x="1055514" y="104846"/>
                  <a:pt x="1058015" y="98045"/>
                </a:cubicBezTo>
                <a:cubicBezTo>
                  <a:pt x="1060515" y="91244"/>
                  <a:pt x="1061765" y="84721"/>
                  <a:pt x="1061765" y="78476"/>
                </a:cubicBezTo>
                <a:cubicBezTo>
                  <a:pt x="1061765" y="71366"/>
                  <a:pt x="1059851" y="65616"/>
                  <a:pt x="1056024" y="61227"/>
                </a:cubicBezTo>
                <a:cubicBezTo>
                  <a:pt x="1052196" y="56836"/>
                  <a:pt x="1047781" y="54640"/>
                  <a:pt x="1042780" y="54640"/>
                </a:cubicBezTo>
                <a:cubicBezTo>
                  <a:pt x="1035001" y="54640"/>
                  <a:pt x="1028611" y="58969"/>
                  <a:pt x="1023610" y="67626"/>
                </a:cubicBezTo>
                <a:cubicBezTo>
                  <a:pt x="1018609" y="76281"/>
                  <a:pt x="1016109" y="85648"/>
                  <a:pt x="1016109" y="95727"/>
                </a:cubicBezTo>
                <a:close/>
                <a:moveTo>
                  <a:pt x="1198265" y="94833"/>
                </a:moveTo>
                <a:lnTo>
                  <a:pt x="1131586" y="94833"/>
                </a:lnTo>
                <a:cubicBezTo>
                  <a:pt x="1131524" y="95882"/>
                  <a:pt x="1131493" y="96685"/>
                  <a:pt x="1131493" y="97241"/>
                </a:cubicBezTo>
                <a:cubicBezTo>
                  <a:pt x="1131493" y="103785"/>
                  <a:pt x="1133361" y="109064"/>
                  <a:pt x="1137096" y="113077"/>
                </a:cubicBezTo>
                <a:cubicBezTo>
                  <a:pt x="1140832" y="117090"/>
                  <a:pt x="1145385" y="119097"/>
                  <a:pt x="1150756" y="119097"/>
                </a:cubicBezTo>
                <a:cubicBezTo>
                  <a:pt x="1159585" y="119097"/>
                  <a:pt x="1166469" y="114528"/>
                  <a:pt x="1171408" y="105390"/>
                </a:cubicBezTo>
                <a:lnTo>
                  <a:pt x="1195209" y="109465"/>
                </a:lnTo>
                <a:cubicBezTo>
                  <a:pt x="1190579" y="119035"/>
                  <a:pt x="1184389" y="126212"/>
                  <a:pt x="1176641" y="130997"/>
                </a:cubicBezTo>
                <a:cubicBezTo>
                  <a:pt x="1168893" y="135782"/>
                  <a:pt x="1160203" y="138174"/>
                  <a:pt x="1150571" y="138174"/>
                </a:cubicBezTo>
                <a:cubicBezTo>
                  <a:pt x="1137359" y="138174"/>
                  <a:pt x="1126616" y="133984"/>
                  <a:pt x="1118343" y="125603"/>
                </a:cubicBezTo>
                <a:cubicBezTo>
                  <a:pt x="1110070" y="117221"/>
                  <a:pt x="1105933" y="106135"/>
                  <a:pt x="1105933" y="92344"/>
                </a:cubicBezTo>
                <a:cubicBezTo>
                  <a:pt x="1105933" y="78860"/>
                  <a:pt x="1109668" y="66860"/>
                  <a:pt x="1117139" y="56345"/>
                </a:cubicBezTo>
                <a:cubicBezTo>
                  <a:pt x="1127326" y="42119"/>
                  <a:pt x="1141866" y="35007"/>
                  <a:pt x="1160758" y="35007"/>
                </a:cubicBezTo>
                <a:cubicBezTo>
                  <a:pt x="1172798" y="35007"/>
                  <a:pt x="1182367" y="38732"/>
                  <a:pt x="1189467" y="46184"/>
                </a:cubicBezTo>
                <a:cubicBezTo>
                  <a:pt x="1196568" y="53635"/>
                  <a:pt x="1200118" y="64070"/>
                  <a:pt x="1200118" y="77489"/>
                </a:cubicBezTo>
                <a:cubicBezTo>
                  <a:pt x="1200118" y="83919"/>
                  <a:pt x="1199500" y="89701"/>
                  <a:pt x="1198265" y="94833"/>
                </a:cubicBezTo>
                <a:moveTo>
                  <a:pt x="1175854" y="78533"/>
                </a:moveTo>
                <a:cubicBezTo>
                  <a:pt x="1175915" y="77364"/>
                  <a:pt x="1175946" y="76473"/>
                  <a:pt x="1175946" y="75859"/>
                </a:cubicBezTo>
                <a:cubicBezTo>
                  <a:pt x="1175946" y="68601"/>
                  <a:pt x="1174310" y="63157"/>
                  <a:pt x="1171038" y="59528"/>
                </a:cubicBezTo>
                <a:cubicBezTo>
                  <a:pt x="1167766" y="55899"/>
                  <a:pt x="1163382" y="54084"/>
                  <a:pt x="1157887" y="54084"/>
                </a:cubicBezTo>
                <a:cubicBezTo>
                  <a:pt x="1152392" y="54084"/>
                  <a:pt x="1147469" y="56145"/>
                  <a:pt x="1143116" y="60266"/>
                </a:cubicBezTo>
                <a:cubicBezTo>
                  <a:pt x="1138763" y="64387"/>
                  <a:pt x="1135815" y="70476"/>
                  <a:pt x="1134272" y="78533"/>
                </a:cubicBezTo>
                <a:lnTo>
                  <a:pt x="1175854" y="78533"/>
                </a:lnTo>
                <a:close/>
                <a:moveTo>
                  <a:pt x="1227076" y="37415"/>
                </a:moveTo>
                <a:lnTo>
                  <a:pt x="1251896" y="37415"/>
                </a:lnTo>
                <a:lnTo>
                  <a:pt x="1247914" y="56452"/>
                </a:lnTo>
                <a:cubicBezTo>
                  <a:pt x="1257175" y="42155"/>
                  <a:pt x="1267208" y="35007"/>
                  <a:pt x="1278012" y="35007"/>
                </a:cubicBezTo>
                <a:cubicBezTo>
                  <a:pt x="1281840" y="35007"/>
                  <a:pt x="1285946" y="35964"/>
                  <a:pt x="1290329" y="37878"/>
                </a:cubicBezTo>
                <a:lnTo>
                  <a:pt x="1280142" y="59641"/>
                </a:lnTo>
                <a:cubicBezTo>
                  <a:pt x="1277734" y="58777"/>
                  <a:pt x="1275172" y="58344"/>
                  <a:pt x="1272455" y="58344"/>
                </a:cubicBezTo>
                <a:cubicBezTo>
                  <a:pt x="1267887" y="58344"/>
                  <a:pt x="1263241" y="60077"/>
                  <a:pt x="1258518" y="63542"/>
                </a:cubicBezTo>
                <a:cubicBezTo>
                  <a:pt x="1253795" y="67005"/>
                  <a:pt x="1250106" y="71629"/>
                  <a:pt x="1247451" y="77413"/>
                </a:cubicBezTo>
                <a:cubicBezTo>
                  <a:pt x="1244796" y="83196"/>
                  <a:pt x="1242172" y="92366"/>
                  <a:pt x="1239579" y="104924"/>
                </a:cubicBezTo>
                <a:lnTo>
                  <a:pt x="1233096" y="135767"/>
                </a:lnTo>
                <a:lnTo>
                  <a:pt x="1206517" y="135767"/>
                </a:lnTo>
                <a:lnTo>
                  <a:pt x="1227076" y="37415"/>
                </a:lnTo>
                <a:close/>
                <a:moveTo>
                  <a:pt x="1310155" y="0"/>
                </a:moveTo>
                <a:lnTo>
                  <a:pt x="1336920" y="0"/>
                </a:lnTo>
                <a:lnTo>
                  <a:pt x="1332474" y="21208"/>
                </a:lnTo>
                <a:cubicBezTo>
                  <a:pt x="1329943" y="33494"/>
                  <a:pt x="1325884" y="42184"/>
                  <a:pt x="1320296" y="47278"/>
                </a:cubicBezTo>
                <a:cubicBezTo>
                  <a:pt x="1314709" y="52371"/>
                  <a:pt x="1307469" y="55010"/>
                  <a:pt x="1298579" y="55196"/>
                </a:cubicBezTo>
                <a:lnTo>
                  <a:pt x="1301172" y="42879"/>
                </a:lnTo>
                <a:cubicBezTo>
                  <a:pt x="1305617" y="41891"/>
                  <a:pt x="1309044" y="40116"/>
                  <a:pt x="1311452" y="37553"/>
                </a:cubicBezTo>
                <a:cubicBezTo>
                  <a:pt x="1313860" y="34991"/>
                  <a:pt x="1315681" y="31055"/>
                  <a:pt x="1316916" y="25746"/>
                </a:cubicBezTo>
                <a:lnTo>
                  <a:pt x="1304691" y="25746"/>
                </a:lnTo>
                <a:lnTo>
                  <a:pt x="1310155" y="0"/>
                </a:lnTo>
                <a:moveTo>
                  <a:pt x="1354793" y="0"/>
                </a:moveTo>
                <a:lnTo>
                  <a:pt x="1381650" y="0"/>
                </a:lnTo>
                <a:lnTo>
                  <a:pt x="1377205" y="21208"/>
                </a:lnTo>
                <a:cubicBezTo>
                  <a:pt x="1374612" y="33494"/>
                  <a:pt x="1370522" y="42184"/>
                  <a:pt x="1364934" y="47278"/>
                </a:cubicBezTo>
                <a:cubicBezTo>
                  <a:pt x="1359347" y="52371"/>
                  <a:pt x="1352139" y="55010"/>
                  <a:pt x="1343310" y="55196"/>
                </a:cubicBezTo>
                <a:lnTo>
                  <a:pt x="1345810" y="42879"/>
                </a:lnTo>
                <a:cubicBezTo>
                  <a:pt x="1350255" y="41891"/>
                  <a:pt x="1353697" y="40116"/>
                  <a:pt x="1356136" y="37553"/>
                </a:cubicBezTo>
                <a:cubicBezTo>
                  <a:pt x="1358575" y="34991"/>
                  <a:pt x="1360412" y="31055"/>
                  <a:pt x="1361646" y="25746"/>
                </a:cubicBezTo>
                <a:lnTo>
                  <a:pt x="1349422" y="25746"/>
                </a:lnTo>
                <a:lnTo>
                  <a:pt x="1354793" y="0"/>
                </a:ln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C0CA55-02B3-4EC6-B5BD-404F7EC5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885" y="1356129"/>
            <a:ext cx="568616" cy="13348"/>
          </a:xfrm>
          <a:custGeom xmlns:a="http://schemas.openxmlformats.org/drawingml/2006/main">
            <a:pathLst>
              <a:path w="568616" h="13348" fill="none">
                <a:moveTo>
                  <a:pt x="0" y="13348"/>
                </a:moveTo>
                <a:lnTo>
                  <a:pt x="5686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099" cap="rnd">
            <a:solidFill>
              <a:srgbClr val="235E00"/>
            </a:solidFill>
            <a:round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4FCA56-A32D-46CA-AC6F-1A23B523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710" y="1322421"/>
            <a:ext cx="90682" cy="67418"/>
          </a:xfrm>
          <a:custGeom xmlns:a="http://schemas.openxmlformats.org/drawingml/2006/main">
            <a:pathLst>
              <a:path w="90682" h="67418">
                <a:moveTo>
                  <a:pt x="90682" y="31599"/>
                </a:moveTo>
                <a:lnTo>
                  <a:pt x="0" y="0"/>
                </a:lnTo>
                <a:lnTo>
                  <a:pt x="1583" y="67418"/>
                </a:lnTo>
                <a:lnTo>
                  <a:pt x="90682" y="31599"/>
                </a:lnTo>
                <a:close/>
                <a:moveTo>
                  <a:pt x="90682" y="31599"/>
                </a:moveTo>
              </a:path>
            </a:pathLst>
          </a:custGeom>
          <a:solidFill xmlns:a="http://schemas.openxmlformats.org/drawingml/2006/main">
            <a:srgbClr val="235E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2DA18-A60D-450D-AE44-C7F5A39D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710" y="1322420"/>
            <a:ext cx="90682" cy="67418"/>
          </a:xfrm>
          <a:custGeom xmlns:a="http://schemas.openxmlformats.org/drawingml/2006/main">
            <a:pathLst>
              <a:path w="90682" h="67418" fill="none">
                <a:moveTo>
                  <a:pt x="90682" y="31599"/>
                </a:moveTo>
                <a:lnTo>
                  <a:pt x="0" y="0"/>
                </a:lnTo>
                <a:lnTo>
                  <a:pt x="1583" y="67418"/>
                </a:lnTo>
                <a:lnTo>
                  <a:pt x="90682" y="31599"/>
                </a:lnTo>
                <a:close/>
                <a:moveTo>
                  <a:pt x="90682" y="31599"/>
                </a:moveTo>
              </a:path>
            </a:pathLst>
          </a:custGeom>
          <a:noFill xmlns:a="http://schemas.openxmlformats.org/drawingml/2006/main"/>
          <a:ln xmlns:a="http://schemas.openxmlformats.org/drawingml/2006/main" w="28099" cap="flat">
            <a:solidFill>
              <a:srgbClr val="235E00"/>
            </a:solidFill>
            <a:miter/>
          </a:ln>
        </p:spPr>
      </p:sp>
      <p:sp>
        <p:nvSpPr>
          <p:cNvPr id="89" name="Text Pass">
            <a:extLst xmlns:a="http://schemas.openxmlformats.org/drawingml/2006/main">
              <a:ext uri="{FF2B5EF4-FFF2-40B4-BE49-F238E27FC236}">
                <a16:creationId xmlns:a16="http://schemas.microsoft.com/office/drawing/2014/main" id="{1873FA3A-28B1-48EE-AD1B-0E17B0F5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323" y="1124911"/>
            <a:ext cx="404451" cy="132879"/>
          </a:xfrm>
          <a:custGeom xmlns:a="http://schemas.openxmlformats.org/drawingml/2006/main">
            <a:pathLst>
              <a:path w="404451" h="132879">
                <a:moveTo>
                  <a:pt x="0" y="130738"/>
                </a:moveTo>
                <a:lnTo>
                  <a:pt x="0" y="0"/>
                </a:lnTo>
                <a:lnTo>
                  <a:pt x="42361" y="0"/>
                </a:lnTo>
                <a:cubicBezTo>
                  <a:pt x="58413" y="0"/>
                  <a:pt x="68877" y="653"/>
                  <a:pt x="73752" y="1959"/>
                </a:cubicBezTo>
                <a:cubicBezTo>
                  <a:pt x="81243" y="3919"/>
                  <a:pt x="87516" y="8180"/>
                  <a:pt x="92569" y="14743"/>
                </a:cubicBezTo>
                <a:cubicBezTo>
                  <a:pt x="97623" y="21305"/>
                  <a:pt x="100149" y="29782"/>
                  <a:pt x="100149" y="40176"/>
                </a:cubicBezTo>
                <a:cubicBezTo>
                  <a:pt x="100149" y="48193"/>
                  <a:pt x="98693" y="54933"/>
                  <a:pt x="95780" y="60397"/>
                </a:cubicBezTo>
                <a:cubicBezTo>
                  <a:pt x="92866" y="65861"/>
                  <a:pt x="89165" y="70152"/>
                  <a:pt x="84677" y="73270"/>
                </a:cubicBezTo>
                <a:cubicBezTo>
                  <a:pt x="80188" y="76387"/>
                  <a:pt x="75625" y="78452"/>
                  <a:pt x="70987" y="79462"/>
                </a:cubicBezTo>
                <a:cubicBezTo>
                  <a:pt x="64685" y="80709"/>
                  <a:pt x="55559" y="81332"/>
                  <a:pt x="43609" y="81332"/>
                </a:cubicBezTo>
                <a:lnTo>
                  <a:pt x="26397" y="81332"/>
                </a:lnTo>
                <a:lnTo>
                  <a:pt x="26397" y="130738"/>
                </a:lnTo>
                <a:lnTo>
                  <a:pt x="0" y="130738"/>
                </a:lnTo>
                <a:moveTo>
                  <a:pt x="26397" y="22117"/>
                </a:moveTo>
                <a:lnTo>
                  <a:pt x="26397" y="59216"/>
                </a:lnTo>
                <a:lnTo>
                  <a:pt x="40845" y="59216"/>
                </a:lnTo>
                <a:cubicBezTo>
                  <a:pt x="51249" y="59216"/>
                  <a:pt x="58205" y="58532"/>
                  <a:pt x="61713" y="57165"/>
                </a:cubicBezTo>
                <a:cubicBezTo>
                  <a:pt x="65220" y="55797"/>
                  <a:pt x="67970" y="53657"/>
                  <a:pt x="69962" y="50744"/>
                </a:cubicBezTo>
                <a:cubicBezTo>
                  <a:pt x="71954" y="47830"/>
                  <a:pt x="72949" y="44441"/>
                  <a:pt x="72949" y="40577"/>
                </a:cubicBezTo>
                <a:cubicBezTo>
                  <a:pt x="72949" y="35821"/>
                  <a:pt x="71552" y="31897"/>
                  <a:pt x="68758" y="28805"/>
                </a:cubicBezTo>
                <a:cubicBezTo>
                  <a:pt x="65964" y="25714"/>
                  <a:pt x="62426" y="23781"/>
                  <a:pt x="58146" y="23008"/>
                </a:cubicBezTo>
                <a:cubicBezTo>
                  <a:pt x="54994" y="22414"/>
                  <a:pt x="48663" y="22117"/>
                  <a:pt x="39150" y="22117"/>
                </a:cubicBezTo>
                <a:lnTo>
                  <a:pt x="26397" y="22117"/>
                </a:lnTo>
                <a:close/>
                <a:moveTo>
                  <a:pt x="140371" y="65280"/>
                </a:moveTo>
                <a:lnTo>
                  <a:pt x="117630" y="61178"/>
                </a:lnTo>
                <a:cubicBezTo>
                  <a:pt x="120187" y="51901"/>
                  <a:pt x="124586" y="45034"/>
                  <a:pt x="130829" y="40577"/>
                </a:cubicBezTo>
                <a:cubicBezTo>
                  <a:pt x="137071" y="36118"/>
                  <a:pt x="146346" y="33888"/>
                  <a:pt x="158653" y="33888"/>
                </a:cubicBezTo>
                <a:cubicBezTo>
                  <a:pt x="169830" y="33888"/>
                  <a:pt x="178154" y="35211"/>
                  <a:pt x="183623" y="37857"/>
                </a:cubicBezTo>
                <a:cubicBezTo>
                  <a:pt x="189093" y="40503"/>
                  <a:pt x="192943" y="43862"/>
                  <a:pt x="195172" y="47934"/>
                </a:cubicBezTo>
                <a:cubicBezTo>
                  <a:pt x="197402" y="52007"/>
                  <a:pt x="198516" y="59483"/>
                  <a:pt x="198516" y="70363"/>
                </a:cubicBezTo>
                <a:lnTo>
                  <a:pt x="198249" y="99614"/>
                </a:lnTo>
                <a:cubicBezTo>
                  <a:pt x="198249" y="107938"/>
                  <a:pt x="198650" y="114076"/>
                  <a:pt x="199453" y="118030"/>
                </a:cubicBezTo>
                <a:cubicBezTo>
                  <a:pt x="200256" y="121984"/>
                  <a:pt x="201757" y="126220"/>
                  <a:pt x="203956" y="130738"/>
                </a:cubicBezTo>
                <a:lnTo>
                  <a:pt x="179164" y="130738"/>
                </a:lnTo>
                <a:cubicBezTo>
                  <a:pt x="178510" y="129073"/>
                  <a:pt x="177708" y="126606"/>
                  <a:pt x="176757" y="123336"/>
                </a:cubicBezTo>
                <a:cubicBezTo>
                  <a:pt x="176340" y="121850"/>
                  <a:pt x="176043" y="120869"/>
                  <a:pt x="175865" y="120393"/>
                </a:cubicBezTo>
                <a:cubicBezTo>
                  <a:pt x="171584" y="124555"/>
                  <a:pt x="167006" y="127676"/>
                  <a:pt x="162131" y="129757"/>
                </a:cubicBezTo>
                <a:cubicBezTo>
                  <a:pt x="157256" y="131838"/>
                  <a:pt x="152054" y="132879"/>
                  <a:pt x="146524" y="132879"/>
                </a:cubicBezTo>
                <a:cubicBezTo>
                  <a:pt x="136774" y="132879"/>
                  <a:pt x="129090" y="130244"/>
                  <a:pt x="123471" y="124975"/>
                </a:cubicBezTo>
                <a:cubicBezTo>
                  <a:pt x="117853" y="119706"/>
                  <a:pt x="115044" y="113045"/>
                  <a:pt x="115044" y="104993"/>
                </a:cubicBezTo>
                <a:cubicBezTo>
                  <a:pt x="115044" y="99664"/>
                  <a:pt x="116322" y="94914"/>
                  <a:pt x="118879" y="90741"/>
                </a:cubicBezTo>
                <a:cubicBezTo>
                  <a:pt x="121435" y="86566"/>
                  <a:pt x="125017" y="83369"/>
                  <a:pt x="129625" y="81148"/>
                </a:cubicBezTo>
                <a:cubicBezTo>
                  <a:pt x="134232" y="78928"/>
                  <a:pt x="140876" y="76989"/>
                  <a:pt x="149557" y="75332"/>
                </a:cubicBezTo>
                <a:cubicBezTo>
                  <a:pt x="161269" y="73142"/>
                  <a:pt x="169384" y="71099"/>
                  <a:pt x="173903" y="69204"/>
                </a:cubicBezTo>
                <a:lnTo>
                  <a:pt x="173903" y="66679"/>
                </a:lnTo>
                <a:cubicBezTo>
                  <a:pt x="173903" y="61809"/>
                  <a:pt x="172714" y="58338"/>
                  <a:pt x="170336" y="56264"/>
                </a:cubicBezTo>
                <a:cubicBezTo>
                  <a:pt x="167957" y="54189"/>
                  <a:pt x="163469" y="53151"/>
                  <a:pt x="156869" y="53151"/>
                </a:cubicBezTo>
                <a:cubicBezTo>
                  <a:pt x="152410" y="53151"/>
                  <a:pt x="148932" y="54049"/>
                  <a:pt x="146435" y="55844"/>
                </a:cubicBezTo>
                <a:cubicBezTo>
                  <a:pt x="143938" y="57636"/>
                  <a:pt x="141917" y="60782"/>
                  <a:pt x="140371" y="65280"/>
                </a:cubicBezTo>
                <a:moveTo>
                  <a:pt x="173903" y="85613"/>
                </a:moveTo>
                <a:cubicBezTo>
                  <a:pt x="170692" y="86670"/>
                  <a:pt x="165609" y="87934"/>
                  <a:pt x="158653" y="89403"/>
                </a:cubicBezTo>
                <a:cubicBezTo>
                  <a:pt x="151697" y="90871"/>
                  <a:pt x="147149" y="92310"/>
                  <a:pt x="145008" y="93720"/>
                </a:cubicBezTo>
                <a:cubicBezTo>
                  <a:pt x="141738" y="96011"/>
                  <a:pt x="140103" y="98919"/>
                  <a:pt x="140103" y="102443"/>
                </a:cubicBezTo>
                <a:cubicBezTo>
                  <a:pt x="140103" y="105910"/>
                  <a:pt x="141411" y="108907"/>
                  <a:pt x="144027" y="111433"/>
                </a:cubicBezTo>
                <a:cubicBezTo>
                  <a:pt x="146643" y="113958"/>
                  <a:pt x="149973" y="115221"/>
                  <a:pt x="154016" y="115221"/>
                </a:cubicBezTo>
                <a:cubicBezTo>
                  <a:pt x="158534" y="115221"/>
                  <a:pt x="162844" y="113752"/>
                  <a:pt x="166947" y="110815"/>
                </a:cubicBezTo>
                <a:cubicBezTo>
                  <a:pt x="169979" y="108583"/>
                  <a:pt x="171971" y="105851"/>
                  <a:pt x="172922" y="102619"/>
                </a:cubicBezTo>
                <a:cubicBezTo>
                  <a:pt x="173576" y="100504"/>
                  <a:pt x="173903" y="96481"/>
                  <a:pt x="173903" y="90549"/>
                </a:cubicBezTo>
                <a:lnTo>
                  <a:pt x="173903" y="85613"/>
                </a:lnTo>
                <a:close/>
                <a:moveTo>
                  <a:pt x="214399" y="103806"/>
                </a:moveTo>
                <a:lnTo>
                  <a:pt x="239548" y="99882"/>
                </a:lnTo>
                <a:cubicBezTo>
                  <a:pt x="240618" y="104727"/>
                  <a:pt x="242788" y="108406"/>
                  <a:pt x="246058" y="110918"/>
                </a:cubicBezTo>
                <a:cubicBezTo>
                  <a:pt x="249328" y="113430"/>
                  <a:pt x="253906" y="114686"/>
                  <a:pt x="259792" y="114686"/>
                </a:cubicBezTo>
                <a:cubicBezTo>
                  <a:pt x="266272" y="114686"/>
                  <a:pt x="271148" y="113499"/>
                  <a:pt x="274418" y="111124"/>
                </a:cubicBezTo>
                <a:cubicBezTo>
                  <a:pt x="276617" y="109461"/>
                  <a:pt x="277717" y="107235"/>
                  <a:pt x="277717" y="104444"/>
                </a:cubicBezTo>
                <a:cubicBezTo>
                  <a:pt x="277717" y="102543"/>
                  <a:pt x="277123" y="100970"/>
                  <a:pt x="275934" y="99723"/>
                </a:cubicBezTo>
                <a:cubicBezTo>
                  <a:pt x="274685" y="98536"/>
                  <a:pt x="271891" y="97438"/>
                  <a:pt x="267551" y="96429"/>
                </a:cubicBezTo>
                <a:cubicBezTo>
                  <a:pt x="247337" y="91977"/>
                  <a:pt x="234524" y="87910"/>
                  <a:pt x="229114" y="84228"/>
                </a:cubicBezTo>
                <a:cubicBezTo>
                  <a:pt x="221623" y="79119"/>
                  <a:pt x="217877" y="72020"/>
                  <a:pt x="217877" y="62933"/>
                </a:cubicBezTo>
                <a:cubicBezTo>
                  <a:pt x="217877" y="54736"/>
                  <a:pt x="221118" y="47846"/>
                  <a:pt x="227598" y="42263"/>
                </a:cubicBezTo>
                <a:cubicBezTo>
                  <a:pt x="234078" y="36680"/>
                  <a:pt x="244126" y="33888"/>
                  <a:pt x="257741" y="33888"/>
                </a:cubicBezTo>
                <a:cubicBezTo>
                  <a:pt x="270702" y="33888"/>
                  <a:pt x="280333" y="35992"/>
                  <a:pt x="286635" y="40198"/>
                </a:cubicBezTo>
                <a:cubicBezTo>
                  <a:pt x="292937" y="44404"/>
                  <a:pt x="297277" y="50625"/>
                  <a:pt x="299656" y="58859"/>
                </a:cubicBezTo>
                <a:lnTo>
                  <a:pt x="276023" y="63318"/>
                </a:lnTo>
                <a:cubicBezTo>
                  <a:pt x="275012" y="59632"/>
                  <a:pt x="273095" y="56808"/>
                  <a:pt x="270271" y="54846"/>
                </a:cubicBezTo>
                <a:cubicBezTo>
                  <a:pt x="267447" y="52884"/>
                  <a:pt x="263419" y="51903"/>
                  <a:pt x="258187" y="51903"/>
                </a:cubicBezTo>
                <a:cubicBezTo>
                  <a:pt x="251587" y="51903"/>
                  <a:pt x="246861" y="52823"/>
                  <a:pt x="244007" y="54665"/>
                </a:cubicBezTo>
                <a:cubicBezTo>
                  <a:pt x="242105" y="55969"/>
                  <a:pt x="241153" y="57661"/>
                  <a:pt x="241153" y="59740"/>
                </a:cubicBezTo>
                <a:cubicBezTo>
                  <a:pt x="241153" y="61519"/>
                  <a:pt x="241986" y="63033"/>
                  <a:pt x="243650" y="64279"/>
                </a:cubicBezTo>
                <a:cubicBezTo>
                  <a:pt x="245910" y="65942"/>
                  <a:pt x="253713" y="68288"/>
                  <a:pt x="267060" y="71316"/>
                </a:cubicBezTo>
                <a:cubicBezTo>
                  <a:pt x="280408" y="74345"/>
                  <a:pt x="289727" y="78060"/>
                  <a:pt x="295018" y="82461"/>
                </a:cubicBezTo>
                <a:cubicBezTo>
                  <a:pt x="300250" y="86924"/>
                  <a:pt x="302866" y="93140"/>
                  <a:pt x="302866" y="101111"/>
                </a:cubicBezTo>
                <a:cubicBezTo>
                  <a:pt x="302866" y="109797"/>
                  <a:pt x="299239" y="117263"/>
                  <a:pt x="291986" y="123509"/>
                </a:cubicBezTo>
                <a:cubicBezTo>
                  <a:pt x="284733" y="129755"/>
                  <a:pt x="274001" y="132879"/>
                  <a:pt x="259792" y="132879"/>
                </a:cubicBezTo>
                <a:cubicBezTo>
                  <a:pt x="246891" y="132879"/>
                  <a:pt x="236679" y="130271"/>
                  <a:pt x="229159" y="125056"/>
                </a:cubicBezTo>
                <a:cubicBezTo>
                  <a:pt x="221638" y="119839"/>
                  <a:pt x="216718" y="112755"/>
                  <a:pt x="214399" y="103806"/>
                </a:cubicBezTo>
                <a:close/>
                <a:moveTo>
                  <a:pt x="315984" y="103806"/>
                </a:moveTo>
                <a:lnTo>
                  <a:pt x="341133" y="99882"/>
                </a:lnTo>
                <a:cubicBezTo>
                  <a:pt x="342203" y="104727"/>
                  <a:pt x="344373" y="108406"/>
                  <a:pt x="347643" y="110918"/>
                </a:cubicBezTo>
                <a:cubicBezTo>
                  <a:pt x="350913" y="113430"/>
                  <a:pt x="355491" y="114686"/>
                  <a:pt x="361377" y="114686"/>
                </a:cubicBezTo>
                <a:cubicBezTo>
                  <a:pt x="367857" y="114686"/>
                  <a:pt x="372733" y="113499"/>
                  <a:pt x="376003" y="111124"/>
                </a:cubicBezTo>
                <a:cubicBezTo>
                  <a:pt x="378202" y="109461"/>
                  <a:pt x="379302" y="107235"/>
                  <a:pt x="379302" y="104444"/>
                </a:cubicBezTo>
                <a:cubicBezTo>
                  <a:pt x="379302" y="102543"/>
                  <a:pt x="378708" y="100970"/>
                  <a:pt x="377519" y="99723"/>
                </a:cubicBezTo>
                <a:cubicBezTo>
                  <a:pt x="376270" y="98536"/>
                  <a:pt x="373476" y="97438"/>
                  <a:pt x="369136" y="96429"/>
                </a:cubicBezTo>
                <a:cubicBezTo>
                  <a:pt x="348922" y="91977"/>
                  <a:pt x="336109" y="87910"/>
                  <a:pt x="330699" y="84228"/>
                </a:cubicBezTo>
                <a:cubicBezTo>
                  <a:pt x="323208" y="79119"/>
                  <a:pt x="319462" y="72020"/>
                  <a:pt x="319462" y="62933"/>
                </a:cubicBezTo>
                <a:cubicBezTo>
                  <a:pt x="319462" y="54736"/>
                  <a:pt x="322703" y="47846"/>
                  <a:pt x="329183" y="42263"/>
                </a:cubicBezTo>
                <a:cubicBezTo>
                  <a:pt x="335663" y="36680"/>
                  <a:pt x="345711" y="33888"/>
                  <a:pt x="359326" y="33888"/>
                </a:cubicBezTo>
                <a:cubicBezTo>
                  <a:pt x="372287" y="33888"/>
                  <a:pt x="381918" y="35992"/>
                  <a:pt x="388220" y="40198"/>
                </a:cubicBezTo>
                <a:cubicBezTo>
                  <a:pt x="394522" y="44404"/>
                  <a:pt x="398862" y="50625"/>
                  <a:pt x="401241" y="58859"/>
                </a:cubicBezTo>
                <a:lnTo>
                  <a:pt x="377608" y="63318"/>
                </a:lnTo>
                <a:cubicBezTo>
                  <a:pt x="376597" y="59632"/>
                  <a:pt x="374680" y="56808"/>
                  <a:pt x="371856" y="54846"/>
                </a:cubicBezTo>
                <a:cubicBezTo>
                  <a:pt x="369032" y="52884"/>
                  <a:pt x="365004" y="51903"/>
                  <a:pt x="359772" y="51903"/>
                </a:cubicBezTo>
                <a:cubicBezTo>
                  <a:pt x="353172" y="51903"/>
                  <a:pt x="348446" y="52823"/>
                  <a:pt x="345592" y="54665"/>
                </a:cubicBezTo>
                <a:cubicBezTo>
                  <a:pt x="343690" y="55969"/>
                  <a:pt x="342738" y="57661"/>
                  <a:pt x="342738" y="59740"/>
                </a:cubicBezTo>
                <a:cubicBezTo>
                  <a:pt x="342738" y="61519"/>
                  <a:pt x="343571" y="63033"/>
                  <a:pt x="345235" y="64279"/>
                </a:cubicBezTo>
                <a:cubicBezTo>
                  <a:pt x="347495" y="65942"/>
                  <a:pt x="355298" y="68288"/>
                  <a:pt x="368645" y="71316"/>
                </a:cubicBezTo>
                <a:cubicBezTo>
                  <a:pt x="381993" y="74345"/>
                  <a:pt x="391312" y="78060"/>
                  <a:pt x="396603" y="82461"/>
                </a:cubicBezTo>
                <a:cubicBezTo>
                  <a:pt x="401835" y="86924"/>
                  <a:pt x="404451" y="93140"/>
                  <a:pt x="404451" y="101111"/>
                </a:cubicBezTo>
                <a:cubicBezTo>
                  <a:pt x="404451" y="109797"/>
                  <a:pt x="400824" y="117263"/>
                  <a:pt x="393571" y="123509"/>
                </a:cubicBezTo>
                <a:cubicBezTo>
                  <a:pt x="386318" y="129755"/>
                  <a:pt x="375586" y="132879"/>
                  <a:pt x="361377" y="132879"/>
                </a:cubicBezTo>
                <a:cubicBezTo>
                  <a:pt x="348476" y="132879"/>
                  <a:pt x="338264" y="130271"/>
                  <a:pt x="330744" y="125056"/>
                </a:cubicBezTo>
                <a:cubicBezTo>
                  <a:pt x="323223" y="119839"/>
                  <a:pt x="318303" y="112755"/>
                  <a:pt x="315984" y="1038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7a027815b4bd5"/>
          <a:stretch xmlns:a="http://schemas.openxmlformats.org/drawingml/2006/main"/>
        </p:blipFill>
        <p:spPr>
          <a:xfrm xmlns:a="http://schemas.openxmlformats.org/drawingml/2006/main">
            <a:off x="2792191" y="1116308"/>
            <a:ext cx="161567" cy="161567"/>
          </a:xfrm>
          <a:prstGeom xmlns:a="http://schemas.openxmlformats.org/drawingml/2006/main" prst="rect">
            <a:avLst/>
          </a:prstGeom>
        </p:spPr>
      </p:pic>
      <p:pic>
        <p:nvPicPr>
          <p:cNvPr id="2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f5710b96a4d19"/>
          <a:stretch xmlns:a="http://schemas.openxmlformats.org/drawingml/2006/main"/>
        </p:blipFill>
        <p:spPr>
          <a:xfrm xmlns:a="http://schemas.openxmlformats.org/drawingml/2006/main">
            <a:off x="2682187" y="3438740"/>
            <a:ext cx="476279" cy="419878"/>
          </a:xfrm>
          <a:prstGeom xmlns:a="http://schemas.openxmlformats.org/drawingml/2006/main" prst="rect">
            <a:avLst/>
          </a:prstGeom>
        </p:spPr>
      </p:pic>
      <p:pic>
        <p:nvPicPr>
          <p:cNvPr id="2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d1c588952464f"/>
          <a:stretch xmlns:a="http://schemas.openxmlformats.org/drawingml/2006/main"/>
        </p:blipFill>
        <p:spPr>
          <a:xfrm xmlns:a="http://schemas.openxmlformats.org/drawingml/2006/main">
            <a:off x="1451330" y="2835591"/>
            <a:ext cx="531641" cy="392952"/>
          </a:xfrm>
          <a:prstGeom xmlns:a="http://schemas.openxmlformats.org/drawingml/2006/main" prst="rect">
            <a:avLst/>
          </a:prstGeom>
        </p:spPr>
      </p:pic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E67758-1F5F-4C34-89A3-220C0F68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99" y="1601029"/>
            <a:ext cx="690921" cy="778065"/>
          </a:xfrm>
          <a:custGeom xmlns:a="http://schemas.openxmlformats.org/drawingml/2006/main">
            <a:pathLst>
              <a:path w="690921" h="778065" fill="none">
                <a:moveTo>
                  <a:pt x="0" y="778065"/>
                </a:moveTo>
                <a:lnTo>
                  <a:pt x="6909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099" cap="rnd">
            <a:solidFill>
              <a:srgbClr val="000000"/>
            </a:solidFill>
            <a:round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5A7415-5CC6-4C44-8984-82FCF65C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08" y="1533796"/>
            <a:ext cx="84915" cy="89622"/>
          </a:xfrm>
          <a:custGeom xmlns:a="http://schemas.openxmlformats.org/drawingml/2006/main">
            <a:pathLst>
              <a:path w="84915" h="89622">
                <a:moveTo>
                  <a:pt x="84915" y="0"/>
                </a:moveTo>
                <a:lnTo>
                  <a:pt x="0" y="44845"/>
                </a:lnTo>
                <a:lnTo>
                  <a:pt x="50425" y="89622"/>
                </a:lnTo>
                <a:lnTo>
                  <a:pt x="84915" y="0"/>
                </a:lnTo>
                <a:close/>
                <a:moveTo>
                  <a:pt x="8491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4F689-A41B-42CF-A120-2980C2A6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08" y="1533796"/>
            <a:ext cx="84916" cy="89622"/>
          </a:xfrm>
          <a:custGeom xmlns:a="http://schemas.openxmlformats.org/drawingml/2006/main">
            <a:pathLst>
              <a:path w="84916" h="89622" fill="none">
                <a:moveTo>
                  <a:pt x="84916" y="0"/>
                </a:moveTo>
                <a:lnTo>
                  <a:pt x="0" y="44845"/>
                </a:lnTo>
                <a:lnTo>
                  <a:pt x="50425" y="89622"/>
                </a:lnTo>
                <a:lnTo>
                  <a:pt x="84916" y="0"/>
                </a:lnTo>
                <a:close/>
                <a:moveTo>
                  <a:pt x="8491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8099" cap="flat">
            <a:solidFill>
              <a:srgbClr val="000000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6D5F0-5DDC-42EF-99BC-B5BCB4FC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76" y="1898330"/>
            <a:ext cx="198322" cy="198322"/>
          </a:xfrm>
          <a:custGeom xmlns:a="http://schemas.openxmlformats.org/drawingml/2006/main">
            <a:pathLst>
              <a:path w="198322" h="198322">
                <a:moveTo>
                  <a:pt x="163042" y="35281"/>
                </a:moveTo>
                <a:cubicBezTo>
                  <a:pt x="198322" y="70561"/>
                  <a:pt x="198322" y="127761"/>
                  <a:pt x="163042" y="163042"/>
                </a:cubicBezTo>
                <a:cubicBezTo>
                  <a:pt x="127761" y="198322"/>
                  <a:pt x="70561" y="198322"/>
                  <a:pt x="35280" y="163042"/>
                </a:cubicBezTo>
                <a:cubicBezTo>
                  <a:pt x="0" y="127761"/>
                  <a:pt x="0" y="70561"/>
                  <a:pt x="35280" y="35281"/>
                </a:cubicBezTo>
                <a:cubicBezTo>
                  <a:pt x="70561" y="0"/>
                  <a:pt x="127761" y="0"/>
                  <a:pt x="163042" y="35281"/>
                </a:cubicBezTo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57A100-A58D-4F4A-AB84-08E9DE53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77" y="1898330"/>
            <a:ext cx="198322" cy="198322"/>
          </a:xfrm>
          <a:custGeom xmlns:a="http://schemas.openxmlformats.org/drawingml/2006/main">
            <a:pathLst>
              <a:path w="198322" h="198322" fill="none">
                <a:moveTo>
                  <a:pt x="163042" y="35281"/>
                </a:moveTo>
                <a:cubicBezTo>
                  <a:pt x="198322" y="70561"/>
                  <a:pt x="198322" y="127761"/>
                  <a:pt x="163042" y="163042"/>
                </a:cubicBezTo>
                <a:cubicBezTo>
                  <a:pt x="127761" y="198322"/>
                  <a:pt x="70561" y="198322"/>
                  <a:pt x="35281" y="163042"/>
                </a:cubicBezTo>
                <a:cubicBezTo>
                  <a:pt x="0" y="127761"/>
                  <a:pt x="0" y="70561"/>
                  <a:pt x="35281" y="35281"/>
                </a:cubicBezTo>
                <a:cubicBezTo>
                  <a:pt x="70561" y="0"/>
                  <a:pt x="127761" y="0"/>
                  <a:pt x="163042" y="3528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049" cap="rnd">
            <a:solidFill>
              <a:srgbClr val="000000"/>
            </a:solidFill>
            <a:round/>
          </a:ln>
        </p:spPr>
      </p:sp>
      <p:sp>
        <p:nvSpPr>
          <p:cNvPr id="98" name="Text 1">
            <a:extLst xmlns:a="http://schemas.openxmlformats.org/drawingml/2006/main">
              <a:ext uri="{FF2B5EF4-FFF2-40B4-BE49-F238E27FC236}">
                <a16:creationId xmlns:a16="http://schemas.microsoft.com/office/drawing/2014/main" id="{42300CC4-C8A3-4404-80EB-55E4606D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009" y="1962823"/>
            <a:ext cx="35741" cy="78698"/>
          </a:xfrm>
          <a:custGeom xmlns:a="http://schemas.openxmlformats.org/drawingml/2006/main">
            <a:pathLst>
              <a:path w="35741" h="78698">
                <a:moveTo>
                  <a:pt x="35741" y="78698"/>
                </a:moveTo>
                <a:lnTo>
                  <a:pt x="35741" y="0"/>
                </a:lnTo>
                <a:lnTo>
                  <a:pt x="23041" y="0"/>
                </a:lnTo>
                <a:cubicBezTo>
                  <a:pt x="22591" y="2990"/>
                  <a:pt x="21654" y="5494"/>
                  <a:pt x="20230" y="7513"/>
                </a:cubicBezTo>
                <a:cubicBezTo>
                  <a:pt x="18807" y="9531"/>
                  <a:pt x="17064" y="11157"/>
                  <a:pt x="15003" y="12391"/>
                </a:cubicBezTo>
                <a:cubicBezTo>
                  <a:pt x="12943" y="13623"/>
                  <a:pt x="10620" y="14483"/>
                  <a:pt x="8035" y="14970"/>
                </a:cubicBezTo>
                <a:cubicBezTo>
                  <a:pt x="5450" y="15456"/>
                  <a:pt x="2771" y="15661"/>
                  <a:pt x="0" y="15586"/>
                </a:cubicBezTo>
                <a:lnTo>
                  <a:pt x="0" y="27660"/>
                </a:lnTo>
                <a:lnTo>
                  <a:pt x="19781" y="27660"/>
                </a:lnTo>
                <a:lnTo>
                  <a:pt x="19781" y="78698"/>
                </a:lnTo>
                <a:lnTo>
                  <a:pt x="35741" y="7869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4F3D01-229B-4B9B-90BC-9376721D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46" y="2516144"/>
            <a:ext cx="198322" cy="198322"/>
          </a:xfrm>
          <a:custGeom xmlns:a="http://schemas.openxmlformats.org/drawingml/2006/main">
            <a:pathLst>
              <a:path w="198322" h="198322">
                <a:moveTo>
                  <a:pt x="163042" y="35281"/>
                </a:moveTo>
                <a:cubicBezTo>
                  <a:pt x="198322" y="70561"/>
                  <a:pt x="198322" y="127761"/>
                  <a:pt x="163042" y="163042"/>
                </a:cubicBezTo>
                <a:cubicBezTo>
                  <a:pt x="127761" y="198322"/>
                  <a:pt x="70561" y="198322"/>
                  <a:pt x="35281" y="163042"/>
                </a:cubicBezTo>
                <a:cubicBezTo>
                  <a:pt x="0" y="127761"/>
                  <a:pt x="0" y="70561"/>
                  <a:pt x="35281" y="35281"/>
                </a:cubicBezTo>
                <a:cubicBezTo>
                  <a:pt x="70561" y="0"/>
                  <a:pt x="127761" y="0"/>
                  <a:pt x="163042" y="35281"/>
                </a:cubicBezTo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08C806-874F-4579-B7A9-A10CBE85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46" y="2516144"/>
            <a:ext cx="198322" cy="198322"/>
          </a:xfrm>
          <a:custGeom xmlns:a="http://schemas.openxmlformats.org/drawingml/2006/main">
            <a:pathLst>
              <a:path w="198322" h="198322" fill="none">
                <a:moveTo>
                  <a:pt x="163042" y="35281"/>
                </a:moveTo>
                <a:cubicBezTo>
                  <a:pt x="198322" y="70561"/>
                  <a:pt x="198322" y="127761"/>
                  <a:pt x="163042" y="163042"/>
                </a:cubicBezTo>
                <a:cubicBezTo>
                  <a:pt x="127761" y="198322"/>
                  <a:pt x="70561" y="198322"/>
                  <a:pt x="35281" y="163042"/>
                </a:cubicBezTo>
                <a:cubicBezTo>
                  <a:pt x="0" y="127761"/>
                  <a:pt x="0" y="70561"/>
                  <a:pt x="35281" y="35281"/>
                </a:cubicBezTo>
                <a:cubicBezTo>
                  <a:pt x="70561" y="0"/>
                  <a:pt x="127761" y="0"/>
                  <a:pt x="163042" y="3528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049" cap="rnd">
            <a:solidFill>
              <a:srgbClr val="000000"/>
            </a:solidFill>
            <a:round/>
          </a:ln>
        </p:spPr>
      </p:sp>
      <p:sp>
        <p:nvSpPr>
          <p:cNvPr id="101" name="Text 2">
            <a:extLst xmlns:a="http://schemas.openxmlformats.org/drawingml/2006/main">
              <a:ext uri="{FF2B5EF4-FFF2-40B4-BE49-F238E27FC236}">
                <a16:creationId xmlns:a16="http://schemas.microsoft.com/office/drawing/2014/main" id="{B57682B3-7C39-41F3-8B31-F6FE7350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21" y="2579101"/>
            <a:ext cx="57772" cy="80235"/>
          </a:xfrm>
          <a:custGeom xmlns:a="http://schemas.openxmlformats.org/drawingml/2006/main">
            <a:pathLst>
              <a:path w="57772" h="80235">
                <a:moveTo>
                  <a:pt x="1799" y="31815"/>
                </a:moveTo>
                <a:lnTo>
                  <a:pt x="17085" y="31815"/>
                </a:lnTo>
                <a:cubicBezTo>
                  <a:pt x="17085" y="29717"/>
                  <a:pt x="17291" y="27600"/>
                  <a:pt x="17702" y="25464"/>
                </a:cubicBezTo>
                <a:cubicBezTo>
                  <a:pt x="18115" y="23329"/>
                  <a:pt x="18808" y="21380"/>
                  <a:pt x="19783" y="19620"/>
                </a:cubicBezTo>
                <a:cubicBezTo>
                  <a:pt x="20757" y="17859"/>
                  <a:pt x="22049" y="16435"/>
                  <a:pt x="23660" y="15349"/>
                </a:cubicBezTo>
                <a:cubicBezTo>
                  <a:pt x="25271" y="14263"/>
                  <a:pt x="27238" y="13720"/>
                  <a:pt x="29562" y="13720"/>
                </a:cubicBezTo>
                <a:cubicBezTo>
                  <a:pt x="33008" y="13720"/>
                  <a:pt x="35836" y="14787"/>
                  <a:pt x="38046" y="16922"/>
                </a:cubicBezTo>
                <a:cubicBezTo>
                  <a:pt x="40257" y="19057"/>
                  <a:pt x="41362" y="22034"/>
                  <a:pt x="41362" y="25854"/>
                </a:cubicBezTo>
                <a:cubicBezTo>
                  <a:pt x="41362" y="28251"/>
                  <a:pt x="40819" y="30386"/>
                  <a:pt x="39732" y="32259"/>
                </a:cubicBezTo>
                <a:cubicBezTo>
                  <a:pt x="38645" y="34132"/>
                  <a:pt x="37297" y="35817"/>
                  <a:pt x="35686" y="37315"/>
                </a:cubicBezTo>
                <a:cubicBezTo>
                  <a:pt x="34075" y="38813"/>
                  <a:pt x="32295" y="40180"/>
                  <a:pt x="30347" y="41416"/>
                </a:cubicBezTo>
                <a:cubicBezTo>
                  <a:pt x="28399" y="42652"/>
                  <a:pt x="26563" y="43869"/>
                  <a:pt x="24840" y="45067"/>
                </a:cubicBezTo>
                <a:cubicBezTo>
                  <a:pt x="21468" y="47389"/>
                  <a:pt x="18265" y="49674"/>
                  <a:pt x="15229" y="51922"/>
                </a:cubicBezTo>
                <a:cubicBezTo>
                  <a:pt x="12195" y="54168"/>
                  <a:pt x="9554" y="56621"/>
                  <a:pt x="7306" y="59281"/>
                </a:cubicBezTo>
                <a:cubicBezTo>
                  <a:pt x="5058" y="61939"/>
                  <a:pt x="3279" y="64954"/>
                  <a:pt x="1967" y="68326"/>
                </a:cubicBezTo>
                <a:cubicBezTo>
                  <a:pt x="656" y="71696"/>
                  <a:pt x="0" y="75666"/>
                  <a:pt x="0" y="80235"/>
                </a:cubicBezTo>
                <a:lnTo>
                  <a:pt x="57772" y="80235"/>
                </a:lnTo>
                <a:lnTo>
                  <a:pt x="57772" y="66515"/>
                </a:lnTo>
                <a:lnTo>
                  <a:pt x="20568" y="66515"/>
                </a:lnTo>
                <a:cubicBezTo>
                  <a:pt x="22516" y="63819"/>
                  <a:pt x="24764" y="61459"/>
                  <a:pt x="27311" y="59437"/>
                </a:cubicBezTo>
                <a:cubicBezTo>
                  <a:pt x="29860" y="57414"/>
                  <a:pt x="32483" y="55523"/>
                  <a:pt x="35180" y="53764"/>
                </a:cubicBezTo>
                <a:cubicBezTo>
                  <a:pt x="37877" y="52003"/>
                  <a:pt x="40556" y="50224"/>
                  <a:pt x="43216" y="48427"/>
                </a:cubicBezTo>
                <a:cubicBezTo>
                  <a:pt x="45877" y="46628"/>
                  <a:pt x="48256" y="44624"/>
                  <a:pt x="50354" y="42415"/>
                </a:cubicBezTo>
                <a:cubicBezTo>
                  <a:pt x="52452" y="40205"/>
                  <a:pt x="54138" y="37678"/>
                  <a:pt x="55412" y="34832"/>
                </a:cubicBezTo>
                <a:cubicBezTo>
                  <a:pt x="56685" y="31985"/>
                  <a:pt x="57322" y="28576"/>
                  <a:pt x="57322" y="24605"/>
                </a:cubicBezTo>
                <a:cubicBezTo>
                  <a:pt x="57322" y="20785"/>
                  <a:pt x="56592" y="17340"/>
                  <a:pt x="55131" y="14269"/>
                </a:cubicBezTo>
                <a:cubicBezTo>
                  <a:pt x="53669" y="11198"/>
                  <a:pt x="51702" y="8614"/>
                  <a:pt x="49229" y="6517"/>
                </a:cubicBezTo>
                <a:cubicBezTo>
                  <a:pt x="46757" y="4419"/>
                  <a:pt x="43892" y="2809"/>
                  <a:pt x="40632" y="1686"/>
                </a:cubicBezTo>
                <a:cubicBezTo>
                  <a:pt x="37372" y="562"/>
                  <a:pt x="33944" y="0"/>
                  <a:pt x="30347" y="0"/>
                </a:cubicBezTo>
                <a:cubicBezTo>
                  <a:pt x="25626" y="0"/>
                  <a:pt x="21448" y="806"/>
                  <a:pt x="17814" y="2418"/>
                </a:cubicBezTo>
                <a:cubicBezTo>
                  <a:pt x="14180" y="4030"/>
                  <a:pt x="11165" y="6280"/>
                  <a:pt x="8767" y="9167"/>
                </a:cubicBezTo>
                <a:cubicBezTo>
                  <a:pt x="6370" y="12052"/>
                  <a:pt x="4571" y="15425"/>
                  <a:pt x="3372" y="19284"/>
                </a:cubicBezTo>
                <a:cubicBezTo>
                  <a:pt x="2173" y="23142"/>
                  <a:pt x="1649" y="27319"/>
                  <a:pt x="1799" y="318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FDD820-EC42-4D24-A22E-5ED85D25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438" y="1503273"/>
            <a:ext cx="198322" cy="198322"/>
          </a:xfrm>
          <a:custGeom xmlns:a="http://schemas.openxmlformats.org/drawingml/2006/main">
            <a:pathLst>
              <a:path w="198322" h="198322">
                <a:moveTo>
                  <a:pt x="163042" y="35281"/>
                </a:moveTo>
                <a:cubicBezTo>
                  <a:pt x="198322" y="70561"/>
                  <a:pt x="198322" y="127761"/>
                  <a:pt x="163042" y="163042"/>
                </a:cubicBezTo>
                <a:cubicBezTo>
                  <a:pt x="127762" y="198322"/>
                  <a:pt x="70561" y="198322"/>
                  <a:pt x="35281" y="163042"/>
                </a:cubicBezTo>
                <a:cubicBezTo>
                  <a:pt x="0" y="127761"/>
                  <a:pt x="0" y="70561"/>
                  <a:pt x="35281" y="35281"/>
                </a:cubicBezTo>
                <a:cubicBezTo>
                  <a:pt x="70561" y="0"/>
                  <a:pt x="127762" y="0"/>
                  <a:pt x="163042" y="35281"/>
                </a:cubicBezTo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117A2-43D4-48BC-A257-1C575BC9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438" y="1503273"/>
            <a:ext cx="198322" cy="198322"/>
          </a:xfrm>
          <a:custGeom xmlns:a="http://schemas.openxmlformats.org/drawingml/2006/main">
            <a:pathLst>
              <a:path w="198322" h="198322" fill="none">
                <a:moveTo>
                  <a:pt x="163041" y="35281"/>
                </a:moveTo>
                <a:cubicBezTo>
                  <a:pt x="198322" y="70561"/>
                  <a:pt x="198322" y="127761"/>
                  <a:pt x="163041" y="163042"/>
                </a:cubicBezTo>
                <a:cubicBezTo>
                  <a:pt x="127761" y="198322"/>
                  <a:pt x="70561" y="198322"/>
                  <a:pt x="35280" y="163042"/>
                </a:cubicBezTo>
                <a:cubicBezTo>
                  <a:pt x="0" y="127761"/>
                  <a:pt x="0" y="70561"/>
                  <a:pt x="35280" y="35281"/>
                </a:cubicBezTo>
                <a:cubicBezTo>
                  <a:pt x="70561" y="0"/>
                  <a:pt x="127761" y="0"/>
                  <a:pt x="163041" y="3528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049" cap="rnd">
            <a:solidFill>
              <a:srgbClr val="000000"/>
            </a:solidFill>
            <a:round/>
          </a:ln>
        </p:spPr>
      </p:sp>
      <p:sp>
        <p:nvSpPr>
          <p:cNvPr id="104" name="Text 3">
            <a:extLst xmlns:a="http://schemas.openxmlformats.org/drawingml/2006/main">
              <a:ext uri="{FF2B5EF4-FFF2-40B4-BE49-F238E27FC236}">
                <a16:creationId xmlns:a16="http://schemas.microsoft.com/office/drawing/2014/main" id="{587F5F52-855F-4DA7-BB7B-4E739BE5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302" y="1566229"/>
            <a:ext cx="58519" cy="81662"/>
          </a:xfrm>
          <a:custGeom xmlns:a="http://schemas.openxmlformats.org/drawingml/2006/main">
            <a:pathLst>
              <a:path w="58519" h="81662">
                <a:moveTo>
                  <a:pt x="23677" y="33367"/>
                </a:moveTo>
                <a:lnTo>
                  <a:pt x="23677" y="44563"/>
                </a:lnTo>
                <a:cubicBezTo>
                  <a:pt x="25626" y="44563"/>
                  <a:pt x="27668" y="44619"/>
                  <a:pt x="29803" y="44731"/>
                </a:cubicBezTo>
                <a:cubicBezTo>
                  <a:pt x="31939" y="44843"/>
                  <a:pt x="33906" y="45255"/>
                  <a:pt x="35703" y="45967"/>
                </a:cubicBezTo>
                <a:cubicBezTo>
                  <a:pt x="37501" y="46678"/>
                  <a:pt x="38981" y="47821"/>
                  <a:pt x="40143" y="49394"/>
                </a:cubicBezTo>
                <a:cubicBezTo>
                  <a:pt x="41305" y="50966"/>
                  <a:pt x="41886" y="53250"/>
                  <a:pt x="41886" y="56245"/>
                </a:cubicBezTo>
                <a:cubicBezTo>
                  <a:pt x="41886" y="60064"/>
                  <a:pt x="40649" y="63078"/>
                  <a:pt x="38176" y="65287"/>
                </a:cubicBezTo>
                <a:cubicBezTo>
                  <a:pt x="35704" y="67496"/>
                  <a:pt x="32670" y="68600"/>
                  <a:pt x="29073" y="68600"/>
                </a:cubicBezTo>
                <a:cubicBezTo>
                  <a:pt x="26749" y="68600"/>
                  <a:pt x="24745" y="68188"/>
                  <a:pt x="23058" y="67364"/>
                </a:cubicBezTo>
                <a:cubicBezTo>
                  <a:pt x="21373" y="66539"/>
                  <a:pt x="19968" y="65434"/>
                  <a:pt x="18844" y="64049"/>
                </a:cubicBezTo>
                <a:cubicBezTo>
                  <a:pt x="17721" y="62662"/>
                  <a:pt x="16859" y="61013"/>
                  <a:pt x="16260" y="59102"/>
                </a:cubicBezTo>
                <a:cubicBezTo>
                  <a:pt x="15661" y="57192"/>
                  <a:pt x="15324" y="55188"/>
                  <a:pt x="15248" y="53090"/>
                </a:cubicBezTo>
                <a:lnTo>
                  <a:pt x="75" y="53090"/>
                </a:lnTo>
                <a:cubicBezTo>
                  <a:pt x="0" y="57661"/>
                  <a:pt x="655" y="61708"/>
                  <a:pt x="2041" y="65230"/>
                </a:cubicBezTo>
                <a:cubicBezTo>
                  <a:pt x="3428" y="68753"/>
                  <a:pt x="5395" y="71734"/>
                  <a:pt x="7942" y="74174"/>
                </a:cubicBezTo>
                <a:cubicBezTo>
                  <a:pt x="10491" y="76614"/>
                  <a:pt x="13582" y="78472"/>
                  <a:pt x="17215" y="79748"/>
                </a:cubicBezTo>
                <a:cubicBezTo>
                  <a:pt x="20849" y="81024"/>
                  <a:pt x="24876" y="81662"/>
                  <a:pt x="29297" y="81662"/>
                </a:cubicBezTo>
                <a:cubicBezTo>
                  <a:pt x="33118" y="81662"/>
                  <a:pt x="36790" y="81100"/>
                  <a:pt x="40311" y="79978"/>
                </a:cubicBezTo>
                <a:cubicBezTo>
                  <a:pt x="43834" y="78854"/>
                  <a:pt x="46944" y="77205"/>
                  <a:pt x="49641" y="75033"/>
                </a:cubicBezTo>
                <a:cubicBezTo>
                  <a:pt x="52338" y="72861"/>
                  <a:pt x="54492" y="70164"/>
                  <a:pt x="56103" y="66943"/>
                </a:cubicBezTo>
                <a:cubicBezTo>
                  <a:pt x="57714" y="63723"/>
                  <a:pt x="58519" y="60053"/>
                  <a:pt x="58519" y="55933"/>
                </a:cubicBezTo>
                <a:cubicBezTo>
                  <a:pt x="58519" y="51440"/>
                  <a:pt x="57283" y="47583"/>
                  <a:pt x="54810" y="44362"/>
                </a:cubicBezTo>
                <a:cubicBezTo>
                  <a:pt x="52338" y="41141"/>
                  <a:pt x="48929" y="39044"/>
                  <a:pt x="44583" y="38070"/>
                </a:cubicBezTo>
                <a:lnTo>
                  <a:pt x="44583" y="37845"/>
                </a:lnTo>
                <a:cubicBezTo>
                  <a:pt x="48255" y="36797"/>
                  <a:pt x="51008" y="34813"/>
                  <a:pt x="52843" y="31894"/>
                </a:cubicBezTo>
                <a:cubicBezTo>
                  <a:pt x="54679" y="28974"/>
                  <a:pt x="55597" y="25604"/>
                  <a:pt x="55597" y="21786"/>
                </a:cubicBezTo>
                <a:cubicBezTo>
                  <a:pt x="55597" y="18268"/>
                  <a:pt x="54810" y="15161"/>
                  <a:pt x="53237" y="12466"/>
                </a:cubicBezTo>
                <a:cubicBezTo>
                  <a:pt x="51664" y="9770"/>
                  <a:pt x="49622" y="7487"/>
                  <a:pt x="47111" y="5615"/>
                </a:cubicBezTo>
                <a:cubicBezTo>
                  <a:pt x="44602" y="3743"/>
                  <a:pt x="41773" y="2340"/>
                  <a:pt x="38625" y="1405"/>
                </a:cubicBezTo>
                <a:cubicBezTo>
                  <a:pt x="35479" y="468"/>
                  <a:pt x="32332" y="0"/>
                  <a:pt x="29184" y="0"/>
                </a:cubicBezTo>
                <a:cubicBezTo>
                  <a:pt x="25139" y="0"/>
                  <a:pt x="21468" y="657"/>
                  <a:pt x="18170" y="1971"/>
                </a:cubicBezTo>
                <a:cubicBezTo>
                  <a:pt x="14873" y="3283"/>
                  <a:pt x="12044" y="5140"/>
                  <a:pt x="9685" y="7543"/>
                </a:cubicBezTo>
                <a:cubicBezTo>
                  <a:pt x="7325" y="9944"/>
                  <a:pt x="5489" y="12812"/>
                  <a:pt x="4178" y="16148"/>
                </a:cubicBezTo>
                <a:cubicBezTo>
                  <a:pt x="2866" y="19484"/>
                  <a:pt x="2136" y="23174"/>
                  <a:pt x="1986" y="27221"/>
                </a:cubicBezTo>
                <a:lnTo>
                  <a:pt x="17159" y="27221"/>
                </a:lnTo>
                <a:cubicBezTo>
                  <a:pt x="17084" y="23174"/>
                  <a:pt x="18077" y="19821"/>
                  <a:pt x="20138" y="17162"/>
                </a:cubicBezTo>
                <a:cubicBezTo>
                  <a:pt x="22198" y="14502"/>
                  <a:pt x="25251" y="13171"/>
                  <a:pt x="29297" y="13171"/>
                </a:cubicBezTo>
                <a:cubicBezTo>
                  <a:pt x="32220" y="13171"/>
                  <a:pt x="34805" y="14069"/>
                  <a:pt x="37053" y="15864"/>
                </a:cubicBezTo>
                <a:cubicBezTo>
                  <a:pt x="39300" y="17659"/>
                  <a:pt x="40424" y="20239"/>
                  <a:pt x="40424" y="23605"/>
                </a:cubicBezTo>
                <a:cubicBezTo>
                  <a:pt x="40424" y="25850"/>
                  <a:pt x="39881" y="27645"/>
                  <a:pt x="38795" y="28992"/>
                </a:cubicBezTo>
                <a:cubicBezTo>
                  <a:pt x="37709" y="30338"/>
                  <a:pt x="36323" y="31366"/>
                  <a:pt x="34636" y="32077"/>
                </a:cubicBezTo>
                <a:cubicBezTo>
                  <a:pt x="32950" y="32787"/>
                  <a:pt x="31132" y="33218"/>
                  <a:pt x="29184" y="33369"/>
                </a:cubicBezTo>
                <a:cubicBezTo>
                  <a:pt x="27237" y="33519"/>
                  <a:pt x="25401" y="33518"/>
                  <a:pt x="23677" y="3336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Edited">
            <a:extLst xmlns:a="http://schemas.openxmlformats.org/drawingml/2006/main">
              <a:ext uri="{FF2B5EF4-FFF2-40B4-BE49-F238E27FC236}">
                <a16:creationId xmlns:a16="http://schemas.microsoft.com/office/drawing/2014/main" id="{9DBFECF7-A0C2-4FCD-A26C-1FEACF62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789" y="1646884"/>
            <a:ext cx="533204" cy="132879"/>
          </a:xfrm>
          <a:custGeom xmlns:a="http://schemas.openxmlformats.org/drawingml/2006/main">
            <a:pathLst>
              <a:path w="533204" h="132879">
                <a:moveTo>
                  <a:pt x="0" y="130738"/>
                </a:moveTo>
                <a:lnTo>
                  <a:pt x="0" y="0"/>
                </a:lnTo>
                <a:lnTo>
                  <a:pt x="96939" y="0"/>
                </a:lnTo>
                <a:lnTo>
                  <a:pt x="96939" y="22117"/>
                </a:lnTo>
                <a:lnTo>
                  <a:pt x="26397" y="22117"/>
                </a:lnTo>
                <a:lnTo>
                  <a:pt x="26397" y="51011"/>
                </a:lnTo>
                <a:lnTo>
                  <a:pt x="92034" y="51011"/>
                </a:lnTo>
                <a:lnTo>
                  <a:pt x="92034" y="73128"/>
                </a:lnTo>
                <a:lnTo>
                  <a:pt x="26397" y="73128"/>
                </a:lnTo>
                <a:lnTo>
                  <a:pt x="26397" y="108622"/>
                </a:lnTo>
                <a:lnTo>
                  <a:pt x="99436" y="108622"/>
                </a:lnTo>
                <a:lnTo>
                  <a:pt x="99436" y="130738"/>
                </a:lnTo>
                <a:lnTo>
                  <a:pt x="0" y="130738"/>
                </a:lnTo>
                <a:close/>
                <a:moveTo>
                  <a:pt x="208505" y="130738"/>
                </a:moveTo>
                <a:lnTo>
                  <a:pt x="185229" y="130738"/>
                </a:lnTo>
                <a:lnTo>
                  <a:pt x="185229" y="116826"/>
                </a:lnTo>
                <a:cubicBezTo>
                  <a:pt x="181364" y="122236"/>
                  <a:pt x="176801" y="126264"/>
                  <a:pt x="171540" y="128910"/>
                </a:cubicBezTo>
                <a:cubicBezTo>
                  <a:pt x="166278" y="131556"/>
                  <a:pt x="160972" y="132879"/>
                  <a:pt x="155621" y="132879"/>
                </a:cubicBezTo>
                <a:cubicBezTo>
                  <a:pt x="144741" y="132879"/>
                  <a:pt x="135422" y="128494"/>
                  <a:pt x="127663" y="119724"/>
                </a:cubicBezTo>
                <a:cubicBezTo>
                  <a:pt x="119904" y="110955"/>
                  <a:pt x="116025" y="98722"/>
                  <a:pt x="116025" y="83027"/>
                </a:cubicBezTo>
                <a:cubicBezTo>
                  <a:pt x="116025" y="66974"/>
                  <a:pt x="119800" y="54772"/>
                  <a:pt x="127351" y="46418"/>
                </a:cubicBezTo>
                <a:cubicBezTo>
                  <a:pt x="134901" y="38065"/>
                  <a:pt x="144444" y="33888"/>
                  <a:pt x="155978" y="33888"/>
                </a:cubicBezTo>
                <a:cubicBezTo>
                  <a:pt x="166560" y="33888"/>
                  <a:pt x="175716" y="38288"/>
                  <a:pt x="183445" y="47087"/>
                </a:cubicBezTo>
                <a:lnTo>
                  <a:pt x="183445" y="0"/>
                </a:lnTo>
                <a:lnTo>
                  <a:pt x="208505" y="0"/>
                </a:lnTo>
                <a:lnTo>
                  <a:pt x="208505" y="130738"/>
                </a:lnTo>
                <a:moveTo>
                  <a:pt x="141620" y="81380"/>
                </a:moveTo>
                <a:cubicBezTo>
                  <a:pt x="141620" y="91472"/>
                  <a:pt x="143017" y="98774"/>
                  <a:pt x="145811" y="103285"/>
                </a:cubicBezTo>
                <a:cubicBezTo>
                  <a:pt x="149854" y="109815"/>
                  <a:pt x="155502" y="113081"/>
                  <a:pt x="162755" y="113081"/>
                </a:cubicBezTo>
                <a:cubicBezTo>
                  <a:pt x="168522" y="113081"/>
                  <a:pt x="173427" y="110632"/>
                  <a:pt x="177470" y="105734"/>
                </a:cubicBezTo>
                <a:cubicBezTo>
                  <a:pt x="181513" y="100837"/>
                  <a:pt x="183534" y="93520"/>
                  <a:pt x="183534" y="83785"/>
                </a:cubicBezTo>
                <a:cubicBezTo>
                  <a:pt x="183534" y="72920"/>
                  <a:pt x="181572" y="65098"/>
                  <a:pt x="177648" y="60319"/>
                </a:cubicBezTo>
                <a:cubicBezTo>
                  <a:pt x="173724" y="55541"/>
                  <a:pt x="168701" y="53151"/>
                  <a:pt x="162577" y="53151"/>
                </a:cubicBezTo>
                <a:cubicBezTo>
                  <a:pt x="156632" y="53151"/>
                  <a:pt x="151652" y="55511"/>
                  <a:pt x="147639" y="60230"/>
                </a:cubicBezTo>
                <a:cubicBezTo>
                  <a:pt x="143626" y="64949"/>
                  <a:pt x="141620" y="71999"/>
                  <a:pt x="141620" y="81380"/>
                </a:cubicBezTo>
                <a:close/>
                <a:moveTo>
                  <a:pt x="233200" y="23187"/>
                </a:moveTo>
                <a:lnTo>
                  <a:pt x="233200" y="0"/>
                </a:lnTo>
                <a:lnTo>
                  <a:pt x="258260" y="0"/>
                </a:lnTo>
                <a:lnTo>
                  <a:pt x="258260" y="23187"/>
                </a:lnTo>
                <a:lnTo>
                  <a:pt x="233200" y="23187"/>
                </a:lnTo>
                <a:moveTo>
                  <a:pt x="233200" y="130738"/>
                </a:moveTo>
                <a:lnTo>
                  <a:pt x="233200" y="36029"/>
                </a:lnTo>
                <a:lnTo>
                  <a:pt x="258260" y="36029"/>
                </a:lnTo>
                <a:lnTo>
                  <a:pt x="258260" y="130738"/>
                </a:lnTo>
                <a:lnTo>
                  <a:pt x="233200" y="130738"/>
                </a:lnTo>
                <a:close/>
                <a:moveTo>
                  <a:pt x="327369" y="36029"/>
                </a:moveTo>
                <a:lnTo>
                  <a:pt x="327369" y="56005"/>
                </a:lnTo>
                <a:lnTo>
                  <a:pt x="310246" y="56005"/>
                </a:lnTo>
                <a:lnTo>
                  <a:pt x="310246" y="94113"/>
                </a:lnTo>
                <a:cubicBezTo>
                  <a:pt x="310246" y="101831"/>
                  <a:pt x="310410" y="106328"/>
                  <a:pt x="310737" y="107604"/>
                </a:cubicBezTo>
                <a:cubicBezTo>
                  <a:pt x="311064" y="108879"/>
                  <a:pt x="311807" y="109932"/>
                  <a:pt x="312966" y="110765"/>
                </a:cubicBezTo>
                <a:cubicBezTo>
                  <a:pt x="314126" y="111595"/>
                  <a:pt x="315538" y="112010"/>
                  <a:pt x="317202" y="112010"/>
                </a:cubicBezTo>
                <a:cubicBezTo>
                  <a:pt x="319521" y="112010"/>
                  <a:pt x="322880" y="111208"/>
                  <a:pt x="327280" y="109602"/>
                </a:cubicBezTo>
                <a:lnTo>
                  <a:pt x="329420" y="129116"/>
                </a:lnTo>
                <a:cubicBezTo>
                  <a:pt x="323594" y="131624"/>
                  <a:pt x="316994" y="132879"/>
                  <a:pt x="309622" y="132879"/>
                </a:cubicBezTo>
                <a:cubicBezTo>
                  <a:pt x="305104" y="132879"/>
                  <a:pt x="301031" y="132120"/>
                  <a:pt x="297404" y="130604"/>
                </a:cubicBezTo>
                <a:cubicBezTo>
                  <a:pt x="293778" y="129088"/>
                  <a:pt x="291117" y="127126"/>
                  <a:pt x="289423" y="124719"/>
                </a:cubicBezTo>
                <a:cubicBezTo>
                  <a:pt x="287728" y="122311"/>
                  <a:pt x="286554" y="119056"/>
                  <a:pt x="285900" y="114953"/>
                </a:cubicBezTo>
                <a:cubicBezTo>
                  <a:pt x="285365" y="112040"/>
                  <a:pt x="285097" y="106154"/>
                  <a:pt x="285097" y="97296"/>
                </a:cubicBezTo>
                <a:lnTo>
                  <a:pt x="285097" y="56005"/>
                </a:lnTo>
                <a:lnTo>
                  <a:pt x="273593" y="56005"/>
                </a:lnTo>
                <a:lnTo>
                  <a:pt x="273593" y="36029"/>
                </a:lnTo>
                <a:lnTo>
                  <a:pt x="285097" y="36029"/>
                </a:lnTo>
                <a:lnTo>
                  <a:pt x="285097" y="17123"/>
                </a:lnTo>
                <a:lnTo>
                  <a:pt x="310246" y="2319"/>
                </a:lnTo>
                <a:lnTo>
                  <a:pt x="310246" y="36029"/>
                </a:lnTo>
                <a:lnTo>
                  <a:pt x="327369" y="36029"/>
                </a:lnTo>
                <a:close/>
                <a:moveTo>
                  <a:pt x="399603" y="100595"/>
                </a:moveTo>
                <a:lnTo>
                  <a:pt x="424574" y="104876"/>
                </a:lnTo>
                <a:cubicBezTo>
                  <a:pt x="421363" y="114002"/>
                  <a:pt x="416295" y="120951"/>
                  <a:pt x="409369" y="125722"/>
                </a:cubicBezTo>
                <a:cubicBezTo>
                  <a:pt x="402442" y="130493"/>
                  <a:pt x="393777" y="132879"/>
                  <a:pt x="383373" y="132879"/>
                </a:cubicBezTo>
                <a:cubicBezTo>
                  <a:pt x="366904" y="132879"/>
                  <a:pt x="354716" y="127498"/>
                  <a:pt x="346809" y="116737"/>
                </a:cubicBezTo>
                <a:cubicBezTo>
                  <a:pt x="340566" y="108116"/>
                  <a:pt x="337445" y="97236"/>
                  <a:pt x="337445" y="84097"/>
                </a:cubicBezTo>
                <a:cubicBezTo>
                  <a:pt x="337445" y="68401"/>
                  <a:pt x="341547" y="56109"/>
                  <a:pt x="349752" y="47221"/>
                </a:cubicBezTo>
                <a:cubicBezTo>
                  <a:pt x="357956" y="38333"/>
                  <a:pt x="368331" y="33888"/>
                  <a:pt x="380876" y="33888"/>
                </a:cubicBezTo>
                <a:cubicBezTo>
                  <a:pt x="394966" y="33888"/>
                  <a:pt x="406084" y="38541"/>
                  <a:pt x="414229" y="47845"/>
                </a:cubicBezTo>
                <a:cubicBezTo>
                  <a:pt x="422374" y="57150"/>
                  <a:pt x="426268" y="71404"/>
                  <a:pt x="425912" y="90607"/>
                </a:cubicBezTo>
                <a:lnTo>
                  <a:pt x="363129" y="90607"/>
                </a:lnTo>
                <a:cubicBezTo>
                  <a:pt x="363307" y="98039"/>
                  <a:pt x="365329" y="103821"/>
                  <a:pt x="369193" y="107953"/>
                </a:cubicBezTo>
                <a:cubicBezTo>
                  <a:pt x="373057" y="112085"/>
                  <a:pt x="377873" y="114151"/>
                  <a:pt x="383640" y="114151"/>
                </a:cubicBezTo>
                <a:cubicBezTo>
                  <a:pt x="387564" y="114151"/>
                  <a:pt x="390864" y="113081"/>
                  <a:pt x="393539" y="110940"/>
                </a:cubicBezTo>
                <a:cubicBezTo>
                  <a:pt x="396215" y="108800"/>
                  <a:pt x="398236" y="105352"/>
                  <a:pt x="399603" y="100595"/>
                </a:cubicBezTo>
                <a:moveTo>
                  <a:pt x="401030" y="75268"/>
                </a:moveTo>
                <a:cubicBezTo>
                  <a:pt x="400852" y="68045"/>
                  <a:pt x="398979" y="62552"/>
                  <a:pt x="395412" y="58792"/>
                </a:cubicBezTo>
                <a:cubicBezTo>
                  <a:pt x="391845" y="55032"/>
                  <a:pt x="387505" y="53151"/>
                  <a:pt x="382392" y="53151"/>
                </a:cubicBezTo>
                <a:cubicBezTo>
                  <a:pt x="376922" y="53151"/>
                  <a:pt x="372404" y="55135"/>
                  <a:pt x="368836" y="59101"/>
                </a:cubicBezTo>
                <a:cubicBezTo>
                  <a:pt x="365269" y="63070"/>
                  <a:pt x="363515" y="68459"/>
                  <a:pt x="363575" y="75268"/>
                </a:cubicBezTo>
                <a:lnTo>
                  <a:pt x="401030" y="75268"/>
                </a:lnTo>
                <a:close/>
                <a:moveTo>
                  <a:pt x="533204" y="130738"/>
                </a:moveTo>
                <a:lnTo>
                  <a:pt x="509928" y="130738"/>
                </a:lnTo>
                <a:lnTo>
                  <a:pt x="509928" y="116826"/>
                </a:lnTo>
                <a:cubicBezTo>
                  <a:pt x="506063" y="122236"/>
                  <a:pt x="501500" y="126264"/>
                  <a:pt x="496239" y="128910"/>
                </a:cubicBezTo>
                <a:cubicBezTo>
                  <a:pt x="490977" y="131556"/>
                  <a:pt x="485671" y="132879"/>
                  <a:pt x="480320" y="132879"/>
                </a:cubicBezTo>
                <a:cubicBezTo>
                  <a:pt x="469440" y="132879"/>
                  <a:pt x="460121" y="128494"/>
                  <a:pt x="452362" y="119724"/>
                </a:cubicBezTo>
                <a:cubicBezTo>
                  <a:pt x="444603" y="110955"/>
                  <a:pt x="440724" y="98722"/>
                  <a:pt x="440724" y="83027"/>
                </a:cubicBezTo>
                <a:cubicBezTo>
                  <a:pt x="440724" y="66974"/>
                  <a:pt x="444499" y="54772"/>
                  <a:pt x="452050" y="46418"/>
                </a:cubicBezTo>
                <a:cubicBezTo>
                  <a:pt x="459601" y="38065"/>
                  <a:pt x="469143" y="33888"/>
                  <a:pt x="480677" y="33888"/>
                </a:cubicBezTo>
                <a:cubicBezTo>
                  <a:pt x="491259" y="33888"/>
                  <a:pt x="500415" y="38288"/>
                  <a:pt x="508144" y="47087"/>
                </a:cubicBezTo>
                <a:lnTo>
                  <a:pt x="508144" y="0"/>
                </a:lnTo>
                <a:lnTo>
                  <a:pt x="533204" y="0"/>
                </a:lnTo>
                <a:lnTo>
                  <a:pt x="533204" y="130738"/>
                </a:lnTo>
                <a:moveTo>
                  <a:pt x="466319" y="81380"/>
                </a:moveTo>
                <a:cubicBezTo>
                  <a:pt x="466319" y="91472"/>
                  <a:pt x="467716" y="98774"/>
                  <a:pt x="470510" y="103285"/>
                </a:cubicBezTo>
                <a:cubicBezTo>
                  <a:pt x="474553" y="109815"/>
                  <a:pt x="480201" y="113081"/>
                  <a:pt x="487454" y="113081"/>
                </a:cubicBezTo>
                <a:cubicBezTo>
                  <a:pt x="493221" y="113081"/>
                  <a:pt x="498126" y="110632"/>
                  <a:pt x="502169" y="105734"/>
                </a:cubicBezTo>
                <a:cubicBezTo>
                  <a:pt x="506212" y="100837"/>
                  <a:pt x="508233" y="93520"/>
                  <a:pt x="508233" y="83785"/>
                </a:cubicBezTo>
                <a:cubicBezTo>
                  <a:pt x="508233" y="72920"/>
                  <a:pt x="506271" y="65098"/>
                  <a:pt x="502348" y="60319"/>
                </a:cubicBezTo>
                <a:cubicBezTo>
                  <a:pt x="498424" y="55541"/>
                  <a:pt x="493400" y="53151"/>
                  <a:pt x="487276" y="53151"/>
                </a:cubicBezTo>
                <a:cubicBezTo>
                  <a:pt x="481331" y="53151"/>
                  <a:pt x="476352" y="55511"/>
                  <a:pt x="472338" y="60230"/>
                </a:cubicBezTo>
                <a:cubicBezTo>
                  <a:pt x="468325" y="64949"/>
                  <a:pt x="466319" y="71999"/>
                  <a:pt x="466319" y="813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Evidence">
            <a:extLst xmlns:a="http://schemas.openxmlformats.org/drawingml/2006/main">
              <a:ext uri="{FF2B5EF4-FFF2-40B4-BE49-F238E27FC236}">
                <a16:creationId xmlns:a16="http://schemas.microsoft.com/office/drawing/2014/main" id="{3C1BD062-D94C-4C29-9CA8-D5E5B075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835" y="1863598"/>
            <a:ext cx="781761" cy="132879"/>
          </a:xfrm>
          <a:custGeom xmlns:a="http://schemas.openxmlformats.org/drawingml/2006/main">
            <a:pathLst>
              <a:path w="781761" h="132879">
                <a:moveTo>
                  <a:pt x="0" y="130738"/>
                </a:moveTo>
                <a:lnTo>
                  <a:pt x="0" y="0"/>
                </a:lnTo>
                <a:lnTo>
                  <a:pt x="96939" y="0"/>
                </a:lnTo>
                <a:lnTo>
                  <a:pt x="96939" y="22117"/>
                </a:lnTo>
                <a:lnTo>
                  <a:pt x="26397" y="22117"/>
                </a:lnTo>
                <a:lnTo>
                  <a:pt x="26397" y="51011"/>
                </a:lnTo>
                <a:lnTo>
                  <a:pt x="92034" y="51011"/>
                </a:lnTo>
                <a:lnTo>
                  <a:pt x="92034" y="73128"/>
                </a:lnTo>
                <a:lnTo>
                  <a:pt x="26397" y="73128"/>
                </a:lnTo>
                <a:lnTo>
                  <a:pt x="26397" y="108622"/>
                </a:lnTo>
                <a:lnTo>
                  <a:pt x="99436" y="108622"/>
                </a:lnTo>
                <a:lnTo>
                  <a:pt x="99436" y="130738"/>
                </a:lnTo>
                <a:lnTo>
                  <a:pt x="0" y="130738"/>
                </a:lnTo>
                <a:close/>
                <a:moveTo>
                  <a:pt x="147684" y="130738"/>
                </a:moveTo>
                <a:lnTo>
                  <a:pt x="109515" y="36029"/>
                </a:lnTo>
                <a:lnTo>
                  <a:pt x="135823" y="36029"/>
                </a:lnTo>
                <a:lnTo>
                  <a:pt x="153659" y="84364"/>
                </a:lnTo>
                <a:lnTo>
                  <a:pt x="158831" y="100506"/>
                </a:lnTo>
                <a:cubicBezTo>
                  <a:pt x="160199" y="96404"/>
                  <a:pt x="161061" y="93699"/>
                  <a:pt x="161418" y="92391"/>
                </a:cubicBezTo>
                <a:cubicBezTo>
                  <a:pt x="162250" y="89715"/>
                  <a:pt x="163142" y="87040"/>
                  <a:pt x="164093" y="84364"/>
                </a:cubicBezTo>
                <a:lnTo>
                  <a:pt x="182107" y="36029"/>
                </a:lnTo>
                <a:lnTo>
                  <a:pt x="207880" y="36029"/>
                </a:lnTo>
                <a:lnTo>
                  <a:pt x="170246" y="130738"/>
                </a:lnTo>
                <a:lnTo>
                  <a:pt x="147684" y="130738"/>
                </a:lnTo>
                <a:close/>
                <a:moveTo>
                  <a:pt x="223228" y="23187"/>
                </a:moveTo>
                <a:lnTo>
                  <a:pt x="223228" y="0"/>
                </a:lnTo>
                <a:lnTo>
                  <a:pt x="248288" y="0"/>
                </a:lnTo>
                <a:lnTo>
                  <a:pt x="248288" y="23187"/>
                </a:lnTo>
                <a:lnTo>
                  <a:pt x="223228" y="23187"/>
                </a:lnTo>
                <a:moveTo>
                  <a:pt x="223228" y="130738"/>
                </a:moveTo>
                <a:lnTo>
                  <a:pt x="223228" y="36029"/>
                </a:lnTo>
                <a:lnTo>
                  <a:pt x="248288" y="36029"/>
                </a:lnTo>
                <a:lnTo>
                  <a:pt x="248288" y="130738"/>
                </a:lnTo>
                <a:lnTo>
                  <a:pt x="223228" y="130738"/>
                </a:lnTo>
                <a:close/>
                <a:moveTo>
                  <a:pt x="360828" y="130738"/>
                </a:moveTo>
                <a:lnTo>
                  <a:pt x="337552" y="130738"/>
                </a:lnTo>
                <a:lnTo>
                  <a:pt x="337552" y="116826"/>
                </a:lnTo>
                <a:cubicBezTo>
                  <a:pt x="333687" y="122236"/>
                  <a:pt x="329124" y="126264"/>
                  <a:pt x="323862" y="128910"/>
                </a:cubicBezTo>
                <a:cubicBezTo>
                  <a:pt x="318601" y="131556"/>
                  <a:pt x="313295" y="132879"/>
                  <a:pt x="307944" y="132879"/>
                </a:cubicBezTo>
                <a:cubicBezTo>
                  <a:pt x="297064" y="132879"/>
                  <a:pt x="287745" y="128494"/>
                  <a:pt x="279986" y="119724"/>
                </a:cubicBezTo>
                <a:cubicBezTo>
                  <a:pt x="272227" y="110955"/>
                  <a:pt x="268348" y="98722"/>
                  <a:pt x="268348" y="83027"/>
                </a:cubicBezTo>
                <a:cubicBezTo>
                  <a:pt x="268348" y="66974"/>
                  <a:pt x="272123" y="54772"/>
                  <a:pt x="279674" y="46418"/>
                </a:cubicBezTo>
                <a:cubicBezTo>
                  <a:pt x="287224" y="38065"/>
                  <a:pt x="296767" y="33888"/>
                  <a:pt x="308301" y="33888"/>
                </a:cubicBezTo>
                <a:cubicBezTo>
                  <a:pt x="318883" y="33888"/>
                  <a:pt x="328039" y="38288"/>
                  <a:pt x="335768" y="47087"/>
                </a:cubicBezTo>
                <a:lnTo>
                  <a:pt x="335768" y="0"/>
                </a:lnTo>
                <a:lnTo>
                  <a:pt x="360828" y="0"/>
                </a:lnTo>
                <a:lnTo>
                  <a:pt x="360828" y="130738"/>
                </a:lnTo>
                <a:moveTo>
                  <a:pt x="293943" y="81380"/>
                </a:moveTo>
                <a:cubicBezTo>
                  <a:pt x="293943" y="91472"/>
                  <a:pt x="295340" y="98774"/>
                  <a:pt x="298134" y="103285"/>
                </a:cubicBezTo>
                <a:cubicBezTo>
                  <a:pt x="302177" y="109815"/>
                  <a:pt x="307825" y="113081"/>
                  <a:pt x="315078" y="113081"/>
                </a:cubicBezTo>
                <a:cubicBezTo>
                  <a:pt x="320845" y="113081"/>
                  <a:pt x="325750" y="110632"/>
                  <a:pt x="329793" y="105734"/>
                </a:cubicBezTo>
                <a:cubicBezTo>
                  <a:pt x="333836" y="100837"/>
                  <a:pt x="335857" y="93520"/>
                  <a:pt x="335857" y="83785"/>
                </a:cubicBezTo>
                <a:cubicBezTo>
                  <a:pt x="335857" y="72920"/>
                  <a:pt x="333895" y="65098"/>
                  <a:pt x="329971" y="60319"/>
                </a:cubicBezTo>
                <a:cubicBezTo>
                  <a:pt x="326047" y="55541"/>
                  <a:pt x="321024" y="53151"/>
                  <a:pt x="314900" y="53151"/>
                </a:cubicBezTo>
                <a:cubicBezTo>
                  <a:pt x="308955" y="53151"/>
                  <a:pt x="303975" y="55511"/>
                  <a:pt x="299962" y="60230"/>
                </a:cubicBezTo>
                <a:cubicBezTo>
                  <a:pt x="295949" y="64949"/>
                  <a:pt x="293943" y="71999"/>
                  <a:pt x="293943" y="81380"/>
                </a:cubicBezTo>
                <a:close/>
                <a:moveTo>
                  <a:pt x="440369" y="100595"/>
                </a:moveTo>
                <a:lnTo>
                  <a:pt x="465339" y="104876"/>
                </a:lnTo>
                <a:cubicBezTo>
                  <a:pt x="462129" y="114002"/>
                  <a:pt x="457060" y="120951"/>
                  <a:pt x="450134" y="125722"/>
                </a:cubicBezTo>
                <a:cubicBezTo>
                  <a:pt x="443208" y="130493"/>
                  <a:pt x="434542" y="132879"/>
                  <a:pt x="424138" y="132879"/>
                </a:cubicBezTo>
                <a:cubicBezTo>
                  <a:pt x="407669" y="132879"/>
                  <a:pt x="395481" y="127498"/>
                  <a:pt x="387574" y="116737"/>
                </a:cubicBezTo>
                <a:cubicBezTo>
                  <a:pt x="381332" y="108116"/>
                  <a:pt x="378210" y="97236"/>
                  <a:pt x="378210" y="84097"/>
                </a:cubicBezTo>
                <a:cubicBezTo>
                  <a:pt x="378210" y="68401"/>
                  <a:pt x="382313" y="56109"/>
                  <a:pt x="390517" y="47221"/>
                </a:cubicBezTo>
                <a:cubicBezTo>
                  <a:pt x="398722" y="38333"/>
                  <a:pt x="409096" y="33888"/>
                  <a:pt x="421641" y="33888"/>
                </a:cubicBezTo>
                <a:cubicBezTo>
                  <a:pt x="435731" y="33888"/>
                  <a:pt x="446849" y="38541"/>
                  <a:pt x="454994" y="47845"/>
                </a:cubicBezTo>
                <a:cubicBezTo>
                  <a:pt x="463140" y="57150"/>
                  <a:pt x="467034" y="71404"/>
                  <a:pt x="466677" y="90607"/>
                </a:cubicBezTo>
                <a:lnTo>
                  <a:pt x="403894" y="90607"/>
                </a:lnTo>
                <a:cubicBezTo>
                  <a:pt x="404072" y="98039"/>
                  <a:pt x="406094" y="103821"/>
                  <a:pt x="409958" y="107953"/>
                </a:cubicBezTo>
                <a:cubicBezTo>
                  <a:pt x="413823" y="112085"/>
                  <a:pt x="418639" y="114151"/>
                  <a:pt x="424406" y="114151"/>
                </a:cubicBezTo>
                <a:cubicBezTo>
                  <a:pt x="428329" y="114151"/>
                  <a:pt x="431629" y="113081"/>
                  <a:pt x="434305" y="110940"/>
                </a:cubicBezTo>
                <a:cubicBezTo>
                  <a:pt x="436980" y="108800"/>
                  <a:pt x="439001" y="105352"/>
                  <a:pt x="440369" y="100595"/>
                </a:cubicBezTo>
                <a:moveTo>
                  <a:pt x="441796" y="75268"/>
                </a:moveTo>
                <a:cubicBezTo>
                  <a:pt x="441617" y="68045"/>
                  <a:pt x="439745" y="62552"/>
                  <a:pt x="436177" y="58792"/>
                </a:cubicBezTo>
                <a:cubicBezTo>
                  <a:pt x="432610" y="55032"/>
                  <a:pt x="428270" y="53151"/>
                  <a:pt x="423157" y="53151"/>
                </a:cubicBezTo>
                <a:cubicBezTo>
                  <a:pt x="417687" y="53151"/>
                  <a:pt x="413169" y="55135"/>
                  <a:pt x="409602" y="59101"/>
                </a:cubicBezTo>
                <a:cubicBezTo>
                  <a:pt x="406034" y="63070"/>
                  <a:pt x="404281" y="68459"/>
                  <a:pt x="404340" y="75268"/>
                </a:cubicBezTo>
                <a:lnTo>
                  <a:pt x="441796" y="75268"/>
                </a:lnTo>
                <a:close/>
                <a:moveTo>
                  <a:pt x="573256" y="130738"/>
                </a:moveTo>
                <a:lnTo>
                  <a:pt x="548196" y="130738"/>
                </a:lnTo>
                <a:lnTo>
                  <a:pt x="548196" y="82458"/>
                </a:lnTo>
                <a:cubicBezTo>
                  <a:pt x="548196" y="72243"/>
                  <a:pt x="547661" y="65637"/>
                  <a:pt x="546591" y="62638"/>
                </a:cubicBezTo>
                <a:cubicBezTo>
                  <a:pt x="545521" y="59639"/>
                  <a:pt x="543782" y="57309"/>
                  <a:pt x="541374" y="55646"/>
                </a:cubicBezTo>
                <a:cubicBezTo>
                  <a:pt x="538966" y="53983"/>
                  <a:pt x="536068" y="53151"/>
                  <a:pt x="532679" y="53151"/>
                </a:cubicBezTo>
                <a:cubicBezTo>
                  <a:pt x="528339" y="53151"/>
                  <a:pt x="524445" y="54340"/>
                  <a:pt x="520996" y="56716"/>
                </a:cubicBezTo>
                <a:cubicBezTo>
                  <a:pt x="517548" y="59090"/>
                  <a:pt x="515185" y="62238"/>
                  <a:pt x="513907" y="66158"/>
                </a:cubicBezTo>
                <a:cubicBezTo>
                  <a:pt x="512628" y="70076"/>
                  <a:pt x="511989" y="77321"/>
                  <a:pt x="511989" y="87893"/>
                </a:cubicBezTo>
                <a:lnTo>
                  <a:pt x="511989" y="130738"/>
                </a:lnTo>
                <a:lnTo>
                  <a:pt x="486930" y="130738"/>
                </a:lnTo>
                <a:lnTo>
                  <a:pt x="486930" y="36029"/>
                </a:lnTo>
                <a:lnTo>
                  <a:pt x="510206" y="36029"/>
                </a:lnTo>
                <a:lnTo>
                  <a:pt x="510206" y="49941"/>
                </a:lnTo>
                <a:cubicBezTo>
                  <a:pt x="518470" y="39239"/>
                  <a:pt x="528874" y="33888"/>
                  <a:pt x="541419" y="33888"/>
                </a:cubicBezTo>
                <a:cubicBezTo>
                  <a:pt x="546948" y="33888"/>
                  <a:pt x="552001" y="34884"/>
                  <a:pt x="556579" y="36876"/>
                </a:cubicBezTo>
                <a:cubicBezTo>
                  <a:pt x="561157" y="38868"/>
                  <a:pt x="564620" y="41409"/>
                  <a:pt x="566969" y="44501"/>
                </a:cubicBezTo>
                <a:cubicBezTo>
                  <a:pt x="569317" y="47593"/>
                  <a:pt x="570952" y="51100"/>
                  <a:pt x="571874" y="55024"/>
                </a:cubicBezTo>
                <a:cubicBezTo>
                  <a:pt x="572795" y="58948"/>
                  <a:pt x="573256" y="64566"/>
                  <a:pt x="573256" y="71879"/>
                </a:cubicBezTo>
                <a:lnTo>
                  <a:pt x="573256" y="130738"/>
                </a:lnTo>
                <a:close/>
                <a:moveTo>
                  <a:pt x="681246" y="64031"/>
                </a:moveTo>
                <a:lnTo>
                  <a:pt x="656543" y="68490"/>
                </a:lnTo>
                <a:cubicBezTo>
                  <a:pt x="655711" y="63585"/>
                  <a:pt x="653823" y="59892"/>
                  <a:pt x="650880" y="57410"/>
                </a:cubicBezTo>
                <a:cubicBezTo>
                  <a:pt x="647937" y="54928"/>
                  <a:pt x="644118" y="53686"/>
                  <a:pt x="639421" y="53686"/>
                </a:cubicBezTo>
                <a:cubicBezTo>
                  <a:pt x="633178" y="53686"/>
                  <a:pt x="628199" y="55835"/>
                  <a:pt x="624483" y="60133"/>
                </a:cubicBezTo>
                <a:cubicBezTo>
                  <a:pt x="620767" y="64430"/>
                  <a:pt x="618909" y="71616"/>
                  <a:pt x="618909" y="81692"/>
                </a:cubicBezTo>
                <a:cubicBezTo>
                  <a:pt x="618909" y="92895"/>
                  <a:pt x="620797" y="100809"/>
                  <a:pt x="624572" y="105433"/>
                </a:cubicBezTo>
                <a:cubicBezTo>
                  <a:pt x="628347" y="110056"/>
                  <a:pt x="633416" y="112367"/>
                  <a:pt x="639777" y="112367"/>
                </a:cubicBezTo>
                <a:cubicBezTo>
                  <a:pt x="644534" y="112367"/>
                  <a:pt x="648428" y="111015"/>
                  <a:pt x="651460" y="108309"/>
                </a:cubicBezTo>
                <a:cubicBezTo>
                  <a:pt x="654492" y="105604"/>
                  <a:pt x="656632" y="100952"/>
                  <a:pt x="657881" y="94353"/>
                </a:cubicBezTo>
                <a:lnTo>
                  <a:pt x="682495" y="98633"/>
                </a:lnTo>
                <a:cubicBezTo>
                  <a:pt x="679938" y="109929"/>
                  <a:pt x="675033" y="118461"/>
                  <a:pt x="667780" y="124228"/>
                </a:cubicBezTo>
                <a:cubicBezTo>
                  <a:pt x="660527" y="129995"/>
                  <a:pt x="650806" y="132879"/>
                  <a:pt x="638618" y="132879"/>
                </a:cubicBezTo>
                <a:cubicBezTo>
                  <a:pt x="624765" y="132879"/>
                  <a:pt x="613722" y="128509"/>
                  <a:pt x="605488" y="119769"/>
                </a:cubicBezTo>
                <a:cubicBezTo>
                  <a:pt x="597253" y="111029"/>
                  <a:pt x="593136" y="98931"/>
                  <a:pt x="593136" y="83473"/>
                </a:cubicBezTo>
                <a:cubicBezTo>
                  <a:pt x="593136" y="67836"/>
                  <a:pt x="597268" y="55663"/>
                  <a:pt x="605532" y="46953"/>
                </a:cubicBezTo>
                <a:cubicBezTo>
                  <a:pt x="613796" y="38243"/>
                  <a:pt x="624974" y="33888"/>
                  <a:pt x="639064" y="33888"/>
                </a:cubicBezTo>
                <a:cubicBezTo>
                  <a:pt x="650598" y="33888"/>
                  <a:pt x="659769" y="36371"/>
                  <a:pt x="666576" y="41335"/>
                </a:cubicBezTo>
                <a:cubicBezTo>
                  <a:pt x="673384" y="46299"/>
                  <a:pt x="678274" y="53865"/>
                  <a:pt x="681246" y="64031"/>
                </a:cubicBezTo>
                <a:close/>
                <a:moveTo>
                  <a:pt x="755096" y="100595"/>
                </a:moveTo>
                <a:lnTo>
                  <a:pt x="780067" y="104876"/>
                </a:lnTo>
                <a:cubicBezTo>
                  <a:pt x="776856" y="114002"/>
                  <a:pt x="771788" y="120951"/>
                  <a:pt x="764861" y="125722"/>
                </a:cubicBezTo>
                <a:cubicBezTo>
                  <a:pt x="757935" y="130493"/>
                  <a:pt x="749270" y="132879"/>
                  <a:pt x="738865" y="132879"/>
                </a:cubicBezTo>
                <a:cubicBezTo>
                  <a:pt x="722397" y="132879"/>
                  <a:pt x="710209" y="127498"/>
                  <a:pt x="702301" y="116737"/>
                </a:cubicBezTo>
                <a:cubicBezTo>
                  <a:pt x="696059" y="108116"/>
                  <a:pt x="692938" y="97236"/>
                  <a:pt x="692938" y="84097"/>
                </a:cubicBezTo>
                <a:cubicBezTo>
                  <a:pt x="692938" y="68401"/>
                  <a:pt x="697040" y="56109"/>
                  <a:pt x="705244" y="47221"/>
                </a:cubicBezTo>
                <a:cubicBezTo>
                  <a:pt x="713449" y="38333"/>
                  <a:pt x="723824" y="33888"/>
                  <a:pt x="736368" y="33888"/>
                </a:cubicBezTo>
                <a:cubicBezTo>
                  <a:pt x="750459" y="33888"/>
                  <a:pt x="761577" y="38541"/>
                  <a:pt x="769722" y="47845"/>
                </a:cubicBezTo>
                <a:cubicBezTo>
                  <a:pt x="777867" y="57150"/>
                  <a:pt x="781761" y="71404"/>
                  <a:pt x="781404" y="90607"/>
                </a:cubicBezTo>
                <a:lnTo>
                  <a:pt x="718621" y="90607"/>
                </a:lnTo>
                <a:cubicBezTo>
                  <a:pt x="718800" y="98039"/>
                  <a:pt x="720821" y="103821"/>
                  <a:pt x="724686" y="107953"/>
                </a:cubicBezTo>
                <a:cubicBezTo>
                  <a:pt x="728550" y="112085"/>
                  <a:pt x="733366" y="114151"/>
                  <a:pt x="739133" y="114151"/>
                </a:cubicBezTo>
                <a:cubicBezTo>
                  <a:pt x="743057" y="114151"/>
                  <a:pt x="746356" y="113081"/>
                  <a:pt x="749032" y="110940"/>
                </a:cubicBezTo>
                <a:cubicBezTo>
                  <a:pt x="751707" y="108800"/>
                  <a:pt x="753729" y="105352"/>
                  <a:pt x="755096" y="100595"/>
                </a:cubicBezTo>
                <a:moveTo>
                  <a:pt x="756523" y="75268"/>
                </a:moveTo>
                <a:cubicBezTo>
                  <a:pt x="756345" y="68045"/>
                  <a:pt x="754472" y="62552"/>
                  <a:pt x="750905" y="58792"/>
                </a:cubicBezTo>
                <a:cubicBezTo>
                  <a:pt x="747337" y="55032"/>
                  <a:pt x="742997" y="53151"/>
                  <a:pt x="737884" y="53151"/>
                </a:cubicBezTo>
                <a:cubicBezTo>
                  <a:pt x="732415" y="53151"/>
                  <a:pt x="727896" y="55135"/>
                  <a:pt x="724329" y="59101"/>
                </a:cubicBezTo>
                <a:cubicBezTo>
                  <a:pt x="720762" y="63070"/>
                  <a:pt x="719008" y="68459"/>
                  <a:pt x="719067" y="75268"/>
                </a:cubicBezTo>
                <a:lnTo>
                  <a:pt x="756523" y="7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Selectevidence">
            <a:extLst xmlns:a="http://schemas.openxmlformats.org/drawingml/2006/main">
              <a:ext uri="{FF2B5EF4-FFF2-40B4-BE49-F238E27FC236}">
                <a16:creationId xmlns:a16="http://schemas.microsoft.com/office/drawing/2014/main" id="{868DB958-D7D0-479B-910B-3FC17B13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0" y="3212267"/>
            <a:ext cx="1357085" cy="135554"/>
          </a:xfrm>
          <a:custGeom xmlns:a="http://schemas.openxmlformats.org/drawingml/2006/main">
            <a:pathLst>
              <a:path w="1357085" h="135554">
                <a:moveTo>
                  <a:pt x="0" y="90607"/>
                </a:moveTo>
                <a:lnTo>
                  <a:pt x="25684" y="88110"/>
                </a:lnTo>
                <a:cubicBezTo>
                  <a:pt x="27230" y="96762"/>
                  <a:pt x="30366" y="103117"/>
                  <a:pt x="35092" y="107175"/>
                </a:cubicBezTo>
                <a:cubicBezTo>
                  <a:pt x="39819" y="111231"/>
                  <a:pt x="46195" y="113259"/>
                  <a:pt x="54222" y="113259"/>
                </a:cubicBezTo>
                <a:cubicBezTo>
                  <a:pt x="62723" y="113259"/>
                  <a:pt x="69130" y="111455"/>
                  <a:pt x="73440" y="107847"/>
                </a:cubicBezTo>
                <a:cubicBezTo>
                  <a:pt x="77750" y="104239"/>
                  <a:pt x="79905" y="100018"/>
                  <a:pt x="79905" y="95186"/>
                </a:cubicBezTo>
                <a:cubicBezTo>
                  <a:pt x="79905" y="92085"/>
                  <a:pt x="78999" y="89447"/>
                  <a:pt x="77185" y="87271"/>
                </a:cubicBezTo>
                <a:cubicBezTo>
                  <a:pt x="75372" y="85094"/>
                  <a:pt x="72206" y="83200"/>
                  <a:pt x="67688" y="81589"/>
                </a:cubicBezTo>
                <a:cubicBezTo>
                  <a:pt x="64596" y="80517"/>
                  <a:pt x="57551" y="78610"/>
                  <a:pt x="46552" y="75870"/>
                </a:cubicBezTo>
                <a:cubicBezTo>
                  <a:pt x="32402" y="72355"/>
                  <a:pt x="22473" y="68035"/>
                  <a:pt x="16766" y="62911"/>
                </a:cubicBezTo>
                <a:cubicBezTo>
                  <a:pt x="8740" y="55702"/>
                  <a:pt x="4727" y="46915"/>
                  <a:pt x="4727" y="36550"/>
                </a:cubicBezTo>
                <a:cubicBezTo>
                  <a:pt x="4727" y="29878"/>
                  <a:pt x="6614" y="23638"/>
                  <a:pt x="10389" y="17830"/>
                </a:cubicBezTo>
                <a:cubicBezTo>
                  <a:pt x="14165" y="12021"/>
                  <a:pt x="19605" y="7597"/>
                  <a:pt x="26709" y="4559"/>
                </a:cubicBezTo>
                <a:cubicBezTo>
                  <a:pt x="33814" y="1520"/>
                  <a:pt x="42390" y="0"/>
                  <a:pt x="52438" y="0"/>
                </a:cubicBezTo>
                <a:cubicBezTo>
                  <a:pt x="68847" y="0"/>
                  <a:pt x="81199" y="3614"/>
                  <a:pt x="89492" y="10841"/>
                </a:cubicBezTo>
                <a:cubicBezTo>
                  <a:pt x="97786" y="18066"/>
                  <a:pt x="102141" y="27711"/>
                  <a:pt x="102557" y="39774"/>
                </a:cubicBezTo>
                <a:lnTo>
                  <a:pt x="76160" y="40845"/>
                </a:lnTo>
                <a:cubicBezTo>
                  <a:pt x="75030" y="34126"/>
                  <a:pt x="72608" y="29296"/>
                  <a:pt x="68892" y="26353"/>
                </a:cubicBezTo>
                <a:cubicBezTo>
                  <a:pt x="65176" y="23410"/>
                  <a:pt x="59602" y="21938"/>
                  <a:pt x="52170" y="21938"/>
                </a:cubicBezTo>
                <a:cubicBezTo>
                  <a:pt x="44501" y="21938"/>
                  <a:pt x="38496" y="23515"/>
                  <a:pt x="34156" y="26668"/>
                </a:cubicBezTo>
                <a:cubicBezTo>
                  <a:pt x="31362" y="28689"/>
                  <a:pt x="29965" y="31395"/>
                  <a:pt x="29965" y="34786"/>
                </a:cubicBezTo>
                <a:cubicBezTo>
                  <a:pt x="29965" y="37879"/>
                  <a:pt x="31273" y="40526"/>
                  <a:pt x="33888" y="42726"/>
                </a:cubicBezTo>
                <a:cubicBezTo>
                  <a:pt x="37218" y="45522"/>
                  <a:pt x="45304" y="48439"/>
                  <a:pt x="58146" y="51476"/>
                </a:cubicBezTo>
                <a:cubicBezTo>
                  <a:pt x="70987" y="54514"/>
                  <a:pt x="80485" y="57657"/>
                  <a:pt x="86639" y="60905"/>
                </a:cubicBezTo>
                <a:cubicBezTo>
                  <a:pt x="92792" y="64150"/>
                  <a:pt x="97608" y="68588"/>
                  <a:pt x="101086" y="74217"/>
                </a:cubicBezTo>
                <a:cubicBezTo>
                  <a:pt x="104564" y="79845"/>
                  <a:pt x="106303" y="86799"/>
                  <a:pt x="106303" y="95080"/>
                </a:cubicBezTo>
                <a:cubicBezTo>
                  <a:pt x="106303" y="102584"/>
                  <a:pt x="104222" y="109613"/>
                  <a:pt x="100060" y="116166"/>
                </a:cubicBezTo>
                <a:cubicBezTo>
                  <a:pt x="95898" y="122718"/>
                  <a:pt x="90013" y="127588"/>
                  <a:pt x="82403" y="130774"/>
                </a:cubicBezTo>
                <a:cubicBezTo>
                  <a:pt x="74792" y="133961"/>
                  <a:pt x="65310" y="135554"/>
                  <a:pt x="53954" y="135554"/>
                </a:cubicBezTo>
                <a:cubicBezTo>
                  <a:pt x="37426" y="135554"/>
                  <a:pt x="24733" y="131727"/>
                  <a:pt x="15874" y="124072"/>
                </a:cubicBezTo>
                <a:cubicBezTo>
                  <a:pt x="7016" y="116417"/>
                  <a:pt x="1724" y="105262"/>
                  <a:pt x="0" y="90607"/>
                </a:cubicBezTo>
                <a:close/>
                <a:moveTo>
                  <a:pt x="183178" y="102914"/>
                </a:moveTo>
                <a:lnTo>
                  <a:pt x="208148" y="107195"/>
                </a:lnTo>
                <a:cubicBezTo>
                  <a:pt x="204938" y="116321"/>
                  <a:pt x="199869" y="123269"/>
                  <a:pt x="192943" y="128040"/>
                </a:cubicBezTo>
                <a:cubicBezTo>
                  <a:pt x="186017" y="132812"/>
                  <a:pt x="177351" y="135197"/>
                  <a:pt x="166947" y="135197"/>
                </a:cubicBezTo>
                <a:cubicBezTo>
                  <a:pt x="150478" y="135197"/>
                  <a:pt x="138290" y="129817"/>
                  <a:pt x="130383" y="119056"/>
                </a:cubicBezTo>
                <a:cubicBezTo>
                  <a:pt x="124140" y="110435"/>
                  <a:pt x="121019" y="99555"/>
                  <a:pt x="121019" y="86416"/>
                </a:cubicBezTo>
                <a:cubicBezTo>
                  <a:pt x="121019" y="70720"/>
                  <a:pt x="125121" y="58428"/>
                  <a:pt x="133326" y="49540"/>
                </a:cubicBezTo>
                <a:cubicBezTo>
                  <a:pt x="141530" y="40651"/>
                  <a:pt x="151905" y="36207"/>
                  <a:pt x="164450" y="36207"/>
                </a:cubicBezTo>
                <a:cubicBezTo>
                  <a:pt x="178540" y="36207"/>
                  <a:pt x="189658" y="40859"/>
                  <a:pt x="197803" y="50164"/>
                </a:cubicBezTo>
                <a:cubicBezTo>
                  <a:pt x="205948" y="59468"/>
                  <a:pt x="209843" y="73722"/>
                  <a:pt x="209486" y="92926"/>
                </a:cubicBezTo>
                <a:lnTo>
                  <a:pt x="146703" y="92926"/>
                </a:lnTo>
                <a:cubicBezTo>
                  <a:pt x="146881" y="100357"/>
                  <a:pt x="148903" y="106139"/>
                  <a:pt x="152767" y="110271"/>
                </a:cubicBezTo>
                <a:cubicBezTo>
                  <a:pt x="156632" y="114403"/>
                  <a:pt x="161447" y="116469"/>
                  <a:pt x="167214" y="116469"/>
                </a:cubicBezTo>
                <a:cubicBezTo>
                  <a:pt x="171138" y="116469"/>
                  <a:pt x="174438" y="115399"/>
                  <a:pt x="177113" y="113259"/>
                </a:cubicBezTo>
                <a:cubicBezTo>
                  <a:pt x="179789" y="111119"/>
                  <a:pt x="181810" y="107670"/>
                  <a:pt x="183178" y="102914"/>
                </a:cubicBezTo>
                <a:moveTo>
                  <a:pt x="184605" y="77587"/>
                </a:moveTo>
                <a:cubicBezTo>
                  <a:pt x="184426" y="70363"/>
                  <a:pt x="182553" y="64871"/>
                  <a:pt x="178986" y="61111"/>
                </a:cubicBezTo>
                <a:cubicBezTo>
                  <a:pt x="175419" y="57350"/>
                  <a:pt x="171079" y="55470"/>
                  <a:pt x="165966" y="55470"/>
                </a:cubicBezTo>
                <a:cubicBezTo>
                  <a:pt x="160496" y="55470"/>
                  <a:pt x="155978" y="57453"/>
                  <a:pt x="152410" y="61420"/>
                </a:cubicBezTo>
                <a:cubicBezTo>
                  <a:pt x="148843" y="65389"/>
                  <a:pt x="147089" y="70777"/>
                  <a:pt x="147149" y="77587"/>
                </a:cubicBezTo>
                <a:lnTo>
                  <a:pt x="184605" y="77587"/>
                </a:lnTo>
                <a:close/>
                <a:moveTo>
                  <a:pt x="229917" y="133057"/>
                </a:moveTo>
                <a:lnTo>
                  <a:pt x="229917" y="2319"/>
                </a:lnTo>
                <a:lnTo>
                  <a:pt x="254977" y="2319"/>
                </a:lnTo>
                <a:lnTo>
                  <a:pt x="254977" y="133057"/>
                </a:lnTo>
                <a:lnTo>
                  <a:pt x="229917" y="133057"/>
                </a:lnTo>
                <a:close/>
                <a:moveTo>
                  <a:pt x="335500" y="102914"/>
                </a:moveTo>
                <a:lnTo>
                  <a:pt x="360471" y="107195"/>
                </a:lnTo>
                <a:cubicBezTo>
                  <a:pt x="357260" y="116321"/>
                  <a:pt x="352192" y="123269"/>
                  <a:pt x="345266" y="128040"/>
                </a:cubicBezTo>
                <a:cubicBezTo>
                  <a:pt x="338339" y="132812"/>
                  <a:pt x="329674" y="135197"/>
                  <a:pt x="319270" y="135197"/>
                </a:cubicBezTo>
                <a:cubicBezTo>
                  <a:pt x="302801" y="135197"/>
                  <a:pt x="290613" y="129817"/>
                  <a:pt x="282706" y="119056"/>
                </a:cubicBezTo>
                <a:cubicBezTo>
                  <a:pt x="276463" y="110435"/>
                  <a:pt x="273342" y="99555"/>
                  <a:pt x="273342" y="86416"/>
                </a:cubicBezTo>
                <a:cubicBezTo>
                  <a:pt x="273342" y="70720"/>
                  <a:pt x="277444" y="58428"/>
                  <a:pt x="285649" y="49540"/>
                </a:cubicBezTo>
                <a:cubicBezTo>
                  <a:pt x="293853" y="40651"/>
                  <a:pt x="304228" y="36207"/>
                  <a:pt x="316773" y="36207"/>
                </a:cubicBezTo>
                <a:cubicBezTo>
                  <a:pt x="330863" y="36207"/>
                  <a:pt x="341981" y="40859"/>
                  <a:pt x="350126" y="50164"/>
                </a:cubicBezTo>
                <a:cubicBezTo>
                  <a:pt x="358271" y="59468"/>
                  <a:pt x="362165" y="73722"/>
                  <a:pt x="361809" y="92926"/>
                </a:cubicBezTo>
                <a:lnTo>
                  <a:pt x="299026" y="92926"/>
                </a:lnTo>
                <a:cubicBezTo>
                  <a:pt x="299204" y="100357"/>
                  <a:pt x="301225" y="106139"/>
                  <a:pt x="305090" y="110271"/>
                </a:cubicBezTo>
                <a:cubicBezTo>
                  <a:pt x="308954" y="114403"/>
                  <a:pt x="313770" y="116469"/>
                  <a:pt x="319537" y="116469"/>
                </a:cubicBezTo>
                <a:cubicBezTo>
                  <a:pt x="323461" y="116469"/>
                  <a:pt x="326761" y="115399"/>
                  <a:pt x="329436" y="113259"/>
                </a:cubicBezTo>
                <a:cubicBezTo>
                  <a:pt x="332112" y="111119"/>
                  <a:pt x="334133" y="107670"/>
                  <a:pt x="335500" y="102914"/>
                </a:cubicBezTo>
                <a:moveTo>
                  <a:pt x="336927" y="77587"/>
                </a:moveTo>
                <a:cubicBezTo>
                  <a:pt x="336749" y="70363"/>
                  <a:pt x="334876" y="64871"/>
                  <a:pt x="331309" y="61111"/>
                </a:cubicBezTo>
                <a:cubicBezTo>
                  <a:pt x="327742" y="57350"/>
                  <a:pt x="323402" y="55470"/>
                  <a:pt x="318289" y="55470"/>
                </a:cubicBezTo>
                <a:cubicBezTo>
                  <a:pt x="312819" y="55470"/>
                  <a:pt x="308300" y="57453"/>
                  <a:pt x="304733" y="61420"/>
                </a:cubicBezTo>
                <a:cubicBezTo>
                  <a:pt x="301166" y="65389"/>
                  <a:pt x="299412" y="70777"/>
                  <a:pt x="299472" y="77587"/>
                </a:cubicBezTo>
                <a:lnTo>
                  <a:pt x="336927" y="77587"/>
                </a:lnTo>
                <a:close/>
                <a:moveTo>
                  <a:pt x="464820" y="66350"/>
                </a:moveTo>
                <a:lnTo>
                  <a:pt x="440117" y="70809"/>
                </a:lnTo>
                <a:cubicBezTo>
                  <a:pt x="439285" y="65904"/>
                  <a:pt x="437397" y="62211"/>
                  <a:pt x="434455" y="59728"/>
                </a:cubicBezTo>
                <a:cubicBezTo>
                  <a:pt x="431512" y="57246"/>
                  <a:pt x="427692" y="56005"/>
                  <a:pt x="422995" y="56005"/>
                </a:cubicBezTo>
                <a:cubicBezTo>
                  <a:pt x="416752" y="56005"/>
                  <a:pt x="411773" y="58154"/>
                  <a:pt x="408057" y="62451"/>
                </a:cubicBezTo>
                <a:cubicBezTo>
                  <a:pt x="404341" y="66749"/>
                  <a:pt x="402483" y="73935"/>
                  <a:pt x="402483" y="84011"/>
                </a:cubicBezTo>
                <a:cubicBezTo>
                  <a:pt x="402483" y="95214"/>
                  <a:pt x="404371" y="103128"/>
                  <a:pt x="408146" y="107752"/>
                </a:cubicBezTo>
                <a:cubicBezTo>
                  <a:pt x="411922" y="112375"/>
                  <a:pt x="416990" y="114686"/>
                  <a:pt x="423352" y="114686"/>
                </a:cubicBezTo>
                <a:cubicBezTo>
                  <a:pt x="428108" y="114686"/>
                  <a:pt x="432002" y="113333"/>
                  <a:pt x="435034" y="110628"/>
                </a:cubicBezTo>
                <a:cubicBezTo>
                  <a:pt x="438066" y="107923"/>
                  <a:pt x="440207" y="103271"/>
                  <a:pt x="441455" y="96671"/>
                </a:cubicBezTo>
                <a:lnTo>
                  <a:pt x="466069" y="100952"/>
                </a:lnTo>
                <a:cubicBezTo>
                  <a:pt x="463512" y="112248"/>
                  <a:pt x="458607" y="120780"/>
                  <a:pt x="451354" y="126547"/>
                </a:cubicBezTo>
                <a:cubicBezTo>
                  <a:pt x="444101" y="132314"/>
                  <a:pt x="434380" y="135197"/>
                  <a:pt x="422192" y="135197"/>
                </a:cubicBezTo>
                <a:cubicBezTo>
                  <a:pt x="408340" y="135197"/>
                  <a:pt x="397296" y="130827"/>
                  <a:pt x="389062" y="122088"/>
                </a:cubicBezTo>
                <a:cubicBezTo>
                  <a:pt x="380827" y="113348"/>
                  <a:pt x="376710" y="101249"/>
                  <a:pt x="376710" y="85791"/>
                </a:cubicBezTo>
                <a:cubicBezTo>
                  <a:pt x="376710" y="70155"/>
                  <a:pt x="380842" y="57982"/>
                  <a:pt x="389106" y="49272"/>
                </a:cubicBezTo>
                <a:cubicBezTo>
                  <a:pt x="397370" y="40562"/>
                  <a:pt x="408548" y="36207"/>
                  <a:pt x="422638" y="36207"/>
                </a:cubicBezTo>
                <a:cubicBezTo>
                  <a:pt x="434172" y="36207"/>
                  <a:pt x="443343" y="38689"/>
                  <a:pt x="450150" y="43654"/>
                </a:cubicBezTo>
                <a:cubicBezTo>
                  <a:pt x="456958" y="48618"/>
                  <a:pt x="461848" y="56184"/>
                  <a:pt x="464820" y="66350"/>
                </a:cubicBezTo>
                <a:close/>
                <a:moveTo>
                  <a:pt x="527255" y="38347"/>
                </a:moveTo>
                <a:lnTo>
                  <a:pt x="527255" y="58324"/>
                </a:lnTo>
                <a:lnTo>
                  <a:pt x="510133" y="58324"/>
                </a:lnTo>
                <a:lnTo>
                  <a:pt x="510133" y="96432"/>
                </a:lnTo>
                <a:cubicBezTo>
                  <a:pt x="510133" y="104149"/>
                  <a:pt x="510296" y="108647"/>
                  <a:pt x="510623" y="109923"/>
                </a:cubicBezTo>
                <a:cubicBezTo>
                  <a:pt x="510950" y="111198"/>
                  <a:pt x="511693" y="112251"/>
                  <a:pt x="512853" y="113083"/>
                </a:cubicBezTo>
                <a:cubicBezTo>
                  <a:pt x="514012" y="113914"/>
                  <a:pt x="515424" y="114329"/>
                  <a:pt x="517089" y="114329"/>
                </a:cubicBezTo>
                <a:cubicBezTo>
                  <a:pt x="519407" y="114329"/>
                  <a:pt x="522767" y="113526"/>
                  <a:pt x="527166" y="111921"/>
                </a:cubicBezTo>
                <a:lnTo>
                  <a:pt x="529306" y="131435"/>
                </a:lnTo>
                <a:cubicBezTo>
                  <a:pt x="523480" y="133943"/>
                  <a:pt x="516881" y="135197"/>
                  <a:pt x="509508" y="135197"/>
                </a:cubicBezTo>
                <a:cubicBezTo>
                  <a:pt x="504990" y="135197"/>
                  <a:pt x="500917" y="134439"/>
                  <a:pt x="497291" y="132923"/>
                </a:cubicBezTo>
                <a:cubicBezTo>
                  <a:pt x="493664" y="131407"/>
                  <a:pt x="491004" y="129445"/>
                  <a:pt x="489309" y="127037"/>
                </a:cubicBezTo>
                <a:cubicBezTo>
                  <a:pt x="487615" y="124629"/>
                  <a:pt x="486440" y="121374"/>
                  <a:pt x="485787" y="117272"/>
                </a:cubicBezTo>
                <a:cubicBezTo>
                  <a:pt x="485251" y="114359"/>
                  <a:pt x="484984" y="108473"/>
                  <a:pt x="484984" y="99614"/>
                </a:cubicBezTo>
                <a:lnTo>
                  <a:pt x="484984" y="58324"/>
                </a:lnTo>
                <a:lnTo>
                  <a:pt x="473480" y="58324"/>
                </a:lnTo>
                <a:lnTo>
                  <a:pt x="473480" y="38347"/>
                </a:lnTo>
                <a:lnTo>
                  <a:pt x="484984" y="38347"/>
                </a:lnTo>
                <a:lnTo>
                  <a:pt x="484984" y="19441"/>
                </a:lnTo>
                <a:lnTo>
                  <a:pt x="510133" y="4637"/>
                </a:lnTo>
                <a:lnTo>
                  <a:pt x="510133" y="38347"/>
                </a:lnTo>
                <a:lnTo>
                  <a:pt x="527255" y="38347"/>
                </a:lnTo>
                <a:close/>
                <a:moveTo>
                  <a:pt x="650228" y="102914"/>
                </a:moveTo>
                <a:lnTo>
                  <a:pt x="675198" y="107195"/>
                </a:lnTo>
                <a:cubicBezTo>
                  <a:pt x="671988" y="116321"/>
                  <a:pt x="666919" y="123269"/>
                  <a:pt x="659993" y="128040"/>
                </a:cubicBezTo>
                <a:cubicBezTo>
                  <a:pt x="653066" y="132812"/>
                  <a:pt x="644401" y="135197"/>
                  <a:pt x="633997" y="135197"/>
                </a:cubicBezTo>
                <a:cubicBezTo>
                  <a:pt x="617528" y="135197"/>
                  <a:pt x="605340" y="129817"/>
                  <a:pt x="597433" y="119056"/>
                </a:cubicBezTo>
                <a:cubicBezTo>
                  <a:pt x="591190" y="110435"/>
                  <a:pt x="588069" y="99555"/>
                  <a:pt x="588069" y="86416"/>
                </a:cubicBezTo>
                <a:cubicBezTo>
                  <a:pt x="588069" y="70720"/>
                  <a:pt x="592171" y="58428"/>
                  <a:pt x="600376" y="49540"/>
                </a:cubicBezTo>
                <a:cubicBezTo>
                  <a:pt x="608580" y="40651"/>
                  <a:pt x="618955" y="36207"/>
                  <a:pt x="631500" y="36207"/>
                </a:cubicBezTo>
                <a:cubicBezTo>
                  <a:pt x="645590" y="36207"/>
                  <a:pt x="656708" y="40859"/>
                  <a:pt x="664853" y="50164"/>
                </a:cubicBezTo>
                <a:cubicBezTo>
                  <a:pt x="672998" y="59468"/>
                  <a:pt x="676892" y="73722"/>
                  <a:pt x="676536" y="92926"/>
                </a:cubicBezTo>
                <a:lnTo>
                  <a:pt x="613753" y="92926"/>
                </a:lnTo>
                <a:cubicBezTo>
                  <a:pt x="613931" y="100357"/>
                  <a:pt x="615953" y="106139"/>
                  <a:pt x="619817" y="110271"/>
                </a:cubicBezTo>
                <a:cubicBezTo>
                  <a:pt x="623682" y="114403"/>
                  <a:pt x="628497" y="116469"/>
                  <a:pt x="634264" y="116469"/>
                </a:cubicBezTo>
                <a:cubicBezTo>
                  <a:pt x="638188" y="116469"/>
                  <a:pt x="641488" y="115399"/>
                  <a:pt x="644163" y="113259"/>
                </a:cubicBezTo>
                <a:cubicBezTo>
                  <a:pt x="646839" y="111119"/>
                  <a:pt x="648860" y="107670"/>
                  <a:pt x="650228" y="102914"/>
                </a:cubicBezTo>
                <a:moveTo>
                  <a:pt x="651654" y="77587"/>
                </a:moveTo>
                <a:cubicBezTo>
                  <a:pt x="651476" y="70363"/>
                  <a:pt x="649603" y="64871"/>
                  <a:pt x="646036" y="61111"/>
                </a:cubicBezTo>
                <a:cubicBezTo>
                  <a:pt x="642469" y="57350"/>
                  <a:pt x="638129" y="55470"/>
                  <a:pt x="633016" y="55470"/>
                </a:cubicBezTo>
                <a:cubicBezTo>
                  <a:pt x="627546" y="55470"/>
                  <a:pt x="623028" y="57453"/>
                  <a:pt x="619460" y="61420"/>
                </a:cubicBezTo>
                <a:cubicBezTo>
                  <a:pt x="615893" y="65389"/>
                  <a:pt x="614139" y="70777"/>
                  <a:pt x="614199" y="77587"/>
                </a:cubicBezTo>
                <a:lnTo>
                  <a:pt x="651654" y="77587"/>
                </a:lnTo>
                <a:close/>
                <a:moveTo>
                  <a:pt x="723007" y="133057"/>
                </a:moveTo>
                <a:lnTo>
                  <a:pt x="684838" y="38347"/>
                </a:lnTo>
                <a:lnTo>
                  <a:pt x="711146" y="38347"/>
                </a:lnTo>
                <a:lnTo>
                  <a:pt x="728982" y="86683"/>
                </a:lnTo>
                <a:lnTo>
                  <a:pt x="734155" y="102825"/>
                </a:lnTo>
                <a:cubicBezTo>
                  <a:pt x="735522" y="98722"/>
                  <a:pt x="736384" y="96017"/>
                  <a:pt x="736741" y="94709"/>
                </a:cubicBezTo>
                <a:cubicBezTo>
                  <a:pt x="737573" y="92034"/>
                  <a:pt x="738465" y="89359"/>
                  <a:pt x="739417" y="86683"/>
                </a:cubicBezTo>
                <a:lnTo>
                  <a:pt x="757431" y="38347"/>
                </a:lnTo>
                <a:lnTo>
                  <a:pt x="783204" y="38347"/>
                </a:lnTo>
                <a:lnTo>
                  <a:pt x="745570" y="133057"/>
                </a:lnTo>
                <a:lnTo>
                  <a:pt x="723007" y="133057"/>
                </a:lnTo>
                <a:close/>
                <a:moveTo>
                  <a:pt x="798552" y="25506"/>
                </a:moveTo>
                <a:lnTo>
                  <a:pt x="798552" y="2319"/>
                </a:lnTo>
                <a:lnTo>
                  <a:pt x="823612" y="2319"/>
                </a:lnTo>
                <a:lnTo>
                  <a:pt x="823612" y="25506"/>
                </a:lnTo>
                <a:lnTo>
                  <a:pt x="798552" y="25506"/>
                </a:lnTo>
                <a:moveTo>
                  <a:pt x="798552" y="133057"/>
                </a:moveTo>
                <a:lnTo>
                  <a:pt x="798552" y="38347"/>
                </a:lnTo>
                <a:lnTo>
                  <a:pt x="823612" y="38347"/>
                </a:lnTo>
                <a:lnTo>
                  <a:pt x="823612" y="133057"/>
                </a:lnTo>
                <a:lnTo>
                  <a:pt x="798552" y="133057"/>
                </a:lnTo>
                <a:close/>
                <a:moveTo>
                  <a:pt x="936151" y="133057"/>
                </a:moveTo>
                <a:lnTo>
                  <a:pt x="912875" y="133057"/>
                </a:lnTo>
                <a:lnTo>
                  <a:pt x="912875" y="119145"/>
                </a:lnTo>
                <a:cubicBezTo>
                  <a:pt x="909011" y="124555"/>
                  <a:pt x="904448" y="128583"/>
                  <a:pt x="899186" y="131229"/>
                </a:cubicBezTo>
                <a:cubicBezTo>
                  <a:pt x="893924" y="133874"/>
                  <a:pt x="888618" y="135197"/>
                  <a:pt x="883267" y="135197"/>
                </a:cubicBezTo>
                <a:cubicBezTo>
                  <a:pt x="872387" y="135197"/>
                  <a:pt x="863068" y="130813"/>
                  <a:pt x="855309" y="122043"/>
                </a:cubicBezTo>
                <a:cubicBezTo>
                  <a:pt x="847551" y="113274"/>
                  <a:pt x="843671" y="101041"/>
                  <a:pt x="843671" y="85345"/>
                </a:cubicBezTo>
                <a:cubicBezTo>
                  <a:pt x="843671" y="69293"/>
                  <a:pt x="847447" y="57090"/>
                  <a:pt x="854997" y="48737"/>
                </a:cubicBezTo>
                <a:cubicBezTo>
                  <a:pt x="862548" y="40384"/>
                  <a:pt x="872090" y="36207"/>
                  <a:pt x="883624" y="36207"/>
                </a:cubicBezTo>
                <a:cubicBezTo>
                  <a:pt x="894207" y="36207"/>
                  <a:pt x="903362" y="40607"/>
                  <a:pt x="911091" y="49406"/>
                </a:cubicBezTo>
                <a:lnTo>
                  <a:pt x="911091" y="2319"/>
                </a:lnTo>
                <a:lnTo>
                  <a:pt x="936151" y="2319"/>
                </a:lnTo>
                <a:lnTo>
                  <a:pt x="936151" y="133057"/>
                </a:lnTo>
                <a:moveTo>
                  <a:pt x="869266" y="83698"/>
                </a:moveTo>
                <a:cubicBezTo>
                  <a:pt x="869266" y="93791"/>
                  <a:pt x="870663" y="101092"/>
                  <a:pt x="873457" y="105603"/>
                </a:cubicBezTo>
                <a:cubicBezTo>
                  <a:pt x="877500" y="112134"/>
                  <a:pt x="883148" y="115399"/>
                  <a:pt x="890402" y="115399"/>
                </a:cubicBezTo>
                <a:cubicBezTo>
                  <a:pt x="896169" y="115399"/>
                  <a:pt x="901074" y="112950"/>
                  <a:pt x="905116" y="108053"/>
                </a:cubicBezTo>
                <a:cubicBezTo>
                  <a:pt x="909159" y="103155"/>
                  <a:pt x="911181" y="95839"/>
                  <a:pt x="911181" y="86103"/>
                </a:cubicBezTo>
                <a:cubicBezTo>
                  <a:pt x="911181" y="75238"/>
                  <a:pt x="909219" y="67417"/>
                  <a:pt x="905295" y="62638"/>
                </a:cubicBezTo>
                <a:cubicBezTo>
                  <a:pt x="901371" y="57859"/>
                  <a:pt x="896347" y="55470"/>
                  <a:pt x="890223" y="55470"/>
                </a:cubicBezTo>
                <a:cubicBezTo>
                  <a:pt x="884278" y="55470"/>
                  <a:pt x="879299" y="57830"/>
                  <a:pt x="875286" y="62549"/>
                </a:cubicBezTo>
                <a:cubicBezTo>
                  <a:pt x="871272" y="67268"/>
                  <a:pt x="869266" y="74318"/>
                  <a:pt x="869266" y="83698"/>
                </a:cubicBezTo>
                <a:close/>
                <a:moveTo>
                  <a:pt x="1015693" y="102914"/>
                </a:moveTo>
                <a:lnTo>
                  <a:pt x="1040663" y="107195"/>
                </a:lnTo>
                <a:cubicBezTo>
                  <a:pt x="1037452" y="116321"/>
                  <a:pt x="1032384" y="123269"/>
                  <a:pt x="1025458" y="128040"/>
                </a:cubicBezTo>
                <a:cubicBezTo>
                  <a:pt x="1018531" y="132812"/>
                  <a:pt x="1009866" y="135197"/>
                  <a:pt x="999462" y="135197"/>
                </a:cubicBezTo>
                <a:cubicBezTo>
                  <a:pt x="982993" y="135197"/>
                  <a:pt x="970805" y="129817"/>
                  <a:pt x="962898" y="119056"/>
                </a:cubicBezTo>
                <a:cubicBezTo>
                  <a:pt x="956655" y="110435"/>
                  <a:pt x="953534" y="99555"/>
                  <a:pt x="953534" y="86416"/>
                </a:cubicBezTo>
                <a:cubicBezTo>
                  <a:pt x="953534" y="70720"/>
                  <a:pt x="957636" y="58428"/>
                  <a:pt x="965841" y="49540"/>
                </a:cubicBezTo>
                <a:cubicBezTo>
                  <a:pt x="974045" y="40651"/>
                  <a:pt x="984420" y="36207"/>
                  <a:pt x="996965" y="36207"/>
                </a:cubicBezTo>
                <a:cubicBezTo>
                  <a:pt x="1011055" y="36207"/>
                  <a:pt x="1022173" y="40859"/>
                  <a:pt x="1030318" y="50164"/>
                </a:cubicBezTo>
                <a:cubicBezTo>
                  <a:pt x="1038463" y="59468"/>
                  <a:pt x="1042357" y="73722"/>
                  <a:pt x="1042001" y="92926"/>
                </a:cubicBezTo>
                <a:lnTo>
                  <a:pt x="979218" y="92926"/>
                </a:lnTo>
                <a:cubicBezTo>
                  <a:pt x="979396" y="100357"/>
                  <a:pt x="981418" y="106139"/>
                  <a:pt x="985282" y="110271"/>
                </a:cubicBezTo>
                <a:cubicBezTo>
                  <a:pt x="989147" y="114403"/>
                  <a:pt x="993962" y="116469"/>
                  <a:pt x="999729" y="116469"/>
                </a:cubicBezTo>
                <a:cubicBezTo>
                  <a:pt x="1003653" y="116469"/>
                  <a:pt x="1006953" y="115399"/>
                  <a:pt x="1009628" y="113259"/>
                </a:cubicBezTo>
                <a:cubicBezTo>
                  <a:pt x="1012304" y="111119"/>
                  <a:pt x="1014325" y="107670"/>
                  <a:pt x="1015693" y="102914"/>
                </a:cubicBezTo>
                <a:moveTo>
                  <a:pt x="1017119" y="77587"/>
                </a:moveTo>
                <a:cubicBezTo>
                  <a:pt x="1016941" y="70363"/>
                  <a:pt x="1015068" y="64871"/>
                  <a:pt x="1011501" y="61111"/>
                </a:cubicBezTo>
                <a:cubicBezTo>
                  <a:pt x="1007934" y="57350"/>
                  <a:pt x="1003594" y="55470"/>
                  <a:pt x="998481" y="55470"/>
                </a:cubicBezTo>
                <a:cubicBezTo>
                  <a:pt x="993011" y="55470"/>
                  <a:pt x="988493" y="57453"/>
                  <a:pt x="984925" y="61420"/>
                </a:cubicBezTo>
                <a:cubicBezTo>
                  <a:pt x="981358" y="65389"/>
                  <a:pt x="979604" y="70777"/>
                  <a:pt x="979664" y="77587"/>
                </a:cubicBezTo>
                <a:lnTo>
                  <a:pt x="1017119" y="77587"/>
                </a:lnTo>
                <a:close/>
                <a:moveTo>
                  <a:pt x="1148580" y="133057"/>
                </a:moveTo>
                <a:lnTo>
                  <a:pt x="1123520" y="133057"/>
                </a:lnTo>
                <a:lnTo>
                  <a:pt x="1123520" y="84777"/>
                </a:lnTo>
                <a:cubicBezTo>
                  <a:pt x="1123520" y="74562"/>
                  <a:pt x="1122985" y="67955"/>
                  <a:pt x="1121915" y="64957"/>
                </a:cubicBezTo>
                <a:cubicBezTo>
                  <a:pt x="1120845" y="61958"/>
                  <a:pt x="1119106" y="59627"/>
                  <a:pt x="1116698" y="57964"/>
                </a:cubicBezTo>
                <a:cubicBezTo>
                  <a:pt x="1114290" y="56302"/>
                  <a:pt x="1111392" y="55470"/>
                  <a:pt x="1108003" y="55470"/>
                </a:cubicBezTo>
                <a:cubicBezTo>
                  <a:pt x="1103663" y="55470"/>
                  <a:pt x="1099769" y="56658"/>
                  <a:pt x="1096320" y="59035"/>
                </a:cubicBezTo>
                <a:cubicBezTo>
                  <a:pt x="1092872" y="61409"/>
                  <a:pt x="1090509" y="64556"/>
                  <a:pt x="1089230" y="68476"/>
                </a:cubicBezTo>
                <a:cubicBezTo>
                  <a:pt x="1087952" y="72395"/>
                  <a:pt x="1087313" y="79640"/>
                  <a:pt x="1087313" y="90211"/>
                </a:cubicBezTo>
                <a:lnTo>
                  <a:pt x="1087313" y="133057"/>
                </a:lnTo>
                <a:lnTo>
                  <a:pt x="1062253" y="133057"/>
                </a:lnTo>
                <a:lnTo>
                  <a:pt x="1062253" y="38347"/>
                </a:lnTo>
                <a:lnTo>
                  <a:pt x="1085529" y="38347"/>
                </a:lnTo>
                <a:lnTo>
                  <a:pt x="1085529" y="52260"/>
                </a:lnTo>
                <a:cubicBezTo>
                  <a:pt x="1093794" y="41558"/>
                  <a:pt x="1104198" y="36207"/>
                  <a:pt x="1116743" y="36207"/>
                </a:cubicBezTo>
                <a:cubicBezTo>
                  <a:pt x="1122272" y="36207"/>
                  <a:pt x="1127325" y="37203"/>
                  <a:pt x="1131903" y="39195"/>
                </a:cubicBezTo>
                <a:cubicBezTo>
                  <a:pt x="1136481" y="41186"/>
                  <a:pt x="1139944" y="43728"/>
                  <a:pt x="1142293" y="46820"/>
                </a:cubicBezTo>
                <a:cubicBezTo>
                  <a:pt x="1144641" y="49911"/>
                  <a:pt x="1146276" y="53419"/>
                  <a:pt x="1147198" y="57343"/>
                </a:cubicBezTo>
                <a:cubicBezTo>
                  <a:pt x="1148119" y="61267"/>
                  <a:pt x="1148580" y="66885"/>
                  <a:pt x="1148580" y="74198"/>
                </a:cubicBezTo>
                <a:lnTo>
                  <a:pt x="1148580" y="133057"/>
                </a:lnTo>
                <a:close/>
                <a:moveTo>
                  <a:pt x="1256570" y="66350"/>
                </a:moveTo>
                <a:lnTo>
                  <a:pt x="1231867" y="70809"/>
                </a:lnTo>
                <a:cubicBezTo>
                  <a:pt x="1231034" y="65904"/>
                  <a:pt x="1229147" y="62211"/>
                  <a:pt x="1226204" y="59728"/>
                </a:cubicBezTo>
                <a:cubicBezTo>
                  <a:pt x="1223261" y="57246"/>
                  <a:pt x="1219441" y="56005"/>
                  <a:pt x="1214744" y="56005"/>
                </a:cubicBezTo>
                <a:cubicBezTo>
                  <a:pt x="1208502" y="56005"/>
                  <a:pt x="1203522" y="58154"/>
                  <a:pt x="1199807" y="62451"/>
                </a:cubicBezTo>
                <a:cubicBezTo>
                  <a:pt x="1196091" y="66749"/>
                  <a:pt x="1194233" y="73935"/>
                  <a:pt x="1194233" y="84011"/>
                </a:cubicBezTo>
                <a:cubicBezTo>
                  <a:pt x="1194233" y="95214"/>
                  <a:pt x="1196120" y="103128"/>
                  <a:pt x="1199896" y="107752"/>
                </a:cubicBezTo>
                <a:cubicBezTo>
                  <a:pt x="1203671" y="112375"/>
                  <a:pt x="1208739" y="114686"/>
                  <a:pt x="1215101" y="114686"/>
                </a:cubicBezTo>
                <a:cubicBezTo>
                  <a:pt x="1219857" y="114686"/>
                  <a:pt x="1223751" y="113333"/>
                  <a:pt x="1226784" y="110628"/>
                </a:cubicBezTo>
                <a:cubicBezTo>
                  <a:pt x="1229816" y="107923"/>
                  <a:pt x="1231956" y="103271"/>
                  <a:pt x="1233205" y="96671"/>
                </a:cubicBezTo>
                <a:lnTo>
                  <a:pt x="1257818" y="100952"/>
                </a:lnTo>
                <a:cubicBezTo>
                  <a:pt x="1255262" y="112248"/>
                  <a:pt x="1250357" y="120780"/>
                  <a:pt x="1243104" y="126547"/>
                </a:cubicBezTo>
                <a:cubicBezTo>
                  <a:pt x="1235850" y="132314"/>
                  <a:pt x="1226130" y="135197"/>
                  <a:pt x="1213942" y="135197"/>
                </a:cubicBezTo>
                <a:cubicBezTo>
                  <a:pt x="1200089" y="135197"/>
                  <a:pt x="1189045" y="130827"/>
                  <a:pt x="1180811" y="122088"/>
                </a:cubicBezTo>
                <a:cubicBezTo>
                  <a:pt x="1172577" y="113348"/>
                  <a:pt x="1168460" y="101249"/>
                  <a:pt x="1168460" y="85791"/>
                </a:cubicBezTo>
                <a:cubicBezTo>
                  <a:pt x="1168460" y="70155"/>
                  <a:pt x="1172592" y="57982"/>
                  <a:pt x="1180856" y="49272"/>
                </a:cubicBezTo>
                <a:cubicBezTo>
                  <a:pt x="1189120" y="40562"/>
                  <a:pt x="1200297" y="36207"/>
                  <a:pt x="1214388" y="36207"/>
                </a:cubicBezTo>
                <a:cubicBezTo>
                  <a:pt x="1225921" y="36207"/>
                  <a:pt x="1235092" y="38689"/>
                  <a:pt x="1241900" y="43654"/>
                </a:cubicBezTo>
                <a:cubicBezTo>
                  <a:pt x="1248707" y="48618"/>
                  <a:pt x="1253597" y="56184"/>
                  <a:pt x="1256570" y="66350"/>
                </a:cubicBezTo>
                <a:close/>
                <a:moveTo>
                  <a:pt x="1330420" y="102914"/>
                </a:moveTo>
                <a:lnTo>
                  <a:pt x="1355390" y="107195"/>
                </a:lnTo>
                <a:cubicBezTo>
                  <a:pt x="1352180" y="116321"/>
                  <a:pt x="1347111" y="123269"/>
                  <a:pt x="1340185" y="128040"/>
                </a:cubicBezTo>
                <a:cubicBezTo>
                  <a:pt x="1333259" y="132812"/>
                  <a:pt x="1324593" y="135197"/>
                  <a:pt x="1314189" y="135197"/>
                </a:cubicBezTo>
                <a:cubicBezTo>
                  <a:pt x="1297720" y="135197"/>
                  <a:pt x="1285532" y="129817"/>
                  <a:pt x="1277625" y="119056"/>
                </a:cubicBezTo>
                <a:cubicBezTo>
                  <a:pt x="1271382" y="110435"/>
                  <a:pt x="1268261" y="99555"/>
                  <a:pt x="1268261" y="86416"/>
                </a:cubicBezTo>
                <a:cubicBezTo>
                  <a:pt x="1268261" y="70720"/>
                  <a:pt x="1272363" y="58428"/>
                  <a:pt x="1280568" y="49540"/>
                </a:cubicBezTo>
                <a:cubicBezTo>
                  <a:pt x="1288773" y="40651"/>
                  <a:pt x="1299147" y="36207"/>
                  <a:pt x="1311692" y="36207"/>
                </a:cubicBezTo>
                <a:cubicBezTo>
                  <a:pt x="1325782" y="36207"/>
                  <a:pt x="1336900" y="40859"/>
                  <a:pt x="1345045" y="50164"/>
                </a:cubicBezTo>
                <a:cubicBezTo>
                  <a:pt x="1353190" y="59468"/>
                  <a:pt x="1357085" y="73722"/>
                  <a:pt x="1356728" y="92926"/>
                </a:cubicBezTo>
                <a:lnTo>
                  <a:pt x="1293945" y="92926"/>
                </a:lnTo>
                <a:cubicBezTo>
                  <a:pt x="1294123" y="100357"/>
                  <a:pt x="1296145" y="106139"/>
                  <a:pt x="1300009" y="110271"/>
                </a:cubicBezTo>
                <a:cubicBezTo>
                  <a:pt x="1303874" y="114403"/>
                  <a:pt x="1308689" y="116469"/>
                  <a:pt x="1314456" y="116469"/>
                </a:cubicBezTo>
                <a:cubicBezTo>
                  <a:pt x="1318380" y="116469"/>
                  <a:pt x="1321680" y="115399"/>
                  <a:pt x="1324355" y="113259"/>
                </a:cubicBezTo>
                <a:cubicBezTo>
                  <a:pt x="1327031" y="111119"/>
                  <a:pt x="1329052" y="107670"/>
                  <a:pt x="1330420" y="102914"/>
                </a:cubicBezTo>
                <a:moveTo>
                  <a:pt x="1331847" y="77587"/>
                </a:moveTo>
                <a:cubicBezTo>
                  <a:pt x="1331668" y="70363"/>
                  <a:pt x="1329795" y="64871"/>
                  <a:pt x="1326228" y="61111"/>
                </a:cubicBezTo>
                <a:cubicBezTo>
                  <a:pt x="1322661" y="57350"/>
                  <a:pt x="1318321" y="55470"/>
                  <a:pt x="1313208" y="55470"/>
                </a:cubicBezTo>
                <a:cubicBezTo>
                  <a:pt x="1307738" y="55470"/>
                  <a:pt x="1303220" y="57453"/>
                  <a:pt x="1299653" y="61420"/>
                </a:cubicBezTo>
                <a:cubicBezTo>
                  <a:pt x="1296085" y="65389"/>
                  <a:pt x="1294331" y="70777"/>
                  <a:pt x="1294391" y="77587"/>
                </a:cubicBezTo>
                <a:lnTo>
                  <a:pt x="1331847" y="775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andconstruct">
            <a:extLst xmlns:a="http://schemas.openxmlformats.org/drawingml/2006/main">
              <a:ext uri="{FF2B5EF4-FFF2-40B4-BE49-F238E27FC236}">
                <a16:creationId xmlns:a16="http://schemas.microsoft.com/office/drawing/2014/main" id="{6DF8C2A3-46E9-44D6-B6F1-89DE9BB8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1" y="3431299"/>
            <a:ext cx="1198848" cy="132879"/>
          </a:xfrm>
          <a:custGeom xmlns:a="http://schemas.openxmlformats.org/drawingml/2006/main">
            <a:pathLst>
              <a:path w="1198848" h="132879">
                <a:moveTo>
                  <a:pt x="25327" y="65280"/>
                </a:moveTo>
                <a:lnTo>
                  <a:pt x="2586" y="61178"/>
                </a:lnTo>
                <a:cubicBezTo>
                  <a:pt x="5143" y="51901"/>
                  <a:pt x="9542" y="45034"/>
                  <a:pt x="15785" y="40577"/>
                </a:cubicBezTo>
                <a:cubicBezTo>
                  <a:pt x="22028" y="36118"/>
                  <a:pt x="31302" y="33888"/>
                  <a:pt x="43609" y="33888"/>
                </a:cubicBezTo>
                <a:cubicBezTo>
                  <a:pt x="54786" y="33888"/>
                  <a:pt x="63110" y="35211"/>
                  <a:pt x="68580" y="37857"/>
                </a:cubicBezTo>
                <a:cubicBezTo>
                  <a:pt x="74049" y="40503"/>
                  <a:pt x="77899" y="43862"/>
                  <a:pt x="80128" y="47934"/>
                </a:cubicBezTo>
                <a:cubicBezTo>
                  <a:pt x="82358" y="52007"/>
                  <a:pt x="83473" y="59483"/>
                  <a:pt x="83473" y="70363"/>
                </a:cubicBezTo>
                <a:lnTo>
                  <a:pt x="83205" y="99614"/>
                </a:lnTo>
                <a:cubicBezTo>
                  <a:pt x="83205" y="107938"/>
                  <a:pt x="83606" y="114076"/>
                  <a:pt x="84409" y="118030"/>
                </a:cubicBezTo>
                <a:cubicBezTo>
                  <a:pt x="85212" y="121984"/>
                  <a:pt x="86713" y="126220"/>
                  <a:pt x="88913" y="130738"/>
                </a:cubicBezTo>
                <a:lnTo>
                  <a:pt x="64121" y="130738"/>
                </a:lnTo>
                <a:cubicBezTo>
                  <a:pt x="63467" y="129073"/>
                  <a:pt x="62664" y="126606"/>
                  <a:pt x="61713" y="123336"/>
                </a:cubicBezTo>
                <a:cubicBezTo>
                  <a:pt x="61297" y="121850"/>
                  <a:pt x="60999" y="120869"/>
                  <a:pt x="60821" y="120393"/>
                </a:cubicBezTo>
                <a:cubicBezTo>
                  <a:pt x="56540" y="124555"/>
                  <a:pt x="51962" y="127676"/>
                  <a:pt x="47087" y="129757"/>
                </a:cubicBezTo>
                <a:cubicBezTo>
                  <a:pt x="42212" y="131838"/>
                  <a:pt x="37010" y="132879"/>
                  <a:pt x="31481" y="132879"/>
                </a:cubicBezTo>
                <a:cubicBezTo>
                  <a:pt x="21730" y="132879"/>
                  <a:pt x="14046" y="130244"/>
                  <a:pt x="8428" y="124975"/>
                </a:cubicBezTo>
                <a:cubicBezTo>
                  <a:pt x="2809" y="119706"/>
                  <a:pt x="0" y="113045"/>
                  <a:pt x="0" y="104993"/>
                </a:cubicBezTo>
                <a:cubicBezTo>
                  <a:pt x="0" y="99664"/>
                  <a:pt x="1278" y="94914"/>
                  <a:pt x="3835" y="90741"/>
                </a:cubicBezTo>
                <a:cubicBezTo>
                  <a:pt x="6391" y="86566"/>
                  <a:pt x="9973" y="83369"/>
                  <a:pt x="14581" y="81148"/>
                </a:cubicBezTo>
                <a:cubicBezTo>
                  <a:pt x="19189" y="78928"/>
                  <a:pt x="25833" y="76989"/>
                  <a:pt x="34513" y="75332"/>
                </a:cubicBezTo>
                <a:cubicBezTo>
                  <a:pt x="46225" y="73142"/>
                  <a:pt x="54340" y="71099"/>
                  <a:pt x="58859" y="69204"/>
                </a:cubicBezTo>
                <a:lnTo>
                  <a:pt x="58859" y="66679"/>
                </a:lnTo>
                <a:cubicBezTo>
                  <a:pt x="58859" y="61809"/>
                  <a:pt x="57670" y="58338"/>
                  <a:pt x="55292" y="56264"/>
                </a:cubicBezTo>
                <a:cubicBezTo>
                  <a:pt x="52914" y="54189"/>
                  <a:pt x="48425" y="53151"/>
                  <a:pt x="41826" y="53151"/>
                </a:cubicBezTo>
                <a:cubicBezTo>
                  <a:pt x="37367" y="53151"/>
                  <a:pt x="33888" y="54049"/>
                  <a:pt x="31391" y="55844"/>
                </a:cubicBezTo>
                <a:cubicBezTo>
                  <a:pt x="28894" y="57636"/>
                  <a:pt x="26873" y="60782"/>
                  <a:pt x="25327" y="65280"/>
                </a:cubicBezTo>
                <a:moveTo>
                  <a:pt x="58859" y="85613"/>
                </a:moveTo>
                <a:cubicBezTo>
                  <a:pt x="55648" y="86670"/>
                  <a:pt x="50565" y="87934"/>
                  <a:pt x="43609" y="89403"/>
                </a:cubicBezTo>
                <a:cubicBezTo>
                  <a:pt x="36653" y="90871"/>
                  <a:pt x="32105" y="92310"/>
                  <a:pt x="29965" y="93720"/>
                </a:cubicBezTo>
                <a:cubicBezTo>
                  <a:pt x="26695" y="96011"/>
                  <a:pt x="25060" y="98919"/>
                  <a:pt x="25060" y="102443"/>
                </a:cubicBezTo>
                <a:cubicBezTo>
                  <a:pt x="25060" y="105910"/>
                  <a:pt x="26368" y="108907"/>
                  <a:pt x="28984" y="111433"/>
                </a:cubicBezTo>
                <a:cubicBezTo>
                  <a:pt x="31600" y="113958"/>
                  <a:pt x="34929" y="115221"/>
                  <a:pt x="38972" y="115221"/>
                </a:cubicBezTo>
                <a:cubicBezTo>
                  <a:pt x="43490" y="115221"/>
                  <a:pt x="47801" y="113752"/>
                  <a:pt x="51903" y="110815"/>
                </a:cubicBezTo>
                <a:cubicBezTo>
                  <a:pt x="54935" y="108583"/>
                  <a:pt x="56927" y="105851"/>
                  <a:pt x="57878" y="102619"/>
                </a:cubicBezTo>
                <a:cubicBezTo>
                  <a:pt x="58532" y="100504"/>
                  <a:pt x="58859" y="96481"/>
                  <a:pt x="58859" y="90549"/>
                </a:cubicBezTo>
                <a:lnTo>
                  <a:pt x="58859" y="85613"/>
                </a:lnTo>
                <a:close/>
                <a:moveTo>
                  <a:pt x="194333" y="130738"/>
                </a:moveTo>
                <a:lnTo>
                  <a:pt x="169273" y="130738"/>
                </a:lnTo>
                <a:lnTo>
                  <a:pt x="169273" y="82458"/>
                </a:lnTo>
                <a:cubicBezTo>
                  <a:pt x="169273" y="72243"/>
                  <a:pt x="168738" y="65637"/>
                  <a:pt x="167668" y="62638"/>
                </a:cubicBezTo>
                <a:cubicBezTo>
                  <a:pt x="166597" y="59639"/>
                  <a:pt x="164858" y="57309"/>
                  <a:pt x="162451" y="55646"/>
                </a:cubicBezTo>
                <a:cubicBezTo>
                  <a:pt x="160043" y="53983"/>
                  <a:pt x="157144" y="53151"/>
                  <a:pt x="153756" y="53151"/>
                </a:cubicBezTo>
                <a:cubicBezTo>
                  <a:pt x="149415" y="53151"/>
                  <a:pt x="145521" y="54340"/>
                  <a:pt x="142073" y="56716"/>
                </a:cubicBezTo>
                <a:cubicBezTo>
                  <a:pt x="138625" y="59090"/>
                  <a:pt x="136261" y="62238"/>
                  <a:pt x="134983" y="66158"/>
                </a:cubicBezTo>
                <a:cubicBezTo>
                  <a:pt x="133705" y="70076"/>
                  <a:pt x="133066" y="77321"/>
                  <a:pt x="133066" y="87893"/>
                </a:cubicBezTo>
                <a:lnTo>
                  <a:pt x="133066" y="130738"/>
                </a:lnTo>
                <a:lnTo>
                  <a:pt x="108006" y="130738"/>
                </a:lnTo>
                <a:lnTo>
                  <a:pt x="108006" y="36029"/>
                </a:lnTo>
                <a:lnTo>
                  <a:pt x="131282" y="36029"/>
                </a:lnTo>
                <a:lnTo>
                  <a:pt x="131282" y="49941"/>
                </a:lnTo>
                <a:cubicBezTo>
                  <a:pt x="139546" y="39239"/>
                  <a:pt x="149951" y="33888"/>
                  <a:pt x="162495" y="33888"/>
                </a:cubicBezTo>
                <a:cubicBezTo>
                  <a:pt x="168024" y="33888"/>
                  <a:pt x="173078" y="34884"/>
                  <a:pt x="177656" y="36876"/>
                </a:cubicBezTo>
                <a:cubicBezTo>
                  <a:pt x="182234" y="38868"/>
                  <a:pt x="185697" y="41409"/>
                  <a:pt x="188045" y="44501"/>
                </a:cubicBezTo>
                <a:cubicBezTo>
                  <a:pt x="190394" y="47593"/>
                  <a:pt x="192029" y="51100"/>
                  <a:pt x="192950" y="55024"/>
                </a:cubicBezTo>
                <a:cubicBezTo>
                  <a:pt x="193872" y="58948"/>
                  <a:pt x="194333" y="64566"/>
                  <a:pt x="194333" y="71879"/>
                </a:cubicBezTo>
                <a:lnTo>
                  <a:pt x="194333" y="130738"/>
                </a:lnTo>
                <a:close/>
                <a:moveTo>
                  <a:pt x="306603" y="130738"/>
                </a:moveTo>
                <a:lnTo>
                  <a:pt x="283327" y="130738"/>
                </a:lnTo>
                <a:lnTo>
                  <a:pt x="283327" y="116826"/>
                </a:lnTo>
                <a:cubicBezTo>
                  <a:pt x="279463" y="122236"/>
                  <a:pt x="274900" y="126264"/>
                  <a:pt x="269638" y="128910"/>
                </a:cubicBezTo>
                <a:cubicBezTo>
                  <a:pt x="264376" y="131556"/>
                  <a:pt x="259070" y="132879"/>
                  <a:pt x="253719" y="132879"/>
                </a:cubicBezTo>
                <a:cubicBezTo>
                  <a:pt x="242839" y="132879"/>
                  <a:pt x="233520" y="128494"/>
                  <a:pt x="225761" y="119724"/>
                </a:cubicBezTo>
                <a:cubicBezTo>
                  <a:pt x="218003" y="110955"/>
                  <a:pt x="214123" y="98722"/>
                  <a:pt x="214123" y="83027"/>
                </a:cubicBezTo>
                <a:cubicBezTo>
                  <a:pt x="214123" y="66974"/>
                  <a:pt x="217899" y="54772"/>
                  <a:pt x="225449" y="46418"/>
                </a:cubicBezTo>
                <a:cubicBezTo>
                  <a:pt x="233000" y="38065"/>
                  <a:pt x="242542" y="33888"/>
                  <a:pt x="254076" y="33888"/>
                </a:cubicBezTo>
                <a:cubicBezTo>
                  <a:pt x="264659" y="33888"/>
                  <a:pt x="273814" y="38288"/>
                  <a:pt x="281543" y="47087"/>
                </a:cubicBezTo>
                <a:lnTo>
                  <a:pt x="281543" y="0"/>
                </a:lnTo>
                <a:lnTo>
                  <a:pt x="306603" y="0"/>
                </a:lnTo>
                <a:lnTo>
                  <a:pt x="306603" y="130738"/>
                </a:lnTo>
                <a:moveTo>
                  <a:pt x="239718" y="81380"/>
                </a:moveTo>
                <a:cubicBezTo>
                  <a:pt x="239718" y="91472"/>
                  <a:pt x="241115" y="98774"/>
                  <a:pt x="243909" y="103285"/>
                </a:cubicBezTo>
                <a:cubicBezTo>
                  <a:pt x="247952" y="109815"/>
                  <a:pt x="253600" y="113081"/>
                  <a:pt x="260854" y="113081"/>
                </a:cubicBezTo>
                <a:cubicBezTo>
                  <a:pt x="266621" y="113081"/>
                  <a:pt x="271526" y="110632"/>
                  <a:pt x="275568" y="105734"/>
                </a:cubicBezTo>
                <a:cubicBezTo>
                  <a:pt x="279611" y="100837"/>
                  <a:pt x="281633" y="93520"/>
                  <a:pt x="281633" y="83785"/>
                </a:cubicBezTo>
                <a:cubicBezTo>
                  <a:pt x="281633" y="72920"/>
                  <a:pt x="279671" y="65098"/>
                  <a:pt x="275747" y="60319"/>
                </a:cubicBezTo>
                <a:cubicBezTo>
                  <a:pt x="271823" y="55541"/>
                  <a:pt x="266799" y="53151"/>
                  <a:pt x="260675" y="53151"/>
                </a:cubicBezTo>
                <a:cubicBezTo>
                  <a:pt x="254730" y="53151"/>
                  <a:pt x="249751" y="55511"/>
                  <a:pt x="245738" y="60230"/>
                </a:cubicBezTo>
                <a:cubicBezTo>
                  <a:pt x="241724" y="64949"/>
                  <a:pt x="239718" y="71999"/>
                  <a:pt x="239718" y="81380"/>
                </a:cubicBezTo>
                <a:close/>
                <a:moveTo>
                  <a:pt x="464617" y="64031"/>
                </a:moveTo>
                <a:lnTo>
                  <a:pt x="439914" y="68490"/>
                </a:lnTo>
                <a:cubicBezTo>
                  <a:pt x="439082" y="63585"/>
                  <a:pt x="437194" y="59892"/>
                  <a:pt x="434251" y="57410"/>
                </a:cubicBezTo>
                <a:cubicBezTo>
                  <a:pt x="431308" y="54928"/>
                  <a:pt x="427489" y="53686"/>
                  <a:pt x="422792" y="53686"/>
                </a:cubicBezTo>
                <a:cubicBezTo>
                  <a:pt x="416549" y="53686"/>
                  <a:pt x="411570" y="55835"/>
                  <a:pt x="407854" y="60133"/>
                </a:cubicBezTo>
                <a:cubicBezTo>
                  <a:pt x="404138" y="64430"/>
                  <a:pt x="402280" y="71616"/>
                  <a:pt x="402280" y="81692"/>
                </a:cubicBezTo>
                <a:cubicBezTo>
                  <a:pt x="402280" y="92895"/>
                  <a:pt x="404168" y="100809"/>
                  <a:pt x="407943" y="105433"/>
                </a:cubicBezTo>
                <a:cubicBezTo>
                  <a:pt x="411719" y="110056"/>
                  <a:pt x="416787" y="112367"/>
                  <a:pt x="423148" y="112367"/>
                </a:cubicBezTo>
                <a:cubicBezTo>
                  <a:pt x="427905" y="112367"/>
                  <a:pt x="431799" y="111015"/>
                  <a:pt x="434831" y="108309"/>
                </a:cubicBezTo>
                <a:cubicBezTo>
                  <a:pt x="437863" y="105604"/>
                  <a:pt x="440004" y="100952"/>
                  <a:pt x="441252" y="94353"/>
                </a:cubicBezTo>
                <a:lnTo>
                  <a:pt x="465866" y="98633"/>
                </a:lnTo>
                <a:cubicBezTo>
                  <a:pt x="463309" y="109929"/>
                  <a:pt x="458404" y="118461"/>
                  <a:pt x="451151" y="124228"/>
                </a:cubicBezTo>
                <a:cubicBezTo>
                  <a:pt x="443898" y="129995"/>
                  <a:pt x="434177" y="132879"/>
                  <a:pt x="421989" y="132879"/>
                </a:cubicBezTo>
                <a:cubicBezTo>
                  <a:pt x="408136" y="132879"/>
                  <a:pt x="397093" y="128509"/>
                  <a:pt x="388859" y="119769"/>
                </a:cubicBezTo>
                <a:cubicBezTo>
                  <a:pt x="380624" y="111029"/>
                  <a:pt x="376507" y="98931"/>
                  <a:pt x="376507" y="83473"/>
                </a:cubicBezTo>
                <a:cubicBezTo>
                  <a:pt x="376507" y="67836"/>
                  <a:pt x="380639" y="55663"/>
                  <a:pt x="388903" y="46953"/>
                </a:cubicBezTo>
                <a:cubicBezTo>
                  <a:pt x="397167" y="38243"/>
                  <a:pt x="408345" y="33888"/>
                  <a:pt x="422435" y="33888"/>
                </a:cubicBezTo>
                <a:cubicBezTo>
                  <a:pt x="433969" y="33888"/>
                  <a:pt x="443140" y="36371"/>
                  <a:pt x="449947" y="41335"/>
                </a:cubicBezTo>
                <a:cubicBezTo>
                  <a:pt x="456755" y="46299"/>
                  <a:pt x="461645" y="53865"/>
                  <a:pt x="464617" y="64031"/>
                </a:cubicBezTo>
                <a:close/>
                <a:moveTo>
                  <a:pt x="477825" y="82046"/>
                </a:moveTo>
                <a:cubicBezTo>
                  <a:pt x="477825" y="73722"/>
                  <a:pt x="479876" y="65666"/>
                  <a:pt x="483978" y="57878"/>
                </a:cubicBezTo>
                <a:cubicBezTo>
                  <a:pt x="488080" y="50090"/>
                  <a:pt x="493892" y="44144"/>
                  <a:pt x="501413" y="40042"/>
                </a:cubicBezTo>
                <a:cubicBezTo>
                  <a:pt x="508934" y="35940"/>
                  <a:pt x="517331" y="33888"/>
                  <a:pt x="526606" y="33888"/>
                </a:cubicBezTo>
                <a:cubicBezTo>
                  <a:pt x="540934" y="33888"/>
                  <a:pt x="552677" y="38541"/>
                  <a:pt x="561832" y="47845"/>
                </a:cubicBezTo>
                <a:cubicBezTo>
                  <a:pt x="570988" y="57150"/>
                  <a:pt x="575566" y="68907"/>
                  <a:pt x="575566" y="83116"/>
                </a:cubicBezTo>
                <a:cubicBezTo>
                  <a:pt x="575566" y="97444"/>
                  <a:pt x="570944" y="109320"/>
                  <a:pt x="561699" y="118743"/>
                </a:cubicBezTo>
                <a:cubicBezTo>
                  <a:pt x="552454" y="128167"/>
                  <a:pt x="540816" y="132879"/>
                  <a:pt x="526785" y="132879"/>
                </a:cubicBezTo>
                <a:cubicBezTo>
                  <a:pt x="518104" y="132879"/>
                  <a:pt x="509825" y="130917"/>
                  <a:pt x="501948" y="126993"/>
                </a:cubicBezTo>
                <a:cubicBezTo>
                  <a:pt x="494070" y="123069"/>
                  <a:pt x="488080" y="117317"/>
                  <a:pt x="483978" y="109736"/>
                </a:cubicBezTo>
                <a:cubicBezTo>
                  <a:pt x="479876" y="102156"/>
                  <a:pt x="477825" y="92926"/>
                  <a:pt x="477825" y="82046"/>
                </a:cubicBezTo>
                <a:moveTo>
                  <a:pt x="503509" y="83383"/>
                </a:moveTo>
                <a:cubicBezTo>
                  <a:pt x="503509" y="92747"/>
                  <a:pt x="505738" y="99919"/>
                  <a:pt x="510197" y="104898"/>
                </a:cubicBezTo>
                <a:cubicBezTo>
                  <a:pt x="514656" y="109877"/>
                  <a:pt x="520156" y="112367"/>
                  <a:pt x="526695" y="112367"/>
                </a:cubicBezTo>
                <a:cubicBezTo>
                  <a:pt x="533235" y="112367"/>
                  <a:pt x="538720" y="109877"/>
                  <a:pt x="543149" y="104898"/>
                </a:cubicBezTo>
                <a:cubicBezTo>
                  <a:pt x="547578" y="99919"/>
                  <a:pt x="549793" y="92688"/>
                  <a:pt x="549793" y="83205"/>
                </a:cubicBezTo>
                <a:cubicBezTo>
                  <a:pt x="549793" y="73960"/>
                  <a:pt x="547578" y="66848"/>
                  <a:pt x="543149" y="61869"/>
                </a:cubicBezTo>
                <a:cubicBezTo>
                  <a:pt x="538720" y="56890"/>
                  <a:pt x="533235" y="54400"/>
                  <a:pt x="526695" y="54400"/>
                </a:cubicBezTo>
                <a:cubicBezTo>
                  <a:pt x="520156" y="54400"/>
                  <a:pt x="514656" y="56890"/>
                  <a:pt x="510197" y="61869"/>
                </a:cubicBezTo>
                <a:cubicBezTo>
                  <a:pt x="505738" y="66848"/>
                  <a:pt x="503509" y="74020"/>
                  <a:pt x="503509" y="83383"/>
                </a:cubicBezTo>
                <a:close/>
                <a:moveTo>
                  <a:pt x="681327" y="130738"/>
                </a:moveTo>
                <a:lnTo>
                  <a:pt x="656267" y="130738"/>
                </a:lnTo>
                <a:lnTo>
                  <a:pt x="656267" y="82458"/>
                </a:lnTo>
                <a:cubicBezTo>
                  <a:pt x="656267" y="72243"/>
                  <a:pt x="655732" y="65637"/>
                  <a:pt x="654662" y="62638"/>
                </a:cubicBezTo>
                <a:cubicBezTo>
                  <a:pt x="653591" y="59639"/>
                  <a:pt x="651852" y="57309"/>
                  <a:pt x="649445" y="55646"/>
                </a:cubicBezTo>
                <a:cubicBezTo>
                  <a:pt x="647037" y="53983"/>
                  <a:pt x="644138" y="53151"/>
                  <a:pt x="640750" y="53151"/>
                </a:cubicBezTo>
                <a:cubicBezTo>
                  <a:pt x="636409" y="53151"/>
                  <a:pt x="632515" y="54340"/>
                  <a:pt x="629067" y="56716"/>
                </a:cubicBezTo>
                <a:cubicBezTo>
                  <a:pt x="625619" y="59090"/>
                  <a:pt x="623255" y="62238"/>
                  <a:pt x="621977" y="66158"/>
                </a:cubicBezTo>
                <a:cubicBezTo>
                  <a:pt x="620699" y="70076"/>
                  <a:pt x="620060" y="77321"/>
                  <a:pt x="620060" y="87893"/>
                </a:cubicBezTo>
                <a:lnTo>
                  <a:pt x="620060" y="130738"/>
                </a:lnTo>
                <a:lnTo>
                  <a:pt x="595000" y="130738"/>
                </a:lnTo>
                <a:lnTo>
                  <a:pt x="595000" y="36029"/>
                </a:lnTo>
                <a:lnTo>
                  <a:pt x="618276" y="36029"/>
                </a:lnTo>
                <a:lnTo>
                  <a:pt x="618276" y="49941"/>
                </a:lnTo>
                <a:cubicBezTo>
                  <a:pt x="626540" y="39239"/>
                  <a:pt x="636944" y="33888"/>
                  <a:pt x="649489" y="33888"/>
                </a:cubicBezTo>
                <a:cubicBezTo>
                  <a:pt x="655018" y="33888"/>
                  <a:pt x="660072" y="34884"/>
                  <a:pt x="664650" y="36876"/>
                </a:cubicBezTo>
                <a:cubicBezTo>
                  <a:pt x="669228" y="38868"/>
                  <a:pt x="672691" y="41409"/>
                  <a:pt x="675039" y="44501"/>
                </a:cubicBezTo>
                <a:cubicBezTo>
                  <a:pt x="677388" y="47593"/>
                  <a:pt x="679023" y="51100"/>
                  <a:pt x="679944" y="55024"/>
                </a:cubicBezTo>
                <a:cubicBezTo>
                  <a:pt x="680866" y="58948"/>
                  <a:pt x="681327" y="64566"/>
                  <a:pt x="681327" y="71879"/>
                </a:cubicBezTo>
                <a:lnTo>
                  <a:pt x="681327" y="130738"/>
                </a:lnTo>
                <a:close/>
                <a:moveTo>
                  <a:pt x="697907" y="103806"/>
                </a:moveTo>
                <a:lnTo>
                  <a:pt x="723056" y="99882"/>
                </a:lnTo>
                <a:cubicBezTo>
                  <a:pt x="724126" y="104727"/>
                  <a:pt x="726296" y="108406"/>
                  <a:pt x="729566" y="110918"/>
                </a:cubicBezTo>
                <a:cubicBezTo>
                  <a:pt x="732836" y="113430"/>
                  <a:pt x="737414" y="114686"/>
                  <a:pt x="743300" y="114686"/>
                </a:cubicBezTo>
                <a:cubicBezTo>
                  <a:pt x="749780" y="114686"/>
                  <a:pt x="754655" y="113499"/>
                  <a:pt x="757925" y="111124"/>
                </a:cubicBezTo>
                <a:cubicBezTo>
                  <a:pt x="760125" y="109461"/>
                  <a:pt x="761225" y="107235"/>
                  <a:pt x="761225" y="104444"/>
                </a:cubicBezTo>
                <a:cubicBezTo>
                  <a:pt x="761225" y="102543"/>
                  <a:pt x="760630" y="100970"/>
                  <a:pt x="759441" y="99723"/>
                </a:cubicBezTo>
                <a:cubicBezTo>
                  <a:pt x="758193" y="98536"/>
                  <a:pt x="755398" y="97438"/>
                  <a:pt x="751058" y="96429"/>
                </a:cubicBezTo>
                <a:cubicBezTo>
                  <a:pt x="730844" y="91977"/>
                  <a:pt x="718032" y="87910"/>
                  <a:pt x="712622" y="84228"/>
                </a:cubicBezTo>
                <a:cubicBezTo>
                  <a:pt x="705130" y="79119"/>
                  <a:pt x="701385" y="72020"/>
                  <a:pt x="701385" y="62933"/>
                </a:cubicBezTo>
                <a:cubicBezTo>
                  <a:pt x="701385" y="54736"/>
                  <a:pt x="704625" y="47846"/>
                  <a:pt x="711106" y="42263"/>
                </a:cubicBezTo>
                <a:cubicBezTo>
                  <a:pt x="717586" y="36680"/>
                  <a:pt x="727634" y="33888"/>
                  <a:pt x="741248" y="33888"/>
                </a:cubicBezTo>
                <a:cubicBezTo>
                  <a:pt x="754209" y="33888"/>
                  <a:pt x="763841" y="35992"/>
                  <a:pt x="770143" y="40198"/>
                </a:cubicBezTo>
                <a:cubicBezTo>
                  <a:pt x="776445" y="44404"/>
                  <a:pt x="780785" y="50625"/>
                  <a:pt x="783163" y="58859"/>
                </a:cubicBezTo>
                <a:lnTo>
                  <a:pt x="759530" y="63318"/>
                </a:lnTo>
                <a:cubicBezTo>
                  <a:pt x="758520" y="59632"/>
                  <a:pt x="756602" y="56808"/>
                  <a:pt x="753778" y="54846"/>
                </a:cubicBezTo>
                <a:cubicBezTo>
                  <a:pt x="750954" y="52884"/>
                  <a:pt x="746926" y="51903"/>
                  <a:pt x="741694" y="51903"/>
                </a:cubicBezTo>
                <a:cubicBezTo>
                  <a:pt x="735095" y="51903"/>
                  <a:pt x="730368" y="52823"/>
                  <a:pt x="727515" y="54665"/>
                </a:cubicBezTo>
                <a:cubicBezTo>
                  <a:pt x="725612" y="55969"/>
                  <a:pt x="724661" y="57661"/>
                  <a:pt x="724661" y="59740"/>
                </a:cubicBezTo>
                <a:cubicBezTo>
                  <a:pt x="724661" y="61519"/>
                  <a:pt x="725493" y="63033"/>
                  <a:pt x="727158" y="64279"/>
                </a:cubicBezTo>
                <a:cubicBezTo>
                  <a:pt x="729417" y="65942"/>
                  <a:pt x="737220" y="68288"/>
                  <a:pt x="750568" y="71316"/>
                </a:cubicBezTo>
                <a:cubicBezTo>
                  <a:pt x="763915" y="74345"/>
                  <a:pt x="773234" y="78060"/>
                  <a:pt x="778526" y="82461"/>
                </a:cubicBezTo>
                <a:cubicBezTo>
                  <a:pt x="783758" y="86924"/>
                  <a:pt x="786374" y="93140"/>
                  <a:pt x="786374" y="101111"/>
                </a:cubicBezTo>
                <a:cubicBezTo>
                  <a:pt x="786374" y="109797"/>
                  <a:pt x="782747" y="117263"/>
                  <a:pt x="775494" y="123509"/>
                </a:cubicBezTo>
                <a:cubicBezTo>
                  <a:pt x="768240" y="129755"/>
                  <a:pt x="757509" y="132879"/>
                  <a:pt x="743300" y="132879"/>
                </a:cubicBezTo>
                <a:cubicBezTo>
                  <a:pt x="730398" y="132879"/>
                  <a:pt x="720187" y="130271"/>
                  <a:pt x="712666" y="125056"/>
                </a:cubicBezTo>
                <a:cubicBezTo>
                  <a:pt x="705145" y="119839"/>
                  <a:pt x="700226" y="112755"/>
                  <a:pt x="697907" y="103806"/>
                </a:cubicBezTo>
                <a:close/>
                <a:moveTo>
                  <a:pt x="851752" y="36029"/>
                </a:moveTo>
                <a:lnTo>
                  <a:pt x="851752" y="56005"/>
                </a:lnTo>
                <a:lnTo>
                  <a:pt x="834629" y="56005"/>
                </a:lnTo>
                <a:lnTo>
                  <a:pt x="834629" y="94113"/>
                </a:lnTo>
                <a:cubicBezTo>
                  <a:pt x="834629" y="101831"/>
                  <a:pt x="834792" y="106328"/>
                  <a:pt x="835119" y="107604"/>
                </a:cubicBezTo>
                <a:cubicBezTo>
                  <a:pt x="835446" y="108879"/>
                  <a:pt x="836190" y="109932"/>
                  <a:pt x="837349" y="110765"/>
                </a:cubicBezTo>
                <a:cubicBezTo>
                  <a:pt x="838508" y="111595"/>
                  <a:pt x="839920" y="112010"/>
                  <a:pt x="841585" y="112010"/>
                </a:cubicBezTo>
                <a:cubicBezTo>
                  <a:pt x="843904" y="112010"/>
                  <a:pt x="847263" y="111208"/>
                  <a:pt x="851662" y="109602"/>
                </a:cubicBezTo>
                <a:lnTo>
                  <a:pt x="853803" y="129116"/>
                </a:lnTo>
                <a:cubicBezTo>
                  <a:pt x="847976" y="131624"/>
                  <a:pt x="841377" y="132879"/>
                  <a:pt x="834005" y="132879"/>
                </a:cubicBezTo>
                <a:cubicBezTo>
                  <a:pt x="829486" y="132879"/>
                  <a:pt x="825414" y="132120"/>
                  <a:pt x="821787" y="130604"/>
                </a:cubicBezTo>
                <a:cubicBezTo>
                  <a:pt x="818160" y="129088"/>
                  <a:pt x="815500" y="127126"/>
                  <a:pt x="813805" y="124719"/>
                </a:cubicBezTo>
                <a:cubicBezTo>
                  <a:pt x="812111" y="122311"/>
                  <a:pt x="810937" y="119056"/>
                  <a:pt x="810283" y="114953"/>
                </a:cubicBezTo>
                <a:cubicBezTo>
                  <a:pt x="809748" y="112040"/>
                  <a:pt x="809480" y="106154"/>
                  <a:pt x="809480" y="97296"/>
                </a:cubicBezTo>
                <a:lnTo>
                  <a:pt x="809480" y="56005"/>
                </a:lnTo>
                <a:lnTo>
                  <a:pt x="797976" y="56005"/>
                </a:lnTo>
                <a:lnTo>
                  <a:pt x="797976" y="36029"/>
                </a:lnTo>
                <a:lnTo>
                  <a:pt x="809480" y="36029"/>
                </a:lnTo>
                <a:lnTo>
                  <a:pt x="809480" y="17123"/>
                </a:lnTo>
                <a:lnTo>
                  <a:pt x="834629" y="2319"/>
                </a:lnTo>
                <a:lnTo>
                  <a:pt x="834629" y="36029"/>
                </a:lnTo>
                <a:lnTo>
                  <a:pt x="851752" y="36029"/>
                </a:lnTo>
                <a:close/>
                <a:moveTo>
                  <a:pt x="893130" y="130738"/>
                </a:moveTo>
                <a:lnTo>
                  <a:pt x="868070" y="130738"/>
                </a:lnTo>
                <a:lnTo>
                  <a:pt x="868070" y="36029"/>
                </a:lnTo>
                <a:lnTo>
                  <a:pt x="891346" y="36029"/>
                </a:lnTo>
                <a:lnTo>
                  <a:pt x="891346" y="49495"/>
                </a:lnTo>
                <a:cubicBezTo>
                  <a:pt x="895330" y="43133"/>
                  <a:pt x="898912" y="38942"/>
                  <a:pt x="902092" y="36921"/>
                </a:cubicBezTo>
                <a:cubicBezTo>
                  <a:pt x="905273" y="34899"/>
                  <a:pt x="908885" y="33888"/>
                  <a:pt x="912928" y="33888"/>
                </a:cubicBezTo>
                <a:cubicBezTo>
                  <a:pt x="918635" y="33888"/>
                  <a:pt x="924135" y="35464"/>
                  <a:pt x="929426" y="38615"/>
                </a:cubicBezTo>
                <a:lnTo>
                  <a:pt x="921667" y="60464"/>
                </a:lnTo>
                <a:cubicBezTo>
                  <a:pt x="917446" y="57729"/>
                  <a:pt x="913522" y="56362"/>
                  <a:pt x="909896" y="56362"/>
                </a:cubicBezTo>
                <a:cubicBezTo>
                  <a:pt x="906388" y="56362"/>
                  <a:pt x="903415" y="57328"/>
                  <a:pt x="900978" y="59260"/>
                </a:cubicBezTo>
                <a:cubicBezTo>
                  <a:pt x="898540" y="61192"/>
                  <a:pt x="896623" y="64685"/>
                  <a:pt x="895225" y="69739"/>
                </a:cubicBezTo>
                <a:cubicBezTo>
                  <a:pt x="893828" y="74792"/>
                  <a:pt x="893130" y="85375"/>
                  <a:pt x="893130" y="101487"/>
                </a:cubicBezTo>
                <a:lnTo>
                  <a:pt x="893130" y="130738"/>
                </a:lnTo>
                <a:close/>
                <a:moveTo>
                  <a:pt x="1002561" y="130738"/>
                </a:moveTo>
                <a:lnTo>
                  <a:pt x="1002561" y="116559"/>
                </a:lnTo>
                <a:cubicBezTo>
                  <a:pt x="999113" y="121612"/>
                  <a:pt x="994580" y="125595"/>
                  <a:pt x="988961" y="128509"/>
                </a:cubicBezTo>
                <a:cubicBezTo>
                  <a:pt x="983343" y="131422"/>
                  <a:pt x="977412" y="132879"/>
                  <a:pt x="971170" y="132879"/>
                </a:cubicBezTo>
                <a:cubicBezTo>
                  <a:pt x="964808" y="132879"/>
                  <a:pt x="959101" y="131481"/>
                  <a:pt x="954047" y="128687"/>
                </a:cubicBezTo>
                <a:cubicBezTo>
                  <a:pt x="948994" y="125893"/>
                  <a:pt x="945337" y="121969"/>
                  <a:pt x="943078" y="116915"/>
                </a:cubicBezTo>
                <a:cubicBezTo>
                  <a:pt x="940819" y="111862"/>
                  <a:pt x="939689" y="104876"/>
                  <a:pt x="939689" y="95958"/>
                </a:cubicBezTo>
                <a:lnTo>
                  <a:pt x="939689" y="36029"/>
                </a:lnTo>
                <a:lnTo>
                  <a:pt x="964749" y="36029"/>
                </a:lnTo>
                <a:lnTo>
                  <a:pt x="964749" y="79448"/>
                </a:lnTo>
                <a:cubicBezTo>
                  <a:pt x="964749" y="92736"/>
                  <a:pt x="965210" y="100878"/>
                  <a:pt x="966131" y="103873"/>
                </a:cubicBezTo>
                <a:cubicBezTo>
                  <a:pt x="967053" y="106868"/>
                  <a:pt x="968732" y="109240"/>
                  <a:pt x="971170" y="110990"/>
                </a:cubicBezTo>
                <a:cubicBezTo>
                  <a:pt x="973607" y="112741"/>
                  <a:pt x="976699" y="113616"/>
                  <a:pt x="980445" y="113616"/>
                </a:cubicBezTo>
                <a:cubicBezTo>
                  <a:pt x="984725" y="113616"/>
                  <a:pt x="988560" y="112444"/>
                  <a:pt x="991949" y="110101"/>
                </a:cubicBezTo>
                <a:cubicBezTo>
                  <a:pt x="995338" y="107758"/>
                  <a:pt x="997656" y="104852"/>
                  <a:pt x="998905" y="101381"/>
                </a:cubicBezTo>
                <a:cubicBezTo>
                  <a:pt x="1000153" y="97911"/>
                  <a:pt x="1000778" y="89413"/>
                  <a:pt x="1000778" y="75890"/>
                </a:cubicBezTo>
                <a:lnTo>
                  <a:pt x="1000778" y="36029"/>
                </a:lnTo>
                <a:lnTo>
                  <a:pt x="1025837" y="36029"/>
                </a:lnTo>
                <a:lnTo>
                  <a:pt x="1025837" y="130738"/>
                </a:lnTo>
                <a:lnTo>
                  <a:pt x="1002561" y="130738"/>
                </a:lnTo>
                <a:close/>
                <a:moveTo>
                  <a:pt x="1134362" y="64031"/>
                </a:moveTo>
                <a:lnTo>
                  <a:pt x="1109659" y="68490"/>
                </a:lnTo>
                <a:cubicBezTo>
                  <a:pt x="1108827" y="63585"/>
                  <a:pt x="1106939" y="59892"/>
                  <a:pt x="1103996" y="57410"/>
                </a:cubicBezTo>
                <a:cubicBezTo>
                  <a:pt x="1101053" y="54928"/>
                  <a:pt x="1097234" y="53686"/>
                  <a:pt x="1092537" y="53686"/>
                </a:cubicBezTo>
                <a:cubicBezTo>
                  <a:pt x="1086294" y="53686"/>
                  <a:pt x="1081315" y="55835"/>
                  <a:pt x="1077599" y="60133"/>
                </a:cubicBezTo>
                <a:cubicBezTo>
                  <a:pt x="1073883" y="64430"/>
                  <a:pt x="1072025" y="71616"/>
                  <a:pt x="1072025" y="81692"/>
                </a:cubicBezTo>
                <a:cubicBezTo>
                  <a:pt x="1072025" y="92895"/>
                  <a:pt x="1073913" y="100809"/>
                  <a:pt x="1077688" y="105433"/>
                </a:cubicBezTo>
                <a:cubicBezTo>
                  <a:pt x="1081464" y="110056"/>
                  <a:pt x="1086532" y="112367"/>
                  <a:pt x="1092893" y="112367"/>
                </a:cubicBezTo>
                <a:cubicBezTo>
                  <a:pt x="1097650" y="112367"/>
                  <a:pt x="1101544" y="111015"/>
                  <a:pt x="1104576" y="108309"/>
                </a:cubicBezTo>
                <a:cubicBezTo>
                  <a:pt x="1107608" y="105604"/>
                  <a:pt x="1109748" y="100952"/>
                  <a:pt x="1110997" y="94353"/>
                </a:cubicBezTo>
                <a:lnTo>
                  <a:pt x="1135611" y="98633"/>
                </a:lnTo>
                <a:cubicBezTo>
                  <a:pt x="1133054" y="109929"/>
                  <a:pt x="1128149" y="118461"/>
                  <a:pt x="1120896" y="124228"/>
                </a:cubicBezTo>
                <a:cubicBezTo>
                  <a:pt x="1113643" y="129995"/>
                  <a:pt x="1103922" y="132879"/>
                  <a:pt x="1091734" y="132879"/>
                </a:cubicBezTo>
                <a:cubicBezTo>
                  <a:pt x="1077881" y="132879"/>
                  <a:pt x="1066838" y="128509"/>
                  <a:pt x="1058604" y="119769"/>
                </a:cubicBezTo>
                <a:cubicBezTo>
                  <a:pt x="1050369" y="111029"/>
                  <a:pt x="1046252" y="98931"/>
                  <a:pt x="1046252" y="83473"/>
                </a:cubicBezTo>
                <a:cubicBezTo>
                  <a:pt x="1046252" y="67836"/>
                  <a:pt x="1050384" y="55663"/>
                  <a:pt x="1058648" y="46953"/>
                </a:cubicBezTo>
                <a:cubicBezTo>
                  <a:pt x="1066912" y="38243"/>
                  <a:pt x="1078090" y="33888"/>
                  <a:pt x="1092180" y="33888"/>
                </a:cubicBezTo>
                <a:cubicBezTo>
                  <a:pt x="1103714" y="33888"/>
                  <a:pt x="1112885" y="36371"/>
                  <a:pt x="1119692" y="41335"/>
                </a:cubicBezTo>
                <a:cubicBezTo>
                  <a:pt x="1126500" y="46299"/>
                  <a:pt x="1131390" y="53865"/>
                  <a:pt x="1134362" y="64031"/>
                </a:cubicBezTo>
                <a:close/>
                <a:moveTo>
                  <a:pt x="1196797" y="36029"/>
                </a:moveTo>
                <a:lnTo>
                  <a:pt x="1196797" y="56005"/>
                </a:lnTo>
                <a:lnTo>
                  <a:pt x="1179675" y="56005"/>
                </a:lnTo>
                <a:lnTo>
                  <a:pt x="1179675" y="94113"/>
                </a:lnTo>
                <a:cubicBezTo>
                  <a:pt x="1179675" y="101831"/>
                  <a:pt x="1179838" y="106328"/>
                  <a:pt x="1180165" y="107604"/>
                </a:cubicBezTo>
                <a:cubicBezTo>
                  <a:pt x="1180492" y="108879"/>
                  <a:pt x="1181235" y="109932"/>
                  <a:pt x="1182395" y="110765"/>
                </a:cubicBezTo>
                <a:cubicBezTo>
                  <a:pt x="1183554" y="111595"/>
                  <a:pt x="1184966" y="112010"/>
                  <a:pt x="1186631" y="112010"/>
                </a:cubicBezTo>
                <a:cubicBezTo>
                  <a:pt x="1188949" y="112010"/>
                  <a:pt x="1192308" y="111208"/>
                  <a:pt x="1196708" y="109602"/>
                </a:cubicBezTo>
                <a:lnTo>
                  <a:pt x="1198848" y="129116"/>
                </a:lnTo>
                <a:cubicBezTo>
                  <a:pt x="1193022" y="131624"/>
                  <a:pt x="1186422" y="132879"/>
                  <a:pt x="1179050" y="132879"/>
                </a:cubicBezTo>
                <a:cubicBezTo>
                  <a:pt x="1174532" y="132879"/>
                  <a:pt x="1170459" y="132120"/>
                  <a:pt x="1166833" y="130604"/>
                </a:cubicBezTo>
                <a:cubicBezTo>
                  <a:pt x="1163206" y="129088"/>
                  <a:pt x="1160545" y="127126"/>
                  <a:pt x="1158851" y="124719"/>
                </a:cubicBezTo>
                <a:cubicBezTo>
                  <a:pt x="1157157" y="122311"/>
                  <a:pt x="1155982" y="119056"/>
                  <a:pt x="1155328" y="114953"/>
                </a:cubicBezTo>
                <a:cubicBezTo>
                  <a:pt x="1154793" y="112040"/>
                  <a:pt x="1154526" y="106154"/>
                  <a:pt x="1154526" y="97296"/>
                </a:cubicBezTo>
                <a:lnTo>
                  <a:pt x="1154526" y="56005"/>
                </a:lnTo>
                <a:lnTo>
                  <a:pt x="1143021" y="56005"/>
                </a:lnTo>
                <a:lnTo>
                  <a:pt x="1143021" y="36029"/>
                </a:lnTo>
                <a:lnTo>
                  <a:pt x="1154526" y="36029"/>
                </a:lnTo>
                <a:lnTo>
                  <a:pt x="1154526" y="17123"/>
                </a:lnTo>
                <a:lnTo>
                  <a:pt x="1179675" y="2319"/>
                </a:lnTo>
                <a:lnTo>
                  <a:pt x="1179675" y="36029"/>
                </a:lnTo>
                <a:lnTo>
                  <a:pt x="1196797" y="360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narrative">
            <a:extLst xmlns:a="http://schemas.openxmlformats.org/drawingml/2006/main">
              <a:ext uri="{FF2B5EF4-FFF2-40B4-BE49-F238E27FC236}">
                <a16:creationId xmlns:a16="http://schemas.microsoft.com/office/drawing/2014/main" id="{D2550379-F719-4F80-ACB4-C3D1929A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2" y="3648014"/>
            <a:ext cx="751726" cy="132879"/>
          </a:xfrm>
          <a:custGeom xmlns:a="http://schemas.openxmlformats.org/drawingml/2006/main">
            <a:pathLst>
              <a:path w="751726" h="132879">
                <a:moveTo>
                  <a:pt x="86326" y="130738"/>
                </a:moveTo>
                <a:lnTo>
                  <a:pt x="61267" y="130738"/>
                </a:lnTo>
                <a:lnTo>
                  <a:pt x="61267" y="82458"/>
                </a:lnTo>
                <a:cubicBezTo>
                  <a:pt x="61267" y="72243"/>
                  <a:pt x="60732" y="65637"/>
                  <a:pt x="59662" y="62638"/>
                </a:cubicBezTo>
                <a:cubicBezTo>
                  <a:pt x="58591" y="59639"/>
                  <a:pt x="56852" y="57309"/>
                  <a:pt x="54445" y="55646"/>
                </a:cubicBezTo>
                <a:cubicBezTo>
                  <a:pt x="52037" y="53983"/>
                  <a:pt x="49138" y="53151"/>
                  <a:pt x="45749" y="53151"/>
                </a:cubicBezTo>
                <a:cubicBezTo>
                  <a:pt x="41409" y="53151"/>
                  <a:pt x="37515" y="54340"/>
                  <a:pt x="34067" y="56716"/>
                </a:cubicBezTo>
                <a:cubicBezTo>
                  <a:pt x="30619" y="59090"/>
                  <a:pt x="28255" y="62238"/>
                  <a:pt x="26977" y="66158"/>
                </a:cubicBezTo>
                <a:cubicBezTo>
                  <a:pt x="25699" y="70076"/>
                  <a:pt x="25060" y="77321"/>
                  <a:pt x="25060" y="87893"/>
                </a:cubicBezTo>
                <a:lnTo>
                  <a:pt x="25060" y="130738"/>
                </a:lnTo>
                <a:lnTo>
                  <a:pt x="0" y="130738"/>
                </a:lnTo>
                <a:lnTo>
                  <a:pt x="0" y="36029"/>
                </a:lnTo>
                <a:lnTo>
                  <a:pt x="23276" y="36029"/>
                </a:lnTo>
                <a:lnTo>
                  <a:pt x="23276" y="49941"/>
                </a:lnTo>
                <a:cubicBezTo>
                  <a:pt x="31540" y="39239"/>
                  <a:pt x="41944" y="33888"/>
                  <a:pt x="54489" y="33888"/>
                </a:cubicBezTo>
                <a:cubicBezTo>
                  <a:pt x="60018" y="33888"/>
                  <a:pt x="65072" y="34884"/>
                  <a:pt x="69650" y="36876"/>
                </a:cubicBezTo>
                <a:cubicBezTo>
                  <a:pt x="74228" y="38868"/>
                  <a:pt x="77691" y="41409"/>
                  <a:pt x="80039" y="44501"/>
                </a:cubicBezTo>
                <a:cubicBezTo>
                  <a:pt x="82388" y="47593"/>
                  <a:pt x="84023" y="51100"/>
                  <a:pt x="84944" y="55024"/>
                </a:cubicBezTo>
                <a:cubicBezTo>
                  <a:pt x="85866" y="58948"/>
                  <a:pt x="86326" y="64566"/>
                  <a:pt x="86326" y="71879"/>
                </a:cubicBezTo>
                <a:lnTo>
                  <a:pt x="86326" y="130738"/>
                </a:lnTo>
                <a:close/>
                <a:moveTo>
                  <a:pt x="130464" y="65280"/>
                </a:moveTo>
                <a:lnTo>
                  <a:pt x="107723" y="61178"/>
                </a:lnTo>
                <a:cubicBezTo>
                  <a:pt x="110279" y="51901"/>
                  <a:pt x="114679" y="45034"/>
                  <a:pt x="120921" y="40577"/>
                </a:cubicBezTo>
                <a:cubicBezTo>
                  <a:pt x="127164" y="36118"/>
                  <a:pt x="136439" y="33888"/>
                  <a:pt x="148745" y="33888"/>
                </a:cubicBezTo>
                <a:cubicBezTo>
                  <a:pt x="159923" y="33888"/>
                  <a:pt x="168246" y="35211"/>
                  <a:pt x="173716" y="37857"/>
                </a:cubicBezTo>
                <a:cubicBezTo>
                  <a:pt x="179186" y="40503"/>
                  <a:pt x="183035" y="43862"/>
                  <a:pt x="185265" y="47934"/>
                </a:cubicBezTo>
                <a:cubicBezTo>
                  <a:pt x="187494" y="52007"/>
                  <a:pt x="188609" y="59483"/>
                  <a:pt x="188609" y="70363"/>
                </a:cubicBezTo>
                <a:lnTo>
                  <a:pt x="188341" y="99614"/>
                </a:lnTo>
                <a:cubicBezTo>
                  <a:pt x="188341" y="107938"/>
                  <a:pt x="188743" y="114076"/>
                  <a:pt x="189545" y="118030"/>
                </a:cubicBezTo>
                <a:cubicBezTo>
                  <a:pt x="190348" y="121984"/>
                  <a:pt x="191849" y="126220"/>
                  <a:pt x="194049" y="130738"/>
                </a:cubicBezTo>
                <a:lnTo>
                  <a:pt x="169257" y="130738"/>
                </a:lnTo>
                <a:cubicBezTo>
                  <a:pt x="168603" y="129073"/>
                  <a:pt x="167800" y="126606"/>
                  <a:pt x="166849" y="123336"/>
                </a:cubicBezTo>
                <a:cubicBezTo>
                  <a:pt x="166433" y="121850"/>
                  <a:pt x="166136" y="120869"/>
                  <a:pt x="165957" y="120393"/>
                </a:cubicBezTo>
                <a:cubicBezTo>
                  <a:pt x="161677" y="124555"/>
                  <a:pt x="157099" y="127676"/>
                  <a:pt x="152224" y="129757"/>
                </a:cubicBezTo>
                <a:cubicBezTo>
                  <a:pt x="147348" y="131838"/>
                  <a:pt x="142146" y="132879"/>
                  <a:pt x="136617" y="132879"/>
                </a:cubicBezTo>
                <a:cubicBezTo>
                  <a:pt x="126867" y="132879"/>
                  <a:pt x="119182" y="130244"/>
                  <a:pt x="113564" y="124975"/>
                </a:cubicBezTo>
                <a:cubicBezTo>
                  <a:pt x="107946" y="119706"/>
                  <a:pt x="105136" y="113045"/>
                  <a:pt x="105136" y="104993"/>
                </a:cubicBezTo>
                <a:cubicBezTo>
                  <a:pt x="105136" y="99664"/>
                  <a:pt x="106415" y="94914"/>
                  <a:pt x="108971" y="90741"/>
                </a:cubicBezTo>
                <a:cubicBezTo>
                  <a:pt x="111528" y="86566"/>
                  <a:pt x="115110" y="83369"/>
                  <a:pt x="119717" y="81148"/>
                </a:cubicBezTo>
                <a:cubicBezTo>
                  <a:pt x="124325" y="78928"/>
                  <a:pt x="130969" y="76989"/>
                  <a:pt x="139649" y="75332"/>
                </a:cubicBezTo>
                <a:cubicBezTo>
                  <a:pt x="151361" y="73142"/>
                  <a:pt x="159477" y="71099"/>
                  <a:pt x="163995" y="69204"/>
                </a:cubicBezTo>
                <a:lnTo>
                  <a:pt x="163995" y="66679"/>
                </a:lnTo>
                <a:cubicBezTo>
                  <a:pt x="163995" y="61809"/>
                  <a:pt x="162806" y="58338"/>
                  <a:pt x="160428" y="56264"/>
                </a:cubicBezTo>
                <a:cubicBezTo>
                  <a:pt x="158050" y="54189"/>
                  <a:pt x="153561" y="53151"/>
                  <a:pt x="146962" y="53151"/>
                </a:cubicBezTo>
                <a:cubicBezTo>
                  <a:pt x="142503" y="53151"/>
                  <a:pt x="139025" y="54049"/>
                  <a:pt x="136528" y="55844"/>
                </a:cubicBezTo>
                <a:cubicBezTo>
                  <a:pt x="134031" y="57636"/>
                  <a:pt x="132009" y="60782"/>
                  <a:pt x="130464" y="65280"/>
                </a:cubicBezTo>
                <a:moveTo>
                  <a:pt x="163995" y="85613"/>
                </a:moveTo>
                <a:cubicBezTo>
                  <a:pt x="160785" y="86670"/>
                  <a:pt x="155702" y="87934"/>
                  <a:pt x="148745" y="89403"/>
                </a:cubicBezTo>
                <a:cubicBezTo>
                  <a:pt x="141789" y="90871"/>
                  <a:pt x="137241" y="92310"/>
                  <a:pt x="135101" y="93720"/>
                </a:cubicBezTo>
                <a:cubicBezTo>
                  <a:pt x="131831" y="96011"/>
                  <a:pt x="130196" y="98919"/>
                  <a:pt x="130196" y="102443"/>
                </a:cubicBezTo>
                <a:cubicBezTo>
                  <a:pt x="130196" y="105910"/>
                  <a:pt x="131504" y="108907"/>
                  <a:pt x="134120" y="111433"/>
                </a:cubicBezTo>
                <a:cubicBezTo>
                  <a:pt x="136736" y="113958"/>
                  <a:pt x="140065" y="115221"/>
                  <a:pt x="144108" y="115221"/>
                </a:cubicBezTo>
                <a:cubicBezTo>
                  <a:pt x="148627" y="115221"/>
                  <a:pt x="152937" y="113752"/>
                  <a:pt x="157039" y="110815"/>
                </a:cubicBezTo>
                <a:cubicBezTo>
                  <a:pt x="160071" y="108583"/>
                  <a:pt x="162063" y="105851"/>
                  <a:pt x="163014" y="102619"/>
                </a:cubicBezTo>
                <a:cubicBezTo>
                  <a:pt x="163668" y="100504"/>
                  <a:pt x="163995" y="96481"/>
                  <a:pt x="163995" y="90549"/>
                </a:cubicBezTo>
                <a:lnTo>
                  <a:pt x="163995" y="85613"/>
                </a:lnTo>
                <a:close/>
                <a:moveTo>
                  <a:pt x="237310" y="130738"/>
                </a:moveTo>
                <a:lnTo>
                  <a:pt x="212250" y="130738"/>
                </a:lnTo>
                <a:lnTo>
                  <a:pt x="212250" y="36029"/>
                </a:lnTo>
                <a:lnTo>
                  <a:pt x="235526" y="36029"/>
                </a:lnTo>
                <a:lnTo>
                  <a:pt x="235526" y="49495"/>
                </a:lnTo>
                <a:cubicBezTo>
                  <a:pt x="239510" y="43133"/>
                  <a:pt x="243092" y="38942"/>
                  <a:pt x="246273" y="36921"/>
                </a:cubicBezTo>
                <a:cubicBezTo>
                  <a:pt x="249453" y="34899"/>
                  <a:pt x="253065" y="33888"/>
                  <a:pt x="257108" y="33888"/>
                </a:cubicBezTo>
                <a:cubicBezTo>
                  <a:pt x="262816" y="33888"/>
                  <a:pt x="268315" y="35464"/>
                  <a:pt x="273606" y="38615"/>
                </a:cubicBezTo>
                <a:lnTo>
                  <a:pt x="265848" y="60464"/>
                </a:lnTo>
                <a:cubicBezTo>
                  <a:pt x="261627" y="57729"/>
                  <a:pt x="257703" y="56362"/>
                  <a:pt x="254076" y="56362"/>
                </a:cubicBezTo>
                <a:cubicBezTo>
                  <a:pt x="250568" y="56362"/>
                  <a:pt x="247596" y="57328"/>
                  <a:pt x="245158" y="59260"/>
                </a:cubicBezTo>
                <a:cubicBezTo>
                  <a:pt x="242720" y="61192"/>
                  <a:pt x="240803" y="64685"/>
                  <a:pt x="239406" y="69739"/>
                </a:cubicBezTo>
                <a:cubicBezTo>
                  <a:pt x="238009" y="74792"/>
                  <a:pt x="237310" y="85375"/>
                  <a:pt x="237310" y="101487"/>
                </a:cubicBezTo>
                <a:lnTo>
                  <a:pt x="237310" y="130738"/>
                </a:lnTo>
                <a:close/>
                <a:moveTo>
                  <a:pt x="308394" y="130738"/>
                </a:moveTo>
                <a:lnTo>
                  <a:pt x="283334" y="130738"/>
                </a:lnTo>
                <a:lnTo>
                  <a:pt x="283334" y="36029"/>
                </a:lnTo>
                <a:lnTo>
                  <a:pt x="306610" y="36029"/>
                </a:lnTo>
                <a:lnTo>
                  <a:pt x="306610" y="49495"/>
                </a:lnTo>
                <a:cubicBezTo>
                  <a:pt x="310594" y="43133"/>
                  <a:pt x="314176" y="38942"/>
                  <a:pt x="317357" y="36921"/>
                </a:cubicBezTo>
                <a:cubicBezTo>
                  <a:pt x="320537" y="34899"/>
                  <a:pt x="324149" y="33888"/>
                  <a:pt x="328192" y="33888"/>
                </a:cubicBezTo>
                <a:cubicBezTo>
                  <a:pt x="333899" y="33888"/>
                  <a:pt x="339399" y="35464"/>
                  <a:pt x="344690" y="38615"/>
                </a:cubicBezTo>
                <a:lnTo>
                  <a:pt x="336932" y="60464"/>
                </a:lnTo>
                <a:cubicBezTo>
                  <a:pt x="332710" y="57729"/>
                  <a:pt x="328786" y="56362"/>
                  <a:pt x="325160" y="56362"/>
                </a:cubicBezTo>
                <a:cubicBezTo>
                  <a:pt x="321652" y="56362"/>
                  <a:pt x="318679" y="57328"/>
                  <a:pt x="316242" y="59260"/>
                </a:cubicBezTo>
                <a:cubicBezTo>
                  <a:pt x="313804" y="61192"/>
                  <a:pt x="311887" y="64685"/>
                  <a:pt x="310490" y="69739"/>
                </a:cubicBezTo>
                <a:cubicBezTo>
                  <a:pt x="309093" y="74792"/>
                  <a:pt x="308394" y="85375"/>
                  <a:pt x="308394" y="101487"/>
                </a:cubicBezTo>
                <a:lnTo>
                  <a:pt x="308394" y="130738"/>
                </a:lnTo>
                <a:close/>
                <a:moveTo>
                  <a:pt x="374216" y="65280"/>
                </a:moveTo>
                <a:lnTo>
                  <a:pt x="351475" y="61178"/>
                </a:lnTo>
                <a:cubicBezTo>
                  <a:pt x="354032" y="51901"/>
                  <a:pt x="358431" y="45034"/>
                  <a:pt x="364674" y="40577"/>
                </a:cubicBezTo>
                <a:cubicBezTo>
                  <a:pt x="370917" y="36118"/>
                  <a:pt x="380191" y="33888"/>
                  <a:pt x="392498" y="33888"/>
                </a:cubicBezTo>
                <a:cubicBezTo>
                  <a:pt x="403676" y="33888"/>
                  <a:pt x="411999" y="35211"/>
                  <a:pt x="417469" y="37857"/>
                </a:cubicBezTo>
                <a:cubicBezTo>
                  <a:pt x="422938" y="40503"/>
                  <a:pt x="426788" y="43862"/>
                  <a:pt x="429018" y="47934"/>
                </a:cubicBezTo>
                <a:cubicBezTo>
                  <a:pt x="431247" y="52007"/>
                  <a:pt x="432362" y="59483"/>
                  <a:pt x="432362" y="70363"/>
                </a:cubicBezTo>
                <a:lnTo>
                  <a:pt x="432094" y="99614"/>
                </a:lnTo>
                <a:cubicBezTo>
                  <a:pt x="432094" y="107938"/>
                  <a:pt x="432496" y="114076"/>
                  <a:pt x="433298" y="118030"/>
                </a:cubicBezTo>
                <a:cubicBezTo>
                  <a:pt x="434101" y="121984"/>
                  <a:pt x="435602" y="126220"/>
                  <a:pt x="437802" y="130738"/>
                </a:cubicBezTo>
                <a:lnTo>
                  <a:pt x="413010" y="130738"/>
                </a:lnTo>
                <a:cubicBezTo>
                  <a:pt x="412356" y="129073"/>
                  <a:pt x="411553" y="126606"/>
                  <a:pt x="410602" y="123336"/>
                </a:cubicBezTo>
                <a:cubicBezTo>
                  <a:pt x="410186" y="121850"/>
                  <a:pt x="409888" y="120869"/>
                  <a:pt x="409710" y="120393"/>
                </a:cubicBezTo>
                <a:cubicBezTo>
                  <a:pt x="405429" y="124555"/>
                  <a:pt x="400851" y="127676"/>
                  <a:pt x="395976" y="129757"/>
                </a:cubicBezTo>
                <a:cubicBezTo>
                  <a:pt x="391101" y="131838"/>
                  <a:pt x="385899" y="132879"/>
                  <a:pt x="380370" y="132879"/>
                </a:cubicBezTo>
                <a:cubicBezTo>
                  <a:pt x="370619" y="132879"/>
                  <a:pt x="362935" y="130244"/>
                  <a:pt x="357317" y="124975"/>
                </a:cubicBezTo>
                <a:cubicBezTo>
                  <a:pt x="351698" y="119706"/>
                  <a:pt x="348889" y="113045"/>
                  <a:pt x="348889" y="104993"/>
                </a:cubicBezTo>
                <a:cubicBezTo>
                  <a:pt x="348889" y="99664"/>
                  <a:pt x="350167" y="94914"/>
                  <a:pt x="352724" y="90741"/>
                </a:cubicBezTo>
                <a:cubicBezTo>
                  <a:pt x="355280" y="86566"/>
                  <a:pt x="358862" y="83369"/>
                  <a:pt x="363470" y="81148"/>
                </a:cubicBezTo>
                <a:cubicBezTo>
                  <a:pt x="368078" y="78928"/>
                  <a:pt x="374722" y="76989"/>
                  <a:pt x="383402" y="75332"/>
                </a:cubicBezTo>
                <a:cubicBezTo>
                  <a:pt x="395114" y="73142"/>
                  <a:pt x="403230" y="71099"/>
                  <a:pt x="407748" y="69204"/>
                </a:cubicBezTo>
                <a:lnTo>
                  <a:pt x="407748" y="66679"/>
                </a:lnTo>
                <a:cubicBezTo>
                  <a:pt x="407748" y="61809"/>
                  <a:pt x="406559" y="58338"/>
                  <a:pt x="404181" y="56264"/>
                </a:cubicBezTo>
                <a:cubicBezTo>
                  <a:pt x="401803" y="54189"/>
                  <a:pt x="397314" y="53151"/>
                  <a:pt x="390715" y="53151"/>
                </a:cubicBezTo>
                <a:cubicBezTo>
                  <a:pt x="386256" y="53151"/>
                  <a:pt x="382778" y="54049"/>
                  <a:pt x="380281" y="55844"/>
                </a:cubicBezTo>
                <a:cubicBezTo>
                  <a:pt x="377784" y="57636"/>
                  <a:pt x="375762" y="60782"/>
                  <a:pt x="374216" y="65280"/>
                </a:cubicBezTo>
                <a:moveTo>
                  <a:pt x="407748" y="85613"/>
                </a:moveTo>
                <a:cubicBezTo>
                  <a:pt x="404538" y="86670"/>
                  <a:pt x="399454" y="87934"/>
                  <a:pt x="392498" y="89403"/>
                </a:cubicBezTo>
                <a:cubicBezTo>
                  <a:pt x="385542" y="90871"/>
                  <a:pt x="380994" y="92310"/>
                  <a:pt x="378854" y="93720"/>
                </a:cubicBezTo>
                <a:cubicBezTo>
                  <a:pt x="375584" y="96011"/>
                  <a:pt x="373949" y="98919"/>
                  <a:pt x="373949" y="102443"/>
                </a:cubicBezTo>
                <a:cubicBezTo>
                  <a:pt x="373949" y="105910"/>
                  <a:pt x="375257" y="108907"/>
                  <a:pt x="377873" y="111433"/>
                </a:cubicBezTo>
                <a:cubicBezTo>
                  <a:pt x="380489" y="113958"/>
                  <a:pt x="383818" y="115221"/>
                  <a:pt x="387861" y="115221"/>
                </a:cubicBezTo>
                <a:cubicBezTo>
                  <a:pt x="392379" y="115221"/>
                  <a:pt x="396690" y="113752"/>
                  <a:pt x="400792" y="110815"/>
                </a:cubicBezTo>
                <a:cubicBezTo>
                  <a:pt x="403824" y="108583"/>
                  <a:pt x="405816" y="105851"/>
                  <a:pt x="406767" y="102619"/>
                </a:cubicBezTo>
                <a:cubicBezTo>
                  <a:pt x="407421" y="100504"/>
                  <a:pt x="407748" y="96481"/>
                  <a:pt x="407748" y="90549"/>
                </a:cubicBezTo>
                <a:lnTo>
                  <a:pt x="407748" y="85613"/>
                </a:lnTo>
                <a:close/>
                <a:moveTo>
                  <a:pt x="500504" y="36029"/>
                </a:moveTo>
                <a:lnTo>
                  <a:pt x="500504" y="56005"/>
                </a:lnTo>
                <a:lnTo>
                  <a:pt x="483382" y="56005"/>
                </a:lnTo>
                <a:lnTo>
                  <a:pt x="483382" y="94113"/>
                </a:lnTo>
                <a:cubicBezTo>
                  <a:pt x="483382" y="101831"/>
                  <a:pt x="483545" y="106328"/>
                  <a:pt x="483872" y="107604"/>
                </a:cubicBezTo>
                <a:cubicBezTo>
                  <a:pt x="484199" y="108879"/>
                  <a:pt x="484942" y="109932"/>
                  <a:pt x="486102" y="110765"/>
                </a:cubicBezTo>
                <a:cubicBezTo>
                  <a:pt x="487261" y="111595"/>
                  <a:pt x="488673" y="112010"/>
                  <a:pt x="490338" y="112010"/>
                </a:cubicBezTo>
                <a:cubicBezTo>
                  <a:pt x="492656" y="112010"/>
                  <a:pt x="496016" y="111208"/>
                  <a:pt x="500415" y="109602"/>
                </a:cubicBezTo>
                <a:lnTo>
                  <a:pt x="502555" y="129116"/>
                </a:lnTo>
                <a:cubicBezTo>
                  <a:pt x="496729" y="131624"/>
                  <a:pt x="490130" y="132879"/>
                  <a:pt x="482757" y="132879"/>
                </a:cubicBezTo>
                <a:cubicBezTo>
                  <a:pt x="478239" y="132879"/>
                  <a:pt x="474166" y="132120"/>
                  <a:pt x="470540" y="130604"/>
                </a:cubicBezTo>
                <a:cubicBezTo>
                  <a:pt x="466913" y="129088"/>
                  <a:pt x="464252" y="127126"/>
                  <a:pt x="462558" y="124719"/>
                </a:cubicBezTo>
                <a:cubicBezTo>
                  <a:pt x="460864" y="122311"/>
                  <a:pt x="459689" y="119056"/>
                  <a:pt x="459035" y="114953"/>
                </a:cubicBezTo>
                <a:cubicBezTo>
                  <a:pt x="458500" y="112040"/>
                  <a:pt x="458233" y="106154"/>
                  <a:pt x="458233" y="97296"/>
                </a:cubicBezTo>
                <a:lnTo>
                  <a:pt x="458233" y="56005"/>
                </a:lnTo>
                <a:lnTo>
                  <a:pt x="446729" y="56005"/>
                </a:lnTo>
                <a:lnTo>
                  <a:pt x="446729" y="36029"/>
                </a:lnTo>
                <a:lnTo>
                  <a:pt x="458233" y="36029"/>
                </a:lnTo>
                <a:lnTo>
                  <a:pt x="458233" y="17123"/>
                </a:lnTo>
                <a:lnTo>
                  <a:pt x="483382" y="2319"/>
                </a:lnTo>
                <a:lnTo>
                  <a:pt x="483382" y="36029"/>
                </a:lnTo>
                <a:lnTo>
                  <a:pt x="500504" y="36029"/>
                </a:lnTo>
                <a:close/>
                <a:moveTo>
                  <a:pt x="517893" y="23187"/>
                </a:moveTo>
                <a:lnTo>
                  <a:pt x="517893" y="0"/>
                </a:lnTo>
                <a:lnTo>
                  <a:pt x="542953" y="0"/>
                </a:lnTo>
                <a:lnTo>
                  <a:pt x="542953" y="23187"/>
                </a:lnTo>
                <a:lnTo>
                  <a:pt x="517893" y="23187"/>
                </a:lnTo>
                <a:moveTo>
                  <a:pt x="517893" y="130738"/>
                </a:moveTo>
                <a:lnTo>
                  <a:pt x="517893" y="36029"/>
                </a:lnTo>
                <a:lnTo>
                  <a:pt x="542953" y="36029"/>
                </a:lnTo>
                <a:lnTo>
                  <a:pt x="542953" y="130738"/>
                </a:lnTo>
                <a:lnTo>
                  <a:pt x="517893" y="130738"/>
                </a:lnTo>
                <a:close/>
                <a:moveTo>
                  <a:pt x="594671" y="130738"/>
                </a:moveTo>
                <a:lnTo>
                  <a:pt x="556502" y="36029"/>
                </a:lnTo>
                <a:lnTo>
                  <a:pt x="582810" y="36029"/>
                </a:lnTo>
                <a:lnTo>
                  <a:pt x="600646" y="84364"/>
                </a:lnTo>
                <a:lnTo>
                  <a:pt x="605819" y="100506"/>
                </a:lnTo>
                <a:cubicBezTo>
                  <a:pt x="607186" y="96404"/>
                  <a:pt x="608048" y="93699"/>
                  <a:pt x="608405" y="92391"/>
                </a:cubicBezTo>
                <a:cubicBezTo>
                  <a:pt x="609237" y="89715"/>
                  <a:pt x="610129" y="87040"/>
                  <a:pt x="611080" y="84364"/>
                </a:cubicBezTo>
                <a:lnTo>
                  <a:pt x="629095" y="36029"/>
                </a:lnTo>
                <a:lnTo>
                  <a:pt x="654868" y="36029"/>
                </a:lnTo>
                <a:lnTo>
                  <a:pt x="617234" y="130738"/>
                </a:lnTo>
                <a:lnTo>
                  <a:pt x="594671" y="130738"/>
                </a:lnTo>
                <a:close/>
                <a:moveTo>
                  <a:pt x="725062" y="100595"/>
                </a:moveTo>
                <a:lnTo>
                  <a:pt x="750032" y="104876"/>
                </a:lnTo>
                <a:cubicBezTo>
                  <a:pt x="746822" y="114002"/>
                  <a:pt x="741753" y="120951"/>
                  <a:pt x="734827" y="125722"/>
                </a:cubicBezTo>
                <a:cubicBezTo>
                  <a:pt x="727900" y="130493"/>
                  <a:pt x="719235" y="132879"/>
                  <a:pt x="708831" y="132879"/>
                </a:cubicBezTo>
                <a:cubicBezTo>
                  <a:pt x="692362" y="132879"/>
                  <a:pt x="680174" y="127498"/>
                  <a:pt x="672267" y="116737"/>
                </a:cubicBezTo>
                <a:cubicBezTo>
                  <a:pt x="666024" y="108116"/>
                  <a:pt x="662903" y="97236"/>
                  <a:pt x="662903" y="84097"/>
                </a:cubicBezTo>
                <a:cubicBezTo>
                  <a:pt x="662903" y="68401"/>
                  <a:pt x="667005" y="56109"/>
                  <a:pt x="675210" y="47221"/>
                </a:cubicBezTo>
                <a:cubicBezTo>
                  <a:pt x="683414" y="38333"/>
                  <a:pt x="693789" y="33888"/>
                  <a:pt x="706334" y="33888"/>
                </a:cubicBezTo>
                <a:cubicBezTo>
                  <a:pt x="720424" y="33888"/>
                  <a:pt x="731542" y="38541"/>
                  <a:pt x="739687" y="47845"/>
                </a:cubicBezTo>
                <a:cubicBezTo>
                  <a:pt x="747832" y="57150"/>
                  <a:pt x="751726" y="71404"/>
                  <a:pt x="751370" y="90607"/>
                </a:cubicBezTo>
                <a:lnTo>
                  <a:pt x="688587" y="90607"/>
                </a:lnTo>
                <a:cubicBezTo>
                  <a:pt x="688765" y="98039"/>
                  <a:pt x="690787" y="103821"/>
                  <a:pt x="694651" y="107953"/>
                </a:cubicBezTo>
                <a:cubicBezTo>
                  <a:pt x="698516" y="112085"/>
                  <a:pt x="703331" y="114151"/>
                  <a:pt x="709098" y="114151"/>
                </a:cubicBezTo>
                <a:cubicBezTo>
                  <a:pt x="713022" y="114151"/>
                  <a:pt x="716322" y="113081"/>
                  <a:pt x="718997" y="110940"/>
                </a:cubicBezTo>
                <a:cubicBezTo>
                  <a:pt x="721673" y="108800"/>
                  <a:pt x="723694" y="105352"/>
                  <a:pt x="725062" y="100595"/>
                </a:cubicBezTo>
                <a:moveTo>
                  <a:pt x="726488" y="75268"/>
                </a:moveTo>
                <a:cubicBezTo>
                  <a:pt x="726310" y="68045"/>
                  <a:pt x="724437" y="62552"/>
                  <a:pt x="720870" y="58792"/>
                </a:cubicBezTo>
                <a:cubicBezTo>
                  <a:pt x="717303" y="55032"/>
                  <a:pt x="712963" y="53151"/>
                  <a:pt x="707850" y="53151"/>
                </a:cubicBezTo>
                <a:cubicBezTo>
                  <a:pt x="702380" y="53151"/>
                  <a:pt x="697862" y="55135"/>
                  <a:pt x="694294" y="59101"/>
                </a:cubicBezTo>
                <a:cubicBezTo>
                  <a:pt x="690727" y="63070"/>
                  <a:pt x="688973" y="68459"/>
                  <a:pt x="689033" y="75268"/>
                </a:cubicBezTo>
                <a:lnTo>
                  <a:pt x="726488" y="7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Splice">
            <a:extLst xmlns:a="http://schemas.openxmlformats.org/drawingml/2006/main">
              <a:ext uri="{FF2B5EF4-FFF2-40B4-BE49-F238E27FC236}">
                <a16:creationId xmlns:a16="http://schemas.microsoft.com/office/drawing/2014/main" id="{DB0C220E-AA34-445D-B882-32301A08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914" y="3096721"/>
            <a:ext cx="524460" cy="169086"/>
          </a:xfrm>
          <a:custGeom xmlns:a="http://schemas.openxmlformats.org/drawingml/2006/main">
            <a:pathLst>
              <a:path w="524460" h="169086">
                <a:moveTo>
                  <a:pt x="0" y="90607"/>
                </a:moveTo>
                <a:lnTo>
                  <a:pt x="25684" y="88110"/>
                </a:lnTo>
                <a:cubicBezTo>
                  <a:pt x="27230" y="96762"/>
                  <a:pt x="30366" y="103117"/>
                  <a:pt x="35092" y="107175"/>
                </a:cubicBezTo>
                <a:cubicBezTo>
                  <a:pt x="39819" y="111231"/>
                  <a:pt x="46195" y="113259"/>
                  <a:pt x="54222" y="113259"/>
                </a:cubicBezTo>
                <a:cubicBezTo>
                  <a:pt x="62723" y="113259"/>
                  <a:pt x="69130" y="111455"/>
                  <a:pt x="73440" y="107847"/>
                </a:cubicBezTo>
                <a:cubicBezTo>
                  <a:pt x="77750" y="104239"/>
                  <a:pt x="79905" y="100018"/>
                  <a:pt x="79905" y="95186"/>
                </a:cubicBezTo>
                <a:cubicBezTo>
                  <a:pt x="79905" y="92085"/>
                  <a:pt x="78999" y="89447"/>
                  <a:pt x="77185" y="87271"/>
                </a:cubicBezTo>
                <a:cubicBezTo>
                  <a:pt x="75372" y="85094"/>
                  <a:pt x="72206" y="83200"/>
                  <a:pt x="67688" y="81589"/>
                </a:cubicBezTo>
                <a:cubicBezTo>
                  <a:pt x="64596" y="80517"/>
                  <a:pt x="57551" y="78610"/>
                  <a:pt x="46552" y="75870"/>
                </a:cubicBezTo>
                <a:cubicBezTo>
                  <a:pt x="32402" y="72355"/>
                  <a:pt x="22473" y="68035"/>
                  <a:pt x="16766" y="62911"/>
                </a:cubicBezTo>
                <a:cubicBezTo>
                  <a:pt x="8740" y="55702"/>
                  <a:pt x="4727" y="46915"/>
                  <a:pt x="4727" y="36550"/>
                </a:cubicBezTo>
                <a:cubicBezTo>
                  <a:pt x="4727" y="29878"/>
                  <a:pt x="6614" y="23638"/>
                  <a:pt x="10389" y="17830"/>
                </a:cubicBezTo>
                <a:cubicBezTo>
                  <a:pt x="14165" y="12021"/>
                  <a:pt x="19605" y="7597"/>
                  <a:pt x="26709" y="4559"/>
                </a:cubicBezTo>
                <a:cubicBezTo>
                  <a:pt x="33814" y="1520"/>
                  <a:pt x="42390" y="0"/>
                  <a:pt x="52438" y="0"/>
                </a:cubicBezTo>
                <a:cubicBezTo>
                  <a:pt x="68847" y="0"/>
                  <a:pt x="81199" y="3614"/>
                  <a:pt x="89492" y="10841"/>
                </a:cubicBezTo>
                <a:cubicBezTo>
                  <a:pt x="97786" y="18066"/>
                  <a:pt x="102141" y="27711"/>
                  <a:pt x="102557" y="39774"/>
                </a:cubicBezTo>
                <a:lnTo>
                  <a:pt x="76160" y="40845"/>
                </a:lnTo>
                <a:cubicBezTo>
                  <a:pt x="75030" y="34126"/>
                  <a:pt x="72608" y="29296"/>
                  <a:pt x="68892" y="26353"/>
                </a:cubicBezTo>
                <a:cubicBezTo>
                  <a:pt x="65176" y="23410"/>
                  <a:pt x="59602" y="21938"/>
                  <a:pt x="52170" y="21938"/>
                </a:cubicBezTo>
                <a:cubicBezTo>
                  <a:pt x="44501" y="21938"/>
                  <a:pt x="38496" y="23515"/>
                  <a:pt x="34156" y="26668"/>
                </a:cubicBezTo>
                <a:cubicBezTo>
                  <a:pt x="31362" y="28689"/>
                  <a:pt x="29965" y="31395"/>
                  <a:pt x="29965" y="34786"/>
                </a:cubicBezTo>
                <a:cubicBezTo>
                  <a:pt x="29965" y="37879"/>
                  <a:pt x="31273" y="40526"/>
                  <a:pt x="33888" y="42726"/>
                </a:cubicBezTo>
                <a:cubicBezTo>
                  <a:pt x="37218" y="45522"/>
                  <a:pt x="45304" y="48439"/>
                  <a:pt x="58146" y="51476"/>
                </a:cubicBezTo>
                <a:cubicBezTo>
                  <a:pt x="70987" y="54514"/>
                  <a:pt x="80485" y="57657"/>
                  <a:pt x="86639" y="60905"/>
                </a:cubicBezTo>
                <a:cubicBezTo>
                  <a:pt x="92792" y="64150"/>
                  <a:pt x="97608" y="68588"/>
                  <a:pt x="101086" y="74217"/>
                </a:cubicBezTo>
                <a:cubicBezTo>
                  <a:pt x="104564" y="79845"/>
                  <a:pt x="106303" y="86799"/>
                  <a:pt x="106303" y="95080"/>
                </a:cubicBezTo>
                <a:cubicBezTo>
                  <a:pt x="106303" y="102584"/>
                  <a:pt x="104222" y="109613"/>
                  <a:pt x="100060" y="116166"/>
                </a:cubicBezTo>
                <a:cubicBezTo>
                  <a:pt x="95898" y="122718"/>
                  <a:pt x="90013" y="127588"/>
                  <a:pt x="82403" y="130774"/>
                </a:cubicBezTo>
                <a:cubicBezTo>
                  <a:pt x="74792" y="133961"/>
                  <a:pt x="65310" y="135554"/>
                  <a:pt x="53954" y="135554"/>
                </a:cubicBezTo>
                <a:cubicBezTo>
                  <a:pt x="37426" y="135554"/>
                  <a:pt x="24733" y="131727"/>
                  <a:pt x="15874" y="124072"/>
                </a:cubicBezTo>
                <a:cubicBezTo>
                  <a:pt x="7016" y="116417"/>
                  <a:pt x="1724" y="105262"/>
                  <a:pt x="0" y="90607"/>
                </a:cubicBezTo>
                <a:close/>
                <a:moveTo>
                  <a:pt x="127618" y="38347"/>
                </a:moveTo>
                <a:lnTo>
                  <a:pt x="150983" y="38347"/>
                </a:lnTo>
                <a:lnTo>
                  <a:pt x="150983" y="52260"/>
                </a:lnTo>
                <a:cubicBezTo>
                  <a:pt x="154016" y="47503"/>
                  <a:pt x="158118" y="43639"/>
                  <a:pt x="163290" y="40666"/>
                </a:cubicBezTo>
                <a:cubicBezTo>
                  <a:pt x="168463" y="37693"/>
                  <a:pt x="174200" y="36207"/>
                  <a:pt x="180502" y="36207"/>
                </a:cubicBezTo>
                <a:cubicBezTo>
                  <a:pt x="191501" y="36207"/>
                  <a:pt x="200835" y="40518"/>
                  <a:pt x="208505" y="49138"/>
                </a:cubicBezTo>
                <a:cubicBezTo>
                  <a:pt x="216174" y="57759"/>
                  <a:pt x="220009" y="69769"/>
                  <a:pt x="220009" y="85167"/>
                </a:cubicBezTo>
                <a:cubicBezTo>
                  <a:pt x="220009" y="100982"/>
                  <a:pt x="216144" y="113274"/>
                  <a:pt x="208416" y="122043"/>
                </a:cubicBezTo>
                <a:cubicBezTo>
                  <a:pt x="200687" y="130813"/>
                  <a:pt x="191323" y="135197"/>
                  <a:pt x="180324" y="135197"/>
                </a:cubicBezTo>
                <a:cubicBezTo>
                  <a:pt x="175092" y="135197"/>
                  <a:pt x="170350" y="134157"/>
                  <a:pt x="166099" y="132076"/>
                </a:cubicBezTo>
                <a:cubicBezTo>
                  <a:pt x="161849" y="129995"/>
                  <a:pt x="157375" y="126428"/>
                  <a:pt x="152678" y="121374"/>
                </a:cubicBezTo>
                <a:lnTo>
                  <a:pt x="152678" y="169086"/>
                </a:lnTo>
                <a:lnTo>
                  <a:pt x="127618" y="169086"/>
                </a:lnTo>
                <a:lnTo>
                  <a:pt x="127618" y="38347"/>
                </a:lnTo>
                <a:moveTo>
                  <a:pt x="152410" y="84055"/>
                </a:moveTo>
                <a:cubicBezTo>
                  <a:pt x="152410" y="94681"/>
                  <a:pt x="154521" y="102531"/>
                  <a:pt x="158742" y="107607"/>
                </a:cubicBezTo>
                <a:cubicBezTo>
                  <a:pt x="162963" y="112683"/>
                  <a:pt x="168106" y="115221"/>
                  <a:pt x="174170" y="115221"/>
                </a:cubicBezTo>
                <a:cubicBezTo>
                  <a:pt x="179997" y="115221"/>
                  <a:pt x="184842" y="112891"/>
                  <a:pt x="188707" y="108231"/>
                </a:cubicBezTo>
                <a:cubicBezTo>
                  <a:pt x="192571" y="103572"/>
                  <a:pt x="194503" y="95928"/>
                  <a:pt x="194503" y="85301"/>
                </a:cubicBezTo>
                <a:cubicBezTo>
                  <a:pt x="194503" y="75387"/>
                  <a:pt x="192512" y="68026"/>
                  <a:pt x="188528" y="63218"/>
                </a:cubicBezTo>
                <a:cubicBezTo>
                  <a:pt x="184545" y="58409"/>
                  <a:pt x="179610" y="56005"/>
                  <a:pt x="173724" y="56005"/>
                </a:cubicBezTo>
                <a:cubicBezTo>
                  <a:pt x="167601" y="56005"/>
                  <a:pt x="162517" y="58365"/>
                  <a:pt x="158475" y="63084"/>
                </a:cubicBezTo>
                <a:cubicBezTo>
                  <a:pt x="154432" y="67803"/>
                  <a:pt x="152410" y="74793"/>
                  <a:pt x="152410" y="84055"/>
                </a:cubicBezTo>
                <a:close/>
                <a:moveTo>
                  <a:pt x="239889" y="133057"/>
                </a:moveTo>
                <a:lnTo>
                  <a:pt x="239889" y="2319"/>
                </a:lnTo>
                <a:lnTo>
                  <a:pt x="264949" y="2319"/>
                </a:lnTo>
                <a:lnTo>
                  <a:pt x="264949" y="133057"/>
                </a:lnTo>
                <a:lnTo>
                  <a:pt x="239889" y="133057"/>
                </a:lnTo>
                <a:close/>
                <a:moveTo>
                  <a:pt x="290627" y="25506"/>
                </a:moveTo>
                <a:lnTo>
                  <a:pt x="290627" y="2319"/>
                </a:lnTo>
                <a:lnTo>
                  <a:pt x="315686" y="2319"/>
                </a:lnTo>
                <a:lnTo>
                  <a:pt x="315686" y="25506"/>
                </a:lnTo>
                <a:lnTo>
                  <a:pt x="290627" y="25506"/>
                </a:lnTo>
                <a:moveTo>
                  <a:pt x="290627" y="133057"/>
                </a:moveTo>
                <a:lnTo>
                  <a:pt x="290627" y="38347"/>
                </a:lnTo>
                <a:lnTo>
                  <a:pt x="315686" y="38347"/>
                </a:lnTo>
                <a:lnTo>
                  <a:pt x="315686" y="133057"/>
                </a:lnTo>
                <a:lnTo>
                  <a:pt x="290627" y="133057"/>
                </a:lnTo>
                <a:close/>
                <a:moveTo>
                  <a:pt x="423945" y="66350"/>
                </a:moveTo>
                <a:lnTo>
                  <a:pt x="399242" y="70809"/>
                </a:lnTo>
                <a:cubicBezTo>
                  <a:pt x="398410" y="65904"/>
                  <a:pt x="396522" y="62211"/>
                  <a:pt x="393579" y="59728"/>
                </a:cubicBezTo>
                <a:cubicBezTo>
                  <a:pt x="390636" y="57246"/>
                  <a:pt x="386816" y="56005"/>
                  <a:pt x="382120" y="56005"/>
                </a:cubicBezTo>
                <a:cubicBezTo>
                  <a:pt x="375877" y="56005"/>
                  <a:pt x="370898" y="58154"/>
                  <a:pt x="367182" y="62451"/>
                </a:cubicBezTo>
                <a:cubicBezTo>
                  <a:pt x="363466" y="66749"/>
                  <a:pt x="361608" y="73935"/>
                  <a:pt x="361608" y="84011"/>
                </a:cubicBezTo>
                <a:cubicBezTo>
                  <a:pt x="361608" y="95214"/>
                  <a:pt x="363496" y="103128"/>
                  <a:pt x="367271" y="107752"/>
                </a:cubicBezTo>
                <a:cubicBezTo>
                  <a:pt x="371046" y="112375"/>
                  <a:pt x="376115" y="114686"/>
                  <a:pt x="382476" y="114686"/>
                </a:cubicBezTo>
                <a:cubicBezTo>
                  <a:pt x="387233" y="114686"/>
                  <a:pt x="391127" y="113333"/>
                  <a:pt x="394159" y="110628"/>
                </a:cubicBezTo>
                <a:cubicBezTo>
                  <a:pt x="397191" y="107923"/>
                  <a:pt x="399331" y="103271"/>
                  <a:pt x="400580" y="96671"/>
                </a:cubicBezTo>
                <a:lnTo>
                  <a:pt x="425194" y="100952"/>
                </a:lnTo>
                <a:cubicBezTo>
                  <a:pt x="422637" y="112248"/>
                  <a:pt x="417732" y="120780"/>
                  <a:pt x="410479" y="126547"/>
                </a:cubicBezTo>
                <a:cubicBezTo>
                  <a:pt x="403226" y="132314"/>
                  <a:pt x="393505" y="135197"/>
                  <a:pt x="381317" y="135197"/>
                </a:cubicBezTo>
                <a:cubicBezTo>
                  <a:pt x="367464" y="135197"/>
                  <a:pt x="356421" y="130827"/>
                  <a:pt x="348187" y="122088"/>
                </a:cubicBezTo>
                <a:cubicBezTo>
                  <a:pt x="339952" y="113348"/>
                  <a:pt x="335835" y="101249"/>
                  <a:pt x="335835" y="85791"/>
                </a:cubicBezTo>
                <a:cubicBezTo>
                  <a:pt x="335835" y="70155"/>
                  <a:pt x="339967" y="57982"/>
                  <a:pt x="348231" y="49272"/>
                </a:cubicBezTo>
                <a:cubicBezTo>
                  <a:pt x="356495" y="40562"/>
                  <a:pt x="367672" y="36207"/>
                  <a:pt x="381763" y="36207"/>
                </a:cubicBezTo>
                <a:cubicBezTo>
                  <a:pt x="393297" y="36207"/>
                  <a:pt x="402468" y="38689"/>
                  <a:pt x="409275" y="43654"/>
                </a:cubicBezTo>
                <a:cubicBezTo>
                  <a:pt x="416082" y="48618"/>
                  <a:pt x="420972" y="56184"/>
                  <a:pt x="423945" y="66350"/>
                </a:cubicBezTo>
                <a:close/>
                <a:moveTo>
                  <a:pt x="497795" y="102914"/>
                </a:moveTo>
                <a:lnTo>
                  <a:pt x="522766" y="107195"/>
                </a:lnTo>
                <a:cubicBezTo>
                  <a:pt x="519555" y="116321"/>
                  <a:pt x="514487" y="123269"/>
                  <a:pt x="507560" y="128040"/>
                </a:cubicBezTo>
                <a:cubicBezTo>
                  <a:pt x="500634" y="132812"/>
                  <a:pt x="491969" y="135197"/>
                  <a:pt x="481564" y="135197"/>
                </a:cubicBezTo>
                <a:cubicBezTo>
                  <a:pt x="465096" y="135197"/>
                  <a:pt x="452908" y="129817"/>
                  <a:pt x="445000" y="119056"/>
                </a:cubicBezTo>
                <a:cubicBezTo>
                  <a:pt x="438758" y="110435"/>
                  <a:pt x="435636" y="99555"/>
                  <a:pt x="435636" y="86416"/>
                </a:cubicBezTo>
                <a:cubicBezTo>
                  <a:pt x="435636" y="70720"/>
                  <a:pt x="439739" y="58428"/>
                  <a:pt x="447943" y="49540"/>
                </a:cubicBezTo>
                <a:cubicBezTo>
                  <a:pt x="456148" y="40651"/>
                  <a:pt x="466523" y="36207"/>
                  <a:pt x="479067" y="36207"/>
                </a:cubicBezTo>
                <a:cubicBezTo>
                  <a:pt x="493158" y="36207"/>
                  <a:pt x="504276" y="40859"/>
                  <a:pt x="512421" y="50164"/>
                </a:cubicBezTo>
                <a:cubicBezTo>
                  <a:pt x="520566" y="59468"/>
                  <a:pt x="524460" y="73722"/>
                  <a:pt x="524103" y="92926"/>
                </a:cubicBezTo>
                <a:lnTo>
                  <a:pt x="461320" y="92926"/>
                </a:lnTo>
                <a:cubicBezTo>
                  <a:pt x="461499" y="100357"/>
                  <a:pt x="463520" y="106139"/>
                  <a:pt x="467385" y="110271"/>
                </a:cubicBezTo>
                <a:cubicBezTo>
                  <a:pt x="471249" y="114403"/>
                  <a:pt x="476065" y="116469"/>
                  <a:pt x="481832" y="116469"/>
                </a:cubicBezTo>
                <a:cubicBezTo>
                  <a:pt x="485756" y="116469"/>
                  <a:pt x="489055" y="115399"/>
                  <a:pt x="491731" y="113259"/>
                </a:cubicBezTo>
                <a:cubicBezTo>
                  <a:pt x="494406" y="111119"/>
                  <a:pt x="496428" y="107670"/>
                  <a:pt x="497795" y="102914"/>
                </a:cubicBezTo>
                <a:moveTo>
                  <a:pt x="499222" y="77587"/>
                </a:moveTo>
                <a:cubicBezTo>
                  <a:pt x="499044" y="70363"/>
                  <a:pt x="497171" y="64871"/>
                  <a:pt x="493604" y="61111"/>
                </a:cubicBezTo>
                <a:cubicBezTo>
                  <a:pt x="490036" y="57350"/>
                  <a:pt x="485696" y="55470"/>
                  <a:pt x="480583" y="55470"/>
                </a:cubicBezTo>
                <a:cubicBezTo>
                  <a:pt x="475114" y="55470"/>
                  <a:pt x="470595" y="57453"/>
                  <a:pt x="467028" y="61420"/>
                </a:cubicBezTo>
                <a:cubicBezTo>
                  <a:pt x="463461" y="65389"/>
                  <a:pt x="461707" y="70777"/>
                  <a:pt x="461766" y="77587"/>
                </a:cubicBezTo>
                <a:lnTo>
                  <a:pt x="499222" y="775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Fragments">
            <a:extLst xmlns:a="http://schemas.openxmlformats.org/drawingml/2006/main">
              <a:ext uri="{FF2B5EF4-FFF2-40B4-BE49-F238E27FC236}">
                <a16:creationId xmlns:a16="http://schemas.microsoft.com/office/drawing/2014/main" id="{0A334037-7EDF-4242-991A-03BB27A1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35" y="3315754"/>
            <a:ext cx="911431" cy="169264"/>
          </a:xfrm>
          <a:custGeom xmlns:a="http://schemas.openxmlformats.org/drawingml/2006/main">
            <a:pathLst>
              <a:path w="911431" h="169264">
                <a:moveTo>
                  <a:pt x="0" y="130738"/>
                </a:moveTo>
                <a:lnTo>
                  <a:pt x="0" y="0"/>
                </a:lnTo>
                <a:lnTo>
                  <a:pt x="89626" y="0"/>
                </a:lnTo>
                <a:lnTo>
                  <a:pt x="89626" y="22117"/>
                </a:lnTo>
                <a:lnTo>
                  <a:pt x="26397" y="22117"/>
                </a:lnTo>
                <a:lnTo>
                  <a:pt x="26397" y="52973"/>
                </a:lnTo>
                <a:lnTo>
                  <a:pt x="80976" y="52973"/>
                </a:lnTo>
                <a:lnTo>
                  <a:pt x="80976" y="75090"/>
                </a:lnTo>
                <a:lnTo>
                  <a:pt x="26397" y="75090"/>
                </a:lnTo>
                <a:lnTo>
                  <a:pt x="26397" y="130738"/>
                </a:lnTo>
                <a:lnTo>
                  <a:pt x="0" y="130738"/>
                </a:lnTo>
                <a:close/>
                <a:moveTo>
                  <a:pt x="135190" y="130738"/>
                </a:moveTo>
                <a:lnTo>
                  <a:pt x="110130" y="130738"/>
                </a:lnTo>
                <a:lnTo>
                  <a:pt x="110130" y="36029"/>
                </a:lnTo>
                <a:lnTo>
                  <a:pt x="133406" y="36029"/>
                </a:lnTo>
                <a:lnTo>
                  <a:pt x="133406" y="49495"/>
                </a:lnTo>
                <a:cubicBezTo>
                  <a:pt x="137389" y="43133"/>
                  <a:pt x="140971" y="38942"/>
                  <a:pt x="144152" y="36921"/>
                </a:cubicBezTo>
                <a:cubicBezTo>
                  <a:pt x="147333" y="34899"/>
                  <a:pt x="150945" y="33888"/>
                  <a:pt x="154988" y="33888"/>
                </a:cubicBezTo>
                <a:cubicBezTo>
                  <a:pt x="160695" y="33888"/>
                  <a:pt x="166195" y="35464"/>
                  <a:pt x="171486" y="38615"/>
                </a:cubicBezTo>
                <a:lnTo>
                  <a:pt x="163727" y="60464"/>
                </a:lnTo>
                <a:cubicBezTo>
                  <a:pt x="159506" y="57729"/>
                  <a:pt x="155582" y="56362"/>
                  <a:pt x="151955" y="56362"/>
                </a:cubicBezTo>
                <a:cubicBezTo>
                  <a:pt x="148448" y="56362"/>
                  <a:pt x="145475" y="57328"/>
                  <a:pt x="143037" y="59260"/>
                </a:cubicBezTo>
                <a:cubicBezTo>
                  <a:pt x="140600" y="61192"/>
                  <a:pt x="138682" y="64685"/>
                  <a:pt x="137285" y="69739"/>
                </a:cubicBezTo>
                <a:cubicBezTo>
                  <a:pt x="135888" y="74792"/>
                  <a:pt x="135190" y="85375"/>
                  <a:pt x="135190" y="101487"/>
                </a:cubicBezTo>
                <a:lnTo>
                  <a:pt x="135190" y="130738"/>
                </a:lnTo>
                <a:close/>
                <a:moveTo>
                  <a:pt x="201012" y="65280"/>
                </a:moveTo>
                <a:lnTo>
                  <a:pt x="178271" y="61178"/>
                </a:lnTo>
                <a:cubicBezTo>
                  <a:pt x="180827" y="51901"/>
                  <a:pt x="185227" y="45034"/>
                  <a:pt x="191470" y="40577"/>
                </a:cubicBezTo>
                <a:cubicBezTo>
                  <a:pt x="197712" y="36118"/>
                  <a:pt x="206987" y="33888"/>
                  <a:pt x="219294" y="33888"/>
                </a:cubicBezTo>
                <a:cubicBezTo>
                  <a:pt x="230471" y="33888"/>
                  <a:pt x="238795" y="35211"/>
                  <a:pt x="244264" y="37857"/>
                </a:cubicBezTo>
                <a:cubicBezTo>
                  <a:pt x="249734" y="40503"/>
                  <a:pt x="253584" y="43862"/>
                  <a:pt x="255813" y="47934"/>
                </a:cubicBezTo>
                <a:cubicBezTo>
                  <a:pt x="258043" y="52007"/>
                  <a:pt x="259157" y="59483"/>
                  <a:pt x="259157" y="70363"/>
                </a:cubicBezTo>
                <a:lnTo>
                  <a:pt x="258890" y="99614"/>
                </a:lnTo>
                <a:cubicBezTo>
                  <a:pt x="258890" y="107938"/>
                  <a:pt x="259291" y="114076"/>
                  <a:pt x="260094" y="118030"/>
                </a:cubicBezTo>
                <a:cubicBezTo>
                  <a:pt x="260896" y="121984"/>
                  <a:pt x="262398" y="126220"/>
                  <a:pt x="264597" y="130738"/>
                </a:cubicBezTo>
                <a:lnTo>
                  <a:pt x="239805" y="130738"/>
                </a:lnTo>
                <a:cubicBezTo>
                  <a:pt x="239151" y="129073"/>
                  <a:pt x="238349" y="126606"/>
                  <a:pt x="237397" y="123336"/>
                </a:cubicBezTo>
                <a:cubicBezTo>
                  <a:pt x="236981" y="121850"/>
                  <a:pt x="236684" y="120869"/>
                  <a:pt x="236506" y="120393"/>
                </a:cubicBezTo>
                <a:cubicBezTo>
                  <a:pt x="232225" y="124555"/>
                  <a:pt x="227647" y="127676"/>
                  <a:pt x="222772" y="129757"/>
                </a:cubicBezTo>
                <a:cubicBezTo>
                  <a:pt x="217897" y="131838"/>
                  <a:pt x="212695" y="132879"/>
                  <a:pt x="207165" y="132879"/>
                </a:cubicBezTo>
                <a:cubicBezTo>
                  <a:pt x="197415" y="132879"/>
                  <a:pt x="189731" y="130244"/>
                  <a:pt x="184112" y="124975"/>
                </a:cubicBezTo>
                <a:cubicBezTo>
                  <a:pt x="178494" y="119706"/>
                  <a:pt x="175685" y="113045"/>
                  <a:pt x="175685" y="104993"/>
                </a:cubicBezTo>
                <a:cubicBezTo>
                  <a:pt x="175685" y="99664"/>
                  <a:pt x="176963" y="94914"/>
                  <a:pt x="179520" y="90741"/>
                </a:cubicBezTo>
                <a:cubicBezTo>
                  <a:pt x="182076" y="86566"/>
                  <a:pt x="185658" y="83369"/>
                  <a:pt x="190266" y="81148"/>
                </a:cubicBezTo>
                <a:cubicBezTo>
                  <a:pt x="194873" y="78928"/>
                  <a:pt x="201517" y="76989"/>
                  <a:pt x="210198" y="75332"/>
                </a:cubicBezTo>
                <a:cubicBezTo>
                  <a:pt x="221910" y="73142"/>
                  <a:pt x="230025" y="71099"/>
                  <a:pt x="234544" y="69204"/>
                </a:cubicBezTo>
                <a:lnTo>
                  <a:pt x="234544" y="66679"/>
                </a:lnTo>
                <a:cubicBezTo>
                  <a:pt x="234544" y="61809"/>
                  <a:pt x="233355" y="58338"/>
                  <a:pt x="230977" y="56264"/>
                </a:cubicBezTo>
                <a:cubicBezTo>
                  <a:pt x="228598" y="54189"/>
                  <a:pt x="224110" y="53151"/>
                  <a:pt x="217510" y="53151"/>
                </a:cubicBezTo>
                <a:cubicBezTo>
                  <a:pt x="213051" y="53151"/>
                  <a:pt x="209573" y="54049"/>
                  <a:pt x="207076" y="55844"/>
                </a:cubicBezTo>
                <a:cubicBezTo>
                  <a:pt x="204579" y="57636"/>
                  <a:pt x="202558" y="60782"/>
                  <a:pt x="201012" y="65280"/>
                </a:cubicBezTo>
                <a:moveTo>
                  <a:pt x="234544" y="85613"/>
                </a:moveTo>
                <a:cubicBezTo>
                  <a:pt x="231333" y="86670"/>
                  <a:pt x="226250" y="87934"/>
                  <a:pt x="219294" y="89403"/>
                </a:cubicBezTo>
                <a:cubicBezTo>
                  <a:pt x="212338" y="90871"/>
                  <a:pt x="207790" y="92310"/>
                  <a:pt x="205649" y="93720"/>
                </a:cubicBezTo>
                <a:cubicBezTo>
                  <a:pt x="202379" y="96011"/>
                  <a:pt x="200744" y="98919"/>
                  <a:pt x="200744" y="102443"/>
                </a:cubicBezTo>
                <a:cubicBezTo>
                  <a:pt x="200744" y="105910"/>
                  <a:pt x="202052" y="108907"/>
                  <a:pt x="204668" y="111433"/>
                </a:cubicBezTo>
                <a:cubicBezTo>
                  <a:pt x="207284" y="113958"/>
                  <a:pt x="210614" y="115221"/>
                  <a:pt x="214657" y="115221"/>
                </a:cubicBezTo>
                <a:cubicBezTo>
                  <a:pt x="219175" y="115221"/>
                  <a:pt x="223485" y="113752"/>
                  <a:pt x="227588" y="110815"/>
                </a:cubicBezTo>
                <a:cubicBezTo>
                  <a:pt x="230620" y="108583"/>
                  <a:pt x="232611" y="105851"/>
                  <a:pt x="233563" y="102619"/>
                </a:cubicBezTo>
                <a:cubicBezTo>
                  <a:pt x="234217" y="100504"/>
                  <a:pt x="234544" y="96481"/>
                  <a:pt x="234544" y="90549"/>
                </a:cubicBezTo>
                <a:lnTo>
                  <a:pt x="234544" y="85613"/>
                </a:lnTo>
                <a:close/>
                <a:moveTo>
                  <a:pt x="281551" y="136802"/>
                </a:moveTo>
                <a:lnTo>
                  <a:pt x="310178" y="140370"/>
                </a:lnTo>
                <a:cubicBezTo>
                  <a:pt x="310653" y="143731"/>
                  <a:pt x="311753" y="146041"/>
                  <a:pt x="313477" y="147301"/>
                </a:cubicBezTo>
                <a:cubicBezTo>
                  <a:pt x="315855" y="149101"/>
                  <a:pt x="319601" y="150001"/>
                  <a:pt x="324714" y="150001"/>
                </a:cubicBezTo>
                <a:cubicBezTo>
                  <a:pt x="331254" y="150001"/>
                  <a:pt x="336159" y="149013"/>
                  <a:pt x="339429" y="147036"/>
                </a:cubicBezTo>
                <a:cubicBezTo>
                  <a:pt x="341628" y="145719"/>
                  <a:pt x="343293" y="143593"/>
                  <a:pt x="344423" y="140659"/>
                </a:cubicBezTo>
                <a:cubicBezTo>
                  <a:pt x="345196" y="138564"/>
                  <a:pt x="345582" y="134702"/>
                  <a:pt x="345582" y="129074"/>
                </a:cubicBezTo>
                <a:lnTo>
                  <a:pt x="345582" y="115151"/>
                </a:lnTo>
                <a:cubicBezTo>
                  <a:pt x="338091" y="125543"/>
                  <a:pt x="328638" y="130738"/>
                  <a:pt x="317223" y="130738"/>
                </a:cubicBezTo>
                <a:cubicBezTo>
                  <a:pt x="304500" y="130738"/>
                  <a:pt x="294422" y="125358"/>
                  <a:pt x="286991" y="114597"/>
                </a:cubicBezTo>
                <a:cubicBezTo>
                  <a:pt x="281164" y="106095"/>
                  <a:pt x="278251" y="95512"/>
                  <a:pt x="278251" y="82848"/>
                </a:cubicBezTo>
                <a:cubicBezTo>
                  <a:pt x="278251" y="66974"/>
                  <a:pt x="282071" y="54846"/>
                  <a:pt x="289711" y="46463"/>
                </a:cubicBezTo>
                <a:cubicBezTo>
                  <a:pt x="297350" y="38080"/>
                  <a:pt x="306848" y="33888"/>
                  <a:pt x="318204" y="33888"/>
                </a:cubicBezTo>
                <a:cubicBezTo>
                  <a:pt x="329916" y="33888"/>
                  <a:pt x="339577" y="39055"/>
                  <a:pt x="347187" y="49389"/>
                </a:cubicBezTo>
                <a:lnTo>
                  <a:pt x="347187" y="36029"/>
                </a:lnTo>
                <a:lnTo>
                  <a:pt x="370642" y="36029"/>
                </a:lnTo>
                <a:lnTo>
                  <a:pt x="370642" y="121073"/>
                </a:lnTo>
                <a:cubicBezTo>
                  <a:pt x="370642" y="132258"/>
                  <a:pt x="369720" y="140617"/>
                  <a:pt x="367877" y="146150"/>
                </a:cubicBezTo>
                <a:cubicBezTo>
                  <a:pt x="366034" y="151683"/>
                  <a:pt x="363448" y="156025"/>
                  <a:pt x="360118" y="159178"/>
                </a:cubicBezTo>
                <a:cubicBezTo>
                  <a:pt x="356789" y="162333"/>
                  <a:pt x="352345" y="164802"/>
                  <a:pt x="346786" y="166586"/>
                </a:cubicBezTo>
                <a:cubicBezTo>
                  <a:pt x="341227" y="168371"/>
                  <a:pt x="334197" y="169264"/>
                  <a:pt x="325695" y="169264"/>
                </a:cubicBezTo>
                <a:cubicBezTo>
                  <a:pt x="309642" y="169264"/>
                  <a:pt x="298257" y="166491"/>
                  <a:pt x="291539" y="160945"/>
                </a:cubicBezTo>
                <a:cubicBezTo>
                  <a:pt x="284821" y="155401"/>
                  <a:pt x="281462" y="148373"/>
                  <a:pt x="281462" y="139860"/>
                </a:cubicBezTo>
                <a:cubicBezTo>
                  <a:pt x="281462" y="139020"/>
                  <a:pt x="281491" y="138001"/>
                  <a:pt x="281551" y="136802"/>
                </a:cubicBezTo>
                <a:moveTo>
                  <a:pt x="303935" y="81422"/>
                </a:moveTo>
                <a:cubicBezTo>
                  <a:pt x="303935" y="91439"/>
                  <a:pt x="305882" y="98775"/>
                  <a:pt x="309776" y="103427"/>
                </a:cubicBezTo>
                <a:cubicBezTo>
                  <a:pt x="313670" y="108079"/>
                  <a:pt x="318471" y="110405"/>
                  <a:pt x="324179" y="110405"/>
                </a:cubicBezTo>
                <a:cubicBezTo>
                  <a:pt x="330303" y="110405"/>
                  <a:pt x="335475" y="108020"/>
                  <a:pt x="339696" y="103248"/>
                </a:cubicBezTo>
                <a:cubicBezTo>
                  <a:pt x="343917" y="98477"/>
                  <a:pt x="346028" y="91410"/>
                  <a:pt x="346028" y="82046"/>
                </a:cubicBezTo>
                <a:cubicBezTo>
                  <a:pt x="346028" y="72266"/>
                  <a:pt x="344007" y="65005"/>
                  <a:pt x="339964" y="60264"/>
                </a:cubicBezTo>
                <a:cubicBezTo>
                  <a:pt x="335921" y="55522"/>
                  <a:pt x="330808" y="53151"/>
                  <a:pt x="324625" y="53151"/>
                </a:cubicBezTo>
                <a:cubicBezTo>
                  <a:pt x="318620" y="53151"/>
                  <a:pt x="313670" y="55478"/>
                  <a:pt x="309776" y="60130"/>
                </a:cubicBezTo>
                <a:cubicBezTo>
                  <a:pt x="305882" y="64782"/>
                  <a:pt x="303935" y="71879"/>
                  <a:pt x="303935" y="81422"/>
                </a:cubicBezTo>
                <a:close/>
                <a:moveTo>
                  <a:pt x="393554" y="36029"/>
                </a:moveTo>
                <a:lnTo>
                  <a:pt x="416651" y="36029"/>
                </a:lnTo>
                <a:lnTo>
                  <a:pt x="416651" y="48960"/>
                </a:lnTo>
                <a:cubicBezTo>
                  <a:pt x="424915" y="38912"/>
                  <a:pt x="434755" y="33888"/>
                  <a:pt x="446170" y="33888"/>
                </a:cubicBezTo>
                <a:cubicBezTo>
                  <a:pt x="452234" y="33888"/>
                  <a:pt x="457496" y="35143"/>
                  <a:pt x="461955" y="37651"/>
                </a:cubicBezTo>
                <a:cubicBezTo>
                  <a:pt x="466414" y="40159"/>
                  <a:pt x="470070" y="43952"/>
                  <a:pt x="472924" y="49030"/>
                </a:cubicBezTo>
                <a:cubicBezTo>
                  <a:pt x="477086" y="43952"/>
                  <a:pt x="481574" y="40159"/>
                  <a:pt x="486390" y="37651"/>
                </a:cubicBezTo>
                <a:cubicBezTo>
                  <a:pt x="491206" y="35143"/>
                  <a:pt x="496349" y="33888"/>
                  <a:pt x="501818" y="33888"/>
                </a:cubicBezTo>
                <a:cubicBezTo>
                  <a:pt x="508774" y="33888"/>
                  <a:pt x="514660" y="35301"/>
                  <a:pt x="519476" y="38125"/>
                </a:cubicBezTo>
                <a:cubicBezTo>
                  <a:pt x="524292" y="40949"/>
                  <a:pt x="527889" y="45095"/>
                  <a:pt x="530267" y="50565"/>
                </a:cubicBezTo>
                <a:cubicBezTo>
                  <a:pt x="531991" y="54608"/>
                  <a:pt x="532853" y="61148"/>
                  <a:pt x="532853" y="70185"/>
                </a:cubicBezTo>
                <a:lnTo>
                  <a:pt x="532853" y="130738"/>
                </a:lnTo>
                <a:lnTo>
                  <a:pt x="507793" y="130738"/>
                </a:lnTo>
                <a:lnTo>
                  <a:pt x="507793" y="76667"/>
                </a:lnTo>
                <a:cubicBezTo>
                  <a:pt x="507793" y="67285"/>
                  <a:pt x="506931" y="61228"/>
                  <a:pt x="505207" y="58497"/>
                </a:cubicBezTo>
                <a:cubicBezTo>
                  <a:pt x="502889" y="54933"/>
                  <a:pt x="499321" y="53151"/>
                  <a:pt x="494506" y="53151"/>
                </a:cubicBezTo>
                <a:cubicBezTo>
                  <a:pt x="490998" y="53151"/>
                  <a:pt x="487698" y="54221"/>
                  <a:pt x="484607" y="56359"/>
                </a:cubicBezTo>
                <a:cubicBezTo>
                  <a:pt x="481515" y="58496"/>
                  <a:pt x="479286" y="61628"/>
                  <a:pt x="477918" y="65756"/>
                </a:cubicBezTo>
                <a:cubicBezTo>
                  <a:pt x="476551" y="69883"/>
                  <a:pt x="475867" y="76401"/>
                  <a:pt x="475867" y="85309"/>
                </a:cubicBezTo>
                <a:lnTo>
                  <a:pt x="475867" y="130738"/>
                </a:lnTo>
                <a:lnTo>
                  <a:pt x="450807" y="130738"/>
                </a:lnTo>
                <a:lnTo>
                  <a:pt x="450807" y="78894"/>
                </a:lnTo>
                <a:cubicBezTo>
                  <a:pt x="450807" y="69690"/>
                  <a:pt x="450361" y="63752"/>
                  <a:pt x="449470" y="61080"/>
                </a:cubicBezTo>
                <a:cubicBezTo>
                  <a:pt x="448578" y="58407"/>
                  <a:pt x="447196" y="56417"/>
                  <a:pt x="445323" y="55111"/>
                </a:cubicBezTo>
                <a:cubicBezTo>
                  <a:pt x="443450" y="53804"/>
                  <a:pt x="440908" y="53151"/>
                  <a:pt x="437698" y="53151"/>
                </a:cubicBezTo>
                <a:cubicBezTo>
                  <a:pt x="433833" y="53151"/>
                  <a:pt x="430355" y="54191"/>
                  <a:pt x="427264" y="56270"/>
                </a:cubicBezTo>
                <a:cubicBezTo>
                  <a:pt x="424172" y="58347"/>
                  <a:pt x="421958" y="61346"/>
                  <a:pt x="420620" y="65266"/>
                </a:cubicBezTo>
                <a:cubicBezTo>
                  <a:pt x="419282" y="69186"/>
                  <a:pt x="418613" y="75689"/>
                  <a:pt x="418613" y="84774"/>
                </a:cubicBezTo>
                <a:lnTo>
                  <a:pt x="418613" y="130738"/>
                </a:lnTo>
                <a:lnTo>
                  <a:pt x="393554" y="130738"/>
                </a:lnTo>
                <a:lnTo>
                  <a:pt x="393554" y="36029"/>
                </a:lnTo>
                <a:close/>
                <a:moveTo>
                  <a:pt x="612677" y="100595"/>
                </a:moveTo>
                <a:lnTo>
                  <a:pt x="637647" y="104876"/>
                </a:lnTo>
                <a:cubicBezTo>
                  <a:pt x="634437" y="114002"/>
                  <a:pt x="629368" y="120951"/>
                  <a:pt x="622442" y="125722"/>
                </a:cubicBezTo>
                <a:cubicBezTo>
                  <a:pt x="615515" y="130493"/>
                  <a:pt x="606850" y="132879"/>
                  <a:pt x="596446" y="132879"/>
                </a:cubicBezTo>
                <a:cubicBezTo>
                  <a:pt x="579977" y="132879"/>
                  <a:pt x="567789" y="127498"/>
                  <a:pt x="559882" y="116737"/>
                </a:cubicBezTo>
                <a:cubicBezTo>
                  <a:pt x="553639" y="108116"/>
                  <a:pt x="550518" y="97236"/>
                  <a:pt x="550518" y="84097"/>
                </a:cubicBezTo>
                <a:cubicBezTo>
                  <a:pt x="550518" y="68401"/>
                  <a:pt x="554620" y="56109"/>
                  <a:pt x="562825" y="47221"/>
                </a:cubicBezTo>
                <a:cubicBezTo>
                  <a:pt x="571029" y="38333"/>
                  <a:pt x="581404" y="33888"/>
                  <a:pt x="593949" y="33888"/>
                </a:cubicBezTo>
                <a:cubicBezTo>
                  <a:pt x="608039" y="33888"/>
                  <a:pt x="619157" y="38541"/>
                  <a:pt x="627302" y="47845"/>
                </a:cubicBezTo>
                <a:cubicBezTo>
                  <a:pt x="635447" y="57150"/>
                  <a:pt x="639341" y="71404"/>
                  <a:pt x="638985" y="90607"/>
                </a:cubicBezTo>
                <a:lnTo>
                  <a:pt x="576202" y="90607"/>
                </a:lnTo>
                <a:cubicBezTo>
                  <a:pt x="576380" y="98039"/>
                  <a:pt x="578402" y="103821"/>
                  <a:pt x="582266" y="107953"/>
                </a:cubicBezTo>
                <a:cubicBezTo>
                  <a:pt x="586131" y="112085"/>
                  <a:pt x="590946" y="114151"/>
                  <a:pt x="596713" y="114151"/>
                </a:cubicBezTo>
                <a:cubicBezTo>
                  <a:pt x="600637" y="114151"/>
                  <a:pt x="603937" y="113081"/>
                  <a:pt x="606612" y="110940"/>
                </a:cubicBezTo>
                <a:cubicBezTo>
                  <a:pt x="609288" y="108800"/>
                  <a:pt x="611309" y="105352"/>
                  <a:pt x="612677" y="100595"/>
                </a:cubicBezTo>
                <a:moveTo>
                  <a:pt x="614103" y="75268"/>
                </a:moveTo>
                <a:cubicBezTo>
                  <a:pt x="613925" y="68045"/>
                  <a:pt x="612052" y="62552"/>
                  <a:pt x="608485" y="58792"/>
                </a:cubicBezTo>
                <a:cubicBezTo>
                  <a:pt x="604918" y="55032"/>
                  <a:pt x="600578" y="53151"/>
                  <a:pt x="595465" y="53151"/>
                </a:cubicBezTo>
                <a:cubicBezTo>
                  <a:pt x="589995" y="53151"/>
                  <a:pt x="585477" y="55135"/>
                  <a:pt x="581909" y="59101"/>
                </a:cubicBezTo>
                <a:cubicBezTo>
                  <a:pt x="578342" y="63070"/>
                  <a:pt x="576588" y="68459"/>
                  <a:pt x="576648" y="75268"/>
                </a:cubicBezTo>
                <a:lnTo>
                  <a:pt x="614103" y="75268"/>
                </a:lnTo>
                <a:close/>
                <a:moveTo>
                  <a:pt x="745564" y="130738"/>
                </a:moveTo>
                <a:lnTo>
                  <a:pt x="720504" y="130738"/>
                </a:lnTo>
                <a:lnTo>
                  <a:pt x="720504" y="82458"/>
                </a:lnTo>
                <a:cubicBezTo>
                  <a:pt x="720504" y="72243"/>
                  <a:pt x="719969" y="65637"/>
                  <a:pt x="718899" y="62638"/>
                </a:cubicBezTo>
                <a:cubicBezTo>
                  <a:pt x="717829" y="59639"/>
                  <a:pt x="716090" y="57309"/>
                  <a:pt x="713682" y="55646"/>
                </a:cubicBezTo>
                <a:cubicBezTo>
                  <a:pt x="711274" y="53983"/>
                  <a:pt x="708376" y="53151"/>
                  <a:pt x="704987" y="53151"/>
                </a:cubicBezTo>
                <a:cubicBezTo>
                  <a:pt x="700647" y="53151"/>
                  <a:pt x="696753" y="54340"/>
                  <a:pt x="693304" y="56716"/>
                </a:cubicBezTo>
                <a:cubicBezTo>
                  <a:pt x="689856" y="59090"/>
                  <a:pt x="687493" y="62238"/>
                  <a:pt x="686215" y="66158"/>
                </a:cubicBezTo>
                <a:cubicBezTo>
                  <a:pt x="684936" y="70076"/>
                  <a:pt x="684297" y="77321"/>
                  <a:pt x="684297" y="87893"/>
                </a:cubicBezTo>
                <a:lnTo>
                  <a:pt x="684297" y="130738"/>
                </a:lnTo>
                <a:lnTo>
                  <a:pt x="659238" y="130738"/>
                </a:lnTo>
                <a:lnTo>
                  <a:pt x="659238" y="36029"/>
                </a:lnTo>
                <a:lnTo>
                  <a:pt x="682514" y="36029"/>
                </a:lnTo>
                <a:lnTo>
                  <a:pt x="682514" y="49941"/>
                </a:lnTo>
                <a:cubicBezTo>
                  <a:pt x="690778" y="39239"/>
                  <a:pt x="701182" y="33888"/>
                  <a:pt x="713727" y="33888"/>
                </a:cubicBezTo>
                <a:cubicBezTo>
                  <a:pt x="719256" y="33888"/>
                  <a:pt x="724309" y="34884"/>
                  <a:pt x="728887" y="36876"/>
                </a:cubicBezTo>
                <a:cubicBezTo>
                  <a:pt x="733465" y="38868"/>
                  <a:pt x="736928" y="41409"/>
                  <a:pt x="739277" y="44501"/>
                </a:cubicBezTo>
                <a:cubicBezTo>
                  <a:pt x="741625" y="47593"/>
                  <a:pt x="743260" y="51100"/>
                  <a:pt x="744182" y="55024"/>
                </a:cubicBezTo>
                <a:cubicBezTo>
                  <a:pt x="745103" y="58948"/>
                  <a:pt x="745564" y="64566"/>
                  <a:pt x="745564" y="71879"/>
                </a:cubicBezTo>
                <a:lnTo>
                  <a:pt x="745564" y="130738"/>
                </a:lnTo>
                <a:close/>
                <a:moveTo>
                  <a:pt x="814404" y="36029"/>
                </a:moveTo>
                <a:lnTo>
                  <a:pt x="814404" y="56005"/>
                </a:lnTo>
                <a:lnTo>
                  <a:pt x="797281" y="56005"/>
                </a:lnTo>
                <a:lnTo>
                  <a:pt x="797281" y="94113"/>
                </a:lnTo>
                <a:cubicBezTo>
                  <a:pt x="797281" y="101831"/>
                  <a:pt x="797445" y="106328"/>
                  <a:pt x="797772" y="107604"/>
                </a:cubicBezTo>
                <a:cubicBezTo>
                  <a:pt x="798099" y="108879"/>
                  <a:pt x="798842" y="109932"/>
                  <a:pt x="800001" y="110765"/>
                </a:cubicBezTo>
                <a:cubicBezTo>
                  <a:pt x="801161" y="111595"/>
                  <a:pt x="802573" y="112010"/>
                  <a:pt x="804237" y="112010"/>
                </a:cubicBezTo>
                <a:cubicBezTo>
                  <a:pt x="806556" y="112010"/>
                  <a:pt x="809915" y="111208"/>
                  <a:pt x="814315" y="109602"/>
                </a:cubicBezTo>
                <a:lnTo>
                  <a:pt x="816455" y="129116"/>
                </a:lnTo>
                <a:cubicBezTo>
                  <a:pt x="810629" y="131624"/>
                  <a:pt x="804029" y="132879"/>
                  <a:pt x="796657" y="132879"/>
                </a:cubicBezTo>
                <a:cubicBezTo>
                  <a:pt x="792139" y="132879"/>
                  <a:pt x="788066" y="132120"/>
                  <a:pt x="784439" y="130604"/>
                </a:cubicBezTo>
                <a:cubicBezTo>
                  <a:pt x="780813" y="129088"/>
                  <a:pt x="778152" y="127126"/>
                  <a:pt x="776458" y="124719"/>
                </a:cubicBezTo>
                <a:cubicBezTo>
                  <a:pt x="774763" y="122311"/>
                  <a:pt x="773589" y="119056"/>
                  <a:pt x="772935" y="114953"/>
                </a:cubicBezTo>
                <a:cubicBezTo>
                  <a:pt x="772400" y="112040"/>
                  <a:pt x="772132" y="106154"/>
                  <a:pt x="772132" y="97296"/>
                </a:cubicBezTo>
                <a:lnTo>
                  <a:pt x="772132" y="56005"/>
                </a:lnTo>
                <a:lnTo>
                  <a:pt x="760628" y="56005"/>
                </a:lnTo>
                <a:lnTo>
                  <a:pt x="760628" y="36029"/>
                </a:lnTo>
                <a:lnTo>
                  <a:pt x="772132" y="36029"/>
                </a:lnTo>
                <a:lnTo>
                  <a:pt x="772132" y="17123"/>
                </a:lnTo>
                <a:lnTo>
                  <a:pt x="797281" y="2319"/>
                </a:lnTo>
                <a:lnTo>
                  <a:pt x="797281" y="36029"/>
                </a:lnTo>
                <a:lnTo>
                  <a:pt x="814404" y="36029"/>
                </a:lnTo>
                <a:close/>
                <a:moveTo>
                  <a:pt x="822964" y="103806"/>
                </a:moveTo>
                <a:lnTo>
                  <a:pt x="848113" y="99882"/>
                </a:lnTo>
                <a:cubicBezTo>
                  <a:pt x="849183" y="104727"/>
                  <a:pt x="851353" y="108406"/>
                  <a:pt x="854623" y="110918"/>
                </a:cubicBezTo>
                <a:cubicBezTo>
                  <a:pt x="857893" y="113430"/>
                  <a:pt x="862471" y="114686"/>
                  <a:pt x="868357" y="114686"/>
                </a:cubicBezTo>
                <a:cubicBezTo>
                  <a:pt x="874837" y="114686"/>
                  <a:pt x="879712" y="113499"/>
                  <a:pt x="882982" y="111124"/>
                </a:cubicBezTo>
                <a:cubicBezTo>
                  <a:pt x="885182" y="109461"/>
                  <a:pt x="886282" y="107235"/>
                  <a:pt x="886282" y="104444"/>
                </a:cubicBezTo>
                <a:cubicBezTo>
                  <a:pt x="886282" y="102543"/>
                  <a:pt x="885687" y="100970"/>
                  <a:pt x="884498" y="99723"/>
                </a:cubicBezTo>
                <a:cubicBezTo>
                  <a:pt x="883250" y="98536"/>
                  <a:pt x="880455" y="97438"/>
                  <a:pt x="876115" y="96429"/>
                </a:cubicBezTo>
                <a:cubicBezTo>
                  <a:pt x="855901" y="91977"/>
                  <a:pt x="843089" y="87910"/>
                  <a:pt x="837679" y="84228"/>
                </a:cubicBezTo>
                <a:cubicBezTo>
                  <a:pt x="830187" y="79119"/>
                  <a:pt x="826442" y="72020"/>
                  <a:pt x="826442" y="62933"/>
                </a:cubicBezTo>
                <a:cubicBezTo>
                  <a:pt x="826442" y="54736"/>
                  <a:pt x="829682" y="47846"/>
                  <a:pt x="836163" y="42263"/>
                </a:cubicBezTo>
                <a:cubicBezTo>
                  <a:pt x="842643" y="36680"/>
                  <a:pt x="852691" y="33888"/>
                  <a:pt x="866305" y="33888"/>
                </a:cubicBezTo>
                <a:cubicBezTo>
                  <a:pt x="879266" y="33888"/>
                  <a:pt x="888898" y="35992"/>
                  <a:pt x="895200" y="40198"/>
                </a:cubicBezTo>
                <a:cubicBezTo>
                  <a:pt x="901502" y="44404"/>
                  <a:pt x="905842" y="50625"/>
                  <a:pt x="908220" y="58859"/>
                </a:cubicBezTo>
                <a:lnTo>
                  <a:pt x="884587" y="63318"/>
                </a:lnTo>
                <a:cubicBezTo>
                  <a:pt x="883577" y="59632"/>
                  <a:pt x="881659" y="56808"/>
                  <a:pt x="878835" y="54846"/>
                </a:cubicBezTo>
                <a:cubicBezTo>
                  <a:pt x="876011" y="52884"/>
                  <a:pt x="871983" y="51903"/>
                  <a:pt x="866751" y="51903"/>
                </a:cubicBezTo>
                <a:cubicBezTo>
                  <a:pt x="860152" y="51903"/>
                  <a:pt x="855425" y="52823"/>
                  <a:pt x="852572" y="54665"/>
                </a:cubicBezTo>
                <a:cubicBezTo>
                  <a:pt x="850669" y="55969"/>
                  <a:pt x="849718" y="57661"/>
                  <a:pt x="849718" y="59740"/>
                </a:cubicBezTo>
                <a:cubicBezTo>
                  <a:pt x="849718" y="61519"/>
                  <a:pt x="850550" y="63033"/>
                  <a:pt x="852215" y="64279"/>
                </a:cubicBezTo>
                <a:cubicBezTo>
                  <a:pt x="854474" y="65942"/>
                  <a:pt x="862277" y="68288"/>
                  <a:pt x="875625" y="71316"/>
                </a:cubicBezTo>
                <a:cubicBezTo>
                  <a:pt x="888972" y="74345"/>
                  <a:pt x="898291" y="78060"/>
                  <a:pt x="903583" y="82461"/>
                </a:cubicBezTo>
                <a:cubicBezTo>
                  <a:pt x="908815" y="86924"/>
                  <a:pt x="911431" y="93140"/>
                  <a:pt x="911431" y="101111"/>
                </a:cubicBezTo>
                <a:cubicBezTo>
                  <a:pt x="911431" y="109797"/>
                  <a:pt x="907804" y="117263"/>
                  <a:pt x="900551" y="123509"/>
                </a:cubicBezTo>
                <a:cubicBezTo>
                  <a:pt x="893297" y="129755"/>
                  <a:pt x="882566" y="132879"/>
                  <a:pt x="868357" y="132879"/>
                </a:cubicBezTo>
                <a:cubicBezTo>
                  <a:pt x="855455" y="132879"/>
                  <a:pt x="845244" y="130271"/>
                  <a:pt x="837723" y="125056"/>
                </a:cubicBezTo>
                <a:cubicBezTo>
                  <a:pt x="830202" y="119839"/>
                  <a:pt x="825283" y="112755"/>
                  <a:pt x="822964" y="1038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150A5-19DC-4589-8DD5-B41FEC6C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70" y="1789336"/>
            <a:ext cx="133299" cy="498876"/>
          </a:xfrm>
          <a:custGeom xmlns:a="http://schemas.openxmlformats.org/drawingml/2006/main">
            <a:pathLst>
              <a:path w="133299" h="498876" fill="none">
                <a:moveTo>
                  <a:pt x="38161" y="0"/>
                </a:moveTo>
                <a:cubicBezTo>
                  <a:pt x="38161" y="0"/>
                  <a:pt x="0" y="183341"/>
                  <a:pt x="54366" y="350423"/>
                </a:cubicBezTo>
                <a:cubicBezTo>
                  <a:pt x="74626" y="412687"/>
                  <a:pt x="104185" y="461782"/>
                  <a:pt x="133299" y="4988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099" cap="rnd">
            <a:solidFill>
              <a:srgbClr val="000000"/>
            </a:solidFill>
            <a:round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8082FC-1984-4D13-9FBD-7E5F3B1F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72" y="2263624"/>
            <a:ext cx="88624" cy="86135"/>
          </a:xfrm>
          <a:custGeom xmlns:a="http://schemas.openxmlformats.org/drawingml/2006/main">
            <a:pathLst>
              <a:path w="88624" h="86135">
                <a:moveTo>
                  <a:pt x="88624" y="86135"/>
                </a:moveTo>
                <a:lnTo>
                  <a:pt x="46168" y="0"/>
                </a:lnTo>
                <a:lnTo>
                  <a:pt x="0" y="49155"/>
                </a:lnTo>
                <a:lnTo>
                  <a:pt x="88624" y="86135"/>
                </a:lnTo>
                <a:close/>
                <a:moveTo>
                  <a:pt x="88624" y="8613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6613F-84C4-4969-898D-7299D963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72" y="2263623"/>
            <a:ext cx="88624" cy="86135"/>
          </a:xfrm>
          <a:custGeom xmlns:a="http://schemas.openxmlformats.org/drawingml/2006/main">
            <a:pathLst>
              <a:path w="88624" h="86135" fill="none">
                <a:moveTo>
                  <a:pt x="88624" y="86135"/>
                </a:moveTo>
                <a:lnTo>
                  <a:pt x="46168" y="0"/>
                </a:lnTo>
                <a:lnTo>
                  <a:pt x="0" y="49155"/>
                </a:lnTo>
                <a:lnTo>
                  <a:pt x="88624" y="86135"/>
                </a:lnTo>
                <a:close/>
                <a:moveTo>
                  <a:pt x="88624" y="86135"/>
                </a:moveTo>
              </a:path>
            </a:pathLst>
          </a:custGeom>
          <a:noFill xmlns:a="http://schemas.openxmlformats.org/drawingml/2006/main"/>
          <a:ln xmlns:a="http://schemas.openxmlformats.org/drawingml/2006/main" w="28099" cap="flat">
            <a:solidFill>
              <a:srgbClr val="000000"/>
            </a:solidFill>
            <a:miter/>
          </a:ln>
        </p:spPr>
      </p:sp>
      <p:sp>
        <p:nvSpPr>
          <p:cNvPr id="115" name="Text Evidence">
            <a:extLst xmlns:a="http://schemas.openxmlformats.org/drawingml/2006/main">
              <a:ext uri="{FF2B5EF4-FFF2-40B4-BE49-F238E27FC236}">
                <a16:creationId xmlns:a16="http://schemas.microsoft.com/office/drawing/2014/main" id="{D59884F0-4B51-4E25-B2E3-39464D7F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56" y="753785"/>
            <a:ext cx="781761" cy="132879"/>
          </a:xfrm>
          <a:custGeom xmlns:a="http://schemas.openxmlformats.org/drawingml/2006/main">
            <a:pathLst>
              <a:path w="781761" h="132879">
                <a:moveTo>
                  <a:pt x="0" y="130738"/>
                </a:moveTo>
                <a:lnTo>
                  <a:pt x="0" y="0"/>
                </a:lnTo>
                <a:lnTo>
                  <a:pt x="96939" y="0"/>
                </a:lnTo>
                <a:lnTo>
                  <a:pt x="96939" y="22117"/>
                </a:lnTo>
                <a:lnTo>
                  <a:pt x="26397" y="22117"/>
                </a:lnTo>
                <a:lnTo>
                  <a:pt x="26397" y="51011"/>
                </a:lnTo>
                <a:lnTo>
                  <a:pt x="92034" y="51011"/>
                </a:lnTo>
                <a:lnTo>
                  <a:pt x="92034" y="73128"/>
                </a:lnTo>
                <a:lnTo>
                  <a:pt x="26397" y="73128"/>
                </a:lnTo>
                <a:lnTo>
                  <a:pt x="26397" y="108622"/>
                </a:lnTo>
                <a:lnTo>
                  <a:pt x="99436" y="108622"/>
                </a:lnTo>
                <a:lnTo>
                  <a:pt x="99436" y="130738"/>
                </a:lnTo>
                <a:lnTo>
                  <a:pt x="0" y="130738"/>
                </a:lnTo>
                <a:close/>
                <a:moveTo>
                  <a:pt x="147684" y="130738"/>
                </a:moveTo>
                <a:lnTo>
                  <a:pt x="109515" y="36029"/>
                </a:lnTo>
                <a:lnTo>
                  <a:pt x="135823" y="36029"/>
                </a:lnTo>
                <a:lnTo>
                  <a:pt x="153659" y="84364"/>
                </a:lnTo>
                <a:lnTo>
                  <a:pt x="158831" y="100506"/>
                </a:lnTo>
                <a:cubicBezTo>
                  <a:pt x="160199" y="96404"/>
                  <a:pt x="161061" y="93699"/>
                  <a:pt x="161418" y="92391"/>
                </a:cubicBezTo>
                <a:cubicBezTo>
                  <a:pt x="162250" y="89715"/>
                  <a:pt x="163142" y="87040"/>
                  <a:pt x="164093" y="84364"/>
                </a:cubicBezTo>
                <a:lnTo>
                  <a:pt x="182107" y="36029"/>
                </a:lnTo>
                <a:lnTo>
                  <a:pt x="207881" y="36029"/>
                </a:lnTo>
                <a:lnTo>
                  <a:pt x="170247" y="130738"/>
                </a:lnTo>
                <a:lnTo>
                  <a:pt x="147684" y="130738"/>
                </a:lnTo>
                <a:close/>
                <a:moveTo>
                  <a:pt x="223228" y="23187"/>
                </a:moveTo>
                <a:lnTo>
                  <a:pt x="223228" y="0"/>
                </a:lnTo>
                <a:lnTo>
                  <a:pt x="248288" y="0"/>
                </a:lnTo>
                <a:lnTo>
                  <a:pt x="248288" y="23187"/>
                </a:lnTo>
                <a:lnTo>
                  <a:pt x="223228" y="23187"/>
                </a:lnTo>
                <a:moveTo>
                  <a:pt x="223228" y="130738"/>
                </a:moveTo>
                <a:lnTo>
                  <a:pt x="223228" y="36029"/>
                </a:lnTo>
                <a:lnTo>
                  <a:pt x="248288" y="36029"/>
                </a:lnTo>
                <a:lnTo>
                  <a:pt x="248288" y="130738"/>
                </a:lnTo>
                <a:lnTo>
                  <a:pt x="223228" y="130738"/>
                </a:lnTo>
                <a:close/>
                <a:moveTo>
                  <a:pt x="360828" y="130738"/>
                </a:moveTo>
                <a:lnTo>
                  <a:pt x="337551" y="130738"/>
                </a:lnTo>
                <a:lnTo>
                  <a:pt x="337551" y="116826"/>
                </a:lnTo>
                <a:cubicBezTo>
                  <a:pt x="333687" y="122236"/>
                  <a:pt x="329124" y="126264"/>
                  <a:pt x="323862" y="128910"/>
                </a:cubicBezTo>
                <a:cubicBezTo>
                  <a:pt x="318601" y="131556"/>
                  <a:pt x="313294" y="132879"/>
                  <a:pt x="307944" y="132879"/>
                </a:cubicBezTo>
                <a:cubicBezTo>
                  <a:pt x="297064" y="132879"/>
                  <a:pt x="287744" y="128494"/>
                  <a:pt x="279986" y="119724"/>
                </a:cubicBezTo>
                <a:cubicBezTo>
                  <a:pt x="272227" y="110955"/>
                  <a:pt x="268348" y="98722"/>
                  <a:pt x="268348" y="83027"/>
                </a:cubicBezTo>
                <a:cubicBezTo>
                  <a:pt x="268348" y="66974"/>
                  <a:pt x="272123" y="54772"/>
                  <a:pt x="279674" y="46418"/>
                </a:cubicBezTo>
                <a:cubicBezTo>
                  <a:pt x="287224" y="38065"/>
                  <a:pt x="296766" y="33888"/>
                  <a:pt x="308300" y="33888"/>
                </a:cubicBezTo>
                <a:cubicBezTo>
                  <a:pt x="318883" y="33888"/>
                  <a:pt x="328039" y="38288"/>
                  <a:pt x="335768" y="47087"/>
                </a:cubicBezTo>
                <a:lnTo>
                  <a:pt x="335768" y="0"/>
                </a:lnTo>
                <a:lnTo>
                  <a:pt x="360828" y="0"/>
                </a:lnTo>
                <a:lnTo>
                  <a:pt x="360828" y="130738"/>
                </a:lnTo>
                <a:moveTo>
                  <a:pt x="293942" y="81380"/>
                </a:moveTo>
                <a:cubicBezTo>
                  <a:pt x="293942" y="91472"/>
                  <a:pt x="295339" y="98774"/>
                  <a:pt x="298134" y="103285"/>
                </a:cubicBezTo>
                <a:cubicBezTo>
                  <a:pt x="302177" y="109815"/>
                  <a:pt x="307825" y="113081"/>
                  <a:pt x="315078" y="113081"/>
                </a:cubicBezTo>
                <a:cubicBezTo>
                  <a:pt x="320845" y="113081"/>
                  <a:pt x="325750" y="110632"/>
                  <a:pt x="329793" y="105734"/>
                </a:cubicBezTo>
                <a:cubicBezTo>
                  <a:pt x="333836" y="100837"/>
                  <a:pt x="335857" y="93520"/>
                  <a:pt x="335857" y="83785"/>
                </a:cubicBezTo>
                <a:cubicBezTo>
                  <a:pt x="335857" y="72920"/>
                  <a:pt x="333895" y="65098"/>
                  <a:pt x="329971" y="60319"/>
                </a:cubicBezTo>
                <a:cubicBezTo>
                  <a:pt x="326047" y="55541"/>
                  <a:pt x="321023" y="53151"/>
                  <a:pt x="314900" y="53151"/>
                </a:cubicBezTo>
                <a:cubicBezTo>
                  <a:pt x="308954" y="53151"/>
                  <a:pt x="303975" y="55511"/>
                  <a:pt x="299962" y="60230"/>
                </a:cubicBezTo>
                <a:cubicBezTo>
                  <a:pt x="295949" y="64949"/>
                  <a:pt x="293942" y="71999"/>
                  <a:pt x="293942" y="81380"/>
                </a:cubicBezTo>
                <a:close/>
                <a:moveTo>
                  <a:pt x="440369" y="100595"/>
                </a:moveTo>
                <a:lnTo>
                  <a:pt x="465340" y="104876"/>
                </a:lnTo>
                <a:cubicBezTo>
                  <a:pt x="462129" y="114002"/>
                  <a:pt x="457061" y="120951"/>
                  <a:pt x="450134" y="125722"/>
                </a:cubicBezTo>
                <a:cubicBezTo>
                  <a:pt x="443208" y="130493"/>
                  <a:pt x="434543" y="132879"/>
                  <a:pt x="424138" y="132879"/>
                </a:cubicBezTo>
                <a:cubicBezTo>
                  <a:pt x="407670" y="132879"/>
                  <a:pt x="395482" y="127498"/>
                  <a:pt x="387574" y="116737"/>
                </a:cubicBezTo>
                <a:cubicBezTo>
                  <a:pt x="381332" y="108116"/>
                  <a:pt x="378210" y="97236"/>
                  <a:pt x="378210" y="84097"/>
                </a:cubicBezTo>
                <a:cubicBezTo>
                  <a:pt x="378210" y="68401"/>
                  <a:pt x="382313" y="56109"/>
                  <a:pt x="390517" y="47221"/>
                </a:cubicBezTo>
                <a:cubicBezTo>
                  <a:pt x="398722" y="38333"/>
                  <a:pt x="409097" y="33888"/>
                  <a:pt x="421641" y="33888"/>
                </a:cubicBezTo>
                <a:cubicBezTo>
                  <a:pt x="435732" y="33888"/>
                  <a:pt x="446849" y="38541"/>
                  <a:pt x="454995" y="47845"/>
                </a:cubicBezTo>
                <a:cubicBezTo>
                  <a:pt x="463140" y="57150"/>
                  <a:pt x="467034" y="71404"/>
                  <a:pt x="466677" y="90607"/>
                </a:cubicBezTo>
                <a:lnTo>
                  <a:pt x="403894" y="90607"/>
                </a:lnTo>
                <a:cubicBezTo>
                  <a:pt x="404073" y="98039"/>
                  <a:pt x="406094" y="103821"/>
                  <a:pt x="409959" y="107953"/>
                </a:cubicBezTo>
                <a:cubicBezTo>
                  <a:pt x="413823" y="112085"/>
                  <a:pt x="418639" y="114151"/>
                  <a:pt x="424406" y="114151"/>
                </a:cubicBezTo>
                <a:cubicBezTo>
                  <a:pt x="428330" y="114151"/>
                  <a:pt x="431629" y="113081"/>
                  <a:pt x="434305" y="110940"/>
                </a:cubicBezTo>
                <a:cubicBezTo>
                  <a:pt x="436980" y="108800"/>
                  <a:pt x="439002" y="105352"/>
                  <a:pt x="440369" y="100595"/>
                </a:cubicBezTo>
                <a:moveTo>
                  <a:pt x="441796" y="75268"/>
                </a:moveTo>
                <a:cubicBezTo>
                  <a:pt x="441618" y="68045"/>
                  <a:pt x="439745" y="62552"/>
                  <a:pt x="436178" y="58792"/>
                </a:cubicBezTo>
                <a:cubicBezTo>
                  <a:pt x="432610" y="55032"/>
                  <a:pt x="428270" y="53151"/>
                  <a:pt x="423157" y="53151"/>
                </a:cubicBezTo>
                <a:cubicBezTo>
                  <a:pt x="417688" y="53151"/>
                  <a:pt x="413169" y="55135"/>
                  <a:pt x="409602" y="59101"/>
                </a:cubicBezTo>
                <a:cubicBezTo>
                  <a:pt x="406035" y="63070"/>
                  <a:pt x="404281" y="68459"/>
                  <a:pt x="404340" y="75268"/>
                </a:cubicBezTo>
                <a:lnTo>
                  <a:pt x="441796" y="75268"/>
                </a:lnTo>
                <a:close/>
                <a:moveTo>
                  <a:pt x="573256" y="130738"/>
                </a:moveTo>
                <a:lnTo>
                  <a:pt x="548197" y="130738"/>
                </a:lnTo>
                <a:lnTo>
                  <a:pt x="548197" y="82458"/>
                </a:lnTo>
                <a:cubicBezTo>
                  <a:pt x="548197" y="72243"/>
                  <a:pt x="547661" y="65637"/>
                  <a:pt x="546591" y="62638"/>
                </a:cubicBezTo>
                <a:cubicBezTo>
                  <a:pt x="545521" y="59639"/>
                  <a:pt x="543782" y="57309"/>
                  <a:pt x="541374" y="55646"/>
                </a:cubicBezTo>
                <a:cubicBezTo>
                  <a:pt x="538966" y="53983"/>
                  <a:pt x="536068" y="53151"/>
                  <a:pt x="532679" y="53151"/>
                </a:cubicBezTo>
                <a:cubicBezTo>
                  <a:pt x="528339" y="53151"/>
                  <a:pt x="524445" y="54340"/>
                  <a:pt x="520997" y="56716"/>
                </a:cubicBezTo>
                <a:cubicBezTo>
                  <a:pt x="517548" y="59090"/>
                  <a:pt x="515185" y="62238"/>
                  <a:pt x="513907" y="66158"/>
                </a:cubicBezTo>
                <a:cubicBezTo>
                  <a:pt x="512629" y="70076"/>
                  <a:pt x="511989" y="77321"/>
                  <a:pt x="511989" y="87893"/>
                </a:cubicBezTo>
                <a:lnTo>
                  <a:pt x="511989" y="130738"/>
                </a:lnTo>
                <a:lnTo>
                  <a:pt x="486930" y="130738"/>
                </a:lnTo>
                <a:lnTo>
                  <a:pt x="486930" y="36029"/>
                </a:lnTo>
                <a:lnTo>
                  <a:pt x="510206" y="36029"/>
                </a:lnTo>
                <a:lnTo>
                  <a:pt x="510206" y="49941"/>
                </a:lnTo>
                <a:cubicBezTo>
                  <a:pt x="518470" y="39239"/>
                  <a:pt x="528874" y="33888"/>
                  <a:pt x="541419" y="33888"/>
                </a:cubicBezTo>
                <a:cubicBezTo>
                  <a:pt x="546948" y="33888"/>
                  <a:pt x="552002" y="34884"/>
                  <a:pt x="556579" y="36876"/>
                </a:cubicBezTo>
                <a:cubicBezTo>
                  <a:pt x="561157" y="38868"/>
                  <a:pt x="564621" y="41409"/>
                  <a:pt x="566969" y="44501"/>
                </a:cubicBezTo>
                <a:cubicBezTo>
                  <a:pt x="569317" y="47593"/>
                  <a:pt x="570952" y="51100"/>
                  <a:pt x="571874" y="55024"/>
                </a:cubicBezTo>
                <a:cubicBezTo>
                  <a:pt x="572795" y="58948"/>
                  <a:pt x="573256" y="64566"/>
                  <a:pt x="573256" y="71879"/>
                </a:cubicBezTo>
                <a:lnTo>
                  <a:pt x="573256" y="130738"/>
                </a:lnTo>
                <a:close/>
                <a:moveTo>
                  <a:pt x="681246" y="64031"/>
                </a:moveTo>
                <a:lnTo>
                  <a:pt x="656543" y="68490"/>
                </a:lnTo>
                <a:cubicBezTo>
                  <a:pt x="655711" y="63585"/>
                  <a:pt x="653823" y="59892"/>
                  <a:pt x="650880" y="57410"/>
                </a:cubicBezTo>
                <a:cubicBezTo>
                  <a:pt x="647937" y="54928"/>
                  <a:pt x="644118" y="53686"/>
                  <a:pt x="639421" y="53686"/>
                </a:cubicBezTo>
                <a:cubicBezTo>
                  <a:pt x="633178" y="53686"/>
                  <a:pt x="628199" y="55835"/>
                  <a:pt x="624483" y="60133"/>
                </a:cubicBezTo>
                <a:cubicBezTo>
                  <a:pt x="620767" y="64430"/>
                  <a:pt x="618909" y="71616"/>
                  <a:pt x="618909" y="81692"/>
                </a:cubicBezTo>
                <a:cubicBezTo>
                  <a:pt x="618909" y="92895"/>
                  <a:pt x="620797" y="100809"/>
                  <a:pt x="624572" y="105433"/>
                </a:cubicBezTo>
                <a:cubicBezTo>
                  <a:pt x="628347" y="110056"/>
                  <a:pt x="633416" y="112367"/>
                  <a:pt x="639777" y="112367"/>
                </a:cubicBezTo>
                <a:cubicBezTo>
                  <a:pt x="644534" y="112367"/>
                  <a:pt x="648428" y="111015"/>
                  <a:pt x="651460" y="108309"/>
                </a:cubicBezTo>
                <a:cubicBezTo>
                  <a:pt x="654492" y="105604"/>
                  <a:pt x="656632" y="100952"/>
                  <a:pt x="657881" y="94353"/>
                </a:cubicBezTo>
                <a:lnTo>
                  <a:pt x="682495" y="98633"/>
                </a:lnTo>
                <a:cubicBezTo>
                  <a:pt x="679938" y="109929"/>
                  <a:pt x="675033" y="118461"/>
                  <a:pt x="667780" y="124228"/>
                </a:cubicBezTo>
                <a:cubicBezTo>
                  <a:pt x="660527" y="129995"/>
                  <a:pt x="650806" y="132879"/>
                  <a:pt x="638618" y="132879"/>
                </a:cubicBezTo>
                <a:cubicBezTo>
                  <a:pt x="624765" y="132879"/>
                  <a:pt x="613722" y="128509"/>
                  <a:pt x="605488" y="119769"/>
                </a:cubicBezTo>
                <a:cubicBezTo>
                  <a:pt x="597253" y="111029"/>
                  <a:pt x="593136" y="98931"/>
                  <a:pt x="593136" y="83473"/>
                </a:cubicBezTo>
                <a:cubicBezTo>
                  <a:pt x="593136" y="67836"/>
                  <a:pt x="597268" y="55663"/>
                  <a:pt x="605532" y="46953"/>
                </a:cubicBezTo>
                <a:cubicBezTo>
                  <a:pt x="613796" y="38243"/>
                  <a:pt x="624973" y="33888"/>
                  <a:pt x="639064" y="33888"/>
                </a:cubicBezTo>
                <a:cubicBezTo>
                  <a:pt x="650598" y="33888"/>
                  <a:pt x="659769" y="36371"/>
                  <a:pt x="666576" y="41335"/>
                </a:cubicBezTo>
                <a:cubicBezTo>
                  <a:pt x="673383" y="46299"/>
                  <a:pt x="678274" y="53865"/>
                  <a:pt x="681246" y="64031"/>
                </a:cubicBezTo>
                <a:close/>
                <a:moveTo>
                  <a:pt x="755096" y="100595"/>
                </a:moveTo>
                <a:lnTo>
                  <a:pt x="780067" y="104876"/>
                </a:lnTo>
                <a:cubicBezTo>
                  <a:pt x="776856" y="114002"/>
                  <a:pt x="771788" y="120951"/>
                  <a:pt x="764861" y="125722"/>
                </a:cubicBezTo>
                <a:cubicBezTo>
                  <a:pt x="757935" y="130493"/>
                  <a:pt x="749270" y="132879"/>
                  <a:pt x="738865" y="132879"/>
                </a:cubicBezTo>
                <a:cubicBezTo>
                  <a:pt x="722397" y="132879"/>
                  <a:pt x="710209" y="127498"/>
                  <a:pt x="702301" y="116737"/>
                </a:cubicBezTo>
                <a:cubicBezTo>
                  <a:pt x="696059" y="108116"/>
                  <a:pt x="692938" y="97236"/>
                  <a:pt x="692938" y="84097"/>
                </a:cubicBezTo>
                <a:cubicBezTo>
                  <a:pt x="692938" y="68401"/>
                  <a:pt x="697040" y="56109"/>
                  <a:pt x="705244" y="47221"/>
                </a:cubicBezTo>
                <a:cubicBezTo>
                  <a:pt x="713449" y="38333"/>
                  <a:pt x="723824" y="33888"/>
                  <a:pt x="736368" y="33888"/>
                </a:cubicBezTo>
                <a:cubicBezTo>
                  <a:pt x="750459" y="33888"/>
                  <a:pt x="761577" y="38541"/>
                  <a:pt x="769722" y="47845"/>
                </a:cubicBezTo>
                <a:cubicBezTo>
                  <a:pt x="777867" y="57150"/>
                  <a:pt x="781761" y="71404"/>
                  <a:pt x="781404" y="90607"/>
                </a:cubicBezTo>
                <a:lnTo>
                  <a:pt x="718621" y="90607"/>
                </a:lnTo>
                <a:cubicBezTo>
                  <a:pt x="718800" y="98039"/>
                  <a:pt x="720821" y="103821"/>
                  <a:pt x="724686" y="107953"/>
                </a:cubicBezTo>
                <a:cubicBezTo>
                  <a:pt x="728550" y="112085"/>
                  <a:pt x="733366" y="114151"/>
                  <a:pt x="739133" y="114151"/>
                </a:cubicBezTo>
                <a:cubicBezTo>
                  <a:pt x="743057" y="114151"/>
                  <a:pt x="746357" y="113081"/>
                  <a:pt x="749032" y="110940"/>
                </a:cubicBezTo>
                <a:cubicBezTo>
                  <a:pt x="751707" y="108800"/>
                  <a:pt x="753729" y="105352"/>
                  <a:pt x="755096" y="100595"/>
                </a:cubicBezTo>
                <a:moveTo>
                  <a:pt x="756523" y="75268"/>
                </a:moveTo>
                <a:cubicBezTo>
                  <a:pt x="756345" y="68045"/>
                  <a:pt x="754472" y="62552"/>
                  <a:pt x="750905" y="58792"/>
                </a:cubicBezTo>
                <a:cubicBezTo>
                  <a:pt x="747337" y="55032"/>
                  <a:pt x="742997" y="53151"/>
                  <a:pt x="737884" y="53151"/>
                </a:cubicBezTo>
                <a:cubicBezTo>
                  <a:pt x="732415" y="53151"/>
                  <a:pt x="727896" y="55135"/>
                  <a:pt x="724329" y="59101"/>
                </a:cubicBezTo>
                <a:cubicBezTo>
                  <a:pt x="720762" y="63070"/>
                  <a:pt x="719008" y="68459"/>
                  <a:pt x="719067" y="75268"/>
                </a:cubicBezTo>
                <a:lnTo>
                  <a:pt x="756523" y="75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Source">
            <a:extLst xmlns:a="http://schemas.openxmlformats.org/drawingml/2006/main">
              <a:ext uri="{FF2B5EF4-FFF2-40B4-BE49-F238E27FC236}">
                <a16:creationId xmlns:a16="http://schemas.microsoft.com/office/drawing/2014/main" id="{2FA38BEF-3BAE-4DD9-A4DF-CCBEBF41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77" y="968181"/>
            <a:ext cx="605626" cy="135554"/>
          </a:xfrm>
          <a:custGeom xmlns:a="http://schemas.openxmlformats.org/drawingml/2006/main">
            <a:pathLst>
              <a:path w="605626" h="135554">
                <a:moveTo>
                  <a:pt x="0" y="90607"/>
                </a:moveTo>
                <a:lnTo>
                  <a:pt x="25684" y="88110"/>
                </a:lnTo>
                <a:cubicBezTo>
                  <a:pt x="27230" y="96762"/>
                  <a:pt x="30366" y="103117"/>
                  <a:pt x="35092" y="107175"/>
                </a:cubicBezTo>
                <a:cubicBezTo>
                  <a:pt x="39819" y="111231"/>
                  <a:pt x="46195" y="113259"/>
                  <a:pt x="54222" y="113259"/>
                </a:cubicBezTo>
                <a:cubicBezTo>
                  <a:pt x="62723" y="113259"/>
                  <a:pt x="69130" y="111455"/>
                  <a:pt x="73440" y="107847"/>
                </a:cubicBezTo>
                <a:cubicBezTo>
                  <a:pt x="77750" y="104239"/>
                  <a:pt x="79905" y="100018"/>
                  <a:pt x="79905" y="95186"/>
                </a:cubicBezTo>
                <a:cubicBezTo>
                  <a:pt x="79905" y="92085"/>
                  <a:pt x="78999" y="89447"/>
                  <a:pt x="77185" y="87271"/>
                </a:cubicBezTo>
                <a:cubicBezTo>
                  <a:pt x="75372" y="85094"/>
                  <a:pt x="72206" y="83200"/>
                  <a:pt x="67688" y="81589"/>
                </a:cubicBezTo>
                <a:cubicBezTo>
                  <a:pt x="64596" y="80517"/>
                  <a:pt x="57551" y="78610"/>
                  <a:pt x="46552" y="75870"/>
                </a:cubicBezTo>
                <a:cubicBezTo>
                  <a:pt x="32402" y="72355"/>
                  <a:pt x="22473" y="68035"/>
                  <a:pt x="16766" y="62911"/>
                </a:cubicBezTo>
                <a:cubicBezTo>
                  <a:pt x="8740" y="55702"/>
                  <a:pt x="4727" y="46915"/>
                  <a:pt x="4727" y="36550"/>
                </a:cubicBezTo>
                <a:cubicBezTo>
                  <a:pt x="4727" y="29878"/>
                  <a:pt x="6614" y="23638"/>
                  <a:pt x="10389" y="17830"/>
                </a:cubicBezTo>
                <a:cubicBezTo>
                  <a:pt x="14165" y="12021"/>
                  <a:pt x="19605" y="7597"/>
                  <a:pt x="26709" y="4559"/>
                </a:cubicBezTo>
                <a:cubicBezTo>
                  <a:pt x="33814" y="1520"/>
                  <a:pt x="42390" y="0"/>
                  <a:pt x="52438" y="0"/>
                </a:cubicBezTo>
                <a:cubicBezTo>
                  <a:pt x="68847" y="0"/>
                  <a:pt x="81199" y="3614"/>
                  <a:pt x="89492" y="10841"/>
                </a:cubicBezTo>
                <a:cubicBezTo>
                  <a:pt x="97786" y="18066"/>
                  <a:pt x="102141" y="27711"/>
                  <a:pt x="102557" y="39774"/>
                </a:cubicBezTo>
                <a:lnTo>
                  <a:pt x="76160" y="40845"/>
                </a:lnTo>
                <a:cubicBezTo>
                  <a:pt x="75030" y="34126"/>
                  <a:pt x="72608" y="29296"/>
                  <a:pt x="68892" y="26353"/>
                </a:cubicBezTo>
                <a:cubicBezTo>
                  <a:pt x="65176" y="23410"/>
                  <a:pt x="59602" y="21938"/>
                  <a:pt x="52170" y="21938"/>
                </a:cubicBezTo>
                <a:cubicBezTo>
                  <a:pt x="44501" y="21938"/>
                  <a:pt x="38496" y="23515"/>
                  <a:pt x="34156" y="26668"/>
                </a:cubicBezTo>
                <a:cubicBezTo>
                  <a:pt x="31362" y="28689"/>
                  <a:pt x="29965" y="31395"/>
                  <a:pt x="29965" y="34786"/>
                </a:cubicBezTo>
                <a:cubicBezTo>
                  <a:pt x="29965" y="37879"/>
                  <a:pt x="31273" y="40526"/>
                  <a:pt x="33888" y="42726"/>
                </a:cubicBezTo>
                <a:cubicBezTo>
                  <a:pt x="37218" y="45522"/>
                  <a:pt x="45304" y="48439"/>
                  <a:pt x="58146" y="51476"/>
                </a:cubicBezTo>
                <a:cubicBezTo>
                  <a:pt x="70987" y="54514"/>
                  <a:pt x="80485" y="57657"/>
                  <a:pt x="86639" y="60905"/>
                </a:cubicBezTo>
                <a:cubicBezTo>
                  <a:pt x="92792" y="64150"/>
                  <a:pt x="97608" y="68588"/>
                  <a:pt x="101086" y="74217"/>
                </a:cubicBezTo>
                <a:cubicBezTo>
                  <a:pt x="104564" y="79845"/>
                  <a:pt x="106303" y="86799"/>
                  <a:pt x="106303" y="95080"/>
                </a:cubicBezTo>
                <a:cubicBezTo>
                  <a:pt x="106303" y="102584"/>
                  <a:pt x="104222" y="109613"/>
                  <a:pt x="100060" y="116166"/>
                </a:cubicBezTo>
                <a:cubicBezTo>
                  <a:pt x="95898" y="122718"/>
                  <a:pt x="90013" y="127588"/>
                  <a:pt x="82403" y="130774"/>
                </a:cubicBezTo>
                <a:cubicBezTo>
                  <a:pt x="74792" y="133961"/>
                  <a:pt x="65310" y="135554"/>
                  <a:pt x="53954" y="135554"/>
                </a:cubicBezTo>
                <a:cubicBezTo>
                  <a:pt x="37426" y="135554"/>
                  <a:pt x="24733" y="131727"/>
                  <a:pt x="15874" y="124072"/>
                </a:cubicBezTo>
                <a:cubicBezTo>
                  <a:pt x="7016" y="116417"/>
                  <a:pt x="1724" y="105262"/>
                  <a:pt x="0" y="90607"/>
                </a:cubicBezTo>
                <a:close/>
                <a:moveTo>
                  <a:pt x="122535" y="84364"/>
                </a:moveTo>
                <a:cubicBezTo>
                  <a:pt x="122535" y="76041"/>
                  <a:pt x="124586" y="67985"/>
                  <a:pt x="128688" y="60197"/>
                </a:cubicBezTo>
                <a:cubicBezTo>
                  <a:pt x="132791" y="52408"/>
                  <a:pt x="138602" y="46463"/>
                  <a:pt x="146123" y="42361"/>
                </a:cubicBezTo>
                <a:cubicBezTo>
                  <a:pt x="153644" y="38258"/>
                  <a:pt x="162042" y="36207"/>
                  <a:pt x="171317" y="36207"/>
                </a:cubicBezTo>
                <a:cubicBezTo>
                  <a:pt x="185645" y="36207"/>
                  <a:pt x="197387" y="40859"/>
                  <a:pt x="206543" y="50164"/>
                </a:cubicBezTo>
                <a:cubicBezTo>
                  <a:pt x="215699" y="59468"/>
                  <a:pt x="220277" y="71225"/>
                  <a:pt x="220277" y="85435"/>
                </a:cubicBezTo>
                <a:cubicBezTo>
                  <a:pt x="220277" y="99763"/>
                  <a:pt x="215654" y="111639"/>
                  <a:pt x="206409" y="121062"/>
                </a:cubicBezTo>
                <a:cubicBezTo>
                  <a:pt x="197164" y="130486"/>
                  <a:pt x="185526" y="135197"/>
                  <a:pt x="171495" y="135197"/>
                </a:cubicBezTo>
                <a:cubicBezTo>
                  <a:pt x="162815" y="135197"/>
                  <a:pt x="154536" y="133235"/>
                  <a:pt x="146658" y="129311"/>
                </a:cubicBezTo>
                <a:cubicBezTo>
                  <a:pt x="138781" y="125387"/>
                  <a:pt x="132791" y="119635"/>
                  <a:pt x="128688" y="112055"/>
                </a:cubicBezTo>
                <a:cubicBezTo>
                  <a:pt x="124586" y="104475"/>
                  <a:pt x="122535" y="95244"/>
                  <a:pt x="122535" y="84364"/>
                </a:cubicBezTo>
                <a:moveTo>
                  <a:pt x="148219" y="85702"/>
                </a:moveTo>
                <a:cubicBezTo>
                  <a:pt x="148219" y="95066"/>
                  <a:pt x="150448" y="102238"/>
                  <a:pt x="154907" y="107217"/>
                </a:cubicBezTo>
                <a:cubicBezTo>
                  <a:pt x="159366" y="112196"/>
                  <a:pt x="164866" y="114686"/>
                  <a:pt x="171406" y="114686"/>
                </a:cubicBezTo>
                <a:cubicBezTo>
                  <a:pt x="177946" y="114686"/>
                  <a:pt x="183430" y="112196"/>
                  <a:pt x="187860" y="107217"/>
                </a:cubicBezTo>
                <a:cubicBezTo>
                  <a:pt x="192289" y="102238"/>
                  <a:pt x="194503" y="95007"/>
                  <a:pt x="194503" y="85524"/>
                </a:cubicBezTo>
                <a:cubicBezTo>
                  <a:pt x="194503" y="76279"/>
                  <a:pt x="192289" y="69167"/>
                  <a:pt x="187860" y="64187"/>
                </a:cubicBezTo>
                <a:cubicBezTo>
                  <a:pt x="183430" y="59208"/>
                  <a:pt x="177946" y="56719"/>
                  <a:pt x="171406" y="56719"/>
                </a:cubicBezTo>
                <a:cubicBezTo>
                  <a:pt x="164866" y="56719"/>
                  <a:pt x="159366" y="59208"/>
                  <a:pt x="154907" y="64187"/>
                </a:cubicBezTo>
                <a:cubicBezTo>
                  <a:pt x="150448" y="69167"/>
                  <a:pt x="148219" y="76338"/>
                  <a:pt x="148219" y="85702"/>
                </a:cubicBezTo>
                <a:close/>
                <a:moveTo>
                  <a:pt x="302226" y="133057"/>
                </a:moveTo>
                <a:lnTo>
                  <a:pt x="302226" y="118877"/>
                </a:lnTo>
                <a:cubicBezTo>
                  <a:pt x="298778" y="123931"/>
                  <a:pt x="294244" y="127914"/>
                  <a:pt x="288626" y="130827"/>
                </a:cubicBezTo>
                <a:cubicBezTo>
                  <a:pt x="283008" y="133741"/>
                  <a:pt x="277077" y="135197"/>
                  <a:pt x="270834" y="135197"/>
                </a:cubicBezTo>
                <a:cubicBezTo>
                  <a:pt x="264473" y="135197"/>
                  <a:pt x="258765" y="133800"/>
                  <a:pt x="253712" y="131006"/>
                </a:cubicBezTo>
                <a:cubicBezTo>
                  <a:pt x="248658" y="128211"/>
                  <a:pt x="245002" y="124287"/>
                  <a:pt x="242743" y="119234"/>
                </a:cubicBezTo>
                <a:cubicBezTo>
                  <a:pt x="240483" y="114180"/>
                  <a:pt x="239354" y="107195"/>
                  <a:pt x="239354" y="98277"/>
                </a:cubicBezTo>
                <a:lnTo>
                  <a:pt x="239354" y="38347"/>
                </a:lnTo>
                <a:lnTo>
                  <a:pt x="264413" y="38347"/>
                </a:lnTo>
                <a:lnTo>
                  <a:pt x="264413" y="81767"/>
                </a:lnTo>
                <a:cubicBezTo>
                  <a:pt x="264413" y="95055"/>
                  <a:pt x="264874" y="103196"/>
                  <a:pt x="265796" y="106191"/>
                </a:cubicBezTo>
                <a:cubicBezTo>
                  <a:pt x="266717" y="109186"/>
                  <a:pt x="268397" y="111559"/>
                  <a:pt x="270834" y="113309"/>
                </a:cubicBezTo>
                <a:cubicBezTo>
                  <a:pt x="273272" y="115059"/>
                  <a:pt x="276364" y="115934"/>
                  <a:pt x="280109" y="115934"/>
                </a:cubicBezTo>
                <a:cubicBezTo>
                  <a:pt x="284390" y="115934"/>
                  <a:pt x="288225" y="114763"/>
                  <a:pt x="291613" y="112420"/>
                </a:cubicBezTo>
                <a:cubicBezTo>
                  <a:pt x="295002" y="110077"/>
                  <a:pt x="297321" y="107170"/>
                  <a:pt x="298570" y="103700"/>
                </a:cubicBezTo>
                <a:cubicBezTo>
                  <a:pt x="299818" y="100229"/>
                  <a:pt x="300442" y="91732"/>
                  <a:pt x="300442" y="78208"/>
                </a:cubicBezTo>
                <a:lnTo>
                  <a:pt x="300442" y="38347"/>
                </a:lnTo>
                <a:lnTo>
                  <a:pt x="325502" y="38347"/>
                </a:lnTo>
                <a:lnTo>
                  <a:pt x="325502" y="133057"/>
                </a:lnTo>
                <a:lnTo>
                  <a:pt x="302226" y="133057"/>
                </a:lnTo>
                <a:close/>
                <a:moveTo>
                  <a:pt x="375436" y="133057"/>
                </a:moveTo>
                <a:lnTo>
                  <a:pt x="350376" y="133057"/>
                </a:lnTo>
                <a:lnTo>
                  <a:pt x="350376" y="38347"/>
                </a:lnTo>
                <a:lnTo>
                  <a:pt x="373652" y="38347"/>
                </a:lnTo>
                <a:lnTo>
                  <a:pt x="373652" y="51814"/>
                </a:lnTo>
                <a:cubicBezTo>
                  <a:pt x="377635" y="45452"/>
                  <a:pt x="381217" y="41261"/>
                  <a:pt x="384398" y="39239"/>
                </a:cubicBezTo>
                <a:cubicBezTo>
                  <a:pt x="387579" y="37218"/>
                  <a:pt x="391191" y="36207"/>
                  <a:pt x="395234" y="36207"/>
                </a:cubicBezTo>
                <a:cubicBezTo>
                  <a:pt x="400941" y="36207"/>
                  <a:pt x="406441" y="37783"/>
                  <a:pt x="411732" y="40934"/>
                </a:cubicBezTo>
                <a:lnTo>
                  <a:pt x="403973" y="62783"/>
                </a:lnTo>
                <a:cubicBezTo>
                  <a:pt x="399752" y="60048"/>
                  <a:pt x="395828" y="58681"/>
                  <a:pt x="392201" y="58681"/>
                </a:cubicBezTo>
                <a:cubicBezTo>
                  <a:pt x="388694" y="58681"/>
                  <a:pt x="385721" y="59647"/>
                  <a:pt x="383283" y="61579"/>
                </a:cubicBezTo>
                <a:cubicBezTo>
                  <a:pt x="380846" y="63511"/>
                  <a:pt x="378928" y="67004"/>
                  <a:pt x="377531" y="72058"/>
                </a:cubicBezTo>
                <a:cubicBezTo>
                  <a:pt x="376134" y="77111"/>
                  <a:pt x="375436" y="87694"/>
                  <a:pt x="375436" y="103806"/>
                </a:cubicBezTo>
                <a:lnTo>
                  <a:pt x="375436" y="133057"/>
                </a:lnTo>
                <a:close/>
                <a:moveTo>
                  <a:pt x="505111" y="66350"/>
                </a:moveTo>
                <a:lnTo>
                  <a:pt x="480408" y="70809"/>
                </a:lnTo>
                <a:cubicBezTo>
                  <a:pt x="479576" y="65904"/>
                  <a:pt x="477688" y="62211"/>
                  <a:pt x="474745" y="59728"/>
                </a:cubicBezTo>
                <a:cubicBezTo>
                  <a:pt x="471802" y="57246"/>
                  <a:pt x="467982" y="56005"/>
                  <a:pt x="463285" y="56005"/>
                </a:cubicBezTo>
                <a:cubicBezTo>
                  <a:pt x="457043" y="56005"/>
                  <a:pt x="452063" y="58154"/>
                  <a:pt x="448348" y="62451"/>
                </a:cubicBezTo>
                <a:cubicBezTo>
                  <a:pt x="444632" y="66749"/>
                  <a:pt x="442774" y="73935"/>
                  <a:pt x="442774" y="84011"/>
                </a:cubicBezTo>
                <a:cubicBezTo>
                  <a:pt x="442774" y="95214"/>
                  <a:pt x="444661" y="103128"/>
                  <a:pt x="448437" y="107752"/>
                </a:cubicBezTo>
                <a:cubicBezTo>
                  <a:pt x="452212" y="112375"/>
                  <a:pt x="457280" y="114686"/>
                  <a:pt x="463642" y="114686"/>
                </a:cubicBezTo>
                <a:cubicBezTo>
                  <a:pt x="468398" y="114686"/>
                  <a:pt x="472292" y="113333"/>
                  <a:pt x="475325" y="110628"/>
                </a:cubicBezTo>
                <a:cubicBezTo>
                  <a:pt x="478357" y="107923"/>
                  <a:pt x="480497" y="103271"/>
                  <a:pt x="481746" y="96671"/>
                </a:cubicBezTo>
                <a:lnTo>
                  <a:pt x="506359" y="100952"/>
                </a:lnTo>
                <a:cubicBezTo>
                  <a:pt x="503803" y="112248"/>
                  <a:pt x="498898" y="120780"/>
                  <a:pt x="491645" y="126547"/>
                </a:cubicBezTo>
                <a:cubicBezTo>
                  <a:pt x="484391" y="132314"/>
                  <a:pt x="474671" y="135197"/>
                  <a:pt x="462483" y="135197"/>
                </a:cubicBezTo>
                <a:cubicBezTo>
                  <a:pt x="448630" y="135197"/>
                  <a:pt x="437586" y="130827"/>
                  <a:pt x="429352" y="122088"/>
                </a:cubicBezTo>
                <a:cubicBezTo>
                  <a:pt x="421118" y="113348"/>
                  <a:pt x="417001" y="101249"/>
                  <a:pt x="417001" y="85791"/>
                </a:cubicBezTo>
                <a:cubicBezTo>
                  <a:pt x="417001" y="70155"/>
                  <a:pt x="421133" y="57982"/>
                  <a:pt x="429397" y="49272"/>
                </a:cubicBezTo>
                <a:cubicBezTo>
                  <a:pt x="437661" y="40562"/>
                  <a:pt x="448838" y="36207"/>
                  <a:pt x="462929" y="36207"/>
                </a:cubicBezTo>
                <a:cubicBezTo>
                  <a:pt x="474463" y="36207"/>
                  <a:pt x="483633" y="38689"/>
                  <a:pt x="490441" y="43654"/>
                </a:cubicBezTo>
                <a:cubicBezTo>
                  <a:pt x="497248" y="48618"/>
                  <a:pt x="502138" y="56184"/>
                  <a:pt x="505111" y="66350"/>
                </a:cubicBezTo>
                <a:close/>
                <a:moveTo>
                  <a:pt x="578961" y="102914"/>
                </a:moveTo>
                <a:lnTo>
                  <a:pt x="603931" y="107195"/>
                </a:lnTo>
                <a:cubicBezTo>
                  <a:pt x="600721" y="116321"/>
                  <a:pt x="595652" y="123269"/>
                  <a:pt x="588726" y="128040"/>
                </a:cubicBezTo>
                <a:cubicBezTo>
                  <a:pt x="581800" y="132812"/>
                  <a:pt x="573134" y="135197"/>
                  <a:pt x="562730" y="135197"/>
                </a:cubicBezTo>
                <a:cubicBezTo>
                  <a:pt x="546261" y="135197"/>
                  <a:pt x="534074" y="129817"/>
                  <a:pt x="526166" y="119056"/>
                </a:cubicBezTo>
                <a:cubicBezTo>
                  <a:pt x="519924" y="110435"/>
                  <a:pt x="516802" y="99555"/>
                  <a:pt x="516802" y="86416"/>
                </a:cubicBezTo>
                <a:cubicBezTo>
                  <a:pt x="516802" y="70720"/>
                  <a:pt x="520905" y="58428"/>
                  <a:pt x="529109" y="49540"/>
                </a:cubicBezTo>
                <a:cubicBezTo>
                  <a:pt x="537314" y="40651"/>
                  <a:pt x="547688" y="36207"/>
                  <a:pt x="560233" y="36207"/>
                </a:cubicBezTo>
                <a:cubicBezTo>
                  <a:pt x="574324" y="36207"/>
                  <a:pt x="585441" y="40859"/>
                  <a:pt x="593586" y="50164"/>
                </a:cubicBezTo>
                <a:cubicBezTo>
                  <a:pt x="601732" y="59468"/>
                  <a:pt x="605626" y="73722"/>
                  <a:pt x="605269" y="92926"/>
                </a:cubicBezTo>
                <a:lnTo>
                  <a:pt x="542486" y="92926"/>
                </a:lnTo>
                <a:cubicBezTo>
                  <a:pt x="542665" y="100357"/>
                  <a:pt x="544686" y="106139"/>
                  <a:pt x="548550" y="110271"/>
                </a:cubicBezTo>
                <a:cubicBezTo>
                  <a:pt x="552415" y="114403"/>
                  <a:pt x="557231" y="116469"/>
                  <a:pt x="562998" y="116469"/>
                </a:cubicBezTo>
                <a:cubicBezTo>
                  <a:pt x="566922" y="116469"/>
                  <a:pt x="570221" y="115399"/>
                  <a:pt x="572897" y="113259"/>
                </a:cubicBezTo>
                <a:cubicBezTo>
                  <a:pt x="575572" y="111119"/>
                  <a:pt x="577593" y="107670"/>
                  <a:pt x="578961" y="102914"/>
                </a:cubicBezTo>
                <a:moveTo>
                  <a:pt x="580388" y="77587"/>
                </a:moveTo>
                <a:cubicBezTo>
                  <a:pt x="580209" y="70363"/>
                  <a:pt x="578337" y="64871"/>
                  <a:pt x="574769" y="61111"/>
                </a:cubicBezTo>
                <a:cubicBezTo>
                  <a:pt x="571202" y="57350"/>
                  <a:pt x="566862" y="55470"/>
                  <a:pt x="561749" y="55470"/>
                </a:cubicBezTo>
                <a:cubicBezTo>
                  <a:pt x="556279" y="55470"/>
                  <a:pt x="551761" y="57453"/>
                  <a:pt x="548194" y="61420"/>
                </a:cubicBezTo>
                <a:cubicBezTo>
                  <a:pt x="544627" y="65389"/>
                  <a:pt x="542873" y="70777"/>
                  <a:pt x="542932" y="77587"/>
                </a:cubicBezTo>
                <a:lnTo>
                  <a:pt x="580388" y="775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Decentr">
            <a:extLst xmlns:a="http://schemas.openxmlformats.org/drawingml/2006/main">
              <a:ext uri="{FF2B5EF4-FFF2-40B4-BE49-F238E27FC236}">
                <a16:creationId xmlns:a16="http://schemas.microsoft.com/office/drawing/2014/main" id="{9EF7D1E7-C4C7-417D-A696-D6D06FFE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354" y="616395"/>
            <a:ext cx="661242" cy="127939"/>
          </a:xfrm>
          <a:custGeom xmlns:a="http://schemas.openxmlformats.org/drawingml/2006/main">
            <a:pathLst>
              <a:path w="661242" h="127939">
                <a:moveTo>
                  <a:pt x="0" y="125710"/>
                </a:moveTo>
                <a:lnTo>
                  <a:pt x="26325" y="0"/>
                </a:lnTo>
                <a:lnTo>
                  <a:pt x="60197" y="0"/>
                </a:lnTo>
                <a:cubicBezTo>
                  <a:pt x="69629" y="0"/>
                  <a:pt x="75660" y="143"/>
                  <a:pt x="78290" y="429"/>
                </a:cubicBezTo>
                <a:cubicBezTo>
                  <a:pt x="83492" y="943"/>
                  <a:pt x="88137" y="2001"/>
                  <a:pt x="92224" y="3602"/>
                </a:cubicBezTo>
                <a:cubicBezTo>
                  <a:pt x="96312" y="5202"/>
                  <a:pt x="100028" y="7446"/>
                  <a:pt x="103372" y="10333"/>
                </a:cubicBezTo>
                <a:cubicBezTo>
                  <a:pt x="106716" y="13220"/>
                  <a:pt x="109603" y="16693"/>
                  <a:pt x="112033" y="20752"/>
                </a:cubicBezTo>
                <a:cubicBezTo>
                  <a:pt x="114462" y="24810"/>
                  <a:pt x="116334" y="29484"/>
                  <a:pt x="117649" y="34772"/>
                </a:cubicBezTo>
                <a:cubicBezTo>
                  <a:pt x="118964" y="40060"/>
                  <a:pt x="119622" y="45848"/>
                  <a:pt x="119622" y="52136"/>
                </a:cubicBezTo>
                <a:cubicBezTo>
                  <a:pt x="119622" y="65685"/>
                  <a:pt x="117035" y="77704"/>
                  <a:pt x="111861" y="88194"/>
                </a:cubicBezTo>
                <a:cubicBezTo>
                  <a:pt x="106688" y="98684"/>
                  <a:pt x="100185" y="107016"/>
                  <a:pt x="92353" y="113190"/>
                </a:cubicBezTo>
                <a:cubicBezTo>
                  <a:pt x="86350" y="117992"/>
                  <a:pt x="78604" y="121537"/>
                  <a:pt x="69115" y="123823"/>
                </a:cubicBezTo>
                <a:cubicBezTo>
                  <a:pt x="63741" y="125081"/>
                  <a:pt x="55480" y="125710"/>
                  <a:pt x="44333" y="125710"/>
                </a:cubicBezTo>
                <a:lnTo>
                  <a:pt x="0" y="125710"/>
                </a:lnTo>
                <a:moveTo>
                  <a:pt x="30098" y="105473"/>
                </a:moveTo>
                <a:lnTo>
                  <a:pt x="43218" y="105473"/>
                </a:lnTo>
                <a:cubicBezTo>
                  <a:pt x="52708" y="105473"/>
                  <a:pt x="59582" y="104887"/>
                  <a:pt x="63841" y="103715"/>
                </a:cubicBezTo>
                <a:cubicBezTo>
                  <a:pt x="68100" y="102543"/>
                  <a:pt x="72002" y="100356"/>
                  <a:pt x="75546" y="97155"/>
                </a:cubicBezTo>
                <a:cubicBezTo>
                  <a:pt x="80634" y="92524"/>
                  <a:pt x="84921" y="86350"/>
                  <a:pt x="88408" y="78633"/>
                </a:cubicBezTo>
                <a:cubicBezTo>
                  <a:pt x="91896" y="70915"/>
                  <a:pt x="93639" y="61826"/>
                  <a:pt x="93639" y="51364"/>
                </a:cubicBezTo>
                <a:cubicBezTo>
                  <a:pt x="93639" y="42446"/>
                  <a:pt x="92196" y="35744"/>
                  <a:pt x="89309" y="31256"/>
                </a:cubicBezTo>
                <a:cubicBezTo>
                  <a:pt x="86422" y="26768"/>
                  <a:pt x="82863" y="23781"/>
                  <a:pt x="78633" y="22295"/>
                </a:cubicBezTo>
                <a:cubicBezTo>
                  <a:pt x="75660" y="21266"/>
                  <a:pt x="70372" y="20752"/>
                  <a:pt x="62769" y="20752"/>
                </a:cubicBezTo>
                <a:lnTo>
                  <a:pt x="47763" y="20752"/>
                </a:lnTo>
                <a:lnTo>
                  <a:pt x="30098" y="105473"/>
                </a:lnTo>
                <a:close/>
                <a:moveTo>
                  <a:pt x="214896" y="87808"/>
                </a:moveTo>
                <a:lnTo>
                  <a:pt x="153156" y="87808"/>
                </a:lnTo>
                <a:cubicBezTo>
                  <a:pt x="153099" y="88780"/>
                  <a:pt x="153070" y="89523"/>
                  <a:pt x="153070" y="90038"/>
                </a:cubicBezTo>
                <a:cubicBezTo>
                  <a:pt x="153070" y="96097"/>
                  <a:pt x="154799" y="100985"/>
                  <a:pt x="158258" y="104701"/>
                </a:cubicBezTo>
                <a:cubicBezTo>
                  <a:pt x="161716" y="108417"/>
                  <a:pt x="165933" y="110275"/>
                  <a:pt x="170906" y="110275"/>
                </a:cubicBezTo>
                <a:cubicBezTo>
                  <a:pt x="179081" y="110275"/>
                  <a:pt x="185455" y="106044"/>
                  <a:pt x="190028" y="97584"/>
                </a:cubicBezTo>
                <a:lnTo>
                  <a:pt x="212066" y="101357"/>
                </a:lnTo>
                <a:cubicBezTo>
                  <a:pt x="207779" y="110218"/>
                  <a:pt x="202048" y="116863"/>
                  <a:pt x="194873" y="121294"/>
                </a:cubicBezTo>
                <a:cubicBezTo>
                  <a:pt x="187699" y="125724"/>
                  <a:pt x="179653" y="127939"/>
                  <a:pt x="170735" y="127939"/>
                </a:cubicBezTo>
                <a:cubicBezTo>
                  <a:pt x="158501" y="127939"/>
                  <a:pt x="148554" y="124059"/>
                  <a:pt x="140893" y="116299"/>
                </a:cubicBezTo>
                <a:cubicBezTo>
                  <a:pt x="133233" y="108538"/>
                  <a:pt x="129403" y="98273"/>
                  <a:pt x="129403" y="85504"/>
                </a:cubicBezTo>
                <a:cubicBezTo>
                  <a:pt x="129403" y="73018"/>
                  <a:pt x="132862" y="61907"/>
                  <a:pt x="139779" y="52171"/>
                </a:cubicBezTo>
                <a:cubicBezTo>
                  <a:pt x="149211" y="38999"/>
                  <a:pt x="162674" y="32414"/>
                  <a:pt x="180167" y="32414"/>
                </a:cubicBezTo>
                <a:cubicBezTo>
                  <a:pt x="191315" y="32414"/>
                  <a:pt x="200175" y="35863"/>
                  <a:pt x="206750" y="42763"/>
                </a:cubicBezTo>
                <a:cubicBezTo>
                  <a:pt x="213324" y="49662"/>
                  <a:pt x="216611" y="59324"/>
                  <a:pt x="216611" y="71749"/>
                </a:cubicBezTo>
                <a:cubicBezTo>
                  <a:pt x="216611" y="77703"/>
                  <a:pt x="216039" y="83056"/>
                  <a:pt x="214896" y="87808"/>
                </a:cubicBezTo>
                <a:moveTo>
                  <a:pt x="194144" y="72716"/>
                </a:moveTo>
                <a:cubicBezTo>
                  <a:pt x="194202" y="71634"/>
                  <a:pt x="194230" y="70808"/>
                  <a:pt x="194230" y="70240"/>
                </a:cubicBezTo>
                <a:cubicBezTo>
                  <a:pt x="194230" y="63519"/>
                  <a:pt x="192715" y="58479"/>
                  <a:pt x="189685" y="55119"/>
                </a:cubicBezTo>
                <a:cubicBezTo>
                  <a:pt x="186655" y="51758"/>
                  <a:pt x="182597" y="50078"/>
                  <a:pt x="177509" y="50078"/>
                </a:cubicBezTo>
                <a:cubicBezTo>
                  <a:pt x="172421" y="50078"/>
                  <a:pt x="167862" y="51986"/>
                  <a:pt x="163832" y="55802"/>
                </a:cubicBezTo>
                <a:cubicBezTo>
                  <a:pt x="159801" y="59618"/>
                  <a:pt x="157072" y="65256"/>
                  <a:pt x="155642" y="72716"/>
                </a:cubicBezTo>
                <a:lnTo>
                  <a:pt x="194144" y="72716"/>
                </a:lnTo>
                <a:close/>
                <a:moveTo>
                  <a:pt x="285648" y="91410"/>
                </a:moveTo>
                <a:lnTo>
                  <a:pt x="309573" y="95268"/>
                </a:lnTo>
                <a:cubicBezTo>
                  <a:pt x="305628" y="105930"/>
                  <a:pt x="299797" y="114041"/>
                  <a:pt x="292080" y="119600"/>
                </a:cubicBezTo>
                <a:cubicBezTo>
                  <a:pt x="284362" y="125160"/>
                  <a:pt x="275415" y="127939"/>
                  <a:pt x="265240" y="127939"/>
                </a:cubicBezTo>
                <a:cubicBezTo>
                  <a:pt x="253635" y="127939"/>
                  <a:pt x="244431" y="124474"/>
                  <a:pt x="237628" y="117545"/>
                </a:cubicBezTo>
                <a:cubicBezTo>
                  <a:pt x="230825" y="110615"/>
                  <a:pt x="227424" y="101080"/>
                  <a:pt x="227424" y="88939"/>
                </a:cubicBezTo>
                <a:cubicBezTo>
                  <a:pt x="227424" y="79031"/>
                  <a:pt x="229482" y="69668"/>
                  <a:pt x="233598" y="60848"/>
                </a:cubicBezTo>
                <a:cubicBezTo>
                  <a:pt x="237714" y="52028"/>
                  <a:pt x="243916" y="45084"/>
                  <a:pt x="252206" y="40016"/>
                </a:cubicBezTo>
                <a:cubicBezTo>
                  <a:pt x="260495" y="34948"/>
                  <a:pt x="269584" y="32414"/>
                  <a:pt x="279474" y="32414"/>
                </a:cubicBezTo>
                <a:cubicBezTo>
                  <a:pt x="290222" y="32414"/>
                  <a:pt x="298797" y="35234"/>
                  <a:pt x="305199" y="40876"/>
                </a:cubicBezTo>
                <a:cubicBezTo>
                  <a:pt x="311602" y="46518"/>
                  <a:pt x="315203" y="53944"/>
                  <a:pt x="316004" y="63155"/>
                </a:cubicBezTo>
                <a:lnTo>
                  <a:pt x="292594" y="65685"/>
                </a:lnTo>
                <a:cubicBezTo>
                  <a:pt x="292022" y="60509"/>
                  <a:pt x="290465" y="56701"/>
                  <a:pt x="287921" y="54258"/>
                </a:cubicBezTo>
                <a:cubicBezTo>
                  <a:pt x="285377" y="51815"/>
                  <a:pt x="282047" y="50593"/>
                  <a:pt x="277931" y="50593"/>
                </a:cubicBezTo>
                <a:cubicBezTo>
                  <a:pt x="273186" y="50593"/>
                  <a:pt x="268755" y="52367"/>
                  <a:pt x="264639" y="55917"/>
                </a:cubicBezTo>
                <a:cubicBezTo>
                  <a:pt x="260523" y="59467"/>
                  <a:pt x="257365" y="64777"/>
                  <a:pt x="255164" y="71848"/>
                </a:cubicBezTo>
                <a:cubicBezTo>
                  <a:pt x="252963" y="78919"/>
                  <a:pt x="251863" y="85546"/>
                  <a:pt x="251863" y="91729"/>
                </a:cubicBezTo>
                <a:cubicBezTo>
                  <a:pt x="251863" y="97109"/>
                  <a:pt x="253178" y="101260"/>
                  <a:pt x="255807" y="104181"/>
                </a:cubicBezTo>
                <a:cubicBezTo>
                  <a:pt x="258437" y="107100"/>
                  <a:pt x="261724" y="108560"/>
                  <a:pt x="265668" y="108560"/>
                </a:cubicBezTo>
                <a:cubicBezTo>
                  <a:pt x="269613" y="108560"/>
                  <a:pt x="273415" y="107131"/>
                  <a:pt x="277073" y="104272"/>
                </a:cubicBezTo>
                <a:cubicBezTo>
                  <a:pt x="280732" y="101414"/>
                  <a:pt x="283590" y="97126"/>
                  <a:pt x="285648" y="91410"/>
                </a:cubicBezTo>
                <a:close/>
                <a:moveTo>
                  <a:pt x="410251" y="87808"/>
                </a:moveTo>
                <a:lnTo>
                  <a:pt x="348511" y="87808"/>
                </a:lnTo>
                <a:cubicBezTo>
                  <a:pt x="348454" y="88780"/>
                  <a:pt x="348426" y="89523"/>
                  <a:pt x="348426" y="90038"/>
                </a:cubicBezTo>
                <a:cubicBezTo>
                  <a:pt x="348426" y="96097"/>
                  <a:pt x="350155" y="100985"/>
                  <a:pt x="353613" y="104701"/>
                </a:cubicBezTo>
                <a:cubicBezTo>
                  <a:pt x="357072" y="108417"/>
                  <a:pt x="361288" y="110275"/>
                  <a:pt x="366262" y="110275"/>
                </a:cubicBezTo>
                <a:cubicBezTo>
                  <a:pt x="374436" y="110275"/>
                  <a:pt x="380811" y="106044"/>
                  <a:pt x="385384" y="97584"/>
                </a:cubicBezTo>
                <a:lnTo>
                  <a:pt x="407422" y="101357"/>
                </a:lnTo>
                <a:cubicBezTo>
                  <a:pt x="403134" y="110218"/>
                  <a:pt x="397403" y="116863"/>
                  <a:pt x="390229" y="121294"/>
                </a:cubicBezTo>
                <a:cubicBezTo>
                  <a:pt x="383054" y="125724"/>
                  <a:pt x="375008" y="127939"/>
                  <a:pt x="366090" y="127939"/>
                </a:cubicBezTo>
                <a:cubicBezTo>
                  <a:pt x="353856" y="127939"/>
                  <a:pt x="343909" y="124059"/>
                  <a:pt x="336249" y="116299"/>
                </a:cubicBezTo>
                <a:cubicBezTo>
                  <a:pt x="328589" y="108538"/>
                  <a:pt x="324758" y="98273"/>
                  <a:pt x="324758" y="85504"/>
                </a:cubicBezTo>
                <a:cubicBezTo>
                  <a:pt x="324758" y="73018"/>
                  <a:pt x="328217" y="61907"/>
                  <a:pt x="335134" y="52171"/>
                </a:cubicBezTo>
                <a:cubicBezTo>
                  <a:pt x="344567" y="38999"/>
                  <a:pt x="358030" y="32414"/>
                  <a:pt x="375523" y="32414"/>
                </a:cubicBezTo>
                <a:cubicBezTo>
                  <a:pt x="386670" y="32414"/>
                  <a:pt x="395531" y="35863"/>
                  <a:pt x="402105" y="42763"/>
                </a:cubicBezTo>
                <a:cubicBezTo>
                  <a:pt x="408679" y="49662"/>
                  <a:pt x="411966" y="59324"/>
                  <a:pt x="411966" y="71749"/>
                </a:cubicBezTo>
                <a:cubicBezTo>
                  <a:pt x="411966" y="77703"/>
                  <a:pt x="411395" y="83056"/>
                  <a:pt x="410251" y="87808"/>
                </a:cubicBezTo>
                <a:moveTo>
                  <a:pt x="389500" y="72716"/>
                </a:moveTo>
                <a:cubicBezTo>
                  <a:pt x="389557" y="71634"/>
                  <a:pt x="389586" y="70808"/>
                  <a:pt x="389586" y="70240"/>
                </a:cubicBezTo>
                <a:cubicBezTo>
                  <a:pt x="389586" y="63519"/>
                  <a:pt x="388071" y="58479"/>
                  <a:pt x="385041" y="55119"/>
                </a:cubicBezTo>
                <a:cubicBezTo>
                  <a:pt x="382011" y="51758"/>
                  <a:pt x="377952" y="50078"/>
                  <a:pt x="372864" y="50078"/>
                </a:cubicBezTo>
                <a:cubicBezTo>
                  <a:pt x="367777" y="50078"/>
                  <a:pt x="363217" y="51986"/>
                  <a:pt x="359187" y="55802"/>
                </a:cubicBezTo>
                <a:cubicBezTo>
                  <a:pt x="355157" y="59618"/>
                  <a:pt x="352427" y="65256"/>
                  <a:pt x="350998" y="72716"/>
                </a:cubicBezTo>
                <a:lnTo>
                  <a:pt x="389500" y="72716"/>
                </a:lnTo>
                <a:close/>
                <a:moveTo>
                  <a:pt x="438643" y="34643"/>
                </a:moveTo>
                <a:lnTo>
                  <a:pt x="461967" y="34643"/>
                </a:lnTo>
                <a:lnTo>
                  <a:pt x="459566" y="46495"/>
                </a:lnTo>
                <a:cubicBezTo>
                  <a:pt x="465397" y="41427"/>
                  <a:pt x="470842" y="37813"/>
                  <a:pt x="475901" y="35653"/>
                </a:cubicBezTo>
                <a:cubicBezTo>
                  <a:pt x="480961" y="33493"/>
                  <a:pt x="486291" y="32414"/>
                  <a:pt x="491894" y="32414"/>
                </a:cubicBezTo>
                <a:cubicBezTo>
                  <a:pt x="499383" y="32414"/>
                  <a:pt x="505285" y="34564"/>
                  <a:pt x="509601" y="38866"/>
                </a:cubicBezTo>
                <a:cubicBezTo>
                  <a:pt x="513917" y="43168"/>
                  <a:pt x="516075" y="48876"/>
                  <a:pt x="516075" y="55990"/>
                </a:cubicBezTo>
                <a:cubicBezTo>
                  <a:pt x="516075" y="59187"/>
                  <a:pt x="515132" y="65249"/>
                  <a:pt x="513246" y="74174"/>
                </a:cubicBezTo>
                <a:lnTo>
                  <a:pt x="502527" y="125710"/>
                </a:lnTo>
                <a:lnTo>
                  <a:pt x="477917" y="125710"/>
                </a:lnTo>
                <a:lnTo>
                  <a:pt x="488721" y="73997"/>
                </a:lnTo>
                <a:cubicBezTo>
                  <a:pt x="490322" y="66271"/>
                  <a:pt x="491122" y="61665"/>
                  <a:pt x="491122" y="60181"/>
                </a:cubicBezTo>
                <a:cubicBezTo>
                  <a:pt x="491122" y="57042"/>
                  <a:pt x="490193" y="54574"/>
                  <a:pt x="488335" y="52777"/>
                </a:cubicBezTo>
                <a:cubicBezTo>
                  <a:pt x="486477" y="50978"/>
                  <a:pt x="483890" y="50078"/>
                  <a:pt x="480575" y="50078"/>
                </a:cubicBezTo>
                <a:cubicBezTo>
                  <a:pt x="476973" y="50078"/>
                  <a:pt x="472972" y="51593"/>
                  <a:pt x="468570" y="54623"/>
                </a:cubicBezTo>
                <a:cubicBezTo>
                  <a:pt x="464168" y="57653"/>
                  <a:pt x="460709" y="61654"/>
                  <a:pt x="458194" y="66628"/>
                </a:cubicBezTo>
                <a:cubicBezTo>
                  <a:pt x="456365" y="70174"/>
                  <a:pt x="454307" y="77407"/>
                  <a:pt x="452020" y="88325"/>
                </a:cubicBezTo>
                <a:lnTo>
                  <a:pt x="444217" y="125710"/>
                </a:lnTo>
                <a:lnTo>
                  <a:pt x="419606" y="125710"/>
                </a:lnTo>
                <a:lnTo>
                  <a:pt x="438643" y="34643"/>
                </a:lnTo>
                <a:close/>
                <a:moveTo>
                  <a:pt x="532704" y="52994"/>
                </a:moveTo>
                <a:lnTo>
                  <a:pt x="536477" y="34643"/>
                </a:lnTo>
                <a:lnTo>
                  <a:pt x="548584" y="34643"/>
                </a:lnTo>
                <a:lnTo>
                  <a:pt x="551574" y="20066"/>
                </a:lnTo>
                <a:lnTo>
                  <a:pt x="579695" y="3087"/>
                </a:lnTo>
                <a:lnTo>
                  <a:pt x="573194" y="34643"/>
                </a:lnTo>
                <a:lnTo>
                  <a:pt x="588099" y="34643"/>
                </a:lnTo>
                <a:lnTo>
                  <a:pt x="584326" y="52994"/>
                </a:lnTo>
                <a:lnTo>
                  <a:pt x="569413" y="52994"/>
                </a:lnTo>
                <a:lnTo>
                  <a:pt x="561259" y="91163"/>
                </a:lnTo>
                <a:cubicBezTo>
                  <a:pt x="559830" y="98071"/>
                  <a:pt x="559115" y="102011"/>
                  <a:pt x="559115" y="102981"/>
                </a:cubicBezTo>
                <a:cubicBezTo>
                  <a:pt x="559115" y="104869"/>
                  <a:pt x="559715" y="106343"/>
                  <a:pt x="560916" y="107402"/>
                </a:cubicBezTo>
                <a:cubicBezTo>
                  <a:pt x="562116" y="108460"/>
                  <a:pt x="564289" y="108989"/>
                  <a:pt x="567433" y="108989"/>
                </a:cubicBezTo>
                <a:cubicBezTo>
                  <a:pt x="568519" y="108989"/>
                  <a:pt x="571234" y="108788"/>
                  <a:pt x="575579" y="108388"/>
                </a:cubicBezTo>
                <a:lnTo>
                  <a:pt x="571720" y="126653"/>
                </a:lnTo>
                <a:cubicBezTo>
                  <a:pt x="567490" y="127511"/>
                  <a:pt x="563145" y="127939"/>
                  <a:pt x="558686" y="127939"/>
                </a:cubicBezTo>
                <a:cubicBezTo>
                  <a:pt x="549997" y="127939"/>
                  <a:pt x="543680" y="126260"/>
                  <a:pt x="539735" y="122901"/>
                </a:cubicBezTo>
                <a:cubicBezTo>
                  <a:pt x="535791" y="119541"/>
                  <a:pt x="533819" y="114875"/>
                  <a:pt x="533819" y="108903"/>
                </a:cubicBezTo>
                <a:cubicBezTo>
                  <a:pt x="533819" y="106102"/>
                  <a:pt x="534876" y="99641"/>
                  <a:pt x="536991" y="89521"/>
                </a:cubicBezTo>
                <a:lnTo>
                  <a:pt x="544937" y="52994"/>
                </a:lnTo>
                <a:lnTo>
                  <a:pt x="532704" y="52994"/>
                </a:lnTo>
                <a:close/>
                <a:moveTo>
                  <a:pt x="602675" y="34643"/>
                </a:moveTo>
                <a:lnTo>
                  <a:pt x="625656" y="34643"/>
                </a:lnTo>
                <a:lnTo>
                  <a:pt x="621968" y="52270"/>
                </a:lnTo>
                <a:cubicBezTo>
                  <a:pt x="630543" y="39032"/>
                  <a:pt x="639833" y="32414"/>
                  <a:pt x="649837" y="32414"/>
                </a:cubicBezTo>
                <a:cubicBezTo>
                  <a:pt x="653382" y="32414"/>
                  <a:pt x="657183" y="33300"/>
                  <a:pt x="661242" y="35072"/>
                </a:cubicBezTo>
                <a:lnTo>
                  <a:pt x="651810" y="55223"/>
                </a:lnTo>
                <a:cubicBezTo>
                  <a:pt x="649580" y="54423"/>
                  <a:pt x="647208" y="54023"/>
                  <a:pt x="644692" y="54023"/>
                </a:cubicBezTo>
                <a:cubicBezTo>
                  <a:pt x="640462" y="54023"/>
                  <a:pt x="636160" y="55627"/>
                  <a:pt x="631787" y="58835"/>
                </a:cubicBezTo>
                <a:cubicBezTo>
                  <a:pt x="627414" y="62042"/>
                  <a:pt x="623998" y="66323"/>
                  <a:pt x="621540" y="71679"/>
                </a:cubicBezTo>
                <a:cubicBezTo>
                  <a:pt x="619082" y="77033"/>
                  <a:pt x="616652" y="85524"/>
                  <a:pt x="614251" y="97152"/>
                </a:cubicBezTo>
                <a:lnTo>
                  <a:pt x="608248" y="125710"/>
                </a:lnTo>
                <a:lnTo>
                  <a:pt x="583638" y="125710"/>
                </a:lnTo>
                <a:lnTo>
                  <a:pt x="602675" y="346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ali">
            <a:extLst xmlns:a="http://schemas.openxmlformats.org/drawingml/2006/main">
              <a:ext uri="{FF2B5EF4-FFF2-40B4-BE49-F238E27FC236}">
                <a16:creationId xmlns:a16="http://schemas.microsoft.com/office/drawing/2014/main" id="{875AEBA6-9974-4AA7-B267-9317FAA1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573" y="616395"/>
            <a:ext cx="196456" cy="127939"/>
          </a:xfrm>
          <a:custGeom xmlns:a="http://schemas.openxmlformats.org/drawingml/2006/main">
            <a:pathLst>
              <a:path w="196456" h="127939">
                <a:moveTo>
                  <a:pt x="33871" y="60368"/>
                </a:moveTo>
                <a:lnTo>
                  <a:pt x="9861" y="58326"/>
                </a:lnTo>
                <a:cubicBezTo>
                  <a:pt x="12605" y="50203"/>
                  <a:pt x="17393" y="43854"/>
                  <a:pt x="24224" y="39279"/>
                </a:cubicBezTo>
                <a:cubicBezTo>
                  <a:pt x="31056" y="34702"/>
                  <a:pt x="40103" y="32414"/>
                  <a:pt x="51364" y="32414"/>
                </a:cubicBezTo>
                <a:cubicBezTo>
                  <a:pt x="63084" y="32414"/>
                  <a:pt x="71744" y="34774"/>
                  <a:pt x="77347" y="39496"/>
                </a:cubicBezTo>
                <a:cubicBezTo>
                  <a:pt x="82949" y="44216"/>
                  <a:pt x="85750" y="49980"/>
                  <a:pt x="85750" y="56788"/>
                </a:cubicBezTo>
                <a:cubicBezTo>
                  <a:pt x="85750" y="59536"/>
                  <a:pt x="85507" y="62455"/>
                  <a:pt x="85021" y="65545"/>
                </a:cubicBezTo>
                <a:cubicBezTo>
                  <a:pt x="84535" y="68634"/>
                  <a:pt x="82835" y="76759"/>
                  <a:pt x="79919" y="89920"/>
                </a:cubicBezTo>
                <a:cubicBezTo>
                  <a:pt x="77518" y="100790"/>
                  <a:pt x="76318" y="108401"/>
                  <a:pt x="76318" y="112751"/>
                </a:cubicBezTo>
                <a:cubicBezTo>
                  <a:pt x="76318" y="116642"/>
                  <a:pt x="77004" y="120961"/>
                  <a:pt x="78376" y="125710"/>
                </a:cubicBezTo>
                <a:lnTo>
                  <a:pt x="54451" y="125710"/>
                </a:lnTo>
                <a:cubicBezTo>
                  <a:pt x="53480" y="122394"/>
                  <a:pt x="52879" y="118964"/>
                  <a:pt x="52651" y="115420"/>
                </a:cubicBezTo>
                <a:cubicBezTo>
                  <a:pt x="49049" y="119421"/>
                  <a:pt x="44905" y="122508"/>
                  <a:pt x="40217" y="124681"/>
                </a:cubicBezTo>
                <a:cubicBezTo>
                  <a:pt x="35529" y="126853"/>
                  <a:pt x="30813" y="127939"/>
                  <a:pt x="26068" y="127939"/>
                </a:cubicBezTo>
                <a:cubicBezTo>
                  <a:pt x="18522" y="127939"/>
                  <a:pt x="12291" y="125463"/>
                  <a:pt x="7375" y="120511"/>
                </a:cubicBezTo>
                <a:cubicBezTo>
                  <a:pt x="2458" y="115559"/>
                  <a:pt x="0" y="109190"/>
                  <a:pt x="0" y="101405"/>
                </a:cubicBezTo>
                <a:cubicBezTo>
                  <a:pt x="0" y="92703"/>
                  <a:pt x="2701" y="85748"/>
                  <a:pt x="8103" y="80538"/>
                </a:cubicBezTo>
                <a:cubicBezTo>
                  <a:pt x="13506" y="75329"/>
                  <a:pt x="23153" y="72180"/>
                  <a:pt x="37044" y="71092"/>
                </a:cubicBezTo>
                <a:cubicBezTo>
                  <a:pt x="48763" y="70119"/>
                  <a:pt x="56595" y="68945"/>
                  <a:pt x="60540" y="67571"/>
                </a:cubicBezTo>
                <a:cubicBezTo>
                  <a:pt x="61569" y="64141"/>
                  <a:pt x="62083" y="61397"/>
                  <a:pt x="62083" y="59339"/>
                </a:cubicBezTo>
                <a:cubicBezTo>
                  <a:pt x="62083" y="56709"/>
                  <a:pt x="61026" y="54509"/>
                  <a:pt x="58910" y="52736"/>
                </a:cubicBezTo>
                <a:cubicBezTo>
                  <a:pt x="56795" y="50964"/>
                  <a:pt x="53651" y="50078"/>
                  <a:pt x="49478" y="50078"/>
                </a:cubicBezTo>
                <a:cubicBezTo>
                  <a:pt x="45076" y="50078"/>
                  <a:pt x="41603" y="50971"/>
                  <a:pt x="39059" y="52758"/>
                </a:cubicBezTo>
                <a:cubicBezTo>
                  <a:pt x="36515" y="54542"/>
                  <a:pt x="34786" y="57079"/>
                  <a:pt x="33871" y="60368"/>
                </a:cubicBezTo>
                <a:moveTo>
                  <a:pt x="57281" y="83178"/>
                </a:moveTo>
                <a:cubicBezTo>
                  <a:pt x="55795" y="83580"/>
                  <a:pt x="53823" y="83952"/>
                  <a:pt x="51364" y="84295"/>
                </a:cubicBezTo>
                <a:cubicBezTo>
                  <a:pt x="39016" y="85787"/>
                  <a:pt x="30956" y="87966"/>
                  <a:pt x="27183" y="90834"/>
                </a:cubicBezTo>
                <a:cubicBezTo>
                  <a:pt x="24496" y="92899"/>
                  <a:pt x="23153" y="95681"/>
                  <a:pt x="23153" y="99181"/>
                </a:cubicBezTo>
                <a:cubicBezTo>
                  <a:pt x="23153" y="102048"/>
                  <a:pt x="24182" y="104471"/>
                  <a:pt x="26240" y="106451"/>
                </a:cubicBezTo>
                <a:cubicBezTo>
                  <a:pt x="28298" y="108428"/>
                  <a:pt x="31013" y="109417"/>
                  <a:pt x="34386" y="109417"/>
                </a:cubicBezTo>
                <a:cubicBezTo>
                  <a:pt x="38102" y="109417"/>
                  <a:pt x="41603" y="108514"/>
                  <a:pt x="44890" y="106708"/>
                </a:cubicBezTo>
                <a:cubicBezTo>
                  <a:pt x="48177" y="104900"/>
                  <a:pt x="50636" y="102577"/>
                  <a:pt x="52265" y="99738"/>
                </a:cubicBezTo>
                <a:cubicBezTo>
                  <a:pt x="53894" y="96900"/>
                  <a:pt x="55337" y="92469"/>
                  <a:pt x="56595" y="86447"/>
                </a:cubicBezTo>
                <a:lnTo>
                  <a:pt x="57281" y="83178"/>
                </a:lnTo>
                <a:close/>
                <a:moveTo>
                  <a:pt x="96649" y="125710"/>
                </a:moveTo>
                <a:lnTo>
                  <a:pt x="122974" y="0"/>
                </a:lnTo>
                <a:lnTo>
                  <a:pt x="147499" y="0"/>
                </a:lnTo>
                <a:lnTo>
                  <a:pt x="121259" y="125710"/>
                </a:lnTo>
                <a:lnTo>
                  <a:pt x="96649" y="125710"/>
                </a:lnTo>
                <a:close/>
                <a:moveTo>
                  <a:pt x="171846" y="0"/>
                </a:moveTo>
                <a:lnTo>
                  <a:pt x="196456" y="0"/>
                </a:lnTo>
                <a:lnTo>
                  <a:pt x="191826" y="22295"/>
                </a:lnTo>
                <a:lnTo>
                  <a:pt x="167216" y="22295"/>
                </a:lnTo>
                <a:lnTo>
                  <a:pt x="171846" y="0"/>
                </a:lnTo>
                <a:moveTo>
                  <a:pt x="164643" y="34643"/>
                </a:moveTo>
                <a:lnTo>
                  <a:pt x="189253" y="34643"/>
                </a:lnTo>
                <a:lnTo>
                  <a:pt x="170217" y="125710"/>
                </a:lnTo>
                <a:lnTo>
                  <a:pt x="145607" y="125710"/>
                </a:lnTo>
                <a:lnTo>
                  <a:pt x="164643" y="346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zed">
            <a:extLst xmlns:a="http://schemas.openxmlformats.org/drawingml/2006/main">
              <a:ext uri="{FF2B5EF4-FFF2-40B4-BE49-F238E27FC236}">
                <a16:creationId xmlns:a16="http://schemas.microsoft.com/office/drawing/2014/main" id="{CB7CC565-A0B5-4CD0-AA66-E67BFFAE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849" y="616395"/>
            <a:ext cx="299963" cy="127939"/>
          </a:xfrm>
          <a:custGeom xmlns:a="http://schemas.openxmlformats.org/drawingml/2006/main">
            <a:pathLst>
              <a:path w="299963" h="127939">
                <a:moveTo>
                  <a:pt x="0" y="125710"/>
                </a:moveTo>
                <a:lnTo>
                  <a:pt x="3516" y="109074"/>
                </a:lnTo>
                <a:lnTo>
                  <a:pt x="53422" y="53851"/>
                </a:lnTo>
                <a:lnTo>
                  <a:pt x="12691" y="53851"/>
                </a:lnTo>
                <a:lnTo>
                  <a:pt x="16721" y="34643"/>
                </a:lnTo>
                <a:lnTo>
                  <a:pt x="88151" y="34643"/>
                </a:lnTo>
                <a:lnTo>
                  <a:pt x="85150" y="49392"/>
                </a:lnTo>
                <a:lnTo>
                  <a:pt x="34815" y="105816"/>
                </a:lnTo>
                <a:lnTo>
                  <a:pt x="78633" y="105816"/>
                </a:lnTo>
                <a:lnTo>
                  <a:pt x="74431" y="125710"/>
                </a:lnTo>
                <a:lnTo>
                  <a:pt x="0" y="125710"/>
                </a:lnTo>
                <a:close/>
                <a:moveTo>
                  <a:pt x="180590" y="87808"/>
                </a:moveTo>
                <a:lnTo>
                  <a:pt x="118850" y="87808"/>
                </a:lnTo>
                <a:cubicBezTo>
                  <a:pt x="118793" y="88780"/>
                  <a:pt x="118764" y="89523"/>
                  <a:pt x="118764" y="90038"/>
                </a:cubicBezTo>
                <a:cubicBezTo>
                  <a:pt x="118764" y="96097"/>
                  <a:pt x="120494" y="100985"/>
                  <a:pt x="123952" y="104701"/>
                </a:cubicBezTo>
                <a:cubicBezTo>
                  <a:pt x="127411" y="108417"/>
                  <a:pt x="131627" y="110275"/>
                  <a:pt x="136600" y="110275"/>
                </a:cubicBezTo>
                <a:cubicBezTo>
                  <a:pt x="144775" y="110275"/>
                  <a:pt x="151149" y="106044"/>
                  <a:pt x="155723" y="97584"/>
                </a:cubicBezTo>
                <a:lnTo>
                  <a:pt x="177760" y="101357"/>
                </a:lnTo>
                <a:cubicBezTo>
                  <a:pt x="173473" y="110218"/>
                  <a:pt x="167742" y="116863"/>
                  <a:pt x="160567" y="121294"/>
                </a:cubicBezTo>
                <a:cubicBezTo>
                  <a:pt x="153393" y="125724"/>
                  <a:pt x="145347" y="127939"/>
                  <a:pt x="136429" y="127939"/>
                </a:cubicBezTo>
                <a:cubicBezTo>
                  <a:pt x="124195" y="127939"/>
                  <a:pt x="114248" y="124059"/>
                  <a:pt x="106588" y="116299"/>
                </a:cubicBezTo>
                <a:cubicBezTo>
                  <a:pt x="98927" y="108538"/>
                  <a:pt x="95097" y="98273"/>
                  <a:pt x="95097" y="85504"/>
                </a:cubicBezTo>
                <a:cubicBezTo>
                  <a:pt x="95097" y="73018"/>
                  <a:pt x="98556" y="61907"/>
                  <a:pt x="105473" y="52171"/>
                </a:cubicBezTo>
                <a:cubicBezTo>
                  <a:pt x="114905" y="38999"/>
                  <a:pt x="128368" y="32414"/>
                  <a:pt x="145861" y="32414"/>
                </a:cubicBezTo>
                <a:cubicBezTo>
                  <a:pt x="157009" y="32414"/>
                  <a:pt x="165870" y="35863"/>
                  <a:pt x="172444" y="42763"/>
                </a:cubicBezTo>
                <a:cubicBezTo>
                  <a:pt x="179018" y="49662"/>
                  <a:pt x="182305" y="59324"/>
                  <a:pt x="182305" y="71749"/>
                </a:cubicBezTo>
                <a:cubicBezTo>
                  <a:pt x="182305" y="77703"/>
                  <a:pt x="181733" y="83056"/>
                  <a:pt x="180590" y="87808"/>
                </a:cubicBezTo>
                <a:moveTo>
                  <a:pt x="159839" y="72716"/>
                </a:moveTo>
                <a:cubicBezTo>
                  <a:pt x="159896" y="71634"/>
                  <a:pt x="159924" y="70808"/>
                  <a:pt x="159924" y="70240"/>
                </a:cubicBezTo>
                <a:cubicBezTo>
                  <a:pt x="159924" y="63519"/>
                  <a:pt x="158409" y="58479"/>
                  <a:pt x="155380" y="55119"/>
                </a:cubicBezTo>
                <a:cubicBezTo>
                  <a:pt x="152350" y="51758"/>
                  <a:pt x="148291" y="50078"/>
                  <a:pt x="143203" y="50078"/>
                </a:cubicBezTo>
                <a:cubicBezTo>
                  <a:pt x="138115" y="50078"/>
                  <a:pt x="133556" y="51986"/>
                  <a:pt x="129526" y="55802"/>
                </a:cubicBezTo>
                <a:cubicBezTo>
                  <a:pt x="125496" y="59618"/>
                  <a:pt x="122766" y="65256"/>
                  <a:pt x="121337" y="72716"/>
                </a:cubicBezTo>
                <a:lnTo>
                  <a:pt x="159839" y="72716"/>
                </a:lnTo>
                <a:close/>
                <a:moveTo>
                  <a:pt x="273723" y="125710"/>
                </a:moveTo>
                <a:lnTo>
                  <a:pt x="250399" y="125710"/>
                </a:lnTo>
                <a:lnTo>
                  <a:pt x="252457" y="115857"/>
                </a:lnTo>
                <a:cubicBezTo>
                  <a:pt x="247998" y="120173"/>
                  <a:pt x="243610" y="123266"/>
                  <a:pt x="239294" y="125136"/>
                </a:cubicBezTo>
                <a:cubicBezTo>
                  <a:pt x="234978" y="127005"/>
                  <a:pt x="230105" y="127939"/>
                  <a:pt x="224674" y="127939"/>
                </a:cubicBezTo>
                <a:cubicBezTo>
                  <a:pt x="215241" y="127939"/>
                  <a:pt x="207595" y="124718"/>
                  <a:pt x="201736" y="118276"/>
                </a:cubicBezTo>
                <a:cubicBezTo>
                  <a:pt x="195876" y="111833"/>
                  <a:pt x="192946" y="102311"/>
                  <a:pt x="192946" y="89711"/>
                </a:cubicBezTo>
                <a:cubicBezTo>
                  <a:pt x="192946" y="75108"/>
                  <a:pt x="197062" y="61908"/>
                  <a:pt x="205294" y="50110"/>
                </a:cubicBezTo>
                <a:cubicBezTo>
                  <a:pt x="213526" y="38312"/>
                  <a:pt x="224417" y="32414"/>
                  <a:pt x="237965" y="32414"/>
                </a:cubicBezTo>
                <a:cubicBezTo>
                  <a:pt x="250199" y="32414"/>
                  <a:pt x="259374" y="37273"/>
                  <a:pt x="265491" y="46991"/>
                </a:cubicBezTo>
                <a:lnTo>
                  <a:pt x="275352" y="0"/>
                </a:lnTo>
                <a:lnTo>
                  <a:pt x="299963" y="0"/>
                </a:lnTo>
                <a:lnTo>
                  <a:pt x="273723" y="125710"/>
                </a:lnTo>
                <a:moveTo>
                  <a:pt x="216871" y="88636"/>
                </a:moveTo>
                <a:cubicBezTo>
                  <a:pt x="216871" y="95162"/>
                  <a:pt x="218514" y="100257"/>
                  <a:pt x="221801" y="103921"/>
                </a:cubicBezTo>
                <a:cubicBezTo>
                  <a:pt x="225088" y="107585"/>
                  <a:pt x="229133" y="109417"/>
                  <a:pt x="233935" y="109417"/>
                </a:cubicBezTo>
                <a:cubicBezTo>
                  <a:pt x="238394" y="109417"/>
                  <a:pt x="242553" y="107886"/>
                  <a:pt x="246412" y="104824"/>
                </a:cubicBezTo>
                <a:cubicBezTo>
                  <a:pt x="250270" y="101760"/>
                  <a:pt x="253357" y="97080"/>
                  <a:pt x="255673" y="90783"/>
                </a:cubicBezTo>
                <a:cubicBezTo>
                  <a:pt x="257988" y="84485"/>
                  <a:pt x="259145" y="78445"/>
                  <a:pt x="259145" y="72663"/>
                </a:cubicBezTo>
                <a:cubicBezTo>
                  <a:pt x="259145" y="66079"/>
                  <a:pt x="257373" y="60756"/>
                  <a:pt x="253829" y="56692"/>
                </a:cubicBezTo>
                <a:cubicBezTo>
                  <a:pt x="250285" y="52626"/>
                  <a:pt x="246197" y="50593"/>
                  <a:pt x="241567" y="50593"/>
                </a:cubicBezTo>
                <a:cubicBezTo>
                  <a:pt x="234364" y="50593"/>
                  <a:pt x="228447" y="54601"/>
                  <a:pt x="223816" y="62616"/>
                </a:cubicBezTo>
                <a:cubicBezTo>
                  <a:pt x="219186" y="70630"/>
                  <a:pt x="216871" y="79304"/>
                  <a:pt x="216871" y="886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publishingvia">
            <a:extLst xmlns:a="http://schemas.openxmlformats.org/drawingml/2006/main">
              <a:ext uri="{FF2B5EF4-FFF2-40B4-BE49-F238E27FC236}">
                <a16:creationId xmlns:a16="http://schemas.microsoft.com/office/drawing/2014/main" id="{266C042B-AEF7-4129-B77E-07DF15C5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779" y="818831"/>
            <a:ext cx="1177328" cy="162754"/>
          </a:xfrm>
          <a:custGeom xmlns:a="http://schemas.openxmlformats.org/drawingml/2006/main">
            <a:pathLst>
              <a:path w="1177328" h="162754">
                <a:moveTo>
                  <a:pt x="26240" y="34643"/>
                </a:moveTo>
                <a:lnTo>
                  <a:pt x="49564" y="34643"/>
                </a:lnTo>
                <a:lnTo>
                  <a:pt x="47591" y="44011"/>
                </a:lnTo>
                <a:cubicBezTo>
                  <a:pt x="52565" y="39858"/>
                  <a:pt x="57224" y="36887"/>
                  <a:pt x="61569" y="35099"/>
                </a:cubicBezTo>
                <a:cubicBezTo>
                  <a:pt x="65913" y="33309"/>
                  <a:pt x="70572" y="32414"/>
                  <a:pt x="75546" y="32414"/>
                </a:cubicBezTo>
                <a:cubicBezTo>
                  <a:pt x="85093" y="32414"/>
                  <a:pt x="92767" y="35707"/>
                  <a:pt x="98570" y="42294"/>
                </a:cubicBezTo>
                <a:cubicBezTo>
                  <a:pt x="104372" y="48879"/>
                  <a:pt x="107274" y="58700"/>
                  <a:pt x="107274" y="71757"/>
                </a:cubicBezTo>
                <a:cubicBezTo>
                  <a:pt x="107274" y="88194"/>
                  <a:pt x="102271" y="102082"/>
                  <a:pt x="92267" y="113421"/>
                </a:cubicBezTo>
                <a:cubicBezTo>
                  <a:pt x="83692" y="123100"/>
                  <a:pt x="73545" y="127939"/>
                  <a:pt x="61826" y="127939"/>
                </a:cubicBezTo>
                <a:cubicBezTo>
                  <a:pt x="49764" y="127939"/>
                  <a:pt x="40646" y="123075"/>
                  <a:pt x="34472" y="113346"/>
                </a:cubicBezTo>
                <a:lnTo>
                  <a:pt x="24610" y="160524"/>
                </a:lnTo>
                <a:lnTo>
                  <a:pt x="0" y="160524"/>
                </a:lnTo>
                <a:lnTo>
                  <a:pt x="26240" y="34643"/>
                </a:lnTo>
                <a:moveTo>
                  <a:pt x="41074" y="86844"/>
                </a:moveTo>
                <a:cubicBezTo>
                  <a:pt x="41074" y="93993"/>
                  <a:pt x="42804" y="99543"/>
                  <a:pt x="46262" y="103492"/>
                </a:cubicBezTo>
                <a:cubicBezTo>
                  <a:pt x="49721" y="107442"/>
                  <a:pt x="53794" y="109417"/>
                  <a:pt x="58482" y="109417"/>
                </a:cubicBezTo>
                <a:cubicBezTo>
                  <a:pt x="62540" y="109417"/>
                  <a:pt x="66456" y="107941"/>
                  <a:pt x="70229" y="104988"/>
                </a:cubicBezTo>
                <a:cubicBezTo>
                  <a:pt x="74002" y="102035"/>
                  <a:pt x="77132" y="97133"/>
                  <a:pt x="79619" y="90282"/>
                </a:cubicBezTo>
                <a:cubicBezTo>
                  <a:pt x="82106" y="83430"/>
                  <a:pt x="83349" y="77081"/>
                  <a:pt x="83349" y="71234"/>
                </a:cubicBezTo>
                <a:cubicBezTo>
                  <a:pt x="83349" y="64412"/>
                  <a:pt x="81720" y="59180"/>
                  <a:pt x="78461" y="55539"/>
                </a:cubicBezTo>
                <a:cubicBezTo>
                  <a:pt x="75203" y="51899"/>
                  <a:pt x="71058" y="50078"/>
                  <a:pt x="66028" y="50078"/>
                </a:cubicBezTo>
                <a:cubicBezTo>
                  <a:pt x="61340" y="50078"/>
                  <a:pt x="57067" y="51749"/>
                  <a:pt x="53208" y="55092"/>
                </a:cubicBezTo>
                <a:cubicBezTo>
                  <a:pt x="49349" y="58434"/>
                  <a:pt x="46362" y="63348"/>
                  <a:pt x="44247" y="69833"/>
                </a:cubicBezTo>
                <a:cubicBezTo>
                  <a:pt x="42132" y="76318"/>
                  <a:pt x="41074" y="81988"/>
                  <a:pt x="41074" y="86844"/>
                </a:cubicBezTo>
                <a:close/>
                <a:moveTo>
                  <a:pt x="134106" y="34643"/>
                </a:moveTo>
                <a:lnTo>
                  <a:pt x="158717" y="34643"/>
                </a:lnTo>
                <a:lnTo>
                  <a:pt x="147483" y="88580"/>
                </a:lnTo>
                <a:cubicBezTo>
                  <a:pt x="146111" y="95040"/>
                  <a:pt x="145425" y="99070"/>
                  <a:pt x="145425" y="100671"/>
                </a:cubicBezTo>
                <a:cubicBezTo>
                  <a:pt x="145425" y="103300"/>
                  <a:pt x="146397" y="105559"/>
                  <a:pt x="148341" y="107445"/>
                </a:cubicBezTo>
                <a:cubicBezTo>
                  <a:pt x="150285" y="109332"/>
                  <a:pt x="152771" y="110275"/>
                  <a:pt x="155801" y="110275"/>
                </a:cubicBezTo>
                <a:cubicBezTo>
                  <a:pt x="157974" y="110275"/>
                  <a:pt x="160117" y="109861"/>
                  <a:pt x="162232" y="109034"/>
                </a:cubicBezTo>
                <a:cubicBezTo>
                  <a:pt x="164348" y="108205"/>
                  <a:pt x="166520" y="106948"/>
                  <a:pt x="168749" y="105264"/>
                </a:cubicBezTo>
                <a:cubicBezTo>
                  <a:pt x="170979" y="103577"/>
                  <a:pt x="172980" y="101649"/>
                  <a:pt x="174752" y="99478"/>
                </a:cubicBezTo>
                <a:cubicBezTo>
                  <a:pt x="176524" y="97308"/>
                  <a:pt x="178182" y="94452"/>
                  <a:pt x="179725" y="90911"/>
                </a:cubicBezTo>
                <a:cubicBezTo>
                  <a:pt x="180812" y="88283"/>
                  <a:pt x="181984" y="83997"/>
                  <a:pt x="183241" y="78051"/>
                </a:cubicBezTo>
                <a:lnTo>
                  <a:pt x="192331" y="34643"/>
                </a:lnTo>
                <a:lnTo>
                  <a:pt x="216941" y="34643"/>
                </a:lnTo>
                <a:lnTo>
                  <a:pt x="197905" y="125710"/>
                </a:lnTo>
                <a:lnTo>
                  <a:pt x="174923" y="125710"/>
                </a:lnTo>
                <a:lnTo>
                  <a:pt x="177496" y="113426"/>
                </a:lnTo>
                <a:cubicBezTo>
                  <a:pt x="167435" y="123102"/>
                  <a:pt x="156487" y="127939"/>
                  <a:pt x="144654" y="127939"/>
                </a:cubicBezTo>
                <a:cubicBezTo>
                  <a:pt x="137165" y="127939"/>
                  <a:pt x="131277" y="125788"/>
                  <a:pt x="126989" y="121487"/>
                </a:cubicBezTo>
                <a:cubicBezTo>
                  <a:pt x="122702" y="117183"/>
                  <a:pt x="120558" y="111416"/>
                  <a:pt x="120558" y="104187"/>
                </a:cubicBezTo>
                <a:cubicBezTo>
                  <a:pt x="120558" y="101042"/>
                  <a:pt x="121530" y="94783"/>
                  <a:pt x="123473" y="85407"/>
                </a:cubicBezTo>
                <a:lnTo>
                  <a:pt x="134106" y="34643"/>
                </a:lnTo>
                <a:close/>
                <a:moveTo>
                  <a:pt x="221822" y="125710"/>
                </a:moveTo>
                <a:lnTo>
                  <a:pt x="248061" y="0"/>
                </a:lnTo>
                <a:lnTo>
                  <a:pt x="272757" y="0"/>
                </a:lnTo>
                <a:lnTo>
                  <a:pt x="263925" y="41977"/>
                </a:lnTo>
                <a:cubicBezTo>
                  <a:pt x="268441" y="38531"/>
                  <a:pt x="272657" y="36076"/>
                  <a:pt x="276573" y="34611"/>
                </a:cubicBezTo>
                <a:cubicBezTo>
                  <a:pt x="280489" y="33146"/>
                  <a:pt x="284763" y="32414"/>
                  <a:pt x="289393" y="32414"/>
                </a:cubicBezTo>
                <a:cubicBezTo>
                  <a:pt x="298997" y="32414"/>
                  <a:pt x="306686" y="35635"/>
                  <a:pt x="312460" y="42079"/>
                </a:cubicBezTo>
                <a:cubicBezTo>
                  <a:pt x="318234" y="48521"/>
                  <a:pt x="321121" y="57898"/>
                  <a:pt x="321121" y="70211"/>
                </a:cubicBezTo>
                <a:cubicBezTo>
                  <a:pt x="321121" y="78516"/>
                  <a:pt x="319763" y="86577"/>
                  <a:pt x="317047" y="94395"/>
                </a:cubicBezTo>
                <a:cubicBezTo>
                  <a:pt x="314332" y="102211"/>
                  <a:pt x="310702" y="108567"/>
                  <a:pt x="306157" y="113464"/>
                </a:cubicBezTo>
                <a:cubicBezTo>
                  <a:pt x="301612" y="118360"/>
                  <a:pt x="296839" y="121998"/>
                  <a:pt x="291837" y="124375"/>
                </a:cubicBezTo>
                <a:cubicBezTo>
                  <a:pt x="286835" y="126751"/>
                  <a:pt x="281590" y="127939"/>
                  <a:pt x="276102" y="127939"/>
                </a:cubicBezTo>
                <a:cubicBezTo>
                  <a:pt x="263068" y="127939"/>
                  <a:pt x="253492" y="122258"/>
                  <a:pt x="247375" y="110896"/>
                </a:cubicBezTo>
                <a:lnTo>
                  <a:pt x="244203" y="125710"/>
                </a:lnTo>
                <a:lnTo>
                  <a:pt x="221822" y="125710"/>
                </a:lnTo>
                <a:moveTo>
                  <a:pt x="255007" y="88693"/>
                </a:moveTo>
                <a:cubicBezTo>
                  <a:pt x="255007" y="94827"/>
                  <a:pt x="256736" y="99815"/>
                  <a:pt x="260195" y="103656"/>
                </a:cubicBezTo>
                <a:cubicBezTo>
                  <a:pt x="263654" y="107497"/>
                  <a:pt x="267727" y="109417"/>
                  <a:pt x="272414" y="109417"/>
                </a:cubicBezTo>
                <a:cubicBezTo>
                  <a:pt x="276531" y="109417"/>
                  <a:pt x="280461" y="107926"/>
                  <a:pt x="284205" y="104945"/>
                </a:cubicBezTo>
                <a:cubicBezTo>
                  <a:pt x="287950" y="101963"/>
                  <a:pt x="291065" y="97205"/>
                  <a:pt x="293552" y="90670"/>
                </a:cubicBezTo>
                <a:cubicBezTo>
                  <a:pt x="296039" y="84133"/>
                  <a:pt x="297282" y="77540"/>
                  <a:pt x="297282" y="70889"/>
                </a:cubicBezTo>
                <a:cubicBezTo>
                  <a:pt x="297282" y="64411"/>
                  <a:pt x="295610" y="59323"/>
                  <a:pt x="292266" y="55625"/>
                </a:cubicBezTo>
                <a:cubicBezTo>
                  <a:pt x="288921" y="51927"/>
                  <a:pt x="284877" y="50078"/>
                  <a:pt x="280132" y="50078"/>
                </a:cubicBezTo>
                <a:cubicBezTo>
                  <a:pt x="273958" y="50078"/>
                  <a:pt x="268641" y="52944"/>
                  <a:pt x="264182" y="58677"/>
                </a:cubicBezTo>
                <a:cubicBezTo>
                  <a:pt x="258066" y="66532"/>
                  <a:pt x="255007" y="76537"/>
                  <a:pt x="255007" y="88693"/>
                </a:cubicBezTo>
                <a:close/>
                <a:moveTo>
                  <a:pt x="329603" y="125710"/>
                </a:moveTo>
                <a:lnTo>
                  <a:pt x="355928" y="0"/>
                </a:lnTo>
                <a:lnTo>
                  <a:pt x="380453" y="0"/>
                </a:lnTo>
                <a:lnTo>
                  <a:pt x="354213" y="125710"/>
                </a:lnTo>
                <a:lnTo>
                  <a:pt x="329603" y="125710"/>
                </a:lnTo>
                <a:close/>
                <a:moveTo>
                  <a:pt x="404800" y="0"/>
                </a:moveTo>
                <a:lnTo>
                  <a:pt x="429410" y="0"/>
                </a:lnTo>
                <a:lnTo>
                  <a:pt x="424780" y="22295"/>
                </a:lnTo>
                <a:lnTo>
                  <a:pt x="400169" y="22295"/>
                </a:lnTo>
                <a:lnTo>
                  <a:pt x="404800" y="0"/>
                </a:lnTo>
                <a:moveTo>
                  <a:pt x="397597" y="34643"/>
                </a:moveTo>
                <a:lnTo>
                  <a:pt x="422207" y="34643"/>
                </a:lnTo>
                <a:lnTo>
                  <a:pt x="403171" y="125710"/>
                </a:lnTo>
                <a:lnTo>
                  <a:pt x="378560" y="125710"/>
                </a:lnTo>
                <a:lnTo>
                  <a:pt x="397597" y="34643"/>
                </a:lnTo>
                <a:close/>
                <a:moveTo>
                  <a:pt x="424174" y="100180"/>
                </a:moveTo>
                <a:lnTo>
                  <a:pt x="448012" y="96383"/>
                </a:lnTo>
                <a:cubicBezTo>
                  <a:pt x="450128" y="101444"/>
                  <a:pt x="452757" y="105025"/>
                  <a:pt x="455901" y="107126"/>
                </a:cubicBezTo>
                <a:cubicBezTo>
                  <a:pt x="459046" y="109225"/>
                  <a:pt x="463333" y="110275"/>
                  <a:pt x="468764" y="110275"/>
                </a:cubicBezTo>
                <a:cubicBezTo>
                  <a:pt x="474366" y="110275"/>
                  <a:pt x="478854" y="109021"/>
                  <a:pt x="482227" y="106512"/>
                </a:cubicBezTo>
                <a:cubicBezTo>
                  <a:pt x="484571" y="104801"/>
                  <a:pt x="485743" y="102720"/>
                  <a:pt x="485743" y="100269"/>
                </a:cubicBezTo>
                <a:cubicBezTo>
                  <a:pt x="485743" y="98615"/>
                  <a:pt x="485142" y="97128"/>
                  <a:pt x="483942" y="95810"/>
                </a:cubicBezTo>
                <a:cubicBezTo>
                  <a:pt x="482684" y="94550"/>
                  <a:pt x="479283" y="93004"/>
                  <a:pt x="473737" y="91171"/>
                </a:cubicBezTo>
                <a:cubicBezTo>
                  <a:pt x="458874" y="86246"/>
                  <a:pt x="449670" y="82352"/>
                  <a:pt x="446126" y="79490"/>
                </a:cubicBezTo>
                <a:cubicBezTo>
                  <a:pt x="440581" y="75022"/>
                  <a:pt x="437808" y="69181"/>
                  <a:pt x="437808" y="61965"/>
                </a:cubicBezTo>
                <a:cubicBezTo>
                  <a:pt x="437808" y="54750"/>
                  <a:pt x="440495" y="48536"/>
                  <a:pt x="445869" y="43323"/>
                </a:cubicBezTo>
                <a:cubicBezTo>
                  <a:pt x="453358" y="36050"/>
                  <a:pt x="464476" y="32414"/>
                  <a:pt x="479225" y="32414"/>
                </a:cubicBezTo>
                <a:cubicBezTo>
                  <a:pt x="490945" y="32414"/>
                  <a:pt x="499806" y="34557"/>
                  <a:pt x="505808" y="38845"/>
                </a:cubicBezTo>
                <a:cubicBezTo>
                  <a:pt x="511811" y="43132"/>
                  <a:pt x="515612" y="48935"/>
                  <a:pt x="517213" y="56252"/>
                </a:cubicBezTo>
                <a:lnTo>
                  <a:pt x="494489" y="60197"/>
                </a:lnTo>
                <a:cubicBezTo>
                  <a:pt x="493289" y="56881"/>
                  <a:pt x="491345" y="54394"/>
                  <a:pt x="488658" y="52736"/>
                </a:cubicBezTo>
                <a:cubicBezTo>
                  <a:pt x="484999" y="50507"/>
                  <a:pt x="480597" y="49392"/>
                  <a:pt x="475452" y="49392"/>
                </a:cubicBezTo>
                <a:cubicBezTo>
                  <a:pt x="470307" y="49392"/>
                  <a:pt x="466606" y="50253"/>
                  <a:pt x="464348" y="51975"/>
                </a:cubicBezTo>
                <a:cubicBezTo>
                  <a:pt x="462090" y="53697"/>
                  <a:pt x="460961" y="55679"/>
                  <a:pt x="460961" y="57919"/>
                </a:cubicBezTo>
                <a:cubicBezTo>
                  <a:pt x="460961" y="60215"/>
                  <a:pt x="462104" y="62107"/>
                  <a:pt x="464391" y="63597"/>
                </a:cubicBezTo>
                <a:cubicBezTo>
                  <a:pt x="465820" y="64514"/>
                  <a:pt x="470422" y="66117"/>
                  <a:pt x="478196" y="68407"/>
                </a:cubicBezTo>
                <a:cubicBezTo>
                  <a:pt x="490202" y="71902"/>
                  <a:pt x="498233" y="75338"/>
                  <a:pt x="502292" y="78716"/>
                </a:cubicBezTo>
                <a:cubicBezTo>
                  <a:pt x="508009" y="83470"/>
                  <a:pt x="510867" y="89197"/>
                  <a:pt x="510867" y="95898"/>
                </a:cubicBezTo>
                <a:cubicBezTo>
                  <a:pt x="510867" y="104545"/>
                  <a:pt x="507237" y="112047"/>
                  <a:pt x="499977" y="118405"/>
                </a:cubicBezTo>
                <a:cubicBezTo>
                  <a:pt x="492717" y="124761"/>
                  <a:pt x="482484" y="127939"/>
                  <a:pt x="469278" y="127939"/>
                </a:cubicBezTo>
                <a:cubicBezTo>
                  <a:pt x="456130" y="127939"/>
                  <a:pt x="445969" y="125512"/>
                  <a:pt x="438794" y="120656"/>
                </a:cubicBezTo>
                <a:cubicBezTo>
                  <a:pt x="431620" y="115799"/>
                  <a:pt x="426746" y="108973"/>
                  <a:pt x="424174" y="100180"/>
                </a:cubicBezTo>
                <a:close/>
                <a:moveTo>
                  <a:pt x="549908" y="125710"/>
                </a:moveTo>
                <a:lnTo>
                  <a:pt x="525298" y="125710"/>
                </a:lnTo>
                <a:lnTo>
                  <a:pt x="551623" y="0"/>
                </a:lnTo>
                <a:lnTo>
                  <a:pt x="576233" y="0"/>
                </a:lnTo>
                <a:lnTo>
                  <a:pt x="566801" y="44772"/>
                </a:lnTo>
                <a:cubicBezTo>
                  <a:pt x="572346" y="40394"/>
                  <a:pt x="577519" y="37240"/>
                  <a:pt x="582321" y="35310"/>
                </a:cubicBezTo>
                <a:cubicBezTo>
                  <a:pt x="587123" y="33379"/>
                  <a:pt x="592268" y="32414"/>
                  <a:pt x="597756" y="32414"/>
                </a:cubicBezTo>
                <a:cubicBezTo>
                  <a:pt x="605131" y="32414"/>
                  <a:pt x="610962" y="34538"/>
                  <a:pt x="615249" y="38786"/>
                </a:cubicBezTo>
                <a:cubicBezTo>
                  <a:pt x="619537" y="43034"/>
                  <a:pt x="621681" y="48603"/>
                  <a:pt x="621681" y="55494"/>
                </a:cubicBezTo>
                <a:cubicBezTo>
                  <a:pt x="621681" y="59142"/>
                  <a:pt x="620880" y="64797"/>
                  <a:pt x="619280" y="72459"/>
                </a:cubicBezTo>
                <a:lnTo>
                  <a:pt x="608132" y="125710"/>
                </a:lnTo>
                <a:lnTo>
                  <a:pt x="583522" y="125710"/>
                </a:lnTo>
                <a:lnTo>
                  <a:pt x="594927" y="71406"/>
                </a:lnTo>
                <a:cubicBezTo>
                  <a:pt x="596127" y="65537"/>
                  <a:pt x="596727" y="61774"/>
                  <a:pt x="596727" y="60116"/>
                </a:cubicBezTo>
                <a:cubicBezTo>
                  <a:pt x="596727" y="57085"/>
                  <a:pt x="595784" y="54654"/>
                  <a:pt x="593898" y="52825"/>
                </a:cubicBezTo>
                <a:cubicBezTo>
                  <a:pt x="592011" y="50994"/>
                  <a:pt x="589439" y="50078"/>
                  <a:pt x="586180" y="50078"/>
                </a:cubicBezTo>
                <a:cubicBezTo>
                  <a:pt x="582064" y="50078"/>
                  <a:pt x="578120" y="51507"/>
                  <a:pt x="574347" y="54366"/>
                </a:cubicBezTo>
                <a:cubicBezTo>
                  <a:pt x="569430" y="58139"/>
                  <a:pt x="565686" y="62769"/>
                  <a:pt x="563113" y="68257"/>
                </a:cubicBezTo>
                <a:cubicBezTo>
                  <a:pt x="561684" y="71289"/>
                  <a:pt x="559798" y="78407"/>
                  <a:pt x="557454" y="89612"/>
                </a:cubicBezTo>
                <a:lnTo>
                  <a:pt x="549908" y="125710"/>
                </a:lnTo>
                <a:close/>
                <a:moveTo>
                  <a:pt x="658461" y="0"/>
                </a:moveTo>
                <a:lnTo>
                  <a:pt x="683071" y="0"/>
                </a:lnTo>
                <a:lnTo>
                  <a:pt x="678440" y="22295"/>
                </a:lnTo>
                <a:lnTo>
                  <a:pt x="653830" y="22295"/>
                </a:lnTo>
                <a:lnTo>
                  <a:pt x="658461" y="0"/>
                </a:lnTo>
                <a:moveTo>
                  <a:pt x="651258" y="34643"/>
                </a:moveTo>
                <a:lnTo>
                  <a:pt x="675868" y="34643"/>
                </a:lnTo>
                <a:lnTo>
                  <a:pt x="656831" y="125710"/>
                </a:lnTo>
                <a:lnTo>
                  <a:pt x="632221" y="125710"/>
                </a:lnTo>
                <a:lnTo>
                  <a:pt x="651258" y="34643"/>
                </a:lnTo>
                <a:close/>
                <a:moveTo>
                  <a:pt x="700387" y="34643"/>
                </a:moveTo>
                <a:lnTo>
                  <a:pt x="723711" y="34643"/>
                </a:lnTo>
                <a:lnTo>
                  <a:pt x="721310" y="46495"/>
                </a:lnTo>
                <a:cubicBezTo>
                  <a:pt x="727141" y="41427"/>
                  <a:pt x="732586" y="37813"/>
                  <a:pt x="737645" y="35653"/>
                </a:cubicBezTo>
                <a:cubicBezTo>
                  <a:pt x="742704" y="33493"/>
                  <a:pt x="748035" y="32414"/>
                  <a:pt x="753638" y="32414"/>
                </a:cubicBezTo>
                <a:cubicBezTo>
                  <a:pt x="761126" y="32414"/>
                  <a:pt x="767029" y="34564"/>
                  <a:pt x="771345" y="38866"/>
                </a:cubicBezTo>
                <a:cubicBezTo>
                  <a:pt x="775661" y="43168"/>
                  <a:pt x="777819" y="48876"/>
                  <a:pt x="777819" y="55990"/>
                </a:cubicBezTo>
                <a:cubicBezTo>
                  <a:pt x="777819" y="59187"/>
                  <a:pt x="776876" y="65249"/>
                  <a:pt x="774989" y="74174"/>
                </a:cubicBezTo>
                <a:lnTo>
                  <a:pt x="764271" y="125710"/>
                </a:lnTo>
                <a:lnTo>
                  <a:pt x="739660" y="125710"/>
                </a:lnTo>
                <a:lnTo>
                  <a:pt x="750465" y="73997"/>
                </a:lnTo>
                <a:cubicBezTo>
                  <a:pt x="752066" y="66271"/>
                  <a:pt x="752866" y="61665"/>
                  <a:pt x="752866" y="60181"/>
                </a:cubicBezTo>
                <a:cubicBezTo>
                  <a:pt x="752866" y="57042"/>
                  <a:pt x="751937" y="54574"/>
                  <a:pt x="750079" y="52777"/>
                </a:cubicBezTo>
                <a:cubicBezTo>
                  <a:pt x="748221" y="50978"/>
                  <a:pt x="745634" y="50078"/>
                  <a:pt x="742319" y="50078"/>
                </a:cubicBezTo>
                <a:cubicBezTo>
                  <a:pt x="738717" y="50078"/>
                  <a:pt x="734715" y="51593"/>
                  <a:pt x="730314" y="54623"/>
                </a:cubicBezTo>
                <a:cubicBezTo>
                  <a:pt x="725912" y="57653"/>
                  <a:pt x="722453" y="61654"/>
                  <a:pt x="719938" y="66628"/>
                </a:cubicBezTo>
                <a:cubicBezTo>
                  <a:pt x="718108" y="70174"/>
                  <a:pt x="716050" y="77407"/>
                  <a:pt x="713764" y="88325"/>
                </a:cubicBezTo>
                <a:lnTo>
                  <a:pt x="705960" y="125710"/>
                </a:lnTo>
                <a:lnTo>
                  <a:pt x="681350" y="125710"/>
                </a:lnTo>
                <a:lnTo>
                  <a:pt x="700387" y="34643"/>
                </a:lnTo>
                <a:close/>
                <a:moveTo>
                  <a:pt x="786987" y="130512"/>
                </a:moveTo>
                <a:lnTo>
                  <a:pt x="812969" y="134285"/>
                </a:lnTo>
                <a:cubicBezTo>
                  <a:pt x="812969" y="136915"/>
                  <a:pt x="813398" y="138901"/>
                  <a:pt x="814255" y="140244"/>
                </a:cubicBezTo>
                <a:cubicBezTo>
                  <a:pt x="815113" y="141588"/>
                  <a:pt x="816499" y="142731"/>
                  <a:pt x="818414" y="143674"/>
                </a:cubicBezTo>
                <a:cubicBezTo>
                  <a:pt x="820329" y="144618"/>
                  <a:pt x="822945" y="145089"/>
                  <a:pt x="826260" y="145089"/>
                </a:cubicBezTo>
                <a:cubicBezTo>
                  <a:pt x="831463" y="145089"/>
                  <a:pt x="835636" y="144059"/>
                  <a:pt x="838780" y="142000"/>
                </a:cubicBezTo>
                <a:cubicBezTo>
                  <a:pt x="841124" y="140397"/>
                  <a:pt x="843039" y="137821"/>
                  <a:pt x="844525" y="134271"/>
                </a:cubicBezTo>
                <a:cubicBezTo>
                  <a:pt x="845440" y="132040"/>
                  <a:pt x="846612" y="127176"/>
                  <a:pt x="848041" y="119678"/>
                </a:cubicBezTo>
                <a:lnTo>
                  <a:pt x="848899" y="115420"/>
                </a:lnTo>
                <a:cubicBezTo>
                  <a:pt x="840381" y="122508"/>
                  <a:pt x="831577" y="126053"/>
                  <a:pt x="822487" y="126053"/>
                </a:cubicBezTo>
                <a:cubicBezTo>
                  <a:pt x="813569" y="126053"/>
                  <a:pt x="806252" y="122906"/>
                  <a:pt x="800535" y="116612"/>
                </a:cubicBezTo>
                <a:cubicBezTo>
                  <a:pt x="794819" y="110319"/>
                  <a:pt x="791960" y="101106"/>
                  <a:pt x="791960" y="88974"/>
                </a:cubicBezTo>
                <a:cubicBezTo>
                  <a:pt x="791960" y="78275"/>
                  <a:pt x="793904" y="68463"/>
                  <a:pt x="797791" y="59537"/>
                </a:cubicBezTo>
                <a:cubicBezTo>
                  <a:pt x="801679" y="50610"/>
                  <a:pt x="807138" y="43859"/>
                  <a:pt x="814170" y="39282"/>
                </a:cubicBezTo>
                <a:cubicBezTo>
                  <a:pt x="821201" y="34703"/>
                  <a:pt x="828376" y="32414"/>
                  <a:pt x="835693" y="32414"/>
                </a:cubicBezTo>
                <a:cubicBezTo>
                  <a:pt x="841753" y="32414"/>
                  <a:pt x="847298" y="34020"/>
                  <a:pt x="852329" y="37232"/>
                </a:cubicBezTo>
                <a:cubicBezTo>
                  <a:pt x="857359" y="40444"/>
                  <a:pt x="861275" y="44947"/>
                  <a:pt x="864076" y="50740"/>
                </a:cubicBezTo>
                <a:lnTo>
                  <a:pt x="867506" y="34643"/>
                </a:lnTo>
                <a:lnTo>
                  <a:pt x="890573" y="34643"/>
                </a:lnTo>
                <a:lnTo>
                  <a:pt x="874795" y="110454"/>
                </a:lnTo>
                <a:cubicBezTo>
                  <a:pt x="872223" y="122668"/>
                  <a:pt x="870050" y="131385"/>
                  <a:pt x="868278" y="136603"/>
                </a:cubicBezTo>
                <a:cubicBezTo>
                  <a:pt x="866506" y="141823"/>
                  <a:pt x="864477" y="145981"/>
                  <a:pt x="862190" y="149077"/>
                </a:cubicBezTo>
                <a:cubicBezTo>
                  <a:pt x="859903" y="152173"/>
                  <a:pt x="857016" y="154768"/>
                  <a:pt x="853529" y="156861"/>
                </a:cubicBezTo>
                <a:cubicBezTo>
                  <a:pt x="850042" y="158955"/>
                  <a:pt x="845926" y="160460"/>
                  <a:pt x="841181" y="161377"/>
                </a:cubicBezTo>
                <a:cubicBezTo>
                  <a:pt x="836436" y="162295"/>
                  <a:pt x="831291" y="162754"/>
                  <a:pt x="825746" y="162754"/>
                </a:cubicBezTo>
                <a:cubicBezTo>
                  <a:pt x="812883" y="162754"/>
                  <a:pt x="803165" y="160547"/>
                  <a:pt x="796591" y="156132"/>
                </a:cubicBezTo>
                <a:cubicBezTo>
                  <a:pt x="790017" y="151720"/>
                  <a:pt x="786730" y="144384"/>
                  <a:pt x="786730" y="134124"/>
                </a:cubicBezTo>
                <a:cubicBezTo>
                  <a:pt x="786730" y="133034"/>
                  <a:pt x="786815" y="131830"/>
                  <a:pt x="786987" y="130512"/>
                </a:cubicBezTo>
                <a:moveTo>
                  <a:pt x="815970" y="86468"/>
                </a:moveTo>
                <a:cubicBezTo>
                  <a:pt x="815970" y="93375"/>
                  <a:pt x="817528" y="98640"/>
                  <a:pt x="820644" y="102265"/>
                </a:cubicBezTo>
                <a:cubicBezTo>
                  <a:pt x="823759" y="105890"/>
                  <a:pt x="827661" y="107702"/>
                  <a:pt x="832349" y="107702"/>
                </a:cubicBezTo>
                <a:cubicBezTo>
                  <a:pt x="836636" y="107702"/>
                  <a:pt x="840795" y="106076"/>
                  <a:pt x="844825" y="102823"/>
                </a:cubicBezTo>
                <a:cubicBezTo>
                  <a:pt x="848856" y="99568"/>
                  <a:pt x="851943" y="94943"/>
                  <a:pt x="854086" y="88950"/>
                </a:cubicBezTo>
                <a:cubicBezTo>
                  <a:pt x="856230" y="82956"/>
                  <a:pt x="857302" y="77163"/>
                  <a:pt x="857302" y="71569"/>
                </a:cubicBezTo>
                <a:cubicBezTo>
                  <a:pt x="857302" y="65118"/>
                  <a:pt x="855558" y="59924"/>
                  <a:pt x="852071" y="55987"/>
                </a:cubicBezTo>
                <a:cubicBezTo>
                  <a:pt x="848584" y="52048"/>
                  <a:pt x="844554" y="50078"/>
                  <a:pt x="839981" y="50078"/>
                </a:cubicBezTo>
                <a:cubicBezTo>
                  <a:pt x="835579" y="50078"/>
                  <a:pt x="831534" y="51819"/>
                  <a:pt x="827847" y="55301"/>
                </a:cubicBezTo>
                <a:cubicBezTo>
                  <a:pt x="824160" y="58783"/>
                  <a:pt x="821115" y="64148"/>
                  <a:pt x="818714" y="71398"/>
                </a:cubicBezTo>
                <a:cubicBezTo>
                  <a:pt x="816885" y="76993"/>
                  <a:pt x="815970" y="82017"/>
                  <a:pt x="815970" y="86468"/>
                </a:cubicBezTo>
                <a:close/>
                <a:moveTo>
                  <a:pt x="989859" y="125710"/>
                </a:moveTo>
                <a:lnTo>
                  <a:pt x="968679" y="125710"/>
                </a:lnTo>
                <a:lnTo>
                  <a:pt x="950414" y="34643"/>
                </a:lnTo>
                <a:lnTo>
                  <a:pt x="974596" y="34643"/>
                </a:lnTo>
                <a:lnTo>
                  <a:pt x="981027" y="74348"/>
                </a:lnTo>
                <a:cubicBezTo>
                  <a:pt x="982799" y="85090"/>
                  <a:pt x="983857" y="92206"/>
                  <a:pt x="984200" y="95697"/>
                </a:cubicBezTo>
                <a:cubicBezTo>
                  <a:pt x="984657" y="94825"/>
                  <a:pt x="986644" y="91169"/>
                  <a:pt x="990160" y="84727"/>
                </a:cubicBezTo>
                <a:cubicBezTo>
                  <a:pt x="993675" y="78285"/>
                  <a:pt x="995833" y="74396"/>
                  <a:pt x="996634" y="73062"/>
                </a:cubicBezTo>
                <a:lnTo>
                  <a:pt x="1019272" y="34643"/>
                </a:lnTo>
                <a:lnTo>
                  <a:pt x="1045854" y="34643"/>
                </a:lnTo>
                <a:lnTo>
                  <a:pt x="989859" y="125710"/>
                </a:lnTo>
                <a:close/>
                <a:moveTo>
                  <a:pt x="1068174" y="0"/>
                </a:moveTo>
                <a:lnTo>
                  <a:pt x="1092784" y="0"/>
                </a:lnTo>
                <a:lnTo>
                  <a:pt x="1088153" y="22295"/>
                </a:lnTo>
                <a:lnTo>
                  <a:pt x="1063543" y="22295"/>
                </a:lnTo>
                <a:lnTo>
                  <a:pt x="1068174" y="0"/>
                </a:lnTo>
                <a:moveTo>
                  <a:pt x="1060971" y="34643"/>
                </a:moveTo>
                <a:lnTo>
                  <a:pt x="1085581" y="34643"/>
                </a:lnTo>
                <a:lnTo>
                  <a:pt x="1066544" y="125710"/>
                </a:lnTo>
                <a:lnTo>
                  <a:pt x="1041934" y="125710"/>
                </a:lnTo>
                <a:lnTo>
                  <a:pt x="1060971" y="34643"/>
                </a:lnTo>
                <a:close/>
                <a:moveTo>
                  <a:pt x="1125449" y="60368"/>
                </a:moveTo>
                <a:lnTo>
                  <a:pt x="1101439" y="58326"/>
                </a:lnTo>
                <a:cubicBezTo>
                  <a:pt x="1104183" y="50203"/>
                  <a:pt x="1108971" y="43854"/>
                  <a:pt x="1115802" y="39279"/>
                </a:cubicBezTo>
                <a:cubicBezTo>
                  <a:pt x="1122634" y="34702"/>
                  <a:pt x="1131680" y="32414"/>
                  <a:pt x="1142942" y="32414"/>
                </a:cubicBezTo>
                <a:cubicBezTo>
                  <a:pt x="1154661" y="32414"/>
                  <a:pt x="1163322" y="34774"/>
                  <a:pt x="1168925" y="39496"/>
                </a:cubicBezTo>
                <a:cubicBezTo>
                  <a:pt x="1174527" y="44216"/>
                  <a:pt x="1177328" y="49980"/>
                  <a:pt x="1177328" y="56788"/>
                </a:cubicBezTo>
                <a:cubicBezTo>
                  <a:pt x="1177328" y="59536"/>
                  <a:pt x="1177085" y="62455"/>
                  <a:pt x="1176599" y="65545"/>
                </a:cubicBezTo>
                <a:cubicBezTo>
                  <a:pt x="1176113" y="68634"/>
                  <a:pt x="1174413" y="76759"/>
                  <a:pt x="1171497" y="89920"/>
                </a:cubicBezTo>
                <a:cubicBezTo>
                  <a:pt x="1169096" y="100790"/>
                  <a:pt x="1167896" y="108401"/>
                  <a:pt x="1167896" y="112751"/>
                </a:cubicBezTo>
                <a:cubicBezTo>
                  <a:pt x="1167896" y="116642"/>
                  <a:pt x="1168582" y="120961"/>
                  <a:pt x="1169954" y="125710"/>
                </a:cubicBezTo>
                <a:lnTo>
                  <a:pt x="1146029" y="125710"/>
                </a:lnTo>
                <a:cubicBezTo>
                  <a:pt x="1145057" y="122394"/>
                  <a:pt x="1144457" y="118964"/>
                  <a:pt x="1144229" y="115420"/>
                </a:cubicBezTo>
                <a:cubicBezTo>
                  <a:pt x="1140627" y="119421"/>
                  <a:pt x="1136482" y="122508"/>
                  <a:pt x="1131795" y="124681"/>
                </a:cubicBezTo>
                <a:cubicBezTo>
                  <a:pt x="1127107" y="126853"/>
                  <a:pt x="1122391" y="127939"/>
                  <a:pt x="1117646" y="127939"/>
                </a:cubicBezTo>
                <a:cubicBezTo>
                  <a:pt x="1110100" y="127939"/>
                  <a:pt x="1103869" y="125463"/>
                  <a:pt x="1098952" y="120511"/>
                </a:cubicBezTo>
                <a:cubicBezTo>
                  <a:pt x="1094036" y="115559"/>
                  <a:pt x="1091578" y="109190"/>
                  <a:pt x="1091578" y="101405"/>
                </a:cubicBezTo>
                <a:cubicBezTo>
                  <a:pt x="1091578" y="92703"/>
                  <a:pt x="1094279" y="85748"/>
                  <a:pt x="1099681" y="80538"/>
                </a:cubicBezTo>
                <a:cubicBezTo>
                  <a:pt x="1105084" y="75329"/>
                  <a:pt x="1114730" y="72180"/>
                  <a:pt x="1128622" y="71092"/>
                </a:cubicBezTo>
                <a:cubicBezTo>
                  <a:pt x="1140341" y="70119"/>
                  <a:pt x="1148173" y="68945"/>
                  <a:pt x="1152118" y="67571"/>
                </a:cubicBezTo>
                <a:cubicBezTo>
                  <a:pt x="1153147" y="64141"/>
                  <a:pt x="1153661" y="61397"/>
                  <a:pt x="1153661" y="59339"/>
                </a:cubicBezTo>
                <a:cubicBezTo>
                  <a:pt x="1153661" y="56709"/>
                  <a:pt x="1152603" y="54509"/>
                  <a:pt x="1150488" y="52736"/>
                </a:cubicBezTo>
                <a:cubicBezTo>
                  <a:pt x="1148373" y="50964"/>
                  <a:pt x="1145229" y="50078"/>
                  <a:pt x="1141056" y="50078"/>
                </a:cubicBezTo>
                <a:cubicBezTo>
                  <a:pt x="1136654" y="50078"/>
                  <a:pt x="1133181" y="50971"/>
                  <a:pt x="1130637" y="52758"/>
                </a:cubicBezTo>
                <a:cubicBezTo>
                  <a:pt x="1128093" y="54542"/>
                  <a:pt x="1126364" y="57079"/>
                  <a:pt x="1125449" y="60368"/>
                </a:cubicBezTo>
                <a:moveTo>
                  <a:pt x="1148859" y="83178"/>
                </a:moveTo>
                <a:cubicBezTo>
                  <a:pt x="1147373" y="83580"/>
                  <a:pt x="1145400" y="83952"/>
                  <a:pt x="1142942" y="84295"/>
                </a:cubicBezTo>
                <a:cubicBezTo>
                  <a:pt x="1130594" y="85787"/>
                  <a:pt x="1122534" y="87966"/>
                  <a:pt x="1118761" y="90834"/>
                </a:cubicBezTo>
                <a:cubicBezTo>
                  <a:pt x="1116074" y="92899"/>
                  <a:pt x="1114730" y="95681"/>
                  <a:pt x="1114730" y="99181"/>
                </a:cubicBezTo>
                <a:cubicBezTo>
                  <a:pt x="1114730" y="102048"/>
                  <a:pt x="1115759" y="104471"/>
                  <a:pt x="1117817" y="106451"/>
                </a:cubicBezTo>
                <a:cubicBezTo>
                  <a:pt x="1119875" y="108428"/>
                  <a:pt x="1122591" y="109417"/>
                  <a:pt x="1125964" y="109417"/>
                </a:cubicBezTo>
                <a:cubicBezTo>
                  <a:pt x="1129680" y="109417"/>
                  <a:pt x="1133181" y="108514"/>
                  <a:pt x="1136468" y="106708"/>
                </a:cubicBezTo>
                <a:cubicBezTo>
                  <a:pt x="1139755" y="104900"/>
                  <a:pt x="1142213" y="102577"/>
                  <a:pt x="1143843" y="99738"/>
                </a:cubicBezTo>
                <a:cubicBezTo>
                  <a:pt x="1145472" y="96900"/>
                  <a:pt x="1146915" y="92469"/>
                  <a:pt x="1148173" y="86447"/>
                </a:cubicBezTo>
                <a:lnTo>
                  <a:pt x="1148859" y="831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multi-colluder">
            <a:extLst xmlns:a="http://schemas.openxmlformats.org/drawingml/2006/main">
              <a:ext uri="{FF2B5EF4-FFF2-40B4-BE49-F238E27FC236}">
                <a16:creationId xmlns:a16="http://schemas.microsoft.com/office/drawing/2014/main" id="{EC710A34-F055-4A20-9981-E3AA9F1E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982" y="1021267"/>
            <a:ext cx="1169690" cy="127939"/>
          </a:xfrm>
          <a:custGeom xmlns:a="http://schemas.openxmlformats.org/drawingml/2006/main">
            <a:pathLst>
              <a:path w="1169690" h="127939">
                <a:moveTo>
                  <a:pt x="19037" y="34643"/>
                </a:moveTo>
                <a:lnTo>
                  <a:pt x="42189" y="34643"/>
                </a:lnTo>
                <a:lnTo>
                  <a:pt x="39874" y="45702"/>
                </a:lnTo>
                <a:cubicBezTo>
                  <a:pt x="48906" y="36843"/>
                  <a:pt x="58396" y="32414"/>
                  <a:pt x="68343" y="32414"/>
                </a:cubicBezTo>
                <a:cubicBezTo>
                  <a:pt x="75203" y="32414"/>
                  <a:pt x="80491" y="33851"/>
                  <a:pt x="84207" y="36725"/>
                </a:cubicBezTo>
                <a:cubicBezTo>
                  <a:pt x="87923" y="39598"/>
                  <a:pt x="90295" y="43563"/>
                  <a:pt x="91324" y="48620"/>
                </a:cubicBezTo>
                <a:cubicBezTo>
                  <a:pt x="94468" y="44022"/>
                  <a:pt x="98984" y="40171"/>
                  <a:pt x="104873" y="37068"/>
                </a:cubicBezTo>
                <a:cubicBezTo>
                  <a:pt x="110761" y="33965"/>
                  <a:pt x="116878" y="32414"/>
                  <a:pt x="123223" y="32414"/>
                </a:cubicBezTo>
                <a:cubicBezTo>
                  <a:pt x="130483" y="32414"/>
                  <a:pt x="136143" y="34367"/>
                  <a:pt x="140202" y="38274"/>
                </a:cubicBezTo>
                <a:cubicBezTo>
                  <a:pt x="144260" y="42181"/>
                  <a:pt x="146290" y="47353"/>
                  <a:pt x="146290" y="53789"/>
                </a:cubicBezTo>
                <a:cubicBezTo>
                  <a:pt x="146290" y="56912"/>
                  <a:pt x="145490" y="62330"/>
                  <a:pt x="143889" y="70042"/>
                </a:cubicBezTo>
                <a:lnTo>
                  <a:pt x="132227" y="125710"/>
                </a:lnTo>
                <a:lnTo>
                  <a:pt x="107617" y="125710"/>
                </a:lnTo>
                <a:lnTo>
                  <a:pt x="119279" y="70036"/>
                </a:lnTo>
                <a:cubicBezTo>
                  <a:pt x="120708" y="63062"/>
                  <a:pt x="121422" y="59119"/>
                  <a:pt x="121422" y="58206"/>
                </a:cubicBezTo>
                <a:cubicBezTo>
                  <a:pt x="121422" y="55696"/>
                  <a:pt x="120665" y="53714"/>
                  <a:pt x="119150" y="52259"/>
                </a:cubicBezTo>
                <a:cubicBezTo>
                  <a:pt x="117635" y="50805"/>
                  <a:pt x="115363" y="50078"/>
                  <a:pt x="112333" y="50078"/>
                </a:cubicBezTo>
                <a:cubicBezTo>
                  <a:pt x="106216" y="50078"/>
                  <a:pt x="100756" y="53307"/>
                  <a:pt x="95954" y="59765"/>
                </a:cubicBezTo>
                <a:cubicBezTo>
                  <a:pt x="92467" y="64396"/>
                  <a:pt x="89495" y="72597"/>
                  <a:pt x="87036" y="84370"/>
                </a:cubicBezTo>
                <a:lnTo>
                  <a:pt x="78376" y="125710"/>
                </a:lnTo>
                <a:lnTo>
                  <a:pt x="53765" y="125710"/>
                </a:lnTo>
                <a:lnTo>
                  <a:pt x="65256" y="70658"/>
                </a:lnTo>
                <a:cubicBezTo>
                  <a:pt x="66571" y="64313"/>
                  <a:pt x="67228" y="60197"/>
                  <a:pt x="67228" y="58310"/>
                </a:cubicBezTo>
                <a:cubicBezTo>
                  <a:pt x="67228" y="55909"/>
                  <a:pt x="66414" y="53937"/>
                  <a:pt x="64784" y="52393"/>
                </a:cubicBezTo>
                <a:cubicBezTo>
                  <a:pt x="63155" y="50850"/>
                  <a:pt x="60911" y="50078"/>
                  <a:pt x="58053" y="50078"/>
                </a:cubicBezTo>
                <a:cubicBezTo>
                  <a:pt x="55366" y="50078"/>
                  <a:pt x="52593" y="50878"/>
                  <a:pt x="49735" y="52479"/>
                </a:cubicBezTo>
                <a:cubicBezTo>
                  <a:pt x="46877" y="54080"/>
                  <a:pt x="44376" y="56282"/>
                  <a:pt x="42232" y="59085"/>
                </a:cubicBezTo>
                <a:cubicBezTo>
                  <a:pt x="40088" y="61886"/>
                  <a:pt x="38245" y="65487"/>
                  <a:pt x="36701" y="69889"/>
                </a:cubicBezTo>
                <a:cubicBezTo>
                  <a:pt x="36015" y="71947"/>
                  <a:pt x="34900" y="76607"/>
                  <a:pt x="33357" y="83869"/>
                </a:cubicBezTo>
                <a:lnTo>
                  <a:pt x="24610" y="125710"/>
                </a:lnTo>
                <a:lnTo>
                  <a:pt x="0" y="125710"/>
                </a:lnTo>
                <a:lnTo>
                  <a:pt x="19037" y="34643"/>
                </a:lnTo>
                <a:close/>
                <a:moveTo>
                  <a:pt x="175795" y="34643"/>
                </a:moveTo>
                <a:lnTo>
                  <a:pt x="200405" y="34643"/>
                </a:lnTo>
                <a:lnTo>
                  <a:pt x="189172" y="88580"/>
                </a:lnTo>
                <a:cubicBezTo>
                  <a:pt x="187800" y="95040"/>
                  <a:pt x="187114" y="99070"/>
                  <a:pt x="187114" y="100671"/>
                </a:cubicBezTo>
                <a:cubicBezTo>
                  <a:pt x="187114" y="103300"/>
                  <a:pt x="188086" y="105559"/>
                  <a:pt x="190030" y="107445"/>
                </a:cubicBezTo>
                <a:cubicBezTo>
                  <a:pt x="191973" y="109332"/>
                  <a:pt x="194460" y="110275"/>
                  <a:pt x="197490" y="110275"/>
                </a:cubicBezTo>
                <a:cubicBezTo>
                  <a:pt x="199662" y="110275"/>
                  <a:pt x="201806" y="109861"/>
                  <a:pt x="203921" y="109034"/>
                </a:cubicBezTo>
                <a:cubicBezTo>
                  <a:pt x="206036" y="108205"/>
                  <a:pt x="208209" y="106948"/>
                  <a:pt x="210438" y="105264"/>
                </a:cubicBezTo>
                <a:cubicBezTo>
                  <a:pt x="212668" y="103577"/>
                  <a:pt x="214669" y="101649"/>
                  <a:pt x="216441" y="99478"/>
                </a:cubicBezTo>
                <a:cubicBezTo>
                  <a:pt x="218213" y="97308"/>
                  <a:pt x="219871" y="94452"/>
                  <a:pt x="221414" y="90911"/>
                </a:cubicBezTo>
                <a:cubicBezTo>
                  <a:pt x="222500" y="88283"/>
                  <a:pt x="223672" y="83997"/>
                  <a:pt x="224930" y="78051"/>
                </a:cubicBezTo>
                <a:lnTo>
                  <a:pt x="234020" y="34643"/>
                </a:lnTo>
                <a:lnTo>
                  <a:pt x="258630" y="34643"/>
                </a:lnTo>
                <a:lnTo>
                  <a:pt x="239593" y="125710"/>
                </a:lnTo>
                <a:lnTo>
                  <a:pt x="216612" y="125710"/>
                </a:lnTo>
                <a:lnTo>
                  <a:pt x="219185" y="113426"/>
                </a:lnTo>
                <a:cubicBezTo>
                  <a:pt x="209123" y="123102"/>
                  <a:pt x="198176" y="127939"/>
                  <a:pt x="186342" y="127939"/>
                </a:cubicBezTo>
                <a:cubicBezTo>
                  <a:pt x="178854" y="127939"/>
                  <a:pt x="172965" y="125788"/>
                  <a:pt x="168678" y="121487"/>
                </a:cubicBezTo>
                <a:cubicBezTo>
                  <a:pt x="164390" y="117183"/>
                  <a:pt x="162247" y="111416"/>
                  <a:pt x="162247" y="104187"/>
                </a:cubicBezTo>
                <a:cubicBezTo>
                  <a:pt x="162247" y="101042"/>
                  <a:pt x="163218" y="94783"/>
                  <a:pt x="165162" y="85407"/>
                </a:cubicBezTo>
                <a:lnTo>
                  <a:pt x="175795" y="34643"/>
                </a:lnTo>
                <a:close/>
                <a:moveTo>
                  <a:pt x="264025" y="125710"/>
                </a:moveTo>
                <a:lnTo>
                  <a:pt x="290350" y="0"/>
                </a:lnTo>
                <a:lnTo>
                  <a:pt x="314875" y="0"/>
                </a:lnTo>
                <a:lnTo>
                  <a:pt x="288635" y="125710"/>
                </a:lnTo>
                <a:lnTo>
                  <a:pt x="264025" y="125710"/>
                </a:lnTo>
                <a:close/>
                <a:moveTo>
                  <a:pt x="319157" y="52994"/>
                </a:moveTo>
                <a:lnTo>
                  <a:pt x="322930" y="34643"/>
                </a:lnTo>
                <a:lnTo>
                  <a:pt x="335037" y="34643"/>
                </a:lnTo>
                <a:lnTo>
                  <a:pt x="338027" y="20066"/>
                </a:lnTo>
                <a:lnTo>
                  <a:pt x="366148" y="3087"/>
                </a:lnTo>
                <a:lnTo>
                  <a:pt x="359647" y="34643"/>
                </a:lnTo>
                <a:lnTo>
                  <a:pt x="374551" y="34643"/>
                </a:lnTo>
                <a:lnTo>
                  <a:pt x="370778" y="52994"/>
                </a:lnTo>
                <a:lnTo>
                  <a:pt x="355866" y="52994"/>
                </a:lnTo>
                <a:lnTo>
                  <a:pt x="347712" y="91163"/>
                </a:lnTo>
                <a:cubicBezTo>
                  <a:pt x="346282" y="98071"/>
                  <a:pt x="345568" y="102011"/>
                  <a:pt x="345568" y="102981"/>
                </a:cubicBezTo>
                <a:cubicBezTo>
                  <a:pt x="345568" y="104869"/>
                  <a:pt x="346168" y="106343"/>
                  <a:pt x="347369" y="107402"/>
                </a:cubicBezTo>
                <a:cubicBezTo>
                  <a:pt x="348569" y="108460"/>
                  <a:pt x="350741" y="108989"/>
                  <a:pt x="353886" y="108989"/>
                </a:cubicBezTo>
                <a:cubicBezTo>
                  <a:pt x="354972" y="108989"/>
                  <a:pt x="357687" y="108788"/>
                  <a:pt x="362032" y="108388"/>
                </a:cubicBezTo>
                <a:lnTo>
                  <a:pt x="358173" y="126653"/>
                </a:lnTo>
                <a:cubicBezTo>
                  <a:pt x="353943" y="127511"/>
                  <a:pt x="349598" y="127939"/>
                  <a:pt x="345139" y="127939"/>
                </a:cubicBezTo>
                <a:cubicBezTo>
                  <a:pt x="336450" y="127939"/>
                  <a:pt x="330133" y="126260"/>
                  <a:pt x="326188" y="122901"/>
                </a:cubicBezTo>
                <a:cubicBezTo>
                  <a:pt x="322244" y="119541"/>
                  <a:pt x="320272" y="114875"/>
                  <a:pt x="320272" y="108903"/>
                </a:cubicBezTo>
                <a:cubicBezTo>
                  <a:pt x="320272" y="106102"/>
                  <a:pt x="321329" y="99641"/>
                  <a:pt x="323444" y="89521"/>
                </a:cubicBezTo>
                <a:lnTo>
                  <a:pt x="331390" y="52994"/>
                </a:lnTo>
                <a:lnTo>
                  <a:pt x="319157" y="52994"/>
                </a:lnTo>
                <a:close/>
                <a:moveTo>
                  <a:pt x="397703" y="0"/>
                </a:moveTo>
                <a:lnTo>
                  <a:pt x="422313" y="0"/>
                </a:lnTo>
                <a:lnTo>
                  <a:pt x="417683" y="22295"/>
                </a:lnTo>
                <a:lnTo>
                  <a:pt x="393072" y="22295"/>
                </a:lnTo>
                <a:lnTo>
                  <a:pt x="397703" y="0"/>
                </a:lnTo>
                <a:moveTo>
                  <a:pt x="390500" y="34643"/>
                </a:moveTo>
                <a:lnTo>
                  <a:pt x="415110" y="34643"/>
                </a:lnTo>
                <a:lnTo>
                  <a:pt x="396074" y="125710"/>
                </a:lnTo>
                <a:lnTo>
                  <a:pt x="371463" y="125710"/>
                </a:lnTo>
                <a:lnTo>
                  <a:pt x="390500" y="34643"/>
                </a:lnTo>
                <a:close/>
                <a:moveTo>
                  <a:pt x="424966" y="68429"/>
                </a:moveTo>
                <a:lnTo>
                  <a:pt x="472729" y="68429"/>
                </a:lnTo>
                <a:lnTo>
                  <a:pt x="467755" y="92267"/>
                </a:lnTo>
                <a:lnTo>
                  <a:pt x="419992" y="92267"/>
                </a:lnTo>
                <a:lnTo>
                  <a:pt x="424966" y="68429"/>
                </a:lnTo>
                <a:close/>
                <a:moveTo>
                  <a:pt x="540470" y="91410"/>
                </a:moveTo>
                <a:lnTo>
                  <a:pt x="564394" y="95268"/>
                </a:lnTo>
                <a:cubicBezTo>
                  <a:pt x="560449" y="105930"/>
                  <a:pt x="554618" y="114041"/>
                  <a:pt x="546901" y="119600"/>
                </a:cubicBezTo>
                <a:cubicBezTo>
                  <a:pt x="539183" y="125160"/>
                  <a:pt x="530237" y="127939"/>
                  <a:pt x="520061" y="127939"/>
                </a:cubicBezTo>
                <a:cubicBezTo>
                  <a:pt x="508456" y="127939"/>
                  <a:pt x="499252" y="124474"/>
                  <a:pt x="492450" y="117545"/>
                </a:cubicBezTo>
                <a:cubicBezTo>
                  <a:pt x="485647" y="110615"/>
                  <a:pt x="482245" y="101080"/>
                  <a:pt x="482245" y="88939"/>
                </a:cubicBezTo>
                <a:cubicBezTo>
                  <a:pt x="482245" y="79031"/>
                  <a:pt x="484303" y="69668"/>
                  <a:pt x="488419" y="60848"/>
                </a:cubicBezTo>
                <a:cubicBezTo>
                  <a:pt x="492535" y="52028"/>
                  <a:pt x="498738" y="45084"/>
                  <a:pt x="507027" y="40016"/>
                </a:cubicBezTo>
                <a:cubicBezTo>
                  <a:pt x="515316" y="34948"/>
                  <a:pt x="524406" y="32414"/>
                  <a:pt x="534296" y="32414"/>
                </a:cubicBezTo>
                <a:cubicBezTo>
                  <a:pt x="545043" y="32414"/>
                  <a:pt x="553618" y="35234"/>
                  <a:pt x="560021" y="40876"/>
                </a:cubicBezTo>
                <a:cubicBezTo>
                  <a:pt x="566423" y="46518"/>
                  <a:pt x="570025" y="53944"/>
                  <a:pt x="570825" y="63155"/>
                </a:cubicBezTo>
                <a:lnTo>
                  <a:pt x="547415" y="65685"/>
                </a:lnTo>
                <a:cubicBezTo>
                  <a:pt x="546844" y="60509"/>
                  <a:pt x="545286" y="56701"/>
                  <a:pt x="542742" y="54258"/>
                </a:cubicBezTo>
                <a:cubicBezTo>
                  <a:pt x="540198" y="51815"/>
                  <a:pt x="536868" y="50593"/>
                  <a:pt x="532752" y="50593"/>
                </a:cubicBezTo>
                <a:cubicBezTo>
                  <a:pt x="528007" y="50593"/>
                  <a:pt x="523577" y="52367"/>
                  <a:pt x="519461" y="55917"/>
                </a:cubicBezTo>
                <a:cubicBezTo>
                  <a:pt x="515345" y="59467"/>
                  <a:pt x="512186" y="64777"/>
                  <a:pt x="509985" y="71848"/>
                </a:cubicBezTo>
                <a:cubicBezTo>
                  <a:pt x="507785" y="78919"/>
                  <a:pt x="506684" y="85546"/>
                  <a:pt x="506684" y="91729"/>
                </a:cubicBezTo>
                <a:cubicBezTo>
                  <a:pt x="506684" y="97109"/>
                  <a:pt x="507999" y="101260"/>
                  <a:pt x="510629" y="104181"/>
                </a:cubicBezTo>
                <a:cubicBezTo>
                  <a:pt x="513258" y="107100"/>
                  <a:pt x="516545" y="108560"/>
                  <a:pt x="520490" y="108560"/>
                </a:cubicBezTo>
                <a:cubicBezTo>
                  <a:pt x="524434" y="108560"/>
                  <a:pt x="528236" y="107131"/>
                  <a:pt x="531895" y="104272"/>
                </a:cubicBezTo>
                <a:cubicBezTo>
                  <a:pt x="535553" y="101414"/>
                  <a:pt x="538412" y="97126"/>
                  <a:pt x="540470" y="91410"/>
                </a:cubicBezTo>
                <a:close/>
                <a:moveTo>
                  <a:pt x="580009" y="87907"/>
                </a:moveTo>
                <a:cubicBezTo>
                  <a:pt x="580009" y="71013"/>
                  <a:pt x="584768" y="57540"/>
                  <a:pt x="594287" y="47490"/>
                </a:cubicBezTo>
                <a:cubicBezTo>
                  <a:pt x="603805" y="37439"/>
                  <a:pt x="616310" y="32414"/>
                  <a:pt x="631802" y="32414"/>
                </a:cubicBezTo>
                <a:cubicBezTo>
                  <a:pt x="645237" y="32414"/>
                  <a:pt x="655727" y="36122"/>
                  <a:pt x="663273" y="43540"/>
                </a:cubicBezTo>
                <a:cubicBezTo>
                  <a:pt x="670819" y="50955"/>
                  <a:pt x="674592" y="60934"/>
                  <a:pt x="674592" y="73477"/>
                </a:cubicBezTo>
                <a:cubicBezTo>
                  <a:pt x="674592" y="88251"/>
                  <a:pt x="669875" y="101022"/>
                  <a:pt x="660443" y="111789"/>
                </a:cubicBezTo>
                <a:cubicBezTo>
                  <a:pt x="651010" y="122556"/>
                  <a:pt x="638377" y="127939"/>
                  <a:pt x="622541" y="127939"/>
                </a:cubicBezTo>
                <a:cubicBezTo>
                  <a:pt x="613966" y="127939"/>
                  <a:pt x="606363" y="126222"/>
                  <a:pt x="599732" y="122786"/>
                </a:cubicBezTo>
                <a:cubicBezTo>
                  <a:pt x="593100" y="119349"/>
                  <a:pt x="588155" y="114481"/>
                  <a:pt x="584897" y="108182"/>
                </a:cubicBezTo>
                <a:cubicBezTo>
                  <a:pt x="581638" y="101881"/>
                  <a:pt x="580009" y="95123"/>
                  <a:pt x="580009" y="87907"/>
                </a:cubicBezTo>
                <a:moveTo>
                  <a:pt x="650153" y="70286"/>
                </a:moveTo>
                <a:cubicBezTo>
                  <a:pt x="650153" y="64439"/>
                  <a:pt x="648452" y="59752"/>
                  <a:pt x="645051" y="56225"/>
                </a:cubicBezTo>
                <a:cubicBezTo>
                  <a:pt x="641649" y="52699"/>
                  <a:pt x="637262" y="50936"/>
                  <a:pt x="631888" y="50936"/>
                </a:cubicBezTo>
                <a:cubicBezTo>
                  <a:pt x="626572" y="50936"/>
                  <a:pt x="621855" y="52585"/>
                  <a:pt x="617739" y="55882"/>
                </a:cubicBezTo>
                <a:cubicBezTo>
                  <a:pt x="613623" y="59178"/>
                  <a:pt x="610422" y="63966"/>
                  <a:pt x="608135" y="70245"/>
                </a:cubicBezTo>
                <a:cubicBezTo>
                  <a:pt x="605849" y="76523"/>
                  <a:pt x="604705" y="82299"/>
                  <a:pt x="604705" y="87572"/>
                </a:cubicBezTo>
                <a:cubicBezTo>
                  <a:pt x="604705" y="94109"/>
                  <a:pt x="606477" y="99299"/>
                  <a:pt x="610022" y="103141"/>
                </a:cubicBezTo>
                <a:cubicBezTo>
                  <a:pt x="613566" y="106982"/>
                  <a:pt x="618025" y="108903"/>
                  <a:pt x="623399" y="108903"/>
                </a:cubicBezTo>
                <a:cubicBezTo>
                  <a:pt x="630145" y="108903"/>
                  <a:pt x="635804" y="106007"/>
                  <a:pt x="640377" y="100215"/>
                </a:cubicBezTo>
                <a:cubicBezTo>
                  <a:pt x="646894" y="92017"/>
                  <a:pt x="650153" y="82041"/>
                  <a:pt x="650153" y="70286"/>
                </a:cubicBezTo>
                <a:close/>
                <a:moveTo>
                  <a:pt x="683502" y="125710"/>
                </a:moveTo>
                <a:lnTo>
                  <a:pt x="709828" y="0"/>
                </a:lnTo>
                <a:lnTo>
                  <a:pt x="734352" y="0"/>
                </a:lnTo>
                <a:lnTo>
                  <a:pt x="708113" y="125710"/>
                </a:lnTo>
                <a:lnTo>
                  <a:pt x="683502" y="125710"/>
                </a:lnTo>
                <a:close/>
                <a:moveTo>
                  <a:pt x="732289" y="125710"/>
                </a:moveTo>
                <a:lnTo>
                  <a:pt x="758614" y="0"/>
                </a:lnTo>
                <a:lnTo>
                  <a:pt x="783139" y="0"/>
                </a:lnTo>
                <a:lnTo>
                  <a:pt x="756899" y="125710"/>
                </a:lnTo>
                <a:lnTo>
                  <a:pt x="732289" y="125710"/>
                </a:lnTo>
                <a:close/>
                <a:moveTo>
                  <a:pt x="800111" y="34643"/>
                </a:moveTo>
                <a:lnTo>
                  <a:pt x="824722" y="34643"/>
                </a:lnTo>
                <a:lnTo>
                  <a:pt x="813489" y="88580"/>
                </a:lnTo>
                <a:cubicBezTo>
                  <a:pt x="812117" y="95040"/>
                  <a:pt x="811431" y="99070"/>
                  <a:pt x="811431" y="100671"/>
                </a:cubicBezTo>
                <a:cubicBezTo>
                  <a:pt x="811431" y="103300"/>
                  <a:pt x="812402" y="105559"/>
                  <a:pt x="814346" y="107445"/>
                </a:cubicBezTo>
                <a:cubicBezTo>
                  <a:pt x="816290" y="109332"/>
                  <a:pt x="818776" y="110275"/>
                  <a:pt x="821806" y="110275"/>
                </a:cubicBezTo>
                <a:cubicBezTo>
                  <a:pt x="823979" y="110275"/>
                  <a:pt x="826122" y="109861"/>
                  <a:pt x="828238" y="109034"/>
                </a:cubicBezTo>
                <a:cubicBezTo>
                  <a:pt x="830353" y="108205"/>
                  <a:pt x="832525" y="106948"/>
                  <a:pt x="834755" y="105264"/>
                </a:cubicBezTo>
                <a:cubicBezTo>
                  <a:pt x="836984" y="103577"/>
                  <a:pt x="838985" y="101649"/>
                  <a:pt x="840757" y="99478"/>
                </a:cubicBezTo>
                <a:cubicBezTo>
                  <a:pt x="842529" y="97308"/>
                  <a:pt x="844187" y="94452"/>
                  <a:pt x="845731" y="90911"/>
                </a:cubicBezTo>
                <a:cubicBezTo>
                  <a:pt x="846817" y="88283"/>
                  <a:pt x="847989" y="83997"/>
                  <a:pt x="849246" y="78051"/>
                </a:cubicBezTo>
                <a:lnTo>
                  <a:pt x="858336" y="34643"/>
                </a:lnTo>
                <a:lnTo>
                  <a:pt x="882946" y="34643"/>
                </a:lnTo>
                <a:lnTo>
                  <a:pt x="863910" y="125710"/>
                </a:lnTo>
                <a:lnTo>
                  <a:pt x="840929" y="125710"/>
                </a:lnTo>
                <a:lnTo>
                  <a:pt x="843501" y="113426"/>
                </a:lnTo>
                <a:cubicBezTo>
                  <a:pt x="833440" y="123102"/>
                  <a:pt x="822492" y="127939"/>
                  <a:pt x="810659" y="127939"/>
                </a:cubicBezTo>
                <a:cubicBezTo>
                  <a:pt x="803170" y="127939"/>
                  <a:pt x="797282" y="125788"/>
                  <a:pt x="792994" y="121487"/>
                </a:cubicBezTo>
                <a:cubicBezTo>
                  <a:pt x="788707" y="117183"/>
                  <a:pt x="786563" y="111416"/>
                  <a:pt x="786563" y="104187"/>
                </a:cubicBezTo>
                <a:cubicBezTo>
                  <a:pt x="786563" y="101042"/>
                  <a:pt x="787535" y="94783"/>
                  <a:pt x="789478" y="85407"/>
                </a:cubicBezTo>
                <a:lnTo>
                  <a:pt x="800111" y="34643"/>
                </a:lnTo>
                <a:close/>
                <a:moveTo>
                  <a:pt x="972635" y="125710"/>
                </a:moveTo>
                <a:lnTo>
                  <a:pt x="949310" y="125710"/>
                </a:lnTo>
                <a:lnTo>
                  <a:pt x="951368" y="115857"/>
                </a:lnTo>
                <a:cubicBezTo>
                  <a:pt x="946909" y="120173"/>
                  <a:pt x="942522" y="123266"/>
                  <a:pt x="938206" y="125136"/>
                </a:cubicBezTo>
                <a:cubicBezTo>
                  <a:pt x="933890" y="127005"/>
                  <a:pt x="929016" y="127939"/>
                  <a:pt x="923585" y="127939"/>
                </a:cubicBezTo>
                <a:cubicBezTo>
                  <a:pt x="914153" y="127939"/>
                  <a:pt x="906507" y="124718"/>
                  <a:pt x="900647" y="118276"/>
                </a:cubicBezTo>
                <a:cubicBezTo>
                  <a:pt x="894788" y="111833"/>
                  <a:pt x="891858" y="102311"/>
                  <a:pt x="891858" y="89711"/>
                </a:cubicBezTo>
                <a:cubicBezTo>
                  <a:pt x="891858" y="75108"/>
                  <a:pt x="895974" y="61908"/>
                  <a:pt x="904206" y="50110"/>
                </a:cubicBezTo>
                <a:cubicBezTo>
                  <a:pt x="912438" y="38312"/>
                  <a:pt x="923328" y="32414"/>
                  <a:pt x="936877" y="32414"/>
                </a:cubicBezTo>
                <a:cubicBezTo>
                  <a:pt x="949110" y="32414"/>
                  <a:pt x="958286" y="37273"/>
                  <a:pt x="964403" y="46991"/>
                </a:cubicBezTo>
                <a:lnTo>
                  <a:pt x="974264" y="0"/>
                </a:lnTo>
                <a:lnTo>
                  <a:pt x="998874" y="0"/>
                </a:lnTo>
                <a:lnTo>
                  <a:pt x="972635" y="125710"/>
                </a:lnTo>
                <a:moveTo>
                  <a:pt x="915782" y="88636"/>
                </a:moveTo>
                <a:cubicBezTo>
                  <a:pt x="915782" y="95162"/>
                  <a:pt x="917426" y="100257"/>
                  <a:pt x="920713" y="103921"/>
                </a:cubicBezTo>
                <a:cubicBezTo>
                  <a:pt x="924000" y="107585"/>
                  <a:pt x="928044" y="109417"/>
                  <a:pt x="932846" y="109417"/>
                </a:cubicBezTo>
                <a:cubicBezTo>
                  <a:pt x="937305" y="109417"/>
                  <a:pt x="941464" y="107886"/>
                  <a:pt x="945323" y="104824"/>
                </a:cubicBezTo>
                <a:cubicBezTo>
                  <a:pt x="949182" y="101760"/>
                  <a:pt x="952269" y="97080"/>
                  <a:pt x="954584" y="90783"/>
                </a:cubicBezTo>
                <a:cubicBezTo>
                  <a:pt x="956899" y="84485"/>
                  <a:pt x="958057" y="78445"/>
                  <a:pt x="958057" y="72663"/>
                </a:cubicBezTo>
                <a:cubicBezTo>
                  <a:pt x="958057" y="66079"/>
                  <a:pt x="956285" y="60756"/>
                  <a:pt x="952740" y="56692"/>
                </a:cubicBezTo>
                <a:cubicBezTo>
                  <a:pt x="949196" y="52626"/>
                  <a:pt x="945109" y="50593"/>
                  <a:pt x="940478" y="50593"/>
                </a:cubicBezTo>
                <a:cubicBezTo>
                  <a:pt x="933275" y="50593"/>
                  <a:pt x="927358" y="54601"/>
                  <a:pt x="922728" y="62616"/>
                </a:cubicBezTo>
                <a:cubicBezTo>
                  <a:pt x="918097" y="70630"/>
                  <a:pt x="915782" y="79304"/>
                  <a:pt x="915782" y="88636"/>
                </a:cubicBezTo>
                <a:close/>
                <a:moveTo>
                  <a:pt x="1084445" y="87808"/>
                </a:moveTo>
                <a:lnTo>
                  <a:pt x="1022705" y="87808"/>
                </a:lnTo>
                <a:cubicBezTo>
                  <a:pt x="1022648" y="88780"/>
                  <a:pt x="1022619" y="89523"/>
                  <a:pt x="1022619" y="90038"/>
                </a:cubicBezTo>
                <a:cubicBezTo>
                  <a:pt x="1022619" y="96097"/>
                  <a:pt x="1024349" y="100985"/>
                  <a:pt x="1027807" y="104701"/>
                </a:cubicBezTo>
                <a:cubicBezTo>
                  <a:pt x="1031266" y="108417"/>
                  <a:pt x="1035482" y="110275"/>
                  <a:pt x="1040455" y="110275"/>
                </a:cubicBezTo>
                <a:cubicBezTo>
                  <a:pt x="1048630" y="110275"/>
                  <a:pt x="1055004" y="106044"/>
                  <a:pt x="1059578" y="97584"/>
                </a:cubicBezTo>
                <a:lnTo>
                  <a:pt x="1081616" y="101357"/>
                </a:lnTo>
                <a:cubicBezTo>
                  <a:pt x="1077328" y="110218"/>
                  <a:pt x="1071597" y="116863"/>
                  <a:pt x="1064423" y="121294"/>
                </a:cubicBezTo>
                <a:cubicBezTo>
                  <a:pt x="1057248" y="125724"/>
                  <a:pt x="1049202" y="127939"/>
                  <a:pt x="1040284" y="127939"/>
                </a:cubicBezTo>
                <a:cubicBezTo>
                  <a:pt x="1028050" y="127939"/>
                  <a:pt x="1018103" y="124059"/>
                  <a:pt x="1010443" y="116299"/>
                </a:cubicBezTo>
                <a:cubicBezTo>
                  <a:pt x="1002782" y="108538"/>
                  <a:pt x="998952" y="98273"/>
                  <a:pt x="998952" y="85504"/>
                </a:cubicBezTo>
                <a:cubicBezTo>
                  <a:pt x="998952" y="73018"/>
                  <a:pt x="1002411" y="61907"/>
                  <a:pt x="1009328" y="52171"/>
                </a:cubicBezTo>
                <a:cubicBezTo>
                  <a:pt x="1018761" y="38999"/>
                  <a:pt x="1032223" y="32414"/>
                  <a:pt x="1049716" y="32414"/>
                </a:cubicBezTo>
                <a:cubicBezTo>
                  <a:pt x="1060864" y="32414"/>
                  <a:pt x="1069725" y="35863"/>
                  <a:pt x="1076299" y="42763"/>
                </a:cubicBezTo>
                <a:cubicBezTo>
                  <a:pt x="1082873" y="49662"/>
                  <a:pt x="1086160" y="59324"/>
                  <a:pt x="1086160" y="71749"/>
                </a:cubicBezTo>
                <a:cubicBezTo>
                  <a:pt x="1086160" y="77703"/>
                  <a:pt x="1085589" y="83056"/>
                  <a:pt x="1084445" y="87808"/>
                </a:cubicBezTo>
                <a:moveTo>
                  <a:pt x="1063694" y="72716"/>
                </a:moveTo>
                <a:cubicBezTo>
                  <a:pt x="1063751" y="71634"/>
                  <a:pt x="1063779" y="70808"/>
                  <a:pt x="1063779" y="70240"/>
                </a:cubicBezTo>
                <a:cubicBezTo>
                  <a:pt x="1063779" y="63519"/>
                  <a:pt x="1062265" y="58479"/>
                  <a:pt x="1059235" y="55119"/>
                </a:cubicBezTo>
                <a:cubicBezTo>
                  <a:pt x="1056205" y="51758"/>
                  <a:pt x="1052146" y="50078"/>
                  <a:pt x="1047058" y="50078"/>
                </a:cubicBezTo>
                <a:cubicBezTo>
                  <a:pt x="1041970" y="50078"/>
                  <a:pt x="1037411" y="51986"/>
                  <a:pt x="1033381" y="55802"/>
                </a:cubicBezTo>
                <a:cubicBezTo>
                  <a:pt x="1029351" y="59618"/>
                  <a:pt x="1026621" y="65256"/>
                  <a:pt x="1025192" y="72716"/>
                </a:cubicBezTo>
                <a:lnTo>
                  <a:pt x="1063694" y="72716"/>
                </a:lnTo>
                <a:close/>
                <a:moveTo>
                  <a:pt x="1111122" y="34643"/>
                </a:moveTo>
                <a:lnTo>
                  <a:pt x="1134103" y="34643"/>
                </a:lnTo>
                <a:lnTo>
                  <a:pt x="1130416" y="52270"/>
                </a:lnTo>
                <a:cubicBezTo>
                  <a:pt x="1138991" y="39032"/>
                  <a:pt x="1148281" y="32414"/>
                  <a:pt x="1158285" y="32414"/>
                </a:cubicBezTo>
                <a:cubicBezTo>
                  <a:pt x="1161829" y="32414"/>
                  <a:pt x="1165631" y="33300"/>
                  <a:pt x="1169690" y="35072"/>
                </a:cubicBezTo>
                <a:lnTo>
                  <a:pt x="1160257" y="55223"/>
                </a:lnTo>
                <a:cubicBezTo>
                  <a:pt x="1158028" y="54423"/>
                  <a:pt x="1155655" y="54023"/>
                  <a:pt x="1153140" y="54023"/>
                </a:cubicBezTo>
                <a:cubicBezTo>
                  <a:pt x="1148910" y="54023"/>
                  <a:pt x="1144608" y="55627"/>
                  <a:pt x="1140234" y="58835"/>
                </a:cubicBezTo>
                <a:cubicBezTo>
                  <a:pt x="1135861" y="62042"/>
                  <a:pt x="1132446" y="66323"/>
                  <a:pt x="1129987" y="71679"/>
                </a:cubicBezTo>
                <a:cubicBezTo>
                  <a:pt x="1127529" y="77033"/>
                  <a:pt x="1125100" y="85524"/>
                  <a:pt x="1122699" y="97152"/>
                </a:cubicBezTo>
                <a:lnTo>
                  <a:pt x="1116696" y="125710"/>
                </a:lnTo>
                <a:lnTo>
                  <a:pt x="1092086" y="125710"/>
                </a:lnTo>
                <a:lnTo>
                  <a:pt x="1111122" y="346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networ">
            <a:extLst xmlns:a="http://schemas.openxmlformats.org/drawingml/2006/main">
              <a:ext uri="{FF2B5EF4-FFF2-40B4-BE49-F238E27FC236}">
                <a16:creationId xmlns:a16="http://schemas.microsoft.com/office/drawing/2014/main" id="{3858979C-DEF6-4284-9C9C-2960D581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097" y="1226789"/>
            <a:ext cx="583175" cy="124852"/>
          </a:xfrm>
          <a:custGeom xmlns:a="http://schemas.openxmlformats.org/drawingml/2006/main">
            <a:pathLst>
              <a:path w="583175" h="124852">
                <a:moveTo>
                  <a:pt x="19037" y="31556"/>
                </a:moveTo>
                <a:lnTo>
                  <a:pt x="42361" y="31556"/>
                </a:lnTo>
                <a:lnTo>
                  <a:pt x="39960" y="43408"/>
                </a:lnTo>
                <a:cubicBezTo>
                  <a:pt x="45791" y="38340"/>
                  <a:pt x="51236" y="34726"/>
                  <a:pt x="56295" y="32566"/>
                </a:cubicBezTo>
                <a:cubicBezTo>
                  <a:pt x="61354" y="30406"/>
                  <a:pt x="66685" y="29327"/>
                  <a:pt x="72287" y="29327"/>
                </a:cubicBezTo>
                <a:cubicBezTo>
                  <a:pt x="79776" y="29327"/>
                  <a:pt x="85679" y="31477"/>
                  <a:pt x="89995" y="35779"/>
                </a:cubicBezTo>
                <a:cubicBezTo>
                  <a:pt x="94311" y="40081"/>
                  <a:pt x="96469" y="45789"/>
                  <a:pt x="96469" y="52903"/>
                </a:cubicBezTo>
                <a:cubicBezTo>
                  <a:pt x="96469" y="56100"/>
                  <a:pt x="95526" y="62162"/>
                  <a:pt x="93639" y="71087"/>
                </a:cubicBezTo>
                <a:lnTo>
                  <a:pt x="82920" y="122623"/>
                </a:lnTo>
                <a:lnTo>
                  <a:pt x="58310" y="122623"/>
                </a:lnTo>
                <a:lnTo>
                  <a:pt x="69115" y="70910"/>
                </a:lnTo>
                <a:cubicBezTo>
                  <a:pt x="70715" y="63184"/>
                  <a:pt x="71516" y="58578"/>
                  <a:pt x="71516" y="57094"/>
                </a:cubicBezTo>
                <a:cubicBezTo>
                  <a:pt x="71516" y="53955"/>
                  <a:pt x="70587" y="51487"/>
                  <a:pt x="68729" y="49690"/>
                </a:cubicBezTo>
                <a:cubicBezTo>
                  <a:pt x="66871" y="47891"/>
                  <a:pt x="64284" y="46991"/>
                  <a:pt x="60968" y="46991"/>
                </a:cubicBezTo>
                <a:cubicBezTo>
                  <a:pt x="57367" y="46991"/>
                  <a:pt x="53365" y="48506"/>
                  <a:pt x="48963" y="51536"/>
                </a:cubicBezTo>
                <a:cubicBezTo>
                  <a:pt x="44562" y="54566"/>
                  <a:pt x="41103" y="58567"/>
                  <a:pt x="38588" y="63541"/>
                </a:cubicBezTo>
                <a:cubicBezTo>
                  <a:pt x="36758" y="67087"/>
                  <a:pt x="34700" y="74320"/>
                  <a:pt x="32414" y="85238"/>
                </a:cubicBezTo>
                <a:lnTo>
                  <a:pt x="24610" y="122623"/>
                </a:lnTo>
                <a:lnTo>
                  <a:pt x="0" y="122623"/>
                </a:lnTo>
                <a:lnTo>
                  <a:pt x="19037" y="31556"/>
                </a:lnTo>
                <a:close/>
                <a:moveTo>
                  <a:pt x="195589" y="84721"/>
                </a:moveTo>
                <a:lnTo>
                  <a:pt x="133849" y="84721"/>
                </a:lnTo>
                <a:cubicBezTo>
                  <a:pt x="133792" y="85693"/>
                  <a:pt x="133763" y="86436"/>
                  <a:pt x="133763" y="86951"/>
                </a:cubicBezTo>
                <a:cubicBezTo>
                  <a:pt x="133763" y="93010"/>
                  <a:pt x="135493" y="97898"/>
                  <a:pt x="138951" y="101614"/>
                </a:cubicBezTo>
                <a:cubicBezTo>
                  <a:pt x="142410" y="105330"/>
                  <a:pt x="146626" y="107188"/>
                  <a:pt x="151599" y="107188"/>
                </a:cubicBezTo>
                <a:cubicBezTo>
                  <a:pt x="159774" y="107188"/>
                  <a:pt x="166148" y="102957"/>
                  <a:pt x="170722" y="94497"/>
                </a:cubicBezTo>
                <a:lnTo>
                  <a:pt x="192760" y="98270"/>
                </a:lnTo>
                <a:cubicBezTo>
                  <a:pt x="188472" y="107131"/>
                  <a:pt x="182741" y="113776"/>
                  <a:pt x="175567" y="118207"/>
                </a:cubicBezTo>
                <a:cubicBezTo>
                  <a:pt x="168392" y="122637"/>
                  <a:pt x="160346" y="124852"/>
                  <a:pt x="151428" y="124852"/>
                </a:cubicBezTo>
                <a:cubicBezTo>
                  <a:pt x="139194" y="124852"/>
                  <a:pt x="129247" y="120972"/>
                  <a:pt x="121587" y="113212"/>
                </a:cubicBezTo>
                <a:cubicBezTo>
                  <a:pt x="113926" y="105451"/>
                  <a:pt x="110096" y="95186"/>
                  <a:pt x="110096" y="82417"/>
                </a:cubicBezTo>
                <a:cubicBezTo>
                  <a:pt x="110096" y="69931"/>
                  <a:pt x="113555" y="58820"/>
                  <a:pt x="120472" y="49084"/>
                </a:cubicBezTo>
                <a:cubicBezTo>
                  <a:pt x="129905" y="35912"/>
                  <a:pt x="143367" y="29327"/>
                  <a:pt x="160860" y="29327"/>
                </a:cubicBezTo>
                <a:cubicBezTo>
                  <a:pt x="172008" y="29327"/>
                  <a:pt x="180869" y="32776"/>
                  <a:pt x="187443" y="39676"/>
                </a:cubicBezTo>
                <a:cubicBezTo>
                  <a:pt x="194017" y="46575"/>
                  <a:pt x="197304" y="56237"/>
                  <a:pt x="197304" y="68662"/>
                </a:cubicBezTo>
                <a:cubicBezTo>
                  <a:pt x="197304" y="74616"/>
                  <a:pt x="196733" y="79969"/>
                  <a:pt x="195589" y="84721"/>
                </a:cubicBezTo>
                <a:moveTo>
                  <a:pt x="174838" y="69629"/>
                </a:moveTo>
                <a:cubicBezTo>
                  <a:pt x="174895" y="68547"/>
                  <a:pt x="174923" y="67721"/>
                  <a:pt x="174923" y="67153"/>
                </a:cubicBezTo>
                <a:cubicBezTo>
                  <a:pt x="174923" y="60432"/>
                  <a:pt x="173409" y="55392"/>
                  <a:pt x="170379" y="52032"/>
                </a:cubicBezTo>
                <a:cubicBezTo>
                  <a:pt x="167349" y="48671"/>
                  <a:pt x="163290" y="46991"/>
                  <a:pt x="158202" y="46991"/>
                </a:cubicBezTo>
                <a:cubicBezTo>
                  <a:pt x="153114" y="46991"/>
                  <a:pt x="148555" y="48899"/>
                  <a:pt x="144525" y="52715"/>
                </a:cubicBezTo>
                <a:cubicBezTo>
                  <a:pt x="140495" y="56531"/>
                  <a:pt x="137765" y="62169"/>
                  <a:pt x="136336" y="69629"/>
                </a:cubicBezTo>
                <a:lnTo>
                  <a:pt x="174838" y="69629"/>
                </a:lnTo>
                <a:close/>
                <a:moveTo>
                  <a:pt x="210775" y="49907"/>
                </a:moveTo>
                <a:lnTo>
                  <a:pt x="214548" y="31556"/>
                </a:lnTo>
                <a:lnTo>
                  <a:pt x="226655" y="31556"/>
                </a:lnTo>
                <a:lnTo>
                  <a:pt x="229646" y="16979"/>
                </a:lnTo>
                <a:lnTo>
                  <a:pt x="257766" y="0"/>
                </a:lnTo>
                <a:lnTo>
                  <a:pt x="251265" y="31556"/>
                </a:lnTo>
                <a:lnTo>
                  <a:pt x="266170" y="31556"/>
                </a:lnTo>
                <a:lnTo>
                  <a:pt x="262397" y="49907"/>
                </a:lnTo>
                <a:lnTo>
                  <a:pt x="247484" y="49907"/>
                </a:lnTo>
                <a:lnTo>
                  <a:pt x="239330" y="88076"/>
                </a:lnTo>
                <a:cubicBezTo>
                  <a:pt x="237901" y="94984"/>
                  <a:pt x="237186" y="98924"/>
                  <a:pt x="237186" y="99894"/>
                </a:cubicBezTo>
                <a:cubicBezTo>
                  <a:pt x="237186" y="101782"/>
                  <a:pt x="237787" y="103256"/>
                  <a:pt x="238987" y="104315"/>
                </a:cubicBezTo>
                <a:cubicBezTo>
                  <a:pt x="240188" y="105373"/>
                  <a:pt x="242360" y="105902"/>
                  <a:pt x="245504" y="105902"/>
                </a:cubicBezTo>
                <a:cubicBezTo>
                  <a:pt x="246590" y="105902"/>
                  <a:pt x="249306" y="105701"/>
                  <a:pt x="253650" y="105301"/>
                </a:cubicBezTo>
                <a:lnTo>
                  <a:pt x="249792" y="123566"/>
                </a:lnTo>
                <a:cubicBezTo>
                  <a:pt x="245561" y="124424"/>
                  <a:pt x="241217" y="124852"/>
                  <a:pt x="236758" y="124852"/>
                </a:cubicBezTo>
                <a:cubicBezTo>
                  <a:pt x="228068" y="124852"/>
                  <a:pt x="221751" y="123173"/>
                  <a:pt x="217807" y="119814"/>
                </a:cubicBezTo>
                <a:cubicBezTo>
                  <a:pt x="213862" y="116454"/>
                  <a:pt x="211890" y="111788"/>
                  <a:pt x="211890" y="105816"/>
                </a:cubicBezTo>
                <a:cubicBezTo>
                  <a:pt x="211890" y="103015"/>
                  <a:pt x="212948" y="96554"/>
                  <a:pt x="215063" y="86434"/>
                </a:cubicBezTo>
                <a:lnTo>
                  <a:pt x="223008" y="49907"/>
                </a:lnTo>
                <a:lnTo>
                  <a:pt x="210775" y="49907"/>
                </a:lnTo>
                <a:close/>
                <a:moveTo>
                  <a:pt x="358265" y="122623"/>
                </a:moveTo>
                <a:lnTo>
                  <a:pt x="335112" y="122623"/>
                </a:lnTo>
                <a:lnTo>
                  <a:pt x="330653" y="64656"/>
                </a:lnTo>
                <a:lnTo>
                  <a:pt x="302870" y="122623"/>
                </a:lnTo>
                <a:lnTo>
                  <a:pt x="280060" y="122623"/>
                </a:lnTo>
                <a:lnTo>
                  <a:pt x="268656" y="31556"/>
                </a:lnTo>
                <a:lnTo>
                  <a:pt x="290522" y="31556"/>
                </a:lnTo>
                <a:lnTo>
                  <a:pt x="296868" y="92610"/>
                </a:lnTo>
                <a:lnTo>
                  <a:pt x="325251" y="31556"/>
                </a:lnTo>
                <a:lnTo>
                  <a:pt x="347632" y="31556"/>
                </a:lnTo>
                <a:lnTo>
                  <a:pt x="350719" y="92610"/>
                </a:lnTo>
                <a:lnTo>
                  <a:pt x="378930" y="31556"/>
                </a:lnTo>
                <a:lnTo>
                  <a:pt x="403627" y="31556"/>
                </a:lnTo>
                <a:lnTo>
                  <a:pt x="358265" y="122623"/>
                </a:lnTo>
                <a:close/>
                <a:moveTo>
                  <a:pt x="403278" y="84820"/>
                </a:moveTo>
                <a:cubicBezTo>
                  <a:pt x="403278" y="67926"/>
                  <a:pt x="408037" y="54453"/>
                  <a:pt x="417555" y="44403"/>
                </a:cubicBezTo>
                <a:cubicBezTo>
                  <a:pt x="427074" y="34352"/>
                  <a:pt x="439579" y="29327"/>
                  <a:pt x="455071" y="29327"/>
                </a:cubicBezTo>
                <a:cubicBezTo>
                  <a:pt x="468505" y="29327"/>
                  <a:pt x="478995" y="33035"/>
                  <a:pt x="486541" y="40453"/>
                </a:cubicBezTo>
                <a:cubicBezTo>
                  <a:pt x="494087" y="47868"/>
                  <a:pt x="497860" y="57847"/>
                  <a:pt x="497860" y="70390"/>
                </a:cubicBezTo>
                <a:cubicBezTo>
                  <a:pt x="497860" y="85164"/>
                  <a:pt x="493144" y="97935"/>
                  <a:pt x="483712" y="108702"/>
                </a:cubicBezTo>
                <a:cubicBezTo>
                  <a:pt x="474279" y="119469"/>
                  <a:pt x="461645" y="124852"/>
                  <a:pt x="445810" y="124852"/>
                </a:cubicBezTo>
                <a:cubicBezTo>
                  <a:pt x="437235" y="124852"/>
                  <a:pt x="429632" y="123135"/>
                  <a:pt x="423000" y="119699"/>
                </a:cubicBezTo>
                <a:cubicBezTo>
                  <a:pt x="416369" y="116262"/>
                  <a:pt x="411424" y="111394"/>
                  <a:pt x="408166" y="105095"/>
                </a:cubicBezTo>
                <a:cubicBezTo>
                  <a:pt x="404907" y="98794"/>
                  <a:pt x="403278" y="92036"/>
                  <a:pt x="403278" y="84820"/>
                </a:cubicBezTo>
                <a:moveTo>
                  <a:pt x="473422" y="67199"/>
                </a:moveTo>
                <a:cubicBezTo>
                  <a:pt x="473422" y="61352"/>
                  <a:pt x="471721" y="56665"/>
                  <a:pt x="468319" y="53138"/>
                </a:cubicBezTo>
                <a:cubicBezTo>
                  <a:pt x="464918" y="49612"/>
                  <a:pt x="460530" y="47849"/>
                  <a:pt x="455157" y="47849"/>
                </a:cubicBezTo>
                <a:cubicBezTo>
                  <a:pt x="449840" y="47849"/>
                  <a:pt x="445124" y="49498"/>
                  <a:pt x="441008" y="52795"/>
                </a:cubicBezTo>
                <a:cubicBezTo>
                  <a:pt x="436892" y="56091"/>
                  <a:pt x="433691" y="60879"/>
                  <a:pt x="431404" y="67158"/>
                </a:cubicBezTo>
                <a:cubicBezTo>
                  <a:pt x="429117" y="73436"/>
                  <a:pt x="427974" y="79212"/>
                  <a:pt x="427974" y="84485"/>
                </a:cubicBezTo>
                <a:cubicBezTo>
                  <a:pt x="427974" y="91022"/>
                  <a:pt x="429746" y="96212"/>
                  <a:pt x="433291" y="100054"/>
                </a:cubicBezTo>
                <a:cubicBezTo>
                  <a:pt x="436835" y="103895"/>
                  <a:pt x="441294" y="105816"/>
                  <a:pt x="446668" y="105816"/>
                </a:cubicBezTo>
                <a:cubicBezTo>
                  <a:pt x="453413" y="105816"/>
                  <a:pt x="459073" y="102920"/>
                  <a:pt x="463646" y="97128"/>
                </a:cubicBezTo>
                <a:cubicBezTo>
                  <a:pt x="470163" y="88930"/>
                  <a:pt x="473422" y="78954"/>
                  <a:pt x="473422" y="67199"/>
                </a:cubicBezTo>
                <a:close/>
                <a:moveTo>
                  <a:pt x="524607" y="31556"/>
                </a:moveTo>
                <a:lnTo>
                  <a:pt x="547588" y="31556"/>
                </a:lnTo>
                <a:lnTo>
                  <a:pt x="543901" y="49183"/>
                </a:lnTo>
                <a:cubicBezTo>
                  <a:pt x="552476" y="35945"/>
                  <a:pt x="561766" y="29327"/>
                  <a:pt x="571770" y="29327"/>
                </a:cubicBezTo>
                <a:cubicBezTo>
                  <a:pt x="575314" y="29327"/>
                  <a:pt x="579116" y="30213"/>
                  <a:pt x="583175" y="31985"/>
                </a:cubicBezTo>
                <a:lnTo>
                  <a:pt x="573742" y="52136"/>
                </a:lnTo>
                <a:cubicBezTo>
                  <a:pt x="571513" y="51336"/>
                  <a:pt x="569140" y="50936"/>
                  <a:pt x="566625" y="50936"/>
                </a:cubicBezTo>
                <a:cubicBezTo>
                  <a:pt x="562394" y="50936"/>
                  <a:pt x="558093" y="52540"/>
                  <a:pt x="553719" y="55748"/>
                </a:cubicBezTo>
                <a:cubicBezTo>
                  <a:pt x="549346" y="58955"/>
                  <a:pt x="545930" y="63236"/>
                  <a:pt x="543472" y="68592"/>
                </a:cubicBezTo>
                <a:cubicBezTo>
                  <a:pt x="541014" y="73946"/>
                  <a:pt x="538585" y="82437"/>
                  <a:pt x="536184" y="94065"/>
                </a:cubicBezTo>
                <a:lnTo>
                  <a:pt x="530181" y="122623"/>
                </a:lnTo>
                <a:lnTo>
                  <a:pt x="505571" y="122623"/>
                </a:lnTo>
                <a:lnTo>
                  <a:pt x="524607" y="315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k">
            <a:extLst xmlns:a="http://schemas.openxmlformats.org/drawingml/2006/main">
              <a:ext uri="{FF2B5EF4-FFF2-40B4-BE49-F238E27FC236}">
                <a16:creationId xmlns:a16="http://schemas.microsoft.com/office/drawing/2014/main" id="{27688DAA-3BF4-4055-A0BD-D0BF04B4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961" y="1223702"/>
            <a:ext cx="101271" cy="125710"/>
          </a:xfrm>
          <a:custGeom xmlns:a="http://schemas.openxmlformats.org/drawingml/2006/main">
            <a:pathLst>
              <a:path w="101271" h="125710">
                <a:moveTo>
                  <a:pt x="0" y="125710"/>
                </a:moveTo>
                <a:lnTo>
                  <a:pt x="26325" y="0"/>
                </a:lnTo>
                <a:lnTo>
                  <a:pt x="50936" y="0"/>
                </a:lnTo>
                <a:lnTo>
                  <a:pt x="37216" y="65403"/>
                </a:lnTo>
                <a:lnTo>
                  <a:pt x="69286" y="34643"/>
                </a:lnTo>
                <a:lnTo>
                  <a:pt x="101271" y="34643"/>
                </a:lnTo>
                <a:lnTo>
                  <a:pt x="64656" y="67772"/>
                </a:lnTo>
                <a:lnTo>
                  <a:pt x="84121" y="125710"/>
                </a:lnTo>
                <a:lnTo>
                  <a:pt x="59511" y="125710"/>
                </a:lnTo>
                <a:lnTo>
                  <a:pt x="46991" y="83647"/>
                </a:lnTo>
                <a:lnTo>
                  <a:pt x="30356" y="98374"/>
                </a:lnTo>
                <a:lnTo>
                  <a:pt x="24610" y="125710"/>
                </a:lnTo>
                <a:lnTo>
                  <a:pt x="0" y="1257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9BD76-2EE6-4984-AE39-98BE0FEF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326" y="3968410"/>
            <a:ext cx="2682763" cy="194222"/>
          </a:xfrm>
          <a:custGeom xmlns:a="http://schemas.openxmlformats.org/drawingml/2006/main">
            <a:pathLst>
              <a:path w="2682763" h="194222" fill="none">
                <a:moveTo>
                  <a:pt x="0" y="0"/>
                </a:moveTo>
                <a:lnTo>
                  <a:pt x="67864" y="82397"/>
                </a:lnTo>
                <a:lnTo>
                  <a:pt x="2653843" y="94168"/>
                </a:lnTo>
                <a:lnTo>
                  <a:pt x="2682763" y="194222"/>
                </a:lnTo>
              </a:path>
            </a:pathLst>
          </a:custGeom>
          <a:noFill xmlns:a="http://schemas.openxmlformats.org/drawingml/2006/main"/>
          <a:ln xmlns:a="http://schemas.openxmlformats.org/drawingml/2006/main" w="21074" cap="rnd">
            <a:solidFill>
              <a:srgbClr val="000000"/>
            </a:solidFill>
            <a:round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79E66D-EB5A-430F-8725-9CD5B3FC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089" y="3944867"/>
            <a:ext cx="2690683" cy="217764"/>
          </a:xfrm>
          <a:custGeom xmlns:a="http://schemas.openxmlformats.org/drawingml/2006/main">
            <a:pathLst>
              <a:path w="2690683" h="217764" fill="none">
                <a:moveTo>
                  <a:pt x="2690683" y="0"/>
                </a:moveTo>
                <a:lnTo>
                  <a:pt x="2652188" y="94168"/>
                </a:lnTo>
                <a:lnTo>
                  <a:pt x="25612" y="111825"/>
                </a:lnTo>
                <a:lnTo>
                  <a:pt x="0" y="217764"/>
                </a:lnTo>
              </a:path>
            </a:pathLst>
          </a:custGeom>
          <a:noFill xmlns:a="http://schemas.openxmlformats.org/drawingml/2006/main"/>
          <a:ln xmlns:a="http://schemas.openxmlformats.org/drawingml/2006/main" w="21074" cap="rnd">
            <a:solidFill>
              <a:srgbClr val="000000"/>
            </a:solidFill>
            <a:round/>
          </a:ln>
        </p:spPr>
      </p:sp>
      <p:sp>
        <p:nvSpPr>
          <p:cNvPr id="126" name="Text TheImplicitColluders">
            <a:extLst xmlns:a="http://schemas.openxmlformats.org/drawingml/2006/main">
              <a:ext uri="{FF2B5EF4-FFF2-40B4-BE49-F238E27FC236}">
                <a16:creationId xmlns:a16="http://schemas.microsoft.com/office/drawing/2014/main" id="{EE67EEED-400D-4102-AB54-BA7A36CF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3700" y="4187018"/>
            <a:ext cx="2040809" cy="182092"/>
          </a:xfrm>
          <a:custGeom xmlns:a="http://schemas.openxmlformats.org/drawingml/2006/main">
            <a:pathLst>
              <a:path w="2040809" h="182092">
                <a:moveTo>
                  <a:pt x="41778" y="143292"/>
                </a:moveTo>
                <a:lnTo>
                  <a:pt x="41778" y="26315"/>
                </a:lnTo>
                <a:lnTo>
                  <a:pt x="0" y="26315"/>
                </a:lnTo>
                <a:lnTo>
                  <a:pt x="0" y="2497"/>
                </a:lnTo>
                <a:lnTo>
                  <a:pt x="111887" y="2497"/>
                </a:lnTo>
                <a:lnTo>
                  <a:pt x="111887" y="26315"/>
                </a:lnTo>
                <a:lnTo>
                  <a:pt x="70205" y="26315"/>
                </a:lnTo>
                <a:lnTo>
                  <a:pt x="70205" y="143292"/>
                </a:lnTo>
                <a:lnTo>
                  <a:pt x="41778" y="143292"/>
                </a:lnTo>
                <a:close/>
                <a:moveTo>
                  <a:pt x="156922" y="2497"/>
                </a:moveTo>
                <a:lnTo>
                  <a:pt x="156922" y="54335"/>
                </a:lnTo>
                <a:cubicBezTo>
                  <a:pt x="165630" y="44106"/>
                  <a:pt x="176034" y="38992"/>
                  <a:pt x="188136" y="38992"/>
                </a:cubicBezTo>
                <a:cubicBezTo>
                  <a:pt x="194346" y="38992"/>
                  <a:pt x="199948" y="40145"/>
                  <a:pt x="204943" y="42450"/>
                </a:cubicBezTo>
                <a:cubicBezTo>
                  <a:pt x="209937" y="44755"/>
                  <a:pt x="213698" y="47700"/>
                  <a:pt x="216227" y="51285"/>
                </a:cubicBezTo>
                <a:cubicBezTo>
                  <a:pt x="218756" y="54871"/>
                  <a:pt x="220485" y="58841"/>
                  <a:pt x="221413" y="63194"/>
                </a:cubicBezTo>
                <a:cubicBezTo>
                  <a:pt x="222342" y="67548"/>
                  <a:pt x="222806" y="74303"/>
                  <a:pt x="222806" y="83459"/>
                </a:cubicBezTo>
                <a:lnTo>
                  <a:pt x="222806" y="143292"/>
                </a:lnTo>
                <a:lnTo>
                  <a:pt x="195819" y="143292"/>
                </a:lnTo>
                <a:lnTo>
                  <a:pt x="195819" y="89476"/>
                </a:lnTo>
                <a:cubicBezTo>
                  <a:pt x="195819" y="78796"/>
                  <a:pt x="195307" y="72017"/>
                  <a:pt x="194282" y="69140"/>
                </a:cubicBezTo>
                <a:cubicBezTo>
                  <a:pt x="193258" y="66261"/>
                  <a:pt x="191449" y="63974"/>
                  <a:pt x="188856" y="62279"/>
                </a:cubicBezTo>
                <a:cubicBezTo>
                  <a:pt x="186263" y="60584"/>
                  <a:pt x="183013" y="59737"/>
                  <a:pt x="179108" y="59737"/>
                </a:cubicBezTo>
                <a:cubicBezTo>
                  <a:pt x="174626" y="59737"/>
                  <a:pt x="170624" y="60824"/>
                  <a:pt x="167103" y="62999"/>
                </a:cubicBezTo>
                <a:cubicBezTo>
                  <a:pt x="163581" y="65174"/>
                  <a:pt x="161004" y="68452"/>
                  <a:pt x="159371" y="72832"/>
                </a:cubicBezTo>
                <a:cubicBezTo>
                  <a:pt x="157739" y="77211"/>
                  <a:pt x="156922" y="83687"/>
                  <a:pt x="156922" y="92259"/>
                </a:cubicBezTo>
                <a:lnTo>
                  <a:pt x="156922" y="143292"/>
                </a:lnTo>
                <a:lnTo>
                  <a:pt x="129935" y="143292"/>
                </a:lnTo>
                <a:lnTo>
                  <a:pt x="129935" y="2497"/>
                </a:lnTo>
                <a:lnTo>
                  <a:pt x="156922" y="2497"/>
                </a:lnTo>
                <a:close/>
                <a:moveTo>
                  <a:pt x="309234" y="110830"/>
                </a:moveTo>
                <a:lnTo>
                  <a:pt x="336125" y="115440"/>
                </a:lnTo>
                <a:cubicBezTo>
                  <a:pt x="332668" y="125268"/>
                  <a:pt x="327210" y="132752"/>
                  <a:pt x="319750" y="137890"/>
                </a:cubicBezTo>
                <a:cubicBezTo>
                  <a:pt x="312291" y="143028"/>
                  <a:pt x="302959" y="145597"/>
                  <a:pt x="291755" y="145597"/>
                </a:cubicBezTo>
                <a:cubicBezTo>
                  <a:pt x="274019" y="145597"/>
                  <a:pt x="260894" y="139803"/>
                  <a:pt x="252378" y="128214"/>
                </a:cubicBezTo>
                <a:cubicBezTo>
                  <a:pt x="245655" y="118930"/>
                  <a:pt x="242294" y="107213"/>
                  <a:pt x="242294" y="93063"/>
                </a:cubicBezTo>
                <a:cubicBezTo>
                  <a:pt x="242294" y="76160"/>
                  <a:pt x="246712" y="62922"/>
                  <a:pt x="255548" y="53350"/>
                </a:cubicBezTo>
                <a:cubicBezTo>
                  <a:pt x="264383" y="43778"/>
                  <a:pt x="275556" y="38992"/>
                  <a:pt x="289066" y="38992"/>
                </a:cubicBezTo>
                <a:cubicBezTo>
                  <a:pt x="304240" y="38992"/>
                  <a:pt x="316213" y="44002"/>
                  <a:pt x="324985" y="54023"/>
                </a:cubicBezTo>
                <a:cubicBezTo>
                  <a:pt x="333756" y="64043"/>
                  <a:pt x="337950" y="79393"/>
                  <a:pt x="337566" y="100074"/>
                </a:cubicBezTo>
                <a:lnTo>
                  <a:pt x="269954" y="100074"/>
                </a:lnTo>
                <a:cubicBezTo>
                  <a:pt x="270146" y="108077"/>
                  <a:pt x="272323" y="114304"/>
                  <a:pt x="276484" y="118754"/>
                </a:cubicBezTo>
                <a:cubicBezTo>
                  <a:pt x="280646" y="123204"/>
                  <a:pt x="285832" y="125429"/>
                  <a:pt x="292043" y="125429"/>
                </a:cubicBezTo>
                <a:cubicBezTo>
                  <a:pt x="296269" y="125429"/>
                  <a:pt x="299822" y="124276"/>
                  <a:pt x="302703" y="121971"/>
                </a:cubicBezTo>
                <a:cubicBezTo>
                  <a:pt x="305585" y="119666"/>
                  <a:pt x="307761" y="115953"/>
                  <a:pt x="309234" y="110830"/>
                </a:cubicBezTo>
                <a:moveTo>
                  <a:pt x="310771" y="83555"/>
                </a:moveTo>
                <a:cubicBezTo>
                  <a:pt x="310579" y="75776"/>
                  <a:pt x="308562" y="69861"/>
                  <a:pt x="304720" y="65812"/>
                </a:cubicBezTo>
                <a:cubicBezTo>
                  <a:pt x="300879" y="61762"/>
                  <a:pt x="296205" y="59737"/>
                  <a:pt x="290698" y="59737"/>
                </a:cubicBezTo>
                <a:cubicBezTo>
                  <a:pt x="284808" y="59737"/>
                  <a:pt x="279942" y="61873"/>
                  <a:pt x="276100" y="66145"/>
                </a:cubicBezTo>
                <a:cubicBezTo>
                  <a:pt x="272259" y="70418"/>
                  <a:pt x="270370" y="76222"/>
                  <a:pt x="270434" y="83555"/>
                </a:cubicBezTo>
                <a:lnTo>
                  <a:pt x="310771" y="83555"/>
                </a:lnTo>
                <a:close/>
                <a:moveTo>
                  <a:pt x="413538" y="143292"/>
                </a:moveTo>
                <a:lnTo>
                  <a:pt x="413538" y="2497"/>
                </a:lnTo>
                <a:lnTo>
                  <a:pt x="441965" y="2497"/>
                </a:lnTo>
                <a:lnTo>
                  <a:pt x="441965" y="143292"/>
                </a:lnTo>
                <a:lnTo>
                  <a:pt x="413538" y="143292"/>
                </a:lnTo>
                <a:close/>
                <a:moveTo>
                  <a:pt x="466834" y="41297"/>
                </a:moveTo>
                <a:lnTo>
                  <a:pt x="491709" y="41297"/>
                </a:lnTo>
                <a:lnTo>
                  <a:pt x="491709" y="55223"/>
                </a:lnTo>
                <a:cubicBezTo>
                  <a:pt x="500608" y="44403"/>
                  <a:pt x="511205" y="38992"/>
                  <a:pt x="523498" y="38992"/>
                </a:cubicBezTo>
                <a:cubicBezTo>
                  <a:pt x="530029" y="38992"/>
                  <a:pt x="535695" y="40343"/>
                  <a:pt x="540497" y="43044"/>
                </a:cubicBezTo>
                <a:cubicBezTo>
                  <a:pt x="545299" y="45745"/>
                  <a:pt x="549237" y="49830"/>
                  <a:pt x="552310" y="55298"/>
                </a:cubicBezTo>
                <a:cubicBezTo>
                  <a:pt x="556792" y="49830"/>
                  <a:pt x="561626" y="45745"/>
                  <a:pt x="566812" y="43044"/>
                </a:cubicBezTo>
                <a:cubicBezTo>
                  <a:pt x="571998" y="40343"/>
                  <a:pt x="577536" y="38992"/>
                  <a:pt x="583427" y="38992"/>
                </a:cubicBezTo>
                <a:cubicBezTo>
                  <a:pt x="590918" y="38992"/>
                  <a:pt x="597257" y="40513"/>
                  <a:pt x="602443" y="43554"/>
                </a:cubicBezTo>
                <a:cubicBezTo>
                  <a:pt x="607629" y="46596"/>
                  <a:pt x="611503" y="51061"/>
                  <a:pt x="614064" y="56952"/>
                </a:cubicBezTo>
                <a:cubicBezTo>
                  <a:pt x="615921" y="61306"/>
                  <a:pt x="616849" y="68349"/>
                  <a:pt x="616849" y="78081"/>
                </a:cubicBezTo>
                <a:lnTo>
                  <a:pt x="616849" y="143292"/>
                </a:lnTo>
                <a:lnTo>
                  <a:pt x="589862" y="143292"/>
                </a:lnTo>
                <a:lnTo>
                  <a:pt x="589862" y="85062"/>
                </a:lnTo>
                <a:cubicBezTo>
                  <a:pt x="589862" y="74957"/>
                  <a:pt x="588933" y="68435"/>
                  <a:pt x="587076" y="65493"/>
                </a:cubicBezTo>
                <a:cubicBezTo>
                  <a:pt x="584579" y="61656"/>
                  <a:pt x="580738" y="59737"/>
                  <a:pt x="575552" y="59737"/>
                </a:cubicBezTo>
                <a:cubicBezTo>
                  <a:pt x="571774" y="59737"/>
                  <a:pt x="568221" y="60889"/>
                  <a:pt x="564891" y="63191"/>
                </a:cubicBezTo>
                <a:cubicBezTo>
                  <a:pt x="561562" y="65492"/>
                  <a:pt x="559161" y="68866"/>
                  <a:pt x="557688" y="73312"/>
                </a:cubicBezTo>
                <a:cubicBezTo>
                  <a:pt x="556216" y="77756"/>
                  <a:pt x="555479" y="84775"/>
                  <a:pt x="555479" y="94369"/>
                </a:cubicBezTo>
                <a:lnTo>
                  <a:pt x="555479" y="143292"/>
                </a:lnTo>
                <a:lnTo>
                  <a:pt x="528492" y="143292"/>
                </a:lnTo>
                <a:lnTo>
                  <a:pt x="528492" y="87460"/>
                </a:lnTo>
                <a:cubicBezTo>
                  <a:pt x="528492" y="77547"/>
                  <a:pt x="528012" y="71153"/>
                  <a:pt x="527051" y="68276"/>
                </a:cubicBezTo>
                <a:cubicBezTo>
                  <a:pt x="526091" y="65396"/>
                  <a:pt x="524602" y="63253"/>
                  <a:pt x="522585" y="61847"/>
                </a:cubicBezTo>
                <a:cubicBezTo>
                  <a:pt x="520569" y="60440"/>
                  <a:pt x="517831" y="59737"/>
                  <a:pt x="514374" y="59737"/>
                </a:cubicBezTo>
                <a:cubicBezTo>
                  <a:pt x="510212" y="59737"/>
                  <a:pt x="506467" y="60856"/>
                  <a:pt x="503137" y="63095"/>
                </a:cubicBezTo>
                <a:cubicBezTo>
                  <a:pt x="499808" y="65332"/>
                  <a:pt x="497423" y="68562"/>
                  <a:pt x="495982" y="72783"/>
                </a:cubicBezTo>
                <a:cubicBezTo>
                  <a:pt x="494542" y="77005"/>
                  <a:pt x="493821" y="84008"/>
                  <a:pt x="493821" y="93792"/>
                </a:cubicBezTo>
                <a:lnTo>
                  <a:pt x="493821" y="143292"/>
                </a:lnTo>
                <a:lnTo>
                  <a:pt x="466834" y="143292"/>
                </a:lnTo>
                <a:lnTo>
                  <a:pt x="466834" y="41297"/>
                </a:lnTo>
                <a:close/>
                <a:moveTo>
                  <a:pt x="642979" y="41297"/>
                </a:moveTo>
                <a:lnTo>
                  <a:pt x="668141" y="41297"/>
                </a:lnTo>
                <a:lnTo>
                  <a:pt x="668141" y="56280"/>
                </a:lnTo>
                <a:cubicBezTo>
                  <a:pt x="671407" y="51157"/>
                  <a:pt x="675825" y="46996"/>
                  <a:pt x="681395" y="43794"/>
                </a:cubicBezTo>
                <a:cubicBezTo>
                  <a:pt x="686965" y="40593"/>
                  <a:pt x="693144" y="38992"/>
                  <a:pt x="699931" y="38992"/>
                </a:cubicBezTo>
                <a:cubicBezTo>
                  <a:pt x="711776" y="38992"/>
                  <a:pt x="721828" y="43634"/>
                  <a:pt x="730087" y="52918"/>
                </a:cubicBezTo>
                <a:cubicBezTo>
                  <a:pt x="738347" y="62202"/>
                  <a:pt x="742476" y="75135"/>
                  <a:pt x="742476" y="91718"/>
                </a:cubicBezTo>
                <a:cubicBezTo>
                  <a:pt x="742476" y="108750"/>
                  <a:pt x="738315" y="121987"/>
                  <a:pt x="729991" y="131431"/>
                </a:cubicBezTo>
                <a:cubicBezTo>
                  <a:pt x="721668" y="140875"/>
                  <a:pt x="711584" y="145597"/>
                  <a:pt x="699739" y="145597"/>
                </a:cubicBezTo>
                <a:cubicBezTo>
                  <a:pt x="694104" y="145597"/>
                  <a:pt x="688998" y="144477"/>
                  <a:pt x="684420" y="142236"/>
                </a:cubicBezTo>
                <a:cubicBezTo>
                  <a:pt x="679842" y="139995"/>
                  <a:pt x="675024" y="136153"/>
                  <a:pt x="669966" y="130711"/>
                </a:cubicBezTo>
                <a:lnTo>
                  <a:pt x="669966" y="182092"/>
                </a:lnTo>
                <a:lnTo>
                  <a:pt x="642979" y="182092"/>
                </a:lnTo>
                <a:lnTo>
                  <a:pt x="642979" y="41297"/>
                </a:lnTo>
                <a:moveTo>
                  <a:pt x="669678" y="90521"/>
                </a:moveTo>
                <a:cubicBezTo>
                  <a:pt x="669678" y="101964"/>
                  <a:pt x="671951" y="110418"/>
                  <a:pt x="676497" y="115885"/>
                </a:cubicBezTo>
                <a:cubicBezTo>
                  <a:pt x="681043" y="121351"/>
                  <a:pt x="686581" y="124084"/>
                  <a:pt x="693112" y="124084"/>
                </a:cubicBezTo>
                <a:cubicBezTo>
                  <a:pt x="699386" y="124084"/>
                  <a:pt x="704605" y="121575"/>
                  <a:pt x="708766" y="116557"/>
                </a:cubicBezTo>
                <a:cubicBezTo>
                  <a:pt x="712928" y="111539"/>
                  <a:pt x="715009" y="103307"/>
                  <a:pt x="715009" y="91862"/>
                </a:cubicBezTo>
                <a:cubicBezTo>
                  <a:pt x="715009" y="81186"/>
                  <a:pt x="712864" y="73259"/>
                  <a:pt x="708574" y="68081"/>
                </a:cubicBezTo>
                <a:cubicBezTo>
                  <a:pt x="704284" y="62902"/>
                  <a:pt x="698970" y="60313"/>
                  <a:pt x="692632" y="60313"/>
                </a:cubicBezTo>
                <a:cubicBezTo>
                  <a:pt x="686037" y="60313"/>
                  <a:pt x="680563" y="62854"/>
                  <a:pt x="676209" y="67936"/>
                </a:cubicBezTo>
                <a:cubicBezTo>
                  <a:pt x="671855" y="73019"/>
                  <a:pt x="669678" y="80547"/>
                  <a:pt x="669678" y="90521"/>
                </a:cubicBezTo>
                <a:close/>
                <a:moveTo>
                  <a:pt x="763886" y="143292"/>
                </a:moveTo>
                <a:lnTo>
                  <a:pt x="763886" y="2497"/>
                </a:lnTo>
                <a:lnTo>
                  <a:pt x="790874" y="2497"/>
                </a:lnTo>
                <a:lnTo>
                  <a:pt x="790874" y="143292"/>
                </a:lnTo>
                <a:lnTo>
                  <a:pt x="763886" y="143292"/>
                </a:lnTo>
                <a:close/>
                <a:moveTo>
                  <a:pt x="818526" y="27468"/>
                </a:moveTo>
                <a:lnTo>
                  <a:pt x="818526" y="2497"/>
                </a:lnTo>
                <a:lnTo>
                  <a:pt x="845513" y="2497"/>
                </a:lnTo>
                <a:lnTo>
                  <a:pt x="845513" y="27468"/>
                </a:lnTo>
                <a:lnTo>
                  <a:pt x="818526" y="27468"/>
                </a:lnTo>
                <a:moveTo>
                  <a:pt x="818526" y="143292"/>
                </a:moveTo>
                <a:lnTo>
                  <a:pt x="818526" y="41297"/>
                </a:lnTo>
                <a:lnTo>
                  <a:pt x="845513" y="41297"/>
                </a:lnTo>
                <a:lnTo>
                  <a:pt x="845513" y="143292"/>
                </a:lnTo>
                <a:lnTo>
                  <a:pt x="818526" y="143292"/>
                </a:lnTo>
                <a:close/>
                <a:moveTo>
                  <a:pt x="962100" y="71454"/>
                </a:moveTo>
                <a:lnTo>
                  <a:pt x="935497" y="76256"/>
                </a:lnTo>
                <a:cubicBezTo>
                  <a:pt x="934601" y="70974"/>
                  <a:pt x="932568" y="66996"/>
                  <a:pt x="929399" y="64323"/>
                </a:cubicBezTo>
                <a:cubicBezTo>
                  <a:pt x="926229" y="61650"/>
                  <a:pt x="922116" y="60313"/>
                  <a:pt x="917058" y="60313"/>
                </a:cubicBezTo>
                <a:cubicBezTo>
                  <a:pt x="910335" y="60313"/>
                  <a:pt x="904973" y="62627"/>
                  <a:pt x="900971" y="67255"/>
                </a:cubicBezTo>
                <a:cubicBezTo>
                  <a:pt x="896969" y="71883"/>
                  <a:pt x="894968" y="79622"/>
                  <a:pt x="894968" y="90473"/>
                </a:cubicBezTo>
                <a:cubicBezTo>
                  <a:pt x="894968" y="102538"/>
                  <a:pt x="897001" y="111061"/>
                  <a:pt x="901067" y="116041"/>
                </a:cubicBezTo>
                <a:cubicBezTo>
                  <a:pt x="905133" y="121019"/>
                  <a:pt x="910591" y="123508"/>
                  <a:pt x="917442" y="123508"/>
                </a:cubicBezTo>
                <a:cubicBezTo>
                  <a:pt x="922564" y="123508"/>
                  <a:pt x="926758" y="122051"/>
                  <a:pt x="930023" y="119138"/>
                </a:cubicBezTo>
                <a:cubicBezTo>
                  <a:pt x="933288" y="116225"/>
                  <a:pt x="935593" y="111215"/>
                  <a:pt x="936938" y="104108"/>
                </a:cubicBezTo>
                <a:lnTo>
                  <a:pt x="963445" y="108718"/>
                </a:lnTo>
                <a:cubicBezTo>
                  <a:pt x="960692" y="120883"/>
                  <a:pt x="955410" y="130070"/>
                  <a:pt x="947598" y="136281"/>
                </a:cubicBezTo>
                <a:cubicBezTo>
                  <a:pt x="939787" y="142492"/>
                  <a:pt x="929319" y="145597"/>
                  <a:pt x="916193" y="145597"/>
                </a:cubicBezTo>
                <a:cubicBezTo>
                  <a:pt x="901275" y="145597"/>
                  <a:pt x="889382" y="140891"/>
                  <a:pt x="880514" y="131479"/>
                </a:cubicBezTo>
                <a:cubicBezTo>
                  <a:pt x="871647" y="122067"/>
                  <a:pt x="867213" y="109038"/>
                  <a:pt x="867213" y="92391"/>
                </a:cubicBezTo>
                <a:cubicBezTo>
                  <a:pt x="867213" y="75552"/>
                  <a:pt x="871663" y="62442"/>
                  <a:pt x="880562" y="53062"/>
                </a:cubicBezTo>
                <a:cubicBezTo>
                  <a:pt x="889462" y="43682"/>
                  <a:pt x="901499" y="38992"/>
                  <a:pt x="916673" y="38992"/>
                </a:cubicBezTo>
                <a:cubicBezTo>
                  <a:pt x="929095" y="38992"/>
                  <a:pt x="938971" y="41665"/>
                  <a:pt x="946302" y="47012"/>
                </a:cubicBezTo>
                <a:cubicBezTo>
                  <a:pt x="953633" y="52358"/>
                  <a:pt x="958899" y="60505"/>
                  <a:pt x="962100" y="71454"/>
                </a:cubicBezTo>
                <a:close/>
                <a:moveTo>
                  <a:pt x="982567" y="27468"/>
                </a:moveTo>
                <a:lnTo>
                  <a:pt x="982567" y="2497"/>
                </a:lnTo>
                <a:lnTo>
                  <a:pt x="1009554" y="2497"/>
                </a:lnTo>
                <a:lnTo>
                  <a:pt x="1009554" y="27468"/>
                </a:lnTo>
                <a:lnTo>
                  <a:pt x="982567" y="27468"/>
                </a:lnTo>
                <a:moveTo>
                  <a:pt x="982567" y="143292"/>
                </a:moveTo>
                <a:lnTo>
                  <a:pt x="982567" y="41297"/>
                </a:lnTo>
                <a:lnTo>
                  <a:pt x="1009554" y="41297"/>
                </a:lnTo>
                <a:lnTo>
                  <a:pt x="1009554" y="143292"/>
                </a:lnTo>
                <a:lnTo>
                  <a:pt x="982567" y="143292"/>
                </a:lnTo>
                <a:close/>
                <a:moveTo>
                  <a:pt x="1083979" y="41297"/>
                </a:moveTo>
                <a:lnTo>
                  <a:pt x="1083979" y="62810"/>
                </a:lnTo>
                <a:lnTo>
                  <a:pt x="1065540" y="62810"/>
                </a:lnTo>
                <a:lnTo>
                  <a:pt x="1065540" y="103850"/>
                </a:lnTo>
                <a:cubicBezTo>
                  <a:pt x="1065540" y="112161"/>
                  <a:pt x="1065716" y="117004"/>
                  <a:pt x="1066068" y="118379"/>
                </a:cubicBezTo>
                <a:cubicBezTo>
                  <a:pt x="1066420" y="119751"/>
                  <a:pt x="1067220" y="120886"/>
                  <a:pt x="1068469" y="121782"/>
                </a:cubicBezTo>
                <a:cubicBezTo>
                  <a:pt x="1069717" y="122676"/>
                  <a:pt x="1071238" y="123124"/>
                  <a:pt x="1073031" y="123124"/>
                </a:cubicBezTo>
                <a:cubicBezTo>
                  <a:pt x="1075528" y="123124"/>
                  <a:pt x="1079145" y="122259"/>
                  <a:pt x="1083883" y="120530"/>
                </a:cubicBezTo>
                <a:lnTo>
                  <a:pt x="1086188" y="141545"/>
                </a:lnTo>
                <a:cubicBezTo>
                  <a:pt x="1079914" y="144246"/>
                  <a:pt x="1072807" y="145597"/>
                  <a:pt x="1064867" y="145597"/>
                </a:cubicBezTo>
                <a:cubicBezTo>
                  <a:pt x="1060001" y="145597"/>
                  <a:pt x="1055615" y="144781"/>
                  <a:pt x="1051710" y="143148"/>
                </a:cubicBezTo>
                <a:cubicBezTo>
                  <a:pt x="1047804" y="141515"/>
                  <a:pt x="1044939" y="139402"/>
                  <a:pt x="1043114" y="136809"/>
                </a:cubicBezTo>
                <a:cubicBezTo>
                  <a:pt x="1041289" y="134216"/>
                  <a:pt x="1040025" y="130711"/>
                  <a:pt x="1039321" y="126293"/>
                </a:cubicBezTo>
                <a:cubicBezTo>
                  <a:pt x="1038744" y="123156"/>
                  <a:pt x="1038456" y="116817"/>
                  <a:pt x="1038456" y="107277"/>
                </a:cubicBezTo>
                <a:lnTo>
                  <a:pt x="1038456" y="62810"/>
                </a:lnTo>
                <a:lnTo>
                  <a:pt x="1026067" y="62810"/>
                </a:lnTo>
                <a:lnTo>
                  <a:pt x="1026067" y="41297"/>
                </a:lnTo>
                <a:lnTo>
                  <a:pt x="1038456" y="41297"/>
                </a:lnTo>
                <a:lnTo>
                  <a:pt x="1038456" y="20937"/>
                </a:lnTo>
                <a:lnTo>
                  <a:pt x="1065540" y="4994"/>
                </a:lnTo>
                <a:lnTo>
                  <a:pt x="1065540" y="41297"/>
                </a:lnTo>
                <a:lnTo>
                  <a:pt x="1083979" y="41297"/>
                </a:lnTo>
                <a:close/>
                <a:moveTo>
                  <a:pt x="1247624" y="91430"/>
                </a:moveTo>
                <a:lnTo>
                  <a:pt x="1275188" y="100074"/>
                </a:lnTo>
                <a:cubicBezTo>
                  <a:pt x="1270962" y="115538"/>
                  <a:pt x="1263935" y="127024"/>
                  <a:pt x="1254107" y="134531"/>
                </a:cubicBezTo>
                <a:cubicBezTo>
                  <a:pt x="1244279" y="142037"/>
                  <a:pt x="1231810" y="145789"/>
                  <a:pt x="1216699" y="145789"/>
                </a:cubicBezTo>
                <a:cubicBezTo>
                  <a:pt x="1198003" y="145789"/>
                  <a:pt x="1182637" y="139394"/>
                  <a:pt x="1170600" y="126605"/>
                </a:cubicBezTo>
                <a:cubicBezTo>
                  <a:pt x="1158563" y="113814"/>
                  <a:pt x="1152544" y="96327"/>
                  <a:pt x="1152544" y="74146"/>
                </a:cubicBezTo>
                <a:cubicBezTo>
                  <a:pt x="1152544" y="50680"/>
                  <a:pt x="1158595" y="32457"/>
                  <a:pt x="1170696" y="19475"/>
                </a:cubicBezTo>
                <a:cubicBezTo>
                  <a:pt x="1182797" y="6492"/>
                  <a:pt x="1198708" y="0"/>
                  <a:pt x="1218428" y="0"/>
                </a:cubicBezTo>
                <a:cubicBezTo>
                  <a:pt x="1235651" y="0"/>
                  <a:pt x="1249641" y="5102"/>
                  <a:pt x="1260398" y="15306"/>
                </a:cubicBezTo>
                <a:cubicBezTo>
                  <a:pt x="1266800" y="21339"/>
                  <a:pt x="1271602" y="30003"/>
                  <a:pt x="1274804" y="41297"/>
                </a:cubicBezTo>
                <a:lnTo>
                  <a:pt x="1246664" y="48020"/>
                </a:lnTo>
                <a:cubicBezTo>
                  <a:pt x="1244999" y="40721"/>
                  <a:pt x="1241526" y="34959"/>
                  <a:pt x="1236243" y="30733"/>
                </a:cubicBezTo>
                <a:cubicBezTo>
                  <a:pt x="1230961" y="26507"/>
                  <a:pt x="1224543" y="24394"/>
                  <a:pt x="1216987" y="24394"/>
                </a:cubicBezTo>
                <a:cubicBezTo>
                  <a:pt x="1206551" y="24394"/>
                  <a:pt x="1198083" y="28140"/>
                  <a:pt x="1191585" y="35631"/>
                </a:cubicBezTo>
                <a:cubicBezTo>
                  <a:pt x="1185086" y="43122"/>
                  <a:pt x="1181837" y="55255"/>
                  <a:pt x="1181837" y="72030"/>
                </a:cubicBezTo>
                <a:cubicBezTo>
                  <a:pt x="1181837" y="89830"/>
                  <a:pt x="1185038" y="102507"/>
                  <a:pt x="1191441" y="110062"/>
                </a:cubicBezTo>
                <a:cubicBezTo>
                  <a:pt x="1197843" y="117617"/>
                  <a:pt x="1206167" y="121395"/>
                  <a:pt x="1216411" y="121395"/>
                </a:cubicBezTo>
                <a:cubicBezTo>
                  <a:pt x="1223966" y="121395"/>
                  <a:pt x="1230465" y="118987"/>
                  <a:pt x="1235907" y="114171"/>
                </a:cubicBezTo>
                <a:cubicBezTo>
                  <a:pt x="1241350" y="109353"/>
                  <a:pt x="1245255" y="101773"/>
                  <a:pt x="1247624" y="91430"/>
                </a:cubicBezTo>
                <a:close/>
                <a:moveTo>
                  <a:pt x="1293154" y="90854"/>
                </a:moveTo>
                <a:cubicBezTo>
                  <a:pt x="1293154" y="81890"/>
                  <a:pt x="1295363" y="73215"/>
                  <a:pt x="1299781" y="64827"/>
                </a:cubicBezTo>
                <a:cubicBezTo>
                  <a:pt x="1304198" y="56440"/>
                  <a:pt x="1310457" y="50037"/>
                  <a:pt x="1318556" y="45619"/>
                </a:cubicBezTo>
                <a:cubicBezTo>
                  <a:pt x="1326656" y="41201"/>
                  <a:pt x="1335700" y="38992"/>
                  <a:pt x="1345688" y="38992"/>
                </a:cubicBezTo>
                <a:cubicBezTo>
                  <a:pt x="1361118" y="38992"/>
                  <a:pt x="1373764" y="44002"/>
                  <a:pt x="1383624" y="54023"/>
                </a:cubicBezTo>
                <a:cubicBezTo>
                  <a:pt x="1393484" y="64043"/>
                  <a:pt x="1398414" y="76704"/>
                  <a:pt x="1398414" y="92007"/>
                </a:cubicBezTo>
                <a:cubicBezTo>
                  <a:pt x="1398414" y="107437"/>
                  <a:pt x="1393436" y="120226"/>
                  <a:pt x="1383480" y="130375"/>
                </a:cubicBezTo>
                <a:cubicBezTo>
                  <a:pt x="1373524" y="140523"/>
                  <a:pt x="1360990" y="145597"/>
                  <a:pt x="1345880" y="145597"/>
                </a:cubicBezTo>
                <a:cubicBezTo>
                  <a:pt x="1336532" y="145597"/>
                  <a:pt x="1327616" y="143484"/>
                  <a:pt x="1319133" y="139258"/>
                </a:cubicBezTo>
                <a:cubicBezTo>
                  <a:pt x="1310649" y="135033"/>
                  <a:pt x="1304198" y="128838"/>
                  <a:pt x="1299781" y="120675"/>
                </a:cubicBezTo>
                <a:cubicBezTo>
                  <a:pt x="1295363" y="112511"/>
                  <a:pt x="1293154" y="102571"/>
                  <a:pt x="1293154" y="90854"/>
                </a:cubicBezTo>
                <a:moveTo>
                  <a:pt x="1320813" y="92295"/>
                </a:moveTo>
                <a:cubicBezTo>
                  <a:pt x="1320813" y="102379"/>
                  <a:pt x="1323214" y="110102"/>
                  <a:pt x="1328016" y="115464"/>
                </a:cubicBezTo>
                <a:cubicBezTo>
                  <a:pt x="1332818" y="120827"/>
                  <a:pt x="1338741" y="123508"/>
                  <a:pt x="1345784" y="123508"/>
                </a:cubicBezTo>
                <a:cubicBezTo>
                  <a:pt x="1352827" y="123508"/>
                  <a:pt x="1358733" y="120827"/>
                  <a:pt x="1363503" y="115464"/>
                </a:cubicBezTo>
                <a:cubicBezTo>
                  <a:pt x="1368273" y="110102"/>
                  <a:pt x="1370658" y="102315"/>
                  <a:pt x="1370658" y="92103"/>
                </a:cubicBezTo>
                <a:cubicBezTo>
                  <a:pt x="1370658" y="82146"/>
                  <a:pt x="1368273" y="74487"/>
                  <a:pt x="1363503" y="69125"/>
                </a:cubicBezTo>
                <a:cubicBezTo>
                  <a:pt x="1358733" y="63763"/>
                  <a:pt x="1352827" y="61082"/>
                  <a:pt x="1345784" y="61082"/>
                </a:cubicBezTo>
                <a:cubicBezTo>
                  <a:pt x="1338741" y="61082"/>
                  <a:pt x="1332818" y="63763"/>
                  <a:pt x="1328016" y="69125"/>
                </a:cubicBezTo>
                <a:cubicBezTo>
                  <a:pt x="1323214" y="74487"/>
                  <a:pt x="1320813" y="82210"/>
                  <a:pt x="1320813" y="92295"/>
                </a:cubicBezTo>
                <a:close/>
                <a:moveTo>
                  <a:pt x="1419535" y="143292"/>
                </a:moveTo>
                <a:lnTo>
                  <a:pt x="1419535" y="2497"/>
                </a:lnTo>
                <a:lnTo>
                  <a:pt x="1446522" y="2497"/>
                </a:lnTo>
                <a:lnTo>
                  <a:pt x="1446522" y="143292"/>
                </a:lnTo>
                <a:lnTo>
                  <a:pt x="1419535" y="143292"/>
                </a:lnTo>
                <a:close/>
                <a:moveTo>
                  <a:pt x="1474176" y="143292"/>
                </a:moveTo>
                <a:lnTo>
                  <a:pt x="1474176" y="2497"/>
                </a:lnTo>
                <a:lnTo>
                  <a:pt x="1501163" y="2497"/>
                </a:lnTo>
                <a:lnTo>
                  <a:pt x="1501163" y="143292"/>
                </a:lnTo>
                <a:lnTo>
                  <a:pt x="1474176" y="143292"/>
                </a:lnTo>
                <a:close/>
                <a:moveTo>
                  <a:pt x="1595948" y="143292"/>
                </a:moveTo>
                <a:lnTo>
                  <a:pt x="1595948" y="128022"/>
                </a:lnTo>
                <a:cubicBezTo>
                  <a:pt x="1592235" y="133464"/>
                  <a:pt x="1587353" y="137754"/>
                  <a:pt x="1581302" y="140891"/>
                </a:cubicBezTo>
                <a:cubicBezTo>
                  <a:pt x="1575252" y="144028"/>
                  <a:pt x="1568865" y="145597"/>
                  <a:pt x="1562142" y="145597"/>
                </a:cubicBezTo>
                <a:cubicBezTo>
                  <a:pt x="1555291" y="145597"/>
                  <a:pt x="1549145" y="144092"/>
                  <a:pt x="1543703" y="141083"/>
                </a:cubicBezTo>
                <a:cubicBezTo>
                  <a:pt x="1538260" y="138074"/>
                  <a:pt x="1534323" y="133848"/>
                  <a:pt x="1531890" y="128406"/>
                </a:cubicBezTo>
                <a:cubicBezTo>
                  <a:pt x="1529457" y="122964"/>
                  <a:pt x="1528240" y="115440"/>
                  <a:pt x="1528240" y="105836"/>
                </a:cubicBezTo>
                <a:lnTo>
                  <a:pt x="1528240" y="41297"/>
                </a:lnTo>
                <a:lnTo>
                  <a:pt x="1555227" y="41297"/>
                </a:lnTo>
                <a:lnTo>
                  <a:pt x="1555227" y="88057"/>
                </a:lnTo>
                <a:cubicBezTo>
                  <a:pt x="1555227" y="102367"/>
                  <a:pt x="1555724" y="111135"/>
                  <a:pt x="1556716" y="114360"/>
                </a:cubicBezTo>
                <a:cubicBezTo>
                  <a:pt x="1557708" y="117585"/>
                  <a:pt x="1559517" y="120140"/>
                  <a:pt x="1562142" y="122025"/>
                </a:cubicBezTo>
                <a:cubicBezTo>
                  <a:pt x="1564767" y="123910"/>
                  <a:pt x="1568097" y="124852"/>
                  <a:pt x="1572130" y="124852"/>
                </a:cubicBezTo>
                <a:cubicBezTo>
                  <a:pt x="1576740" y="124852"/>
                  <a:pt x="1580870" y="123591"/>
                  <a:pt x="1584520" y="121068"/>
                </a:cubicBezTo>
                <a:cubicBezTo>
                  <a:pt x="1588169" y="118545"/>
                  <a:pt x="1590666" y="115414"/>
                  <a:pt x="1592011" y="111677"/>
                </a:cubicBezTo>
                <a:cubicBezTo>
                  <a:pt x="1593355" y="107939"/>
                  <a:pt x="1594028" y="98788"/>
                  <a:pt x="1594028" y="84224"/>
                </a:cubicBezTo>
                <a:lnTo>
                  <a:pt x="1594028" y="41297"/>
                </a:lnTo>
                <a:lnTo>
                  <a:pt x="1621015" y="41297"/>
                </a:lnTo>
                <a:lnTo>
                  <a:pt x="1621015" y="143292"/>
                </a:lnTo>
                <a:lnTo>
                  <a:pt x="1595948" y="143292"/>
                </a:lnTo>
                <a:close/>
                <a:moveTo>
                  <a:pt x="1742498" y="143292"/>
                </a:moveTo>
                <a:lnTo>
                  <a:pt x="1717432" y="143292"/>
                </a:lnTo>
                <a:lnTo>
                  <a:pt x="1717432" y="128310"/>
                </a:lnTo>
                <a:cubicBezTo>
                  <a:pt x="1713270" y="134136"/>
                  <a:pt x="1708356" y="138474"/>
                  <a:pt x="1702690" y="141323"/>
                </a:cubicBezTo>
                <a:cubicBezTo>
                  <a:pt x="1697023" y="144172"/>
                  <a:pt x="1691309" y="145597"/>
                  <a:pt x="1685547" y="145597"/>
                </a:cubicBezTo>
                <a:cubicBezTo>
                  <a:pt x="1673830" y="145597"/>
                  <a:pt x="1663794" y="140875"/>
                  <a:pt x="1655438" y="131431"/>
                </a:cubicBezTo>
                <a:cubicBezTo>
                  <a:pt x="1647083" y="121987"/>
                  <a:pt x="1642905" y="108814"/>
                  <a:pt x="1642905" y="91911"/>
                </a:cubicBezTo>
                <a:cubicBezTo>
                  <a:pt x="1642905" y="74623"/>
                  <a:pt x="1646970" y="61482"/>
                  <a:pt x="1655102" y="52486"/>
                </a:cubicBezTo>
                <a:cubicBezTo>
                  <a:pt x="1663233" y="43490"/>
                  <a:pt x="1673510" y="38992"/>
                  <a:pt x="1685931" y="38992"/>
                </a:cubicBezTo>
                <a:cubicBezTo>
                  <a:pt x="1697328" y="38992"/>
                  <a:pt x="1707188" y="43730"/>
                  <a:pt x="1715511" y="53206"/>
                </a:cubicBezTo>
                <a:lnTo>
                  <a:pt x="1715511" y="2497"/>
                </a:lnTo>
                <a:lnTo>
                  <a:pt x="1742498" y="2497"/>
                </a:lnTo>
                <a:lnTo>
                  <a:pt x="1742498" y="143292"/>
                </a:lnTo>
                <a:moveTo>
                  <a:pt x="1670468" y="90137"/>
                </a:moveTo>
                <a:cubicBezTo>
                  <a:pt x="1670468" y="101005"/>
                  <a:pt x="1671973" y="108869"/>
                  <a:pt x="1674982" y="113727"/>
                </a:cubicBezTo>
                <a:cubicBezTo>
                  <a:pt x="1679336" y="120760"/>
                  <a:pt x="1685419" y="124276"/>
                  <a:pt x="1693230" y="124276"/>
                </a:cubicBezTo>
                <a:cubicBezTo>
                  <a:pt x="1699440" y="124276"/>
                  <a:pt x="1704723" y="121639"/>
                  <a:pt x="1709076" y="116365"/>
                </a:cubicBezTo>
                <a:cubicBezTo>
                  <a:pt x="1713430" y="111091"/>
                  <a:pt x="1715607" y="103211"/>
                  <a:pt x="1715607" y="92727"/>
                </a:cubicBezTo>
                <a:cubicBezTo>
                  <a:pt x="1715607" y="81026"/>
                  <a:pt x="1713494" y="72602"/>
                  <a:pt x="1709269" y="67456"/>
                </a:cubicBezTo>
                <a:cubicBezTo>
                  <a:pt x="1705043" y="62310"/>
                  <a:pt x="1699633" y="59737"/>
                  <a:pt x="1693038" y="59737"/>
                </a:cubicBezTo>
                <a:cubicBezTo>
                  <a:pt x="1686635" y="59737"/>
                  <a:pt x="1681273" y="62278"/>
                  <a:pt x="1676951" y="67360"/>
                </a:cubicBezTo>
                <a:cubicBezTo>
                  <a:pt x="1672629" y="72442"/>
                  <a:pt x="1670468" y="80035"/>
                  <a:pt x="1670468" y="90137"/>
                </a:cubicBezTo>
                <a:close/>
                <a:moveTo>
                  <a:pt x="1828158" y="110830"/>
                </a:moveTo>
                <a:lnTo>
                  <a:pt x="1855049" y="115440"/>
                </a:lnTo>
                <a:cubicBezTo>
                  <a:pt x="1851592" y="125268"/>
                  <a:pt x="1846134" y="132752"/>
                  <a:pt x="1838675" y="137890"/>
                </a:cubicBezTo>
                <a:cubicBezTo>
                  <a:pt x="1831215" y="143028"/>
                  <a:pt x="1821884" y="145597"/>
                  <a:pt x="1810679" y="145597"/>
                </a:cubicBezTo>
                <a:cubicBezTo>
                  <a:pt x="1792943" y="145597"/>
                  <a:pt x="1779818" y="139803"/>
                  <a:pt x="1771302" y="128214"/>
                </a:cubicBezTo>
                <a:cubicBezTo>
                  <a:pt x="1764580" y="118930"/>
                  <a:pt x="1761218" y="107213"/>
                  <a:pt x="1761218" y="93063"/>
                </a:cubicBezTo>
                <a:cubicBezTo>
                  <a:pt x="1761218" y="76160"/>
                  <a:pt x="1765636" y="62922"/>
                  <a:pt x="1774472" y="53350"/>
                </a:cubicBezTo>
                <a:cubicBezTo>
                  <a:pt x="1783307" y="43778"/>
                  <a:pt x="1794480" y="38992"/>
                  <a:pt x="1807990" y="38992"/>
                </a:cubicBezTo>
                <a:cubicBezTo>
                  <a:pt x="1823164" y="38992"/>
                  <a:pt x="1835137" y="44002"/>
                  <a:pt x="1843909" y="54023"/>
                </a:cubicBezTo>
                <a:cubicBezTo>
                  <a:pt x="1852680" y="64043"/>
                  <a:pt x="1856874" y="79393"/>
                  <a:pt x="1856490" y="100074"/>
                </a:cubicBezTo>
                <a:lnTo>
                  <a:pt x="1788878" y="100074"/>
                </a:lnTo>
                <a:cubicBezTo>
                  <a:pt x="1789070" y="108077"/>
                  <a:pt x="1791247" y="114304"/>
                  <a:pt x="1795408" y="118754"/>
                </a:cubicBezTo>
                <a:cubicBezTo>
                  <a:pt x="1799570" y="123204"/>
                  <a:pt x="1804756" y="125429"/>
                  <a:pt x="1810967" y="125429"/>
                </a:cubicBezTo>
                <a:cubicBezTo>
                  <a:pt x="1815193" y="125429"/>
                  <a:pt x="1818746" y="124276"/>
                  <a:pt x="1821627" y="121971"/>
                </a:cubicBezTo>
                <a:cubicBezTo>
                  <a:pt x="1824509" y="119666"/>
                  <a:pt x="1826686" y="115953"/>
                  <a:pt x="1828158" y="110830"/>
                </a:cubicBezTo>
                <a:moveTo>
                  <a:pt x="1829695" y="83555"/>
                </a:moveTo>
                <a:cubicBezTo>
                  <a:pt x="1829503" y="75776"/>
                  <a:pt x="1827486" y="69861"/>
                  <a:pt x="1823644" y="65812"/>
                </a:cubicBezTo>
                <a:cubicBezTo>
                  <a:pt x="1819803" y="61762"/>
                  <a:pt x="1815129" y="59737"/>
                  <a:pt x="1809622" y="59737"/>
                </a:cubicBezTo>
                <a:cubicBezTo>
                  <a:pt x="1803732" y="59737"/>
                  <a:pt x="1798866" y="61873"/>
                  <a:pt x="1795024" y="66145"/>
                </a:cubicBezTo>
                <a:cubicBezTo>
                  <a:pt x="1791183" y="70418"/>
                  <a:pt x="1789294" y="76222"/>
                  <a:pt x="1789358" y="83555"/>
                </a:cubicBezTo>
                <a:lnTo>
                  <a:pt x="1829695" y="83555"/>
                </a:lnTo>
                <a:close/>
                <a:moveTo>
                  <a:pt x="1904328" y="143292"/>
                </a:moveTo>
                <a:lnTo>
                  <a:pt x="1877340" y="143292"/>
                </a:lnTo>
                <a:lnTo>
                  <a:pt x="1877340" y="41297"/>
                </a:lnTo>
                <a:lnTo>
                  <a:pt x="1902407" y="41297"/>
                </a:lnTo>
                <a:lnTo>
                  <a:pt x="1902407" y="55799"/>
                </a:lnTo>
                <a:cubicBezTo>
                  <a:pt x="1906697" y="48949"/>
                  <a:pt x="1910554" y="44435"/>
                  <a:pt x="1913980" y="42258"/>
                </a:cubicBezTo>
                <a:cubicBezTo>
                  <a:pt x="1917405" y="40081"/>
                  <a:pt x="1921295" y="38992"/>
                  <a:pt x="1925649" y="38992"/>
                </a:cubicBezTo>
                <a:cubicBezTo>
                  <a:pt x="1931795" y="38992"/>
                  <a:pt x="1937718" y="40689"/>
                  <a:pt x="1943416" y="44082"/>
                </a:cubicBezTo>
                <a:lnTo>
                  <a:pt x="1935061" y="67612"/>
                </a:lnTo>
                <a:cubicBezTo>
                  <a:pt x="1930515" y="64667"/>
                  <a:pt x="1926289" y="63194"/>
                  <a:pt x="1922383" y="63194"/>
                </a:cubicBezTo>
                <a:cubicBezTo>
                  <a:pt x="1918606" y="63194"/>
                  <a:pt x="1915404" y="64235"/>
                  <a:pt x="1912779" y="66316"/>
                </a:cubicBezTo>
                <a:cubicBezTo>
                  <a:pt x="1910154" y="68397"/>
                  <a:pt x="1908089" y="72158"/>
                  <a:pt x="1906585" y="77601"/>
                </a:cubicBezTo>
                <a:cubicBezTo>
                  <a:pt x="1905080" y="83043"/>
                  <a:pt x="1904328" y="94440"/>
                  <a:pt x="1904328" y="111791"/>
                </a:cubicBezTo>
                <a:lnTo>
                  <a:pt x="1904328" y="143292"/>
                </a:lnTo>
                <a:close/>
                <a:moveTo>
                  <a:pt x="1945537" y="114288"/>
                </a:moveTo>
                <a:lnTo>
                  <a:pt x="1972620" y="110062"/>
                </a:lnTo>
                <a:cubicBezTo>
                  <a:pt x="1973773" y="115280"/>
                  <a:pt x="1976110" y="119242"/>
                  <a:pt x="1979631" y="121947"/>
                </a:cubicBezTo>
                <a:cubicBezTo>
                  <a:pt x="1983152" y="124652"/>
                  <a:pt x="1988083" y="126005"/>
                  <a:pt x="1994421" y="126005"/>
                </a:cubicBezTo>
                <a:cubicBezTo>
                  <a:pt x="2001400" y="126005"/>
                  <a:pt x="2006650" y="124726"/>
                  <a:pt x="2010172" y="122169"/>
                </a:cubicBezTo>
                <a:cubicBezTo>
                  <a:pt x="2012541" y="120378"/>
                  <a:pt x="2013725" y="117980"/>
                  <a:pt x="2013725" y="114975"/>
                </a:cubicBezTo>
                <a:cubicBezTo>
                  <a:pt x="2013725" y="112928"/>
                  <a:pt x="2013085" y="111234"/>
                  <a:pt x="2011804" y="109891"/>
                </a:cubicBezTo>
                <a:cubicBezTo>
                  <a:pt x="2010460" y="108612"/>
                  <a:pt x="2007451" y="107430"/>
                  <a:pt x="2002777" y="106344"/>
                </a:cubicBezTo>
                <a:cubicBezTo>
                  <a:pt x="1981008" y="101550"/>
                  <a:pt x="1967210" y="97170"/>
                  <a:pt x="1961383" y="93204"/>
                </a:cubicBezTo>
                <a:cubicBezTo>
                  <a:pt x="1953316" y="87702"/>
                  <a:pt x="1949282" y="80058"/>
                  <a:pt x="1949282" y="70271"/>
                </a:cubicBezTo>
                <a:cubicBezTo>
                  <a:pt x="1949282" y="61444"/>
                  <a:pt x="1952772" y="54024"/>
                  <a:pt x="1959751" y="48011"/>
                </a:cubicBezTo>
                <a:cubicBezTo>
                  <a:pt x="1966730" y="41999"/>
                  <a:pt x="1977550" y="38992"/>
                  <a:pt x="1992212" y="38992"/>
                </a:cubicBezTo>
                <a:cubicBezTo>
                  <a:pt x="2006170" y="38992"/>
                  <a:pt x="2016542" y="41257"/>
                  <a:pt x="2023329" y="45787"/>
                </a:cubicBezTo>
                <a:cubicBezTo>
                  <a:pt x="2030116" y="50317"/>
                  <a:pt x="2034790" y="57016"/>
                  <a:pt x="2037351" y="65884"/>
                </a:cubicBezTo>
                <a:lnTo>
                  <a:pt x="2011901" y="70686"/>
                </a:lnTo>
                <a:cubicBezTo>
                  <a:pt x="2010812" y="66716"/>
                  <a:pt x="2008747" y="63675"/>
                  <a:pt x="2005706" y="61562"/>
                </a:cubicBezTo>
                <a:cubicBezTo>
                  <a:pt x="2002665" y="59449"/>
                  <a:pt x="1998327" y="58392"/>
                  <a:pt x="1992692" y="58392"/>
                </a:cubicBezTo>
                <a:cubicBezTo>
                  <a:pt x="1985585" y="58392"/>
                  <a:pt x="1980495" y="59384"/>
                  <a:pt x="1977422" y="61367"/>
                </a:cubicBezTo>
                <a:cubicBezTo>
                  <a:pt x="1975373" y="62771"/>
                  <a:pt x="1974349" y="64593"/>
                  <a:pt x="1974349" y="66832"/>
                </a:cubicBezTo>
                <a:cubicBezTo>
                  <a:pt x="1974349" y="68749"/>
                  <a:pt x="1975245" y="70378"/>
                  <a:pt x="1977038" y="71721"/>
                </a:cubicBezTo>
                <a:cubicBezTo>
                  <a:pt x="1979471" y="73512"/>
                  <a:pt x="1987874" y="76038"/>
                  <a:pt x="2002248" y="79299"/>
                </a:cubicBezTo>
                <a:cubicBezTo>
                  <a:pt x="2016622" y="82561"/>
                  <a:pt x="2026659" y="86561"/>
                  <a:pt x="2032357" y="91301"/>
                </a:cubicBezTo>
                <a:cubicBezTo>
                  <a:pt x="2037991" y="96107"/>
                  <a:pt x="2040809" y="102802"/>
                  <a:pt x="2040809" y="111386"/>
                </a:cubicBezTo>
                <a:cubicBezTo>
                  <a:pt x="2040809" y="120740"/>
                  <a:pt x="2036903" y="128780"/>
                  <a:pt x="2029092" y="135507"/>
                </a:cubicBezTo>
                <a:cubicBezTo>
                  <a:pt x="2021280" y="142234"/>
                  <a:pt x="2009724" y="145597"/>
                  <a:pt x="1994421" y="145597"/>
                </a:cubicBezTo>
                <a:cubicBezTo>
                  <a:pt x="1980527" y="145597"/>
                  <a:pt x="1969531" y="142789"/>
                  <a:pt x="1961431" y="137172"/>
                </a:cubicBezTo>
                <a:cubicBezTo>
                  <a:pt x="1953332" y="131554"/>
                  <a:pt x="1948034" y="123926"/>
                  <a:pt x="1945537" y="1142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5dcb37ad14123"/>
          <a:stretch xmlns:a="http://schemas.openxmlformats.org/drawingml/2006/main"/>
        </p:blipFill>
        <p:spPr>
          <a:xfrm xmlns:a="http://schemas.openxmlformats.org/drawingml/2006/main">
            <a:off x="3527988" y="1417206"/>
            <a:ext cx="1898297" cy="2151879"/>
          </a:xfrm>
          <a:prstGeom xmlns:a="http://schemas.openxmlformats.org/drawingml/2006/main" prst="rect">
            <a:avLst/>
          </a:prstGeom>
        </p:spPr>
      </p:pic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13D5ED-A9FF-4F7C-B815-74645163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448" y="1556626"/>
            <a:ext cx="287651" cy="274794"/>
          </a:xfrm>
          <a:custGeom xmlns:a="http://schemas.openxmlformats.org/drawingml/2006/main">
            <a:pathLst>
              <a:path w="287651" h="274794" fill="none">
                <a:moveTo>
                  <a:pt x="0" y="0"/>
                </a:moveTo>
                <a:lnTo>
                  <a:pt x="287651" y="274794"/>
                </a:lnTo>
              </a:path>
            </a:pathLst>
          </a:custGeom>
          <a:noFill xmlns:a="http://schemas.openxmlformats.org/drawingml/2006/main"/>
          <a:ln xmlns:a="http://schemas.openxmlformats.org/drawingml/2006/main" w="28099" cap="rnd">
            <a:solidFill>
              <a:srgbClr val="000000"/>
            </a:solidFill>
            <a:round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ECC718-9814-4023-8B0E-9A8BEABB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808" y="1807040"/>
            <a:ext cx="88308" cy="86492"/>
          </a:xfrm>
          <a:custGeom xmlns:a="http://schemas.openxmlformats.org/drawingml/2006/main">
            <a:pathLst>
              <a:path w="88308" h="86492">
                <a:moveTo>
                  <a:pt x="88308" y="86492"/>
                </a:moveTo>
                <a:lnTo>
                  <a:pt x="46583" y="0"/>
                </a:lnTo>
                <a:lnTo>
                  <a:pt x="0" y="48762"/>
                </a:lnTo>
                <a:lnTo>
                  <a:pt x="88308" y="86492"/>
                </a:lnTo>
                <a:close/>
                <a:moveTo>
                  <a:pt x="88308" y="864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59DAD0-F32A-4012-B13E-1F74544B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808" y="1807039"/>
            <a:ext cx="88308" cy="86492"/>
          </a:xfrm>
          <a:custGeom xmlns:a="http://schemas.openxmlformats.org/drawingml/2006/main">
            <a:pathLst>
              <a:path w="88308" h="86492" fill="none">
                <a:moveTo>
                  <a:pt x="88308" y="86492"/>
                </a:moveTo>
                <a:lnTo>
                  <a:pt x="46583" y="0"/>
                </a:lnTo>
                <a:lnTo>
                  <a:pt x="0" y="48762"/>
                </a:lnTo>
                <a:lnTo>
                  <a:pt x="88308" y="86492"/>
                </a:lnTo>
                <a:close/>
                <a:moveTo>
                  <a:pt x="88308" y="86492"/>
                </a:moveTo>
              </a:path>
            </a:pathLst>
          </a:custGeom>
          <a:noFill xmlns:a="http://schemas.openxmlformats.org/drawingml/2006/main"/>
          <a:ln xmlns:a="http://schemas.openxmlformats.org/drawingml/2006/main" w="28099" cap="flat">
            <a:solidFill>
              <a:srgbClr val="000000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F0419-F515-4516-A8B8-A902014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102" y="2378787"/>
            <a:ext cx="30580" cy="91802"/>
          </a:xfrm>
          <a:custGeom xmlns:a="http://schemas.openxmlformats.org/drawingml/2006/main">
            <a:pathLst>
              <a:path w="30580" h="91802" fill="none">
                <a:moveTo>
                  <a:pt x="30580" y="0"/>
                </a:moveTo>
                <a:lnTo>
                  <a:pt x="0" y="91802"/>
                </a:lnTo>
              </a:path>
            </a:pathLst>
          </a:custGeom>
          <a:noFill xmlns:a="http://schemas.openxmlformats.org/drawingml/2006/main"/>
          <a:ln xmlns:a="http://schemas.openxmlformats.org/drawingml/2006/main" w="28099" cap="rnd">
            <a:solidFill>
              <a:srgbClr val="B1001C"/>
            </a:solidFill>
            <a:round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7AEB9D-33FF-4959-8C99-C948C4E8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112" y="2459935"/>
            <a:ext cx="63981" cy="95963"/>
          </a:xfrm>
          <a:custGeom xmlns:a="http://schemas.openxmlformats.org/drawingml/2006/main">
            <a:pathLst>
              <a:path w="63981" h="95963">
                <a:moveTo>
                  <a:pt x="3574" y="95963"/>
                </a:moveTo>
                <a:lnTo>
                  <a:pt x="63981" y="21312"/>
                </a:lnTo>
                <a:lnTo>
                  <a:pt x="0" y="0"/>
                </a:lnTo>
                <a:lnTo>
                  <a:pt x="3574" y="95963"/>
                </a:lnTo>
                <a:close/>
                <a:moveTo>
                  <a:pt x="3574" y="95963"/>
                </a:moveTo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4CE9CB-07B4-4FAF-8522-A5F1CA2D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112" y="2459934"/>
            <a:ext cx="63981" cy="95963"/>
          </a:xfrm>
          <a:custGeom xmlns:a="http://schemas.openxmlformats.org/drawingml/2006/main">
            <a:pathLst>
              <a:path w="63981" h="95963" fill="none">
                <a:moveTo>
                  <a:pt x="3574" y="95963"/>
                </a:moveTo>
                <a:lnTo>
                  <a:pt x="63981" y="21312"/>
                </a:lnTo>
                <a:lnTo>
                  <a:pt x="0" y="0"/>
                </a:lnTo>
                <a:lnTo>
                  <a:pt x="3574" y="95963"/>
                </a:lnTo>
                <a:close/>
                <a:moveTo>
                  <a:pt x="3574" y="95963"/>
                </a:moveTo>
              </a:path>
            </a:pathLst>
          </a:custGeom>
          <a:noFill xmlns:a="http://schemas.openxmlformats.org/drawingml/2006/main"/>
          <a:ln xmlns:a="http://schemas.openxmlformats.org/drawingml/2006/main" w="28099" cap="flat">
            <a:solidFill>
              <a:srgbClr val="B1001C"/>
            </a:solidFill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1490C5-14A1-49BA-9CFD-A6113C38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041" y="2197690"/>
            <a:ext cx="165101" cy="284074"/>
          </a:xfrm>
          <a:custGeom xmlns:a="http://schemas.openxmlformats.org/drawingml/2006/main">
            <a:pathLst>
              <a:path w="165101" h="284074" fill="none">
                <a:moveTo>
                  <a:pt x="0" y="0"/>
                </a:moveTo>
                <a:lnTo>
                  <a:pt x="165101" y="284074"/>
                </a:lnTo>
              </a:path>
            </a:pathLst>
          </a:custGeom>
          <a:noFill xmlns:a="http://schemas.openxmlformats.org/drawingml/2006/main"/>
          <a:ln xmlns:a="http://schemas.openxmlformats.org/drawingml/2006/main" w="28099" cap="rnd">
            <a:solidFill>
              <a:srgbClr val="B1001C"/>
            </a:solidFill>
            <a:round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E5DDA-3EBD-4693-90F8-3210328D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989" y="2464822"/>
            <a:ext cx="74334" cy="94683"/>
          </a:xfrm>
          <a:custGeom xmlns:a="http://schemas.openxmlformats.org/drawingml/2006/main">
            <a:pathLst>
              <a:path w="74334" h="94683">
                <a:moveTo>
                  <a:pt x="74334" y="94683"/>
                </a:moveTo>
                <a:lnTo>
                  <a:pt x="58305" y="0"/>
                </a:lnTo>
                <a:lnTo>
                  <a:pt x="0" y="33886"/>
                </a:lnTo>
                <a:lnTo>
                  <a:pt x="74334" y="94683"/>
                </a:lnTo>
                <a:close/>
                <a:moveTo>
                  <a:pt x="74334" y="94683"/>
                </a:moveTo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196E46-3971-4F5B-B802-E9EEFC61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989" y="2464821"/>
            <a:ext cx="74334" cy="94683"/>
          </a:xfrm>
          <a:custGeom xmlns:a="http://schemas.openxmlformats.org/drawingml/2006/main">
            <a:pathLst>
              <a:path w="74334" h="94683" fill="none">
                <a:moveTo>
                  <a:pt x="74334" y="94683"/>
                </a:moveTo>
                <a:lnTo>
                  <a:pt x="58305" y="0"/>
                </a:lnTo>
                <a:lnTo>
                  <a:pt x="0" y="33886"/>
                </a:lnTo>
                <a:lnTo>
                  <a:pt x="74334" y="94683"/>
                </a:lnTo>
                <a:close/>
                <a:moveTo>
                  <a:pt x="74334" y="94683"/>
                </a:moveTo>
              </a:path>
            </a:pathLst>
          </a:custGeom>
          <a:noFill xmlns:a="http://schemas.openxmlformats.org/drawingml/2006/main"/>
          <a:ln xmlns:a="http://schemas.openxmlformats.org/drawingml/2006/main" w="28099" cap="flat">
            <a:solidFill>
              <a:srgbClr val="B1001C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DB86A2-E09D-4ACD-BB74-2AE1545D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697" y="2856239"/>
            <a:ext cx="415014" cy="58683"/>
          </a:xfrm>
          <a:custGeom xmlns:a="http://schemas.openxmlformats.org/drawingml/2006/main">
            <a:pathLst>
              <a:path w="415014" h="58683" fill="none">
                <a:moveTo>
                  <a:pt x="0" y="58683"/>
                </a:moveTo>
                <a:lnTo>
                  <a:pt x="4150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099" cap="rnd">
            <a:solidFill>
              <a:srgbClr val="B1001C"/>
            </a:solidFill>
            <a:round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487374-A7FB-49B6-BA3F-3F3D4499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990" y="2822853"/>
            <a:ext cx="93750" cy="66772"/>
          </a:xfrm>
          <a:custGeom xmlns:a="http://schemas.openxmlformats.org/drawingml/2006/main">
            <a:pathLst>
              <a:path w="93750" h="66772">
                <a:moveTo>
                  <a:pt x="93750" y="20797"/>
                </a:moveTo>
                <a:lnTo>
                  <a:pt x="0" y="0"/>
                </a:lnTo>
                <a:lnTo>
                  <a:pt x="9441" y="66772"/>
                </a:lnTo>
                <a:lnTo>
                  <a:pt x="93750" y="20797"/>
                </a:lnTo>
                <a:close/>
                <a:moveTo>
                  <a:pt x="93750" y="20797"/>
                </a:moveTo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B37687-267F-4AA3-919B-48323D75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990" y="2822853"/>
            <a:ext cx="93750" cy="66772"/>
          </a:xfrm>
          <a:custGeom xmlns:a="http://schemas.openxmlformats.org/drawingml/2006/main">
            <a:pathLst>
              <a:path w="93750" h="66772" fill="none">
                <a:moveTo>
                  <a:pt x="93750" y="20797"/>
                </a:moveTo>
                <a:lnTo>
                  <a:pt x="0" y="0"/>
                </a:lnTo>
                <a:lnTo>
                  <a:pt x="9441" y="66772"/>
                </a:lnTo>
                <a:lnTo>
                  <a:pt x="93750" y="20797"/>
                </a:lnTo>
                <a:close/>
                <a:moveTo>
                  <a:pt x="93750" y="20797"/>
                </a:moveTo>
              </a:path>
            </a:pathLst>
          </a:custGeom>
          <a:noFill xmlns:a="http://schemas.openxmlformats.org/drawingml/2006/main"/>
          <a:ln xmlns:a="http://schemas.openxmlformats.org/drawingml/2006/main" w="28099" cap="flat">
            <a:solidFill>
              <a:srgbClr val="B1001C"/>
            </a:solidFill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B72AE3-4A65-40FB-91D2-37B59D8C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818" y="1874390"/>
            <a:ext cx="235973" cy="555360"/>
          </a:xfrm>
          <a:custGeom xmlns:a="http://schemas.openxmlformats.org/drawingml/2006/main">
            <a:pathLst>
              <a:path w="235973" h="555360" fill="none">
                <a:moveTo>
                  <a:pt x="0" y="555360"/>
                </a:moveTo>
                <a:lnTo>
                  <a:pt x="2359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099" cap="rnd">
            <a:solidFill>
              <a:srgbClr val="B1001C"/>
            </a:solidFill>
            <a:round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30CBE-D0ED-4A5C-8A92-4F7EF23D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757" y="1791635"/>
            <a:ext cx="66196" cy="95941"/>
          </a:xfrm>
          <a:custGeom xmlns:a="http://schemas.openxmlformats.org/drawingml/2006/main">
            <a:pathLst>
              <a:path w="66196" h="95941">
                <a:moveTo>
                  <a:pt x="66196" y="0"/>
                </a:moveTo>
                <a:lnTo>
                  <a:pt x="0" y="69569"/>
                </a:lnTo>
                <a:lnTo>
                  <a:pt x="62066" y="95941"/>
                </a:lnTo>
                <a:lnTo>
                  <a:pt x="66196" y="0"/>
                </a:lnTo>
                <a:close/>
                <a:moveTo>
                  <a:pt x="66196" y="0"/>
                </a:moveTo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5D0740-38EA-4143-921D-DEBE37F7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5757" y="1791635"/>
            <a:ext cx="66196" cy="95941"/>
          </a:xfrm>
          <a:custGeom xmlns:a="http://schemas.openxmlformats.org/drawingml/2006/main">
            <a:pathLst>
              <a:path w="66196" h="95941" fill="none">
                <a:moveTo>
                  <a:pt x="66196" y="0"/>
                </a:moveTo>
                <a:lnTo>
                  <a:pt x="0" y="69569"/>
                </a:lnTo>
                <a:lnTo>
                  <a:pt x="62066" y="95941"/>
                </a:lnTo>
                <a:lnTo>
                  <a:pt x="66196" y="0"/>
                </a:lnTo>
                <a:close/>
                <a:moveTo>
                  <a:pt x="6619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8099" cap="flat">
            <a:solidFill>
              <a:srgbClr val="B1001C"/>
            </a:solidFill>
            <a:miter/>
          </a:ln>
        </p:spPr>
      </p:sp>
      <p:pic>
        <p:nvPicPr>
          <p:cNvPr id="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1788d018a431c"/>
          <a:stretch xmlns:a="http://schemas.openxmlformats.org/drawingml/2006/main"/>
        </p:blipFill>
        <p:spPr>
          <a:xfrm xmlns:a="http://schemas.openxmlformats.org/drawingml/2006/main">
            <a:off x="7593868" y="1365357"/>
            <a:ext cx="1221320" cy="1851679"/>
          </a:xfrm>
          <a:prstGeom xmlns:a="http://schemas.openxmlformats.org/drawingml/2006/main" prst="rect">
            <a:avLst/>
          </a:prstGeom>
        </p:spPr>
      </p:pic>
      <p:pic>
        <p:nvPicPr>
          <p:cNvPr id="3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b4fbacd59440f"/>
          <a:stretch xmlns:a="http://schemas.openxmlformats.org/drawingml/2006/main"/>
        </p:blipFill>
        <p:spPr>
          <a:xfrm xmlns:a="http://schemas.openxmlformats.org/drawingml/2006/main">
            <a:off x="9767588" y="1485386"/>
            <a:ext cx="477094" cy="598601"/>
          </a:xfrm>
          <a:prstGeom xmlns:a="http://schemas.openxmlformats.org/drawingml/2006/main" prst="rect">
            <a:avLst/>
          </a:prstGeom>
        </p:spPr>
      </p:pic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38ADD-C7A2-4643-88C1-790159C2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362" y="1796720"/>
            <a:ext cx="81066" cy="126017"/>
          </a:xfrm>
          <a:custGeom xmlns:a="http://schemas.openxmlformats.org/drawingml/2006/main">
            <a:pathLst>
              <a:path w="81066" h="126017">
                <a:moveTo>
                  <a:pt x="0" y="126017"/>
                </a:moveTo>
                <a:lnTo>
                  <a:pt x="81066" y="126017"/>
                </a:lnTo>
                <a:lnTo>
                  <a:pt x="81066" y="0"/>
                </a:lnTo>
                <a:lnTo>
                  <a:pt x="0" y="0"/>
                </a:lnTo>
                <a:lnTo>
                  <a:pt x="0" y="12601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61935B-5ABE-461C-8118-74589A7E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766" y="1699850"/>
            <a:ext cx="105412" cy="172686"/>
          </a:xfrm>
          <a:custGeom xmlns:a="http://schemas.openxmlformats.org/drawingml/2006/main">
            <a:pathLst>
              <a:path w="105412" h="172686">
                <a:moveTo>
                  <a:pt x="0" y="12682"/>
                </a:moveTo>
                <a:lnTo>
                  <a:pt x="80067" y="0"/>
                </a:lnTo>
                <a:lnTo>
                  <a:pt x="105412" y="160004"/>
                </a:lnTo>
                <a:lnTo>
                  <a:pt x="25345" y="172686"/>
                </a:lnTo>
                <a:lnTo>
                  <a:pt x="0" y="12682"/>
                </a:lnTo>
                <a:close/>
                <a:moveTo>
                  <a:pt x="0" y="1268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4fc87afed40d9"/>
          <a:stretch xmlns:a="http://schemas.openxmlformats.org/drawingml/2006/main"/>
        </p:blipFill>
        <p:spPr>
          <a:xfrm xmlns:a="http://schemas.openxmlformats.org/drawingml/2006/main">
            <a:off x="8784807" y="1477317"/>
            <a:ext cx="857883" cy="651422"/>
          </a:xfrm>
          <a:prstGeom xmlns:a="http://schemas.openxmlformats.org/drawingml/2006/main" prst="rect">
            <a:avLst/>
          </a:prstGeom>
        </p:spPr>
      </p:pic>
      <p:pic>
        <p:nvPicPr>
          <p:cNvPr id="3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8aa178c4f4fd9"/>
          <a:stretch xmlns:a="http://schemas.openxmlformats.org/drawingml/2006/main"/>
        </p:blipFill>
        <p:spPr>
          <a:xfrm xmlns:a="http://schemas.openxmlformats.org/drawingml/2006/main">
            <a:off x="9664308" y="2453376"/>
            <a:ext cx="523621" cy="655867"/>
          </a:xfrm>
          <a:prstGeom xmlns:a="http://schemas.openxmlformats.org/drawingml/2006/main" prst="rect">
            <a:avLst/>
          </a:prstGeom>
        </p:spPr>
      </p:pic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1AAD32-3E5A-433B-8201-1234FE6D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027" y="2794503"/>
            <a:ext cx="88876" cy="138157"/>
          </a:xfrm>
          <a:custGeom xmlns:a="http://schemas.openxmlformats.org/drawingml/2006/main">
            <a:pathLst>
              <a:path w="88876" h="138157">
                <a:moveTo>
                  <a:pt x="0" y="138157"/>
                </a:moveTo>
                <a:lnTo>
                  <a:pt x="88876" y="138157"/>
                </a:lnTo>
                <a:lnTo>
                  <a:pt x="88876" y="0"/>
                </a:lnTo>
                <a:lnTo>
                  <a:pt x="0" y="0"/>
                </a:lnTo>
                <a:lnTo>
                  <a:pt x="0" y="1381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3B62F-50C9-43D2-9499-D7613A8E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684" y="2688301"/>
            <a:ext cx="115563" cy="189324"/>
          </a:xfrm>
          <a:custGeom xmlns:a="http://schemas.openxmlformats.org/drawingml/2006/main">
            <a:pathLst>
              <a:path w="115563" h="189324">
                <a:moveTo>
                  <a:pt x="0" y="13904"/>
                </a:moveTo>
                <a:lnTo>
                  <a:pt x="87780" y="0"/>
                </a:lnTo>
                <a:lnTo>
                  <a:pt x="115563" y="175420"/>
                </a:lnTo>
                <a:lnTo>
                  <a:pt x="27783" y="189324"/>
                </a:lnTo>
                <a:lnTo>
                  <a:pt x="0" y="13904"/>
                </a:lnTo>
                <a:close/>
                <a:moveTo>
                  <a:pt x="0" y="1390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68be7369c48de"/>
          <a:stretch xmlns:a="http://schemas.openxmlformats.org/drawingml/2006/main"/>
        </p:blipFill>
        <p:spPr>
          <a:xfrm xmlns:a="http://schemas.openxmlformats.org/drawingml/2006/main">
            <a:off x="8964869" y="2345584"/>
            <a:ext cx="641813" cy="871452"/>
          </a:xfrm>
          <a:prstGeom xmlns:a="http://schemas.openxmlformats.org/drawingml/2006/main" prst="rect">
            <a:avLst/>
          </a:prstGeom>
        </p:spPr>
      </p:pic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CFD82A-F241-4390-947C-5A648D12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58" y="53678"/>
            <a:ext cx="2542512" cy="3862114"/>
          </a:xfrm>
          <a:custGeom xmlns:a="http://schemas.openxmlformats.org/drawingml/2006/main">
            <a:pathLst>
              <a:path w="2542512" h="3862114">
                <a:moveTo>
                  <a:pt x="140493" y="0"/>
                </a:moveTo>
                <a:lnTo>
                  <a:pt x="2402018" y="0"/>
                </a:lnTo>
                <a:cubicBezTo>
                  <a:pt x="2479606" y="0"/>
                  <a:pt x="2542512" y="62901"/>
                  <a:pt x="2542512" y="140493"/>
                </a:cubicBezTo>
                <a:lnTo>
                  <a:pt x="2542512" y="3721621"/>
                </a:lnTo>
                <a:cubicBezTo>
                  <a:pt x="2542512" y="3799213"/>
                  <a:pt x="2479606" y="3862114"/>
                  <a:pt x="2402018" y="3862114"/>
                </a:cubicBezTo>
                <a:lnTo>
                  <a:pt x="140493" y="3862114"/>
                </a:lnTo>
                <a:cubicBezTo>
                  <a:pt x="62899" y="3862114"/>
                  <a:pt x="0" y="3799213"/>
                  <a:pt x="0" y="3721621"/>
                </a:cubicBezTo>
                <a:lnTo>
                  <a:pt x="0" y="140493"/>
                </a:lnTo>
                <a:cubicBezTo>
                  <a:pt x="0" y="62901"/>
                  <a:pt x="62899" y="0"/>
                  <a:pt x="140493" y="0"/>
                </a:cubicBezTo>
                <a:close/>
                <a:moveTo>
                  <a:pt x="140493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B1B47C-016C-4879-9274-9F3856AC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58" y="53678"/>
            <a:ext cx="2542512" cy="3862114"/>
          </a:xfrm>
          <a:custGeom xmlns:a="http://schemas.openxmlformats.org/drawingml/2006/main">
            <a:pathLst>
              <a:path w="2542512" h="3862114" fill="none">
                <a:moveTo>
                  <a:pt x="140493" y="0"/>
                </a:moveTo>
                <a:lnTo>
                  <a:pt x="2402018" y="0"/>
                </a:lnTo>
                <a:cubicBezTo>
                  <a:pt x="2479606" y="0"/>
                  <a:pt x="2542512" y="62901"/>
                  <a:pt x="2542512" y="140493"/>
                </a:cubicBezTo>
                <a:lnTo>
                  <a:pt x="2542512" y="3721621"/>
                </a:lnTo>
                <a:cubicBezTo>
                  <a:pt x="2542512" y="3799213"/>
                  <a:pt x="2479606" y="3862114"/>
                  <a:pt x="2402018" y="3862114"/>
                </a:cubicBezTo>
                <a:lnTo>
                  <a:pt x="140493" y="3862114"/>
                </a:lnTo>
                <a:cubicBezTo>
                  <a:pt x="62899" y="3862114"/>
                  <a:pt x="0" y="3799213"/>
                  <a:pt x="0" y="3721621"/>
                </a:cubicBezTo>
                <a:lnTo>
                  <a:pt x="0" y="140493"/>
                </a:lnTo>
                <a:cubicBezTo>
                  <a:pt x="0" y="62901"/>
                  <a:pt x="62899" y="0"/>
                  <a:pt x="140493" y="0"/>
                </a:cubicBezTo>
                <a:close/>
                <a:moveTo>
                  <a:pt x="140493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1074" cap="rnd">
            <a:solidFill>
              <a:srgbClr val="000000"/>
            </a:solidFill>
            <a:bevel/>
          </a:ln>
        </p:spPr>
      </p:sp>
      <p:pic>
        <p:nvPicPr>
          <p:cNvPr id="3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163b4c6954fc5"/>
          <a:stretch xmlns:a="http://schemas.openxmlformats.org/drawingml/2006/main"/>
        </p:blipFill>
        <p:spPr>
          <a:xfrm xmlns:a="http://schemas.openxmlformats.org/drawingml/2006/main">
            <a:off x="10409715" y="781498"/>
            <a:ext cx="2474151" cy="1457377"/>
          </a:xfrm>
          <a:prstGeom xmlns:a="http://schemas.openxmlformats.org/drawingml/2006/main" prst="rect">
            <a:avLst/>
          </a:prstGeom>
        </p:spPr>
      </p:pic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A11E3-C6B2-451E-8A84-ACAC7E47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9739" y="1835482"/>
            <a:ext cx="454927" cy="244109"/>
          </a:xfrm>
          <a:custGeom xmlns:a="http://schemas.openxmlformats.org/drawingml/2006/main">
            <a:pathLst>
              <a:path w="454927" h="244109">
                <a:moveTo>
                  <a:pt x="0" y="244109"/>
                </a:moveTo>
                <a:lnTo>
                  <a:pt x="454927" y="244109"/>
                </a:lnTo>
                <a:lnTo>
                  <a:pt x="454927" y="0"/>
                </a:lnTo>
                <a:lnTo>
                  <a:pt x="0" y="0"/>
                </a:lnTo>
                <a:lnTo>
                  <a:pt x="0" y="244109"/>
                </a:lnTo>
                <a:close/>
              </a:path>
            </a:pathLst>
          </a:custGeom>
          <a:solidFill xmlns:a="http://schemas.openxmlformats.org/drawingml/2006/main">
            <a:srgbClr val="D90F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CascadeMisinformation">
            <a:extLst xmlns:a="http://schemas.openxmlformats.org/drawingml/2006/main">
              <a:ext uri="{FF2B5EF4-FFF2-40B4-BE49-F238E27FC236}">
                <a16:creationId xmlns:a16="http://schemas.microsoft.com/office/drawing/2014/main" id="{DA61C5D1-1375-440F-81BD-9399EEB0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756" y="147125"/>
            <a:ext cx="2250827" cy="145789"/>
          </a:xfrm>
          <a:custGeom xmlns:a="http://schemas.openxmlformats.org/drawingml/2006/main">
            <a:pathLst>
              <a:path w="2250827" h="145789">
                <a:moveTo>
                  <a:pt x="95080" y="91430"/>
                </a:moveTo>
                <a:lnTo>
                  <a:pt x="122643" y="100074"/>
                </a:lnTo>
                <a:cubicBezTo>
                  <a:pt x="118418" y="115538"/>
                  <a:pt x="111391" y="127024"/>
                  <a:pt x="101563" y="134531"/>
                </a:cubicBezTo>
                <a:cubicBezTo>
                  <a:pt x="91734" y="142037"/>
                  <a:pt x="79265" y="145789"/>
                  <a:pt x="64155" y="145789"/>
                </a:cubicBezTo>
                <a:cubicBezTo>
                  <a:pt x="45459" y="145789"/>
                  <a:pt x="30093" y="139394"/>
                  <a:pt x="18056" y="126605"/>
                </a:cubicBezTo>
                <a:cubicBezTo>
                  <a:pt x="6019" y="113814"/>
                  <a:pt x="0" y="96327"/>
                  <a:pt x="0" y="74146"/>
                </a:cubicBezTo>
                <a:cubicBezTo>
                  <a:pt x="0" y="50680"/>
                  <a:pt x="6051" y="32457"/>
                  <a:pt x="18152" y="19475"/>
                </a:cubicBezTo>
                <a:cubicBezTo>
                  <a:pt x="30253" y="6492"/>
                  <a:pt x="46163" y="0"/>
                  <a:pt x="65884" y="0"/>
                </a:cubicBezTo>
                <a:cubicBezTo>
                  <a:pt x="83107" y="0"/>
                  <a:pt x="97097" y="5102"/>
                  <a:pt x="107853" y="15306"/>
                </a:cubicBezTo>
                <a:cubicBezTo>
                  <a:pt x="114256" y="21339"/>
                  <a:pt x="119058" y="30003"/>
                  <a:pt x="122259" y="41297"/>
                </a:cubicBezTo>
                <a:lnTo>
                  <a:pt x="94119" y="48020"/>
                </a:lnTo>
                <a:cubicBezTo>
                  <a:pt x="92455" y="40721"/>
                  <a:pt x="88981" y="34959"/>
                  <a:pt x="83699" y="30733"/>
                </a:cubicBezTo>
                <a:cubicBezTo>
                  <a:pt x="78417" y="26507"/>
                  <a:pt x="71998" y="24394"/>
                  <a:pt x="64443" y="24394"/>
                </a:cubicBezTo>
                <a:cubicBezTo>
                  <a:pt x="54007" y="24394"/>
                  <a:pt x="45539" y="28140"/>
                  <a:pt x="39040" y="35631"/>
                </a:cubicBezTo>
                <a:cubicBezTo>
                  <a:pt x="32542" y="43122"/>
                  <a:pt x="29292" y="55255"/>
                  <a:pt x="29292" y="72030"/>
                </a:cubicBezTo>
                <a:cubicBezTo>
                  <a:pt x="29292" y="89830"/>
                  <a:pt x="32494" y="102507"/>
                  <a:pt x="38896" y="110062"/>
                </a:cubicBezTo>
                <a:cubicBezTo>
                  <a:pt x="45299" y="117617"/>
                  <a:pt x="53622" y="121395"/>
                  <a:pt x="63867" y="121395"/>
                </a:cubicBezTo>
                <a:cubicBezTo>
                  <a:pt x="71422" y="121395"/>
                  <a:pt x="77921" y="118987"/>
                  <a:pt x="83363" y="114171"/>
                </a:cubicBezTo>
                <a:cubicBezTo>
                  <a:pt x="88805" y="109353"/>
                  <a:pt x="92711" y="101773"/>
                  <a:pt x="95080" y="91430"/>
                </a:cubicBezTo>
                <a:close/>
                <a:moveTo>
                  <a:pt x="167021" y="72798"/>
                </a:moveTo>
                <a:lnTo>
                  <a:pt x="142530" y="68381"/>
                </a:lnTo>
                <a:cubicBezTo>
                  <a:pt x="145283" y="58390"/>
                  <a:pt x="150021" y="50995"/>
                  <a:pt x="156744" y="46195"/>
                </a:cubicBezTo>
                <a:cubicBezTo>
                  <a:pt x="163467" y="41393"/>
                  <a:pt x="173455" y="38992"/>
                  <a:pt x="186709" y="38992"/>
                </a:cubicBezTo>
                <a:cubicBezTo>
                  <a:pt x="198746" y="38992"/>
                  <a:pt x="207710" y="40417"/>
                  <a:pt x="213600" y="43266"/>
                </a:cubicBezTo>
                <a:cubicBezTo>
                  <a:pt x="219490" y="46115"/>
                  <a:pt x="223636" y="49733"/>
                  <a:pt x="226037" y="54119"/>
                </a:cubicBezTo>
                <a:cubicBezTo>
                  <a:pt x="228438" y="58505"/>
                  <a:pt x="229639" y="66556"/>
                  <a:pt x="229639" y="78273"/>
                </a:cubicBezTo>
                <a:lnTo>
                  <a:pt x="229351" y="109774"/>
                </a:lnTo>
                <a:cubicBezTo>
                  <a:pt x="229351" y="118738"/>
                  <a:pt x="229783" y="125349"/>
                  <a:pt x="230647" y="129606"/>
                </a:cubicBezTo>
                <a:cubicBezTo>
                  <a:pt x="231512" y="133864"/>
                  <a:pt x="233128" y="138426"/>
                  <a:pt x="235497" y="143292"/>
                </a:cubicBezTo>
                <a:lnTo>
                  <a:pt x="208798" y="143292"/>
                </a:lnTo>
                <a:cubicBezTo>
                  <a:pt x="208094" y="141499"/>
                  <a:pt x="207229" y="138842"/>
                  <a:pt x="206205" y="135321"/>
                </a:cubicBezTo>
                <a:cubicBezTo>
                  <a:pt x="205757" y="133720"/>
                  <a:pt x="205437" y="132664"/>
                  <a:pt x="205245" y="132151"/>
                </a:cubicBezTo>
                <a:cubicBezTo>
                  <a:pt x="200635" y="136633"/>
                  <a:pt x="195705" y="139995"/>
                  <a:pt x="190454" y="142236"/>
                </a:cubicBezTo>
                <a:cubicBezTo>
                  <a:pt x="185204" y="144477"/>
                  <a:pt x="179602" y="145597"/>
                  <a:pt x="173647" y="145597"/>
                </a:cubicBezTo>
                <a:cubicBezTo>
                  <a:pt x="163147" y="145597"/>
                  <a:pt x="154871" y="142760"/>
                  <a:pt x="148821" y="137085"/>
                </a:cubicBezTo>
                <a:cubicBezTo>
                  <a:pt x="142770" y="131411"/>
                  <a:pt x="139745" y="124238"/>
                  <a:pt x="139745" y="115566"/>
                </a:cubicBezTo>
                <a:cubicBezTo>
                  <a:pt x="139745" y="109828"/>
                  <a:pt x="141122" y="104712"/>
                  <a:pt x="143875" y="100218"/>
                </a:cubicBezTo>
                <a:cubicBezTo>
                  <a:pt x="146628" y="95722"/>
                  <a:pt x="150486" y="92279"/>
                  <a:pt x="155448" y="89888"/>
                </a:cubicBezTo>
                <a:cubicBezTo>
                  <a:pt x="160410" y="87497"/>
                  <a:pt x="167565" y="85409"/>
                  <a:pt x="176913" y="83624"/>
                </a:cubicBezTo>
                <a:cubicBezTo>
                  <a:pt x="189526" y="81265"/>
                  <a:pt x="198266" y="79065"/>
                  <a:pt x="203132" y="77024"/>
                </a:cubicBezTo>
                <a:lnTo>
                  <a:pt x="203132" y="74305"/>
                </a:lnTo>
                <a:cubicBezTo>
                  <a:pt x="203132" y="69061"/>
                  <a:pt x="201851" y="65322"/>
                  <a:pt x="199290" y="63089"/>
                </a:cubicBezTo>
                <a:cubicBezTo>
                  <a:pt x="196729" y="60854"/>
                  <a:pt x="191895" y="59737"/>
                  <a:pt x="184788" y="59737"/>
                </a:cubicBezTo>
                <a:cubicBezTo>
                  <a:pt x="179986" y="59737"/>
                  <a:pt x="176240" y="60703"/>
                  <a:pt x="173551" y="62636"/>
                </a:cubicBezTo>
                <a:cubicBezTo>
                  <a:pt x="170862" y="64567"/>
                  <a:pt x="168685" y="67954"/>
                  <a:pt x="167021" y="72798"/>
                </a:cubicBezTo>
                <a:moveTo>
                  <a:pt x="203132" y="94696"/>
                </a:moveTo>
                <a:cubicBezTo>
                  <a:pt x="199674" y="95834"/>
                  <a:pt x="194200" y="97195"/>
                  <a:pt x="186709" y="98777"/>
                </a:cubicBezTo>
                <a:cubicBezTo>
                  <a:pt x="179218" y="100358"/>
                  <a:pt x="174320" y="101908"/>
                  <a:pt x="172015" y="103426"/>
                </a:cubicBezTo>
                <a:cubicBezTo>
                  <a:pt x="168493" y="105893"/>
                  <a:pt x="166732" y="109025"/>
                  <a:pt x="166732" y="112820"/>
                </a:cubicBezTo>
                <a:cubicBezTo>
                  <a:pt x="166732" y="116554"/>
                  <a:pt x="168141" y="119781"/>
                  <a:pt x="170958" y="122502"/>
                </a:cubicBezTo>
                <a:cubicBezTo>
                  <a:pt x="173775" y="125221"/>
                  <a:pt x="177361" y="126581"/>
                  <a:pt x="181715" y="126581"/>
                </a:cubicBezTo>
                <a:cubicBezTo>
                  <a:pt x="186581" y="126581"/>
                  <a:pt x="191223" y="124999"/>
                  <a:pt x="195640" y="121836"/>
                </a:cubicBezTo>
                <a:cubicBezTo>
                  <a:pt x="198906" y="119433"/>
                  <a:pt x="201051" y="116491"/>
                  <a:pt x="202075" y="113009"/>
                </a:cubicBezTo>
                <a:cubicBezTo>
                  <a:pt x="202779" y="110732"/>
                  <a:pt x="203132" y="106400"/>
                  <a:pt x="203132" y="100011"/>
                </a:cubicBezTo>
                <a:lnTo>
                  <a:pt x="203132" y="94696"/>
                </a:lnTo>
                <a:close/>
                <a:moveTo>
                  <a:pt x="246743" y="114288"/>
                </a:moveTo>
                <a:lnTo>
                  <a:pt x="273827" y="110062"/>
                </a:lnTo>
                <a:cubicBezTo>
                  <a:pt x="274979" y="115280"/>
                  <a:pt x="277316" y="119242"/>
                  <a:pt x="280837" y="121947"/>
                </a:cubicBezTo>
                <a:cubicBezTo>
                  <a:pt x="284359" y="124652"/>
                  <a:pt x="289289" y="126005"/>
                  <a:pt x="295628" y="126005"/>
                </a:cubicBezTo>
                <a:cubicBezTo>
                  <a:pt x="302607" y="126005"/>
                  <a:pt x="307857" y="124726"/>
                  <a:pt x="311378" y="122169"/>
                </a:cubicBezTo>
                <a:cubicBezTo>
                  <a:pt x="313747" y="120378"/>
                  <a:pt x="314932" y="117980"/>
                  <a:pt x="314932" y="114975"/>
                </a:cubicBezTo>
                <a:cubicBezTo>
                  <a:pt x="314932" y="112928"/>
                  <a:pt x="314291" y="111234"/>
                  <a:pt x="313011" y="109891"/>
                </a:cubicBezTo>
                <a:cubicBezTo>
                  <a:pt x="311666" y="108612"/>
                  <a:pt x="308657" y="107430"/>
                  <a:pt x="303983" y="106344"/>
                </a:cubicBezTo>
                <a:cubicBezTo>
                  <a:pt x="282214" y="101550"/>
                  <a:pt x="268416" y="97170"/>
                  <a:pt x="262590" y="93204"/>
                </a:cubicBezTo>
                <a:cubicBezTo>
                  <a:pt x="254522" y="87702"/>
                  <a:pt x="250489" y="80058"/>
                  <a:pt x="250489" y="70271"/>
                </a:cubicBezTo>
                <a:cubicBezTo>
                  <a:pt x="250489" y="61444"/>
                  <a:pt x="253978" y="54024"/>
                  <a:pt x="260957" y="48011"/>
                </a:cubicBezTo>
                <a:cubicBezTo>
                  <a:pt x="267936" y="41999"/>
                  <a:pt x="278757" y="38992"/>
                  <a:pt x="293419" y="38992"/>
                </a:cubicBezTo>
                <a:cubicBezTo>
                  <a:pt x="307377" y="38992"/>
                  <a:pt x="317749" y="41257"/>
                  <a:pt x="324536" y="45787"/>
                </a:cubicBezTo>
                <a:cubicBezTo>
                  <a:pt x="331323" y="50317"/>
                  <a:pt x="335997" y="57016"/>
                  <a:pt x="338558" y="65884"/>
                </a:cubicBezTo>
                <a:lnTo>
                  <a:pt x="313107" y="70686"/>
                </a:lnTo>
                <a:cubicBezTo>
                  <a:pt x="312019" y="66716"/>
                  <a:pt x="309954" y="63675"/>
                  <a:pt x="306912" y="61562"/>
                </a:cubicBezTo>
                <a:cubicBezTo>
                  <a:pt x="303871" y="59449"/>
                  <a:pt x="299533" y="58392"/>
                  <a:pt x="293899" y="58392"/>
                </a:cubicBezTo>
                <a:cubicBezTo>
                  <a:pt x="286792" y="58392"/>
                  <a:pt x="281702" y="59384"/>
                  <a:pt x="278629" y="61367"/>
                </a:cubicBezTo>
                <a:cubicBezTo>
                  <a:pt x="276580" y="62771"/>
                  <a:pt x="275555" y="64593"/>
                  <a:pt x="275555" y="66832"/>
                </a:cubicBezTo>
                <a:cubicBezTo>
                  <a:pt x="275555" y="68749"/>
                  <a:pt x="276452" y="70378"/>
                  <a:pt x="278244" y="71721"/>
                </a:cubicBezTo>
                <a:cubicBezTo>
                  <a:pt x="280677" y="73512"/>
                  <a:pt x="289081" y="76038"/>
                  <a:pt x="303455" y="79299"/>
                </a:cubicBezTo>
                <a:cubicBezTo>
                  <a:pt x="317829" y="82561"/>
                  <a:pt x="327865" y="86561"/>
                  <a:pt x="333564" y="91301"/>
                </a:cubicBezTo>
                <a:cubicBezTo>
                  <a:pt x="339198" y="96107"/>
                  <a:pt x="342015" y="102802"/>
                  <a:pt x="342015" y="111386"/>
                </a:cubicBezTo>
                <a:cubicBezTo>
                  <a:pt x="342015" y="120740"/>
                  <a:pt x="338109" y="128780"/>
                  <a:pt x="330298" y="135507"/>
                </a:cubicBezTo>
                <a:cubicBezTo>
                  <a:pt x="322487" y="142234"/>
                  <a:pt x="310930" y="145597"/>
                  <a:pt x="295628" y="145597"/>
                </a:cubicBezTo>
                <a:cubicBezTo>
                  <a:pt x="281734" y="145597"/>
                  <a:pt x="270737" y="142789"/>
                  <a:pt x="262638" y="137172"/>
                </a:cubicBezTo>
                <a:cubicBezTo>
                  <a:pt x="254538" y="131554"/>
                  <a:pt x="249240" y="123926"/>
                  <a:pt x="246743" y="114288"/>
                </a:cubicBezTo>
                <a:close/>
                <a:moveTo>
                  <a:pt x="454584" y="71454"/>
                </a:moveTo>
                <a:lnTo>
                  <a:pt x="427980" y="76256"/>
                </a:lnTo>
                <a:cubicBezTo>
                  <a:pt x="427084" y="70974"/>
                  <a:pt x="425051" y="66996"/>
                  <a:pt x="421882" y="64323"/>
                </a:cubicBezTo>
                <a:cubicBezTo>
                  <a:pt x="418712" y="61650"/>
                  <a:pt x="414599" y="60313"/>
                  <a:pt x="409541" y="60313"/>
                </a:cubicBezTo>
                <a:cubicBezTo>
                  <a:pt x="402818" y="60313"/>
                  <a:pt x="397456" y="62627"/>
                  <a:pt x="393454" y="67255"/>
                </a:cubicBezTo>
                <a:cubicBezTo>
                  <a:pt x="389452" y="71883"/>
                  <a:pt x="387451" y="79622"/>
                  <a:pt x="387451" y="90473"/>
                </a:cubicBezTo>
                <a:cubicBezTo>
                  <a:pt x="387451" y="102538"/>
                  <a:pt x="389484" y="111061"/>
                  <a:pt x="393550" y="116041"/>
                </a:cubicBezTo>
                <a:cubicBezTo>
                  <a:pt x="397616" y="121019"/>
                  <a:pt x="403074" y="123508"/>
                  <a:pt x="409925" y="123508"/>
                </a:cubicBezTo>
                <a:cubicBezTo>
                  <a:pt x="415047" y="123508"/>
                  <a:pt x="419241" y="122051"/>
                  <a:pt x="422506" y="119138"/>
                </a:cubicBezTo>
                <a:cubicBezTo>
                  <a:pt x="425771" y="116225"/>
                  <a:pt x="428076" y="111215"/>
                  <a:pt x="429421" y="104108"/>
                </a:cubicBezTo>
                <a:lnTo>
                  <a:pt x="455928" y="108718"/>
                </a:lnTo>
                <a:cubicBezTo>
                  <a:pt x="453175" y="120883"/>
                  <a:pt x="447893" y="130070"/>
                  <a:pt x="440081" y="136281"/>
                </a:cubicBezTo>
                <a:cubicBezTo>
                  <a:pt x="432270" y="142492"/>
                  <a:pt x="421802" y="145597"/>
                  <a:pt x="408676" y="145597"/>
                </a:cubicBezTo>
                <a:cubicBezTo>
                  <a:pt x="393758" y="145597"/>
                  <a:pt x="381865" y="140891"/>
                  <a:pt x="372997" y="131479"/>
                </a:cubicBezTo>
                <a:cubicBezTo>
                  <a:pt x="364130" y="122067"/>
                  <a:pt x="359696" y="109038"/>
                  <a:pt x="359696" y="92391"/>
                </a:cubicBezTo>
                <a:cubicBezTo>
                  <a:pt x="359696" y="75552"/>
                  <a:pt x="364146" y="62442"/>
                  <a:pt x="373045" y="53062"/>
                </a:cubicBezTo>
                <a:cubicBezTo>
                  <a:pt x="381945" y="43682"/>
                  <a:pt x="393982" y="38992"/>
                  <a:pt x="409156" y="38992"/>
                </a:cubicBezTo>
                <a:cubicBezTo>
                  <a:pt x="421578" y="38992"/>
                  <a:pt x="431454" y="41665"/>
                  <a:pt x="438785" y="47012"/>
                </a:cubicBezTo>
                <a:cubicBezTo>
                  <a:pt x="446116" y="52358"/>
                  <a:pt x="451382" y="60505"/>
                  <a:pt x="454584" y="71454"/>
                </a:cubicBezTo>
                <a:close/>
                <a:moveTo>
                  <a:pt x="495218" y="72798"/>
                </a:moveTo>
                <a:lnTo>
                  <a:pt x="470728" y="68381"/>
                </a:lnTo>
                <a:cubicBezTo>
                  <a:pt x="473481" y="58390"/>
                  <a:pt x="478219" y="50995"/>
                  <a:pt x="484942" y="46195"/>
                </a:cubicBezTo>
                <a:cubicBezTo>
                  <a:pt x="491664" y="41393"/>
                  <a:pt x="501653" y="38992"/>
                  <a:pt x="514906" y="38992"/>
                </a:cubicBezTo>
                <a:cubicBezTo>
                  <a:pt x="526943" y="38992"/>
                  <a:pt x="535907" y="40417"/>
                  <a:pt x="541797" y="43266"/>
                </a:cubicBezTo>
                <a:cubicBezTo>
                  <a:pt x="547688" y="46115"/>
                  <a:pt x="551834" y="49733"/>
                  <a:pt x="554235" y="54119"/>
                </a:cubicBezTo>
                <a:cubicBezTo>
                  <a:pt x="556636" y="58505"/>
                  <a:pt x="557836" y="66556"/>
                  <a:pt x="557836" y="78273"/>
                </a:cubicBezTo>
                <a:lnTo>
                  <a:pt x="557548" y="109774"/>
                </a:lnTo>
                <a:cubicBezTo>
                  <a:pt x="557548" y="118738"/>
                  <a:pt x="557980" y="125349"/>
                  <a:pt x="558844" y="129606"/>
                </a:cubicBezTo>
                <a:cubicBezTo>
                  <a:pt x="559709" y="133864"/>
                  <a:pt x="561326" y="138426"/>
                  <a:pt x="563695" y="143292"/>
                </a:cubicBezTo>
                <a:lnTo>
                  <a:pt x="536995" y="143292"/>
                </a:lnTo>
                <a:cubicBezTo>
                  <a:pt x="536291" y="141499"/>
                  <a:pt x="535427" y="138842"/>
                  <a:pt x="534402" y="135321"/>
                </a:cubicBezTo>
                <a:cubicBezTo>
                  <a:pt x="533954" y="133720"/>
                  <a:pt x="533634" y="132664"/>
                  <a:pt x="533442" y="132151"/>
                </a:cubicBezTo>
                <a:cubicBezTo>
                  <a:pt x="528832" y="136633"/>
                  <a:pt x="523902" y="139995"/>
                  <a:pt x="518652" y="142236"/>
                </a:cubicBezTo>
                <a:cubicBezTo>
                  <a:pt x="513401" y="144477"/>
                  <a:pt x="507799" y="145597"/>
                  <a:pt x="501845" y="145597"/>
                </a:cubicBezTo>
                <a:cubicBezTo>
                  <a:pt x="491344" y="145597"/>
                  <a:pt x="483069" y="142760"/>
                  <a:pt x="477018" y="137085"/>
                </a:cubicBezTo>
                <a:cubicBezTo>
                  <a:pt x="470968" y="131411"/>
                  <a:pt x="467942" y="124238"/>
                  <a:pt x="467942" y="115566"/>
                </a:cubicBezTo>
                <a:cubicBezTo>
                  <a:pt x="467942" y="109828"/>
                  <a:pt x="469319" y="104712"/>
                  <a:pt x="472072" y="100218"/>
                </a:cubicBezTo>
                <a:cubicBezTo>
                  <a:pt x="474825" y="95722"/>
                  <a:pt x="478683" y="92279"/>
                  <a:pt x="483645" y="89888"/>
                </a:cubicBezTo>
                <a:cubicBezTo>
                  <a:pt x="488607" y="87497"/>
                  <a:pt x="495762" y="85409"/>
                  <a:pt x="505110" y="83624"/>
                </a:cubicBezTo>
                <a:cubicBezTo>
                  <a:pt x="517723" y="81265"/>
                  <a:pt x="526463" y="79065"/>
                  <a:pt x="531329" y="77024"/>
                </a:cubicBezTo>
                <a:lnTo>
                  <a:pt x="531329" y="74305"/>
                </a:lnTo>
                <a:cubicBezTo>
                  <a:pt x="531329" y="69061"/>
                  <a:pt x="530048" y="65322"/>
                  <a:pt x="527487" y="63089"/>
                </a:cubicBezTo>
                <a:cubicBezTo>
                  <a:pt x="524926" y="60854"/>
                  <a:pt x="520092" y="59737"/>
                  <a:pt x="512985" y="59737"/>
                </a:cubicBezTo>
                <a:cubicBezTo>
                  <a:pt x="508183" y="59737"/>
                  <a:pt x="504438" y="60703"/>
                  <a:pt x="501749" y="62636"/>
                </a:cubicBezTo>
                <a:cubicBezTo>
                  <a:pt x="499059" y="64567"/>
                  <a:pt x="496883" y="67954"/>
                  <a:pt x="495218" y="72798"/>
                </a:cubicBezTo>
                <a:moveTo>
                  <a:pt x="531329" y="94696"/>
                </a:moveTo>
                <a:cubicBezTo>
                  <a:pt x="527871" y="95834"/>
                  <a:pt x="522397" y="97195"/>
                  <a:pt x="514906" y="98777"/>
                </a:cubicBezTo>
                <a:cubicBezTo>
                  <a:pt x="507415" y="100358"/>
                  <a:pt x="502517" y="101908"/>
                  <a:pt x="500212" y="103426"/>
                </a:cubicBezTo>
                <a:cubicBezTo>
                  <a:pt x="496690" y="105893"/>
                  <a:pt x="494930" y="109025"/>
                  <a:pt x="494930" y="112820"/>
                </a:cubicBezTo>
                <a:cubicBezTo>
                  <a:pt x="494930" y="116554"/>
                  <a:pt x="496338" y="119781"/>
                  <a:pt x="499155" y="122502"/>
                </a:cubicBezTo>
                <a:cubicBezTo>
                  <a:pt x="501973" y="125221"/>
                  <a:pt x="505558" y="126581"/>
                  <a:pt x="509912" y="126581"/>
                </a:cubicBezTo>
                <a:cubicBezTo>
                  <a:pt x="514778" y="126581"/>
                  <a:pt x="519420" y="124999"/>
                  <a:pt x="523838" y="121836"/>
                </a:cubicBezTo>
                <a:cubicBezTo>
                  <a:pt x="527103" y="119433"/>
                  <a:pt x="529248" y="116491"/>
                  <a:pt x="530272" y="113009"/>
                </a:cubicBezTo>
                <a:cubicBezTo>
                  <a:pt x="530977" y="110732"/>
                  <a:pt x="531329" y="106400"/>
                  <a:pt x="531329" y="100011"/>
                </a:cubicBezTo>
                <a:lnTo>
                  <a:pt x="531329" y="94696"/>
                </a:lnTo>
                <a:close/>
                <a:moveTo>
                  <a:pt x="677991" y="143292"/>
                </a:moveTo>
                <a:lnTo>
                  <a:pt x="652925" y="143292"/>
                </a:lnTo>
                <a:lnTo>
                  <a:pt x="652925" y="128310"/>
                </a:lnTo>
                <a:cubicBezTo>
                  <a:pt x="648763" y="134136"/>
                  <a:pt x="643849" y="138474"/>
                  <a:pt x="638182" y="141323"/>
                </a:cubicBezTo>
                <a:cubicBezTo>
                  <a:pt x="632516" y="144172"/>
                  <a:pt x="626802" y="145597"/>
                  <a:pt x="621039" y="145597"/>
                </a:cubicBezTo>
                <a:cubicBezTo>
                  <a:pt x="609322" y="145597"/>
                  <a:pt x="599286" y="140875"/>
                  <a:pt x="590931" y="131431"/>
                </a:cubicBezTo>
                <a:cubicBezTo>
                  <a:pt x="582575" y="121987"/>
                  <a:pt x="578397" y="108814"/>
                  <a:pt x="578397" y="91911"/>
                </a:cubicBezTo>
                <a:cubicBezTo>
                  <a:pt x="578397" y="74623"/>
                  <a:pt x="582463" y="61482"/>
                  <a:pt x="590594" y="52486"/>
                </a:cubicBezTo>
                <a:cubicBezTo>
                  <a:pt x="598726" y="43490"/>
                  <a:pt x="609002" y="38992"/>
                  <a:pt x="621423" y="38992"/>
                </a:cubicBezTo>
                <a:cubicBezTo>
                  <a:pt x="632820" y="38992"/>
                  <a:pt x="642680" y="43730"/>
                  <a:pt x="651004" y="53206"/>
                </a:cubicBezTo>
                <a:lnTo>
                  <a:pt x="651004" y="2497"/>
                </a:lnTo>
                <a:lnTo>
                  <a:pt x="677991" y="2497"/>
                </a:lnTo>
                <a:lnTo>
                  <a:pt x="677991" y="143292"/>
                </a:lnTo>
                <a:moveTo>
                  <a:pt x="605961" y="90137"/>
                </a:moveTo>
                <a:cubicBezTo>
                  <a:pt x="605961" y="101005"/>
                  <a:pt x="607466" y="108869"/>
                  <a:pt x="610475" y="113727"/>
                </a:cubicBezTo>
                <a:cubicBezTo>
                  <a:pt x="614829" y="120760"/>
                  <a:pt x="620911" y="124276"/>
                  <a:pt x="628722" y="124276"/>
                </a:cubicBezTo>
                <a:cubicBezTo>
                  <a:pt x="634933" y="124276"/>
                  <a:pt x="640215" y="121639"/>
                  <a:pt x="644569" y="116365"/>
                </a:cubicBezTo>
                <a:cubicBezTo>
                  <a:pt x="648923" y="111091"/>
                  <a:pt x="651100" y="103211"/>
                  <a:pt x="651100" y="92727"/>
                </a:cubicBezTo>
                <a:cubicBezTo>
                  <a:pt x="651100" y="81026"/>
                  <a:pt x="648987" y="72602"/>
                  <a:pt x="644761" y="67456"/>
                </a:cubicBezTo>
                <a:cubicBezTo>
                  <a:pt x="640535" y="62310"/>
                  <a:pt x="635125" y="59737"/>
                  <a:pt x="628530" y="59737"/>
                </a:cubicBezTo>
                <a:cubicBezTo>
                  <a:pt x="622128" y="59737"/>
                  <a:pt x="616765" y="62278"/>
                  <a:pt x="612444" y="67360"/>
                </a:cubicBezTo>
                <a:cubicBezTo>
                  <a:pt x="608122" y="72442"/>
                  <a:pt x="605961" y="80035"/>
                  <a:pt x="605961" y="90137"/>
                </a:cubicBezTo>
                <a:close/>
                <a:moveTo>
                  <a:pt x="763653" y="110830"/>
                </a:moveTo>
                <a:lnTo>
                  <a:pt x="790544" y="115440"/>
                </a:lnTo>
                <a:cubicBezTo>
                  <a:pt x="787086" y="125268"/>
                  <a:pt x="781628" y="132752"/>
                  <a:pt x="774169" y="137890"/>
                </a:cubicBezTo>
                <a:cubicBezTo>
                  <a:pt x="766710" y="143028"/>
                  <a:pt x="757378" y="145597"/>
                  <a:pt x="746173" y="145597"/>
                </a:cubicBezTo>
                <a:cubicBezTo>
                  <a:pt x="728438" y="145597"/>
                  <a:pt x="715312" y="139803"/>
                  <a:pt x="706797" y="128214"/>
                </a:cubicBezTo>
                <a:cubicBezTo>
                  <a:pt x="700074" y="118930"/>
                  <a:pt x="696712" y="107213"/>
                  <a:pt x="696712" y="93063"/>
                </a:cubicBezTo>
                <a:cubicBezTo>
                  <a:pt x="696712" y="76160"/>
                  <a:pt x="701130" y="62922"/>
                  <a:pt x="709966" y="53350"/>
                </a:cubicBezTo>
                <a:cubicBezTo>
                  <a:pt x="718802" y="43778"/>
                  <a:pt x="729974" y="38992"/>
                  <a:pt x="743484" y="38992"/>
                </a:cubicBezTo>
                <a:cubicBezTo>
                  <a:pt x="758658" y="38992"/>
                  <a:pt x="770631" y="44002"/>
                  <a:pt x="779403" y="54023"/>
                </a:cubicBezTo>
                <a:cubicBezTo>
                  <a:pt x="788175" y="64043"/>
                  <a:pt x="792369" y="79393"/>
                  <a:pt x="791984" y="100074"/>
                </a:cubicBezTo>
                <a:lnTo>
                  <a:pt x="724372" y="100074"/>
                </a:lnTo>
                <a:cubicBezTo>
                  <a:pt x="724564" y="108077"/>
                  <a:pt x="726741" y="114304"/>
                  <a:pt x="730903" y="118754"/>
                </a:cubicBezTo>
                <a:cubicBezTo>
                  <a:pt x="735065" y="123204"/>
                  <a:pt x="740251" y="125429"/>
                  <a:pt x="746461" y="125429"/>
                </a:cubicBezTo>
                <a:cubicBezTo>
                  <a:pt x="750687" y="125429"/>
                  <a:pt x="754241" y="124276"/>
                  <a:pt x="757122" y="121971"/>
                </a:cubicBezTo>
                <a:cubicBezTo>
                  <a:pt x="760003" y="119666"/>
                  <a:pt x="762180" y="115953"/>
                  <a:pt x="763653" y="110830"/>
                </a:cubicBezTo>
                <a:moveTo>
                  <a:pt x="765189" y="83555"/>
                </a:moveTo>
                <a:cubicBezTo>
                  <a:pt x="764997" y="75776"/>
                  <a:pt x="762980" y="69861"/>
                  <a:pt x="759139" y="65812"/>
                </a:cubicBezTo>
                <a:cubicBezTo>
                  <a:pt x="755297" y="61762"/>
                  <a:pt x="750623" y="59737"/>
                  <a:pt x="745117" y="59737"/>
                </a:cubicBezTo>
                <a:cubicBezTo>
                  <a:pt x="739226" y="59737"/>
                  <a:pt x="734360" y="61873"/>
                  <a:pt x="730519" y="66145"/>
                </a:cubicBezTo>
                <a:cubicBezTo>
                  <a:pt x="726677" y="70418"/>
                  <a:pt x="724788" y="76222"/>
                  <a:pt x="724852" y="83555"/>
                </a:cubicBezTo>
                <a:lnTo>
                  <a:pt x="765189" y="83555"/>
                </a:lnTo>
                <a:close/>
                <a:moveTo>
                  <a:pt x="868435" y="143292"/>
                </a:moveTo>
                <a:lnTo>
                  <a:pt x="868435" y="2497"/>
                </a:lnTo>
                <a:lnTo>
                  <a:pt x="910981" y="2497"/>
                </a:lnTo>
                <a:lnTo>
                  <a:pt x="936528" y="98537"/>
                </a:lnTo>
                <a:lnTo>
                  <a:pt x="961786" y="2497"/>
                </a:lnTo>
                <a:lnTo>
                  <a:pt x="1004428" y="2497"/>
                </a:lnTo>
                <a:lnTo>
                  <a:pt x="1004428" y="143292"/>
                </a:lnTo>
                <a:lnTo>
                  <a:pt x="978017" y="143292"/>
                </a:lnTo>
                <a:lnTo>
                  <a:pt x="978017" y="32462"/>
                </a:lnTo>
                <a:lnTo>
                  <a:pt x="950069" y="143292"/>
                </a:lnTo>
                <a:lnTo>
                  <a:pt x="922698" y="143292"/>
                </a:lnTo>
                <a:lnTo>
                  <a:pt x="894846" y="32462"/>
                </a:lnTo>
                <a:lnTo>
                  <a:pt x="894846" y="143292"/>
                </a:lnTo>
                <a:lnTo>
                  <a:pt x="868435" y="143292"/>
                </a:lnTo>
                <a:close/>
                <a:moveTo>
                  <a:pt x="1032470" y="27468"/>
                </a:moveTo>
                <a:lnTo>
                  <a:pt x="1032470" y="2497"/>
                </a:lnTo>
                <a:lnTo>
                  <a:pt x="1059457" y="2497"/>
                </a:lnTo>
                <a:lnTo>
                  <a:pt x="1059457" y="27468"/>
                </a:lnTo>
                <a:lnTo>
                  <a:pt x="1032470" y="27468"/>
                </a:lnTo>
                <a:moveTo>
                  <a:pt x="1032470" y="143292"/>
                </a:moveTo>
                <a:lnTo>
                  <a:pt x="1032470" y="41297"/>
                </a:lnTo>
                <a:lnTo>
                  <a:pt x="1059457" y="41297"/>
                </a:lnTo>
                <a:lnTo>
                  <a:pt x="1059457" y="143292"/>
                </a:lnTo>
                <a:lnTo>
                  <a:pt x="1032470" y="143292"/>
                </a:lnTo>
                <a:close/>
                <a:moveTo>
                  <a:pt x="1077604" y="114288"/>
                </a:moveTo>
                <a:lnTo>
                  <a:pt x="1104687" y="110062"/>
                </a:lnTo>
                <a:cubicBezTo>
                  <a:pt x="1105839" y="115280"/>
                  <a:pt x="1108176" y="119242"/>
                  <a:pt x="1111698" y="121947"/>
                </a:cubicBezTo>
                <a:cubicBezTo>
                  <a:pt x="1115219" y="124652"/>
                  <a:pt x="1120149" y="126005"/>
                  <a:pt x="1126488" y="126005"/>
                </a:cubicBezTo>
                <a:cubicBezTo>
                  <a:pt x="1133467" y="126005"/>
                  <a:pt x="1138717" y="124726"/>
                  <a:pt x="1142239" y="122169"/>
                </a:cubicBezTo>
                <a:cubicBezTo>
                  <a:pt x="1144608" y="120378"/>
                  <a:pt x="1145792" y="117980"/>
                  <a:pt x="1145792" y="114975"/>
                </a:cubicBezTo>
                <a:cubicBezTo>
                  <a:pt x="1145792" y="112928"/>
                  <a:pt x="1145152" y="111234"/>
                  <a:pt x="1143871" y="109891"/>
                </a:cubicBezTo>
                <a:cubicBezTo>
                  <a:pt x="1142527" y="108612"/>
                  <a:pt x="1139518" y="107430"/>
                  <a:pt x="1134844" y="106344"/>
                </a:cubicBezTo>
                <a:cubicBezTo>
                  <a:pt x="1113074" y="101550"/>
                  <a:pt x="1099277" y="97170"/>
                  <a:pt x="1093450" y="93204"/>
                </a:cubicBezTo>
                <a:cubicBezTo>
                  <a:pt x="1085383" y="87702"/>
                  <a:pt x="1081349" y="80058"/>
                  <a:pt x="1081349" y="70271"/>
                </a:cubicBezTo>
                <a:cubicBezTo>
                  <a:pt x="1081349" y="61444"/>
                  <a:pt x="1084839" y="54024"/>
                  <a:pt x="1091818" y="48011"/>
                </a:cubicBezTo>
                <a:cubicBezTo>
                  <a:pt x="1098796" y="41999"/>
                  <a:pt x="1109617" y="38992"/>
                  <a:pt x="1124279" y="38992"/>
                </a:cubicBezTo>
                <a:cubicBezTo>
                  <a:pt x="1138237" y="38992"/>
                  <a:pt x="1148609" y="41257"/>
                  <a:pt x="1155396" y="45787"/>
                </a:cubicBezTo>
                <a:cubicBezTo>
                  <a:pt x="1162183" y="50317"/>
                  <a:pt x="1166857" y="57016"/>
                  <a:pt x="1169418" y="65884"/>
                </a:cubicBezTo>
                <a:lnTo>
                  <a:pt x="1143967" y="70686"/>
                </a:lnTo>
                <a:cubicBezTo>
                  <a:pt x="1142879" y="66716"/>
                  <a:pt x="1140814" y="63675"/>
                  <a:pt x="1137773" y="61562"/>
                </a:cubicBezTo>
                <a:cubicBezTo>
                  <a:pt x="1134732" y="59449"/>
                  <a:pt x="1130394" y="58392"/>
                  <a:pt x="1124759" y="58392"/>
                </a:cubicBezTo>
                <a:cubicBezTo>
                  <a:pt x="1117652" y="58392"/>
                  <a:pt x="1112562" y="59384"/>
                  <a:pt x="1109489" y="61367"/>
                </a:cubicBezTo>
                <a:cubicBezTo>
                  <a:pt x="1107440" y="62771"/>
                  <a:pt x="1106416" y="64593"/>
                  <a:pt x="1106416" y="66832"/>
                </a:cubicBezTo>
                <a:cubicBezTo>
                  <a:pt x="1106416" y="68749"/>
                  <a:pt x="1107312" y="70378"/>
                  <a:pt x="1109105" y="71721"/>
                </a:cubicBezTo>
                <a:cubicBezTo>
                  <a:pt x="1111538" y="73512"/>
                  <a:pt x="1119941" y="76038"/>
                  <a:pt x="1134315" y="79299"/>
                </a:cubicBezTo>
                <a:cubicBezTo>
                  <a:pt x="1148689" y="82561"/>
                  <a:pt x="1158726" y="86561"/>
                  <a:pt x="1164424" y="91301"/>
                </a:cubicBezTo>
                <a:cubicBezTo>
                  <a:pt x="1170058" y="96107"/>
                  <a:pt x="1172876" y="102802"/>
                  <a:pt x="1172876" y="111386"/>
                </a:cubicBezTo>
                <a:cubicBezTo>
                  <a:pt x="1172876" y="120740"/>
                  <a:pt x="1168970" y="128780"/>
                  <a:pt x="1161159" y="135507"/>
                </a:cubicBezTo>
                <a:cubicBezTo>
                  <a:pt x="1153347" y="142234"/>
                  <a:pt x="1141790" y="145597"/>
                  <a:pt x="1126488" y="145597"/>
                </a:cubicBezTo>
                <a:cubicBezTo>
                  <a:pt x="1112594" y="145597"/>
                  <a:pt x="1101598" y="142789"/>
                  <a:pt x="1093498" y="137172"/>
                </a:cubicBezTo>
                <a:cubicBezTo>
                  <a:pt x="1085399" y="131554"/>
                  <a:pt x="1080101" y="123926"/>
                  <a:pt x="1077604" y="114288"/>
                </a:cubicBezTo>
                <a:close/>
                <a:moveTo>
                  <a:pt x="1196510" y="27468"/>
                </a:moveTo>
                <a:lnTo>
                  <a:pt x="1196510" y="2497"/>
                </a:lnTo>
                <a:lnTo>
                  <a:pt x="1223497" y="2497"/>
                </a:lnTo>
                <a:lnTo>
                  <a:pt x="1223497" y="27468"/>
                </a:lnTo>
                <a:lnTo>
                  <a:pt x="1196510" y="27468"/>
                </a:lnTo>
                <a:moveTo>
                  <a:pt x="1196510" y="143292"/>
                </a:moveTo>
                <a:lnTo>
                  <a:pt x="1196510" y="41297"/>
                </a:lnTo>
                <a:lnTo>
                  <a:pt x="1223497" y="41297"/>
                </a:lnTo>
                <a:lnTo>
                  <a:pt x="1223497" y="143292"/>
                </a:lnTo>
                <a:lnTo>
                  <a:pt x="1196510" y="143292"/>
                </a:lnTo>
                <a:close/>
                <a:moveTo>
                  <a:pt x="1343926" y="143292"/>
                </a:moveTo>
                <a:lnTo>
                  <a:pt x="1316939" y="143292"/>
                </a:lnTo>
                <a:lnTo>
                  <a:pt x="1316939" y="91298"/>
                </a:lnTo>
                <a:cubicBezTo>
                  <a:pt x="1316939" y="80298"/>
                  <a:pt x="1316363" y="73183"/>
                  <a:pt x="1315210" y="69953"/>
                </a:cubicBezTo>
                <a:cubicBezTo>
                  <a:pt x="1314058" y="66724"/>
                  <a:pt x="1312185" y="64214"/>
                  <a:pt x="1309592" y="62423"/>
                </a:cubicBezTo>
                <a:cubicBezTo>
                  <a:pt x="1306999" y="60632"/>
                  <a:pt x="1303877" y="59737"/>
                  <a:pt x="1300228" y="59737"/>
                </a:cubicBezTo>
                <a:cubicBezTo>
                  <a:pt x="1295554" y="59737"/>
                  <a:pt x="1291360" y="61017"/>
                  <a:pt x="1287647" y="63576"/>
                </a:cubicBezTo>
                <a:cubicBezTo>
                  <a:pt x="1283933" y="66133"/>
                  <a:pt x="1281388" y="69522"/>
                  <a:pt x="1280011" y="73744"/>
                </a:cubicBezTo>
                <a:cubicBezTo>
                  <a:pt x="1278635" y="77964"/>
                  <a:pt x="1277946" y="85766"/>
                  <a:pt x="1277946" y="97151"/>
                </a:cubicBezTo>
                <a:lnTo>
                  <a:pt x="1277946" y="143292"/>
                </a:lnTo>
                <a:lnTo>
                  <a:pt x="1250959" y="143292"/>
                </a:lnTo>
                <a:lnTo>
                  <a:pt x="1250959" y="41297"/>
                </a:lnTo>
                <a:lnTo>
                  <a:pt x="1276026" y="41297"/>
                </a:lnTo>
                <a:lnTo>
                  <a:pt x="1276026" y="56280"/>
                </a:lnTo>
                <a:cubicBezTo>
                  <a:pt x="1284925" y="44755"/>
                  <a:pt x="1296130" y="38992"/>
                  <a:pt x="1309640" y="38992"/>
                </a:cubicBezTo>
                <a:cubicBezTo>
                  <a:pt x="1315594" y="38992"/>
                  <a:pt x="1321036" y="40065"/>
                  <a:pt x="1325967" y="42210"/>
                </a:cubicBezTo>
                <a:cubicBezTo>
                  <a:pt x="1330897" y="44355"/>
                  <a:pt x="1334626" y="47092"/>
                  <a:pt x="1337155" y="50421"/>
                </a:cubicBezTo>
                <a:cubicBezTo>
                  <a:pt x="1339684" y="53751"/>
                  <a:pt x="1341445" y="57528"/>
                  <a:pt x="1342437" y="61754"/>
                </a:cubicBezTo>
                <a:cubicBezTo>
                  <a:pt x="1343430" y="65980"/>
                  <a:pt x="1343926" y="72030"/>
                  <a:pt x="1343926" y="79905"/>
                </a:cubicBezTo>
                <a:lnTo>
                  <a:pt x="1343926" y="143292"/>
                </a:lnTo>
                <a:close/>
                <a:moveTo>
                  <a:pt x="1359477" y="41297"/>
                </a:moveTo>
                <a:lnTo>
                  <a:pt x="1374459" y="41297"/>
                </a:lnTo>
                <a:lnTo>
                  <a:pt x="1374459" y="33596"/>
                </a:lnTo>
                <a:cubicBezTo>
                  <a:pt x="1374459" y="24996"/>
                  <a:pt x="1375372" y="18579"/>
                  <a:pt x="1377196" y="14343"/>
                </a:cubicBezTo>
                <a:cubicBezTo>
                  <a:pt x="1379021" y="10107"/>
                  <a:pt x="1382383" y="6658"/>
                  <a:pt x="1387281" y="3995"/>
                </a:cubicBezTo>
                <a:cubicBezTo>
                  <a:pt x="1392179" y="1332"/>
                  <a:pt x="1398373" y="0"/>
                  <a:pt x="1405864" y="0"/>
                </a:cubicBezTo>
                <a:cubicBezTo>
                  <a:pt x="1413548" y="0"/>
                  <a:pt x="1421071" y="1152"/>
                  <a:pt x="1428434" y="3457"/>
                </a:cubicBezTo>
                <a:lnTo>
                  <a:pt x="1424784" y="22281"/>
                </a:lnTo>
                <a:cubicBezTo>
                  <a:pt x="1420495" y="21257"/>
                  <a:pt x="1416365" y="20745"/>
                  <a:pt x="1412395" y="20745"/>
                </a:cubicBezTo>
                <a:cubicBezTo>
                  <a:pt x="1408490" y="20745"/>
                  <a:pt x="1405688" y="21662"/>
                  <a:pt x="1403992" y="23497"/>
                </a:cubicBezTo>
                <a:cubicBezTo>
                  <a:pt x="1402295" y="25330"/>
                  <a:pt x="1401447" y="28851"/>
                  <a:pt x="1401447" y="34061"/>
                </a:cubicBezTo>
                <a:lnTo>
                  <a:pt x="1401447" y="41297"/>
                </a:lnTo>
                <a:lnTo>
                  <a:pt x="1421615" y="41297"/>
                </a:lnTo>
                <a:lnTo>
                  <a:pt x="1421615" y="62618"/>
                </a:lnTo>
                <a:lnTo>
                  <a:pt x="1401447" y="62618"/>
                </a:lnTo>
                <a:lnTo>
                  <a:pt x="1401447" y="143292"/>
                </a:lnTo>
                <a:lnTo>
                  <a:pt x="1374459" y="143292"/>
                </a:lnTo>
                <a:lnTo>
                  <a:pt x="1374459" y="62618"/>
                </a:lnTo>
                <a:lnTo>
                  <a:pt x="1359477" y="62618"/>
                </a:lnTo>
                <a:lnTo>
                  <a:pt x="1359477" y="41297"/>
                </a:lnTo>
                <a:close/>
                <a:moveTo>
                  <a:pt x="1430546" y="90854"/>
                </a:moveTo>
                <a:cubicBezTo>
                  <a:pt x="1430546" y="81890"/>
                  <a:pt x="1432754" y="73215"/>
                  <a:pt x="1437172" y="64827"/>
                </a:cubicBezTo>
                <a:cubicBezTo>
                  <a:pt x="1441590" y="56440"/>
                  <a:pt x="1447849" y="50037"/>
                  <a:pt x="1455948" y="45619"/>
                </a:cubicBezTo>
                <a:cubicBezTo>
                  <a:pt x="1464048" y="41201"/>
                  <a:pt x="1473091" y="38992"/>
                  <a:pt x="1483080" y="38992"/>
                </a:cubicBezTo>
                <a:cubicBezTo>
                  <a:pt x="1498510" y="38992"/>
                  <a:pt x="1511155" y="44002"/>
                  <a:pt x="1521015" y="54023"/>
                </a:cubicBezTo>
                <a:cubicBezTo>
                  <a:pt x="1530876" y="64043"/>
                  <a:pt x="1535806" y="76704"/>
                  <a:pt x="1535806" y="92007"/>
                </a:cubicBezTo>
                <a:cubicBezTo>
                  <a:pt x="1535806" y="107437"/>
                  <a:pt x="1530828" y="120226"/>
                  <a:pt x="1520871" y="130375"/>
                </a:cubicBezTo>
                <a:cubicBezTo>
                  <a:pt x="1510915" y="140523"/>
                  <a:pt x="1498382" y="145597"/>
                  <a:pt x="1483272" y="145597"/>
                </a:cubicBezTo>
                <a:cubicBezTo>
                  <a:pt x="1473924" y="145597"/>
                  <a:pt x="1465008" y="143484"/>
                  <a:pt x="1456524" y="139258"/>
                </a:cubicBezTo>
                <a:cubicBezTo>
                  <a:pt x="1448041" y="135033"/>
                  <a:pt x="1441590" y="128838"/>
                  <a:pt x="1437172" y="120675"/>
                </a:cubicBezTo>
                <a:cubicBezTo>
                  <a:pt x="1432754" y="112511"/>
                  <a:pt x="1430546" y="102571"/>
                  <a:pt x="1430546" y="90854"/>
                </a:cubicBezTo>
                <a:moveTo>
                  <a:pt x="1458205" y="92295"/>
                </a:moveTo>
                <a:cubicBezTo>
                  <a:pt x="1458205" y="102379"/>
                  <a:pt x="1460606" y="110102"/>
                  <a:pt x="1465408" y="115464"/>
                </a:cubicBezTo>
                <a:cubicBezTo>
                  <a:pt x="1470210" y="120827"/>
                  <a:pt x="1476133" y="123508"/>
                  <a:pt x="1483176" y="123508"/>
                </a:cubicBezTo>
                <a:cubicBezTo>
                  <a:pt x="1490219" y="123508"/>
                  <a:pt x="1496125" y="120827"/>
                  <a:pt x="1500895" y="115464"/>
                </a:cubicBezTo>
                <a:cubicBezTo>
                  <a:pt x="1505665" y="110102"/>
                  <a:pt x="1508050" y="102315"/>
                  <a:pt x="1508050" y="92103"/>
                </a:cubicBezTo>
                <a:cubicBezTo>
                  <a:pt x="1508050" y="82146"/>
                  <a:pt x="1505665" y="74487"/>
                  <a:pt x="1500895" y="69125"/>
                </a:cubicBezTo>
                <a:cubicBezTo>
                  <a:pt x="1496125" y="63763"/>
                  <a:pt x="1490219" y="61082"/>
                  <a:pt x="1483176" y="61082"/>
                </a:cubicBezTo>
                <a:cubicBezTo>
                  <a:pt x="1476133" y="61082"/>
                  <a:pt x="1470210" y="63763"/>
                  <a:pt x="1465408" y="69125"/>
                </a:cubicBezTo>
                <a:cubicBezTo>
                  <a:pt x="1460606" y="74487"/>
                  <a:pt x="1458205" y="82210"/>
                  <a:pt x="1458205" y="92295"/>
                </a:cubicBezTo>
                <a:close/>
                <a:moveTo>
                  <a:pt x="1582761" y="143292"/>
                </a:moveTo>
                <a:lnTo>
                  <a:pt x="1555774" y="143292"/>
                </a:lnTo>
                <a:lnTo>
                  <a:pt x="1555774" y="41297"/>
                </a:lnTo>
                <a:lnTo>
                  <a:pt x="1580840" y="41297"/>
                </a:lnTo>
                <a:lnTo>
                  <a:pt x="1580840" y="55799"/>
                </a:lnTo>
                <a:cubicBezTo>
                  <a:pt x="1585130" y="48949"/>
                  <a:pt x="1588988" y="44435"/>
                  <a:pt x="1592413" y="42258"/>
                </a:cubicBezTo>
                <a:cubicBezTo>
                  <a:pt x="1595839" y="40081"/>
                  <a:pt x="1599728" y="38992"/>
                  <a:pt x="1604082" y="38992"/>
                </a:cubicBezTo>
                <a:cubicBezTo>
                  <a:pt x="1610229" y="38992"/>
                  <a:pt x="1616151" y="40689"/>
                  <a:pt x="1621849" y="44082"/>
                </a:cubicBezTo>
                <a:lnTo>
                  <a:pt x="1613494" y="67612"/>
                </a:lnTo>
                <a:cubicBezTo>
                  <a:pt x="1608948" y="64667"/>
                  <a:pt x="1604722" y="63194"/>
                  <a:pt x="1600817" y="63194"/>
                </a:cubicBezTo>
                <a:cubicBezTo>
                  <a:pt x="1597039" y="63194"/>
                  <a:pt x="1593838" y="64235"/>
                  <a:pt x="1591213" y="66316"/>
                </a:cubicBezTo>
                <a:cubicBezTo>
                  <a:pt x="1588588" y="68397"/>
                  <a:pt x="1586523" y="72158"/>
                  <a:pt x="1585018" y="77601"/>
                </a:cubicBezTo>
                <a:cubicBezTo>
                  <a:pt x="1583513" y="83043"/>
                  <a:pt x="1582761" y="94440"/>
                  <a:pt x="1582761" y="111791"/>
                </a:cubicBezTo>
                <a:lnTo>
                  <a:pt x="1582761" y="143292"/>
                </a:lnTo>
                <a:close/>
                <a:moveTo>
                  <a:pt x="1631462" y="41297"/>
                </a:moveTo>
                <a:lnTo>
                  <a:pt x="1656336" y="41297"/>
                </a:lnTo>
                <a:lnTo>
                  <a:pt x="1656336" y="55223"/>
                </a:lnTo>
                <a:cubicBezTo>
                  <a:pt x="1665236" y="44403"/>
                  <a:pt x="1675832" y="38992"/>
                  <a:pt x="1688125" y="38992"/>
                </a:cubicBezTo>
                <a:cubicBezTo>
                  <a:pt x="1694656" y="38992"/>
                  <a:pt x="1700322" y="40343"/>
                  <a:pt x="1705124" y="43044"/>
                </a:cubicBezTo>
                <a:cubicBezTo>
                  <a:pt x="1709926" y="45745"/>
                  <a:pt x="1713864" y="49830"/>
                  <a:pt x="1716937" y="55298"/>
                </a:cubicBezTo>
                <a:cubicBezTo>
                  <a:pt x="1721419" y="49830"/>
                  <a:pt x="1726253" y="45745"/>
                  <a:pt x="1731439" y="43044"/>
                </a:cubicBezTo>
                <a:cubicBezTo>
                  <a:pt x="1736626" y="40343"/>
                  <a:pt x="1742164" y="38992"/>
                  <a:pt x="1748054" y="38992"/>
                </a:cubicBezTo>
                <a:cubicBezTo>
                  <a:pt x="1755546" y="38992"/>
                  <a:pt x="1761884" y="40513"/>
                  <a:pt x="1767070" y="43554"/>
                </a:cubicBezTo>
                <a:cubicBezTo>
                  <a:pt x="1772257" y="46596"/>
                  <a:pt x="1776130" y="51061"/>
                  <a:pt x="1778691" y="56952"/>
                </a:cubicBezTo>
                <a:cubicBezTo>
                  <a:pt x="1780548" y="61306"/>
                  <a:pt x="1781476" y="68349"/>
                  <a:pt x="1781476" y="78081"/>
                </a:cubicBezTo>
                <a:lnTo>
                  <a:pt x="1781476" y="143292"/>
                </a:lnTo>
                <a:lnTo>
                  <a:pt x="1754489" y="143292"/>
                </a:lnTo>
                <a:lnTo>
                  <a:pt x="1754489" y="85062"/>
                </a:lnTo>
                <a:cubicBezTo>
                  <a:pt x="1754489" y="74957"/>
                  <a:pt x="1753561" y="68435"/>
                  <a:pt x="1751704" y="65493"/>
                </a:cubicBezTo>
                <a:cubicBezTo>
                  <a:pt x="1749207" y="61656"/>
                  <a:pt x="1745365" y="59737"/>
                  <a:pt x="1740179" y="59737"/>
                </a:cubicBezTo>
                <a:cubicBezTo>
                  <a:pt x="1736402" y="59737"/>
                  <a:pt x="1732848" y="60889"/>
                  <a:pt x="1729519" y="63191"/>
                </a:cubicBezTo>
                <a:cubicBezTo>
                  <a:pt x="1726189" y="65492"/>
                  <a:pt x="1723788" y="68866"/>
                  <a:pt x="1722316" y="73312"/>
                </a:cubicBezTo>
                <a:cubicBezTo>
                  <a:pt x="1720843" y="77756"/>
                  <a:pt x="1720107" y="84775"/>
                  <a:pt x="1720107" y="94369"/>
                </a:cubicBezTo>
                <a:lnTo>
                  <a:pt x="1720107" y="143292"/>
                </a:lnTo>
                <a:lnTo>
                  <a:pt x="1693119" y="143292"/>
                </a:lnTo>
                <a:lnTo>
                  <a:pt x="1693119" y="87460"/>
                </a:lnTo>
                <a:cubicBezTo>
                  <a:pt x="1693119" y="77547"/>
                  <a:pt x="1692639" y="71153"/>
                  <a:pt x="1691679" y="68276"/>
                </a:cubicBezTo>
                <a:cubicBezTo>
                  <a:pt x="1690718" y="65396"/>
                  <a:pt x="1689230" y="63253"/>
                  <a:pt x="1687213" y="61847"/>
                </a:cubicBezTo>
                <a:cubicBezTo>
                  <a:pt x="1685196" y="60440"/>
                  <a:pt x="1682459" y="59737"/>
                  <a:pt x="1679002" y="59737"/>
                </a:cubicBezTo>
                <a:cubicBezTo>
                  <a:pt x="1674840" y="59737"/>
                  <a:pt x="1671094" y="60856"/>
                  <a:pt x="1667765" y="63095"/>
                </a:cubicBezTo>
                <a:cubicBezTo>
                  <a:pt x="1664435" y="65332"/>
                  <a:pt x="1662050" y="68562"/>
                  <a:pt x="1660610" y="72783"/>
                </a:cubicBezTo>
                <a:cubicBezTo>
                  <a:pt x="1659169" y="77005"/>
                  <a:pt x="1658449" y="84008"/>
                  <a:pt x="1658449" y="93792"/>
                </a:cubicBezTo>
                <a:lnTo>
                  <a:pt x="1658449" y="143292"/>
                </a:lnTo>
                <a:lnTo>
                  <a:pt x="1631462" y="143292"/>
                </a:lnTo>
                <a:lnTo>
                  <a:pt x="1631462" y="41297"/>
                </a:lnTo>
                <a:close/>
                <a:moveTo>
                  <a:pt x="1828544" y="72798"/>
                </a:moveTo>
                <a:lnTo>
                  <a:pt x="1804053" y="68381"/>
                </a:lnTo>
                <a:cubicBezTo>
                  <a:pt x="1806806" y="58390"/>
                  <a:pt x="1811544" y="50995"/>
                  <a:pt x="1818267" y="46195"/>
                </a:cubicBezTo>
                <a:cubicBezTo>
                  <a:pt x="1824990" y="41393"/>
                  <a:pt x="1834978" y="38992"/>
                  <a:pt x="1848232" y="38992"/>
                </a:cubicBezTo>
                <a:cubicBezTo>
                  <a:pt x="1860269" y="38992"/>
                  <a:pt x="1869233" y="40417"/>
                  <a:pt x="1875123" y="43266"/>
                </a:cubicBezTo>
                <a:cubicBezTo>
                  <a:pt x="1881014" y="46115"/>
                  <a:pt x="1885159" y="49733"/>
                  <a:pt x="1887560" y="54119"/>
                </a:cubicBezTo>
                <a:cubicBezTo>
                  <a:pt x="1889961" y="58505"/>
                  <a:pt x="1891162" y="66556"/>
                  <a:pt x="1891162" y="78273"/>
                </a:cubicBezTo>
                <a:lnTo>
                  <a:pt x="1890874" y="109774"/>
                </a:lnTo>
                <a:cubicBezTo>
                  <a:pt x="1890874" y="118738"/>
                  <a:pt x="1891306" y="125349"/>
                  <a:pt x="1892170" y="129606"/>
                </a:cubicBezTo>
                <a:cubicBezTo>
                  <a:pt x="1893035" y="133864"/>
                  <a:pt x="1894651" y="138426"/>
                  <a:pt x="1897020" y="143292"/>
                </a:cubicBezTo>
                <a:lnTo>
                  <a:pt x="1870321" y="143292"/>
                </a:lnTo>
                <a:cubicBezTo>
                  <a:pt x="1869617" y="141499"/>
                  <a:pt x="1868752" y="138842"/>
                  <a:pt x="1867728" y="135321"/>
                </a:cubicBezTo>
                <a:cubicBezTo>
                  <a:pt x="1867280" y="133720"/>
                  <a:pt x="1866960" y="132664"/>
                  <a:pt x="1866768" y="132151"/>
                </a:cubicBezTo>
                <a:cubicBezTo>
                  <a:pt x="1862158" y="136633"/>
                  <a:pt x="1857228" y="139995"/>
                  <a:pt x="1851977" y="142236"/>
                </a:cubicBezTo>
                <a:cubicBezTo>
                  <a:pt x="1846727" y="144477"/>
                  <a:pt x="1841125" y="145597"/>
                  <a:pt x="1835170" y="145597"/>
                </a:cubicBezTo>
                <a:cubicBezTo>
                  <a:pt x="1824670" y="145597"/>
                  <a:pt x="1816395" y="142760"/>
                  <a:pt x="1810344" y="137085"/>
                </a:cubicBezTo>
                <a:cubicBezTo>
                  <a:pt x="1804293" y="131411"/>
                  <a:pt x="1801268" y="124238"/>
                  <a:pt x="1801268" y="115566"/>
                </a:cubicBezTo>
                <a:cubicBezTo>
                  <a:pt x="1801268" y="109828"/>
                  <a:pt x="1802645" y="104712"/>
                  <a:pt x="1805398" y="100218"/>
                </a:cubicBezTo>
                <a:cubicBezTo>
                  <a:pt x="1808151" y="95722"/>
                  <a:pt x="1812009" y="92279"/>
                  <a:pt x="1816971" y="89888"/>
                </a:cubicBezTo>
                <a:cubicBezTo>
                  <a:pt x="1821933" y="87497"/>
                  <a:pt x="1829088" y="85409"/>
                  <a:pt x="1838436" y="83624"/>
                </a:cubicBezTo>
                <a:cubicBezTo>
                  <a:pt x="1851049" y="81265"/>
                  <a:pt x="1859789" y="79065"/>
                  <a:pt x="1864655" y="77024"/>
                </a:cubicBezTo>
                <a:lnTo>
                  <a:pt x="1864655" y="74305"/>
                </a:lnTo>
                <a:cubicBezTo>
                  <a:pt x="1864655" y="69061"/>
                  <a:pt x="1863374" y="65322"/>
                  <a:pt x="1860813" y="63089"/>
                </a:cubicBezTo>
                <a:cubicBezTo>
                  <a:pt x="1858252" y="60854"/>
                  <a:pt x="1853418" y="59737"/>
                  <a:pt x="1846311" y="59737"/>
                </a:cubicBezTo>
                <a:cubicBezTo>
                  <a:pt x="1841509" y="59737"/>
                  <a:pt x="1837763" y="60703"/>
                  <a:pt x="1835074" y="62636"/>
                </a:cubicBezTo>
                <a:cubicBezTo>
                  <a:pt x="1832385" y="64567"/>
                  <a:pt x="1830208" y="67954"/>
                  <a:pt x="1828544" y="72798"/>
                </a:cubicBezTo>
                <a:moveTo>
                  <a:pt x="1864655" y="94696"/>
                </a:moveTo>
                <a:cubicBezTo>
                  <a:pt x="1861197" y="95834"/>
                  <a:pt x="1855723" y="97195"/>
                  <a:pt x="1848232" y="98777"/>
                </a:cubicBezTo>
                <a:cubicBezTo>
                  <a:pt x="1840741" y="100358"/>
                  <a:pt x="1835843" y="101908"/>
                  <a:pt x="1833538" y="103426"/>
                </a:cubicBezTo>
                <a:cubicBezTo>
                  <a:pt x="1830016" y="105893"/>
                  <a:pt x="1828255" y="109025"/>
                  <a:pt x="1828255" y="112820"/>
                </a:cubicBezTo>
                <a:cubicBezTo>
                  <a:pt x="1828255" y="116554"/>
                  <a:pt x="1829664" y="119781"/>
                  <a:pt x="1832481" y="122502"/>
                </a:cubicBezTo>
                <a:cubicBezTo>
                  <a:pt x="1835298" y="125221"/>
                  <a:pt x="1838884" y="126581"/>
                  <a:pt x="1843238" y="126581"/>
                </a:cubicBezTo>
                <a:cubicBezTo>
                  <a:pt x="1848104" y="126581"/>
                  <a:pt x="1852746" y="124999"/>
                  <a:pt x="1857164" y="121836"/>
                </a:cubicBezTo>
                <a:cubicBezTo>
                  <a:pt x="1860429" y="119433"/>
                  <a:pt x="1862574" y="116491"/>
                  <a:pt x="1863598" y="113009"/>
                </a:cubicBezTo>
                <a:cubicBezTo>
                  <a:pt x="1864303" y="110732"/>
                  <a:pt x="1864655" y="106400"/>
                  <a:pt x="1864655" y="100011"/>
                </a:cubicBezTo>
                <a:lnTo>
                  <a:pt x="1864655" y="94696"/>
                </a:lnTo>
                <a:close/>
                <a:moveTo>
                  <a:pt x="1964546" y="41297"/>
                </a:moveTo>
                <a:lnTo>
                  <a:pt x="1964546" y="62810"/>
                </a:lnTo>
                <a:lnTo>
                  <a:pt x="1946106" y="62810"/>
                </a:lnTo>
                <a:lnTo>
                  <a:pt x="1946106" y="103850"/>
                </a:lnTo>
                <a:cubicBezTo>
                  <a:pt x="1946106" y="112161"/>
                  <a:pt x="1946282" y="117004"/>
                  <a:pt x="1946635" y="118379"/>
                </a:cubicBezTo>
                <a:cubicBezTo>
                  <a:pt x="1946987" y="119751"/>
                  <a:pt x="1947787" y="120886"/>
                  <a:pt x="1949036" y="121782"/>
                </a:cubicBezTo>
                <a:cubicBezTo>
                  <a:pt x="1950284" y="122676"/>
                  <a:pt x="1951805" y="123124"/>
                  <a:pt x="1953598" y="123124"/>
                </a:cubicBezTo>
                <a:cubicBezTo>
                  <a:pt x="1956095" y="123124"/>
                  <a:pt x="1959712" y="122259"/>
                  <a:pt x="1964450" y="120530"/>
                </a:cubicBezTo>
                <a:lnTo>
                  <a:pt x="1966755" y="141545"/>
                </a:lnTo>
                <a:cubicBezTo>
                  <a:pt x="1960480" y="144246"/>
                  <a:pt x="1953373" y="145597"/>
                  <a:pt x="1945434" y="145597"/>
                </a:cubicBezTo>
                <a:cubicBezTo>
                  <a:pt x="1940568" y="145597"/>
                  <a:pt x="1936182" y="144781"/>
                  <a:pt x="1932277" y="143148"/>
                </a:cubicBezTo>
                <a:cubicBezTo>
                  <a:pt x="1928371" y="141515"/>
                  <a:pt x="1925506" y="139402"/>
                  <a:pt x="1923681" y="136809"/>
                </a:cubicBezTo>
                <a:cubicBezTo>
                  <a:pt x="1921856" y="134216"/>
                  <a:pt x="1920592" y="130711"/>
                  <a:pt x="1919887" y="126293"/>
                </a:cubicBezTo>
                <a:cubicBezTo>
                  <a:pt x="1919311" y="123156"/>
                  <a:pt x="1919023" y="116817"/>
                  <a:pt x="1919023" y="107277"/>
                </a:cubicBezTo>
                <a:lnTo>
                  <a:pt x="1919023" y="62810"/>
                </a:lnTo>
                <a:lnTo>
                  <a:pt x="1906634" y="62810"/>
                </a:lnTo>
                <a:lnTo>
                  <a:pt x="1906634" y="41297"/>
                </a:lnTo>
                <a:lnTo>
                  <a:pt x="1919023" y="41297"/>
                </a:lnTo>
                <a:lnTo>
                  <a:pt x="1919023" y="20937"/>
                </a:lnTo>
                <a:lnTo>
                  <a:pt x="1946106" y="4994"/>
                </a:lnTo>
                <a:lnTo>
                  <a:pt x="1946106" y="41297"/>
                </a:lnTo>
                <a:lnTo>
                  <a:pt x="1964546" y="41297"/>
                </a:lnTo>
                <a:close/>
                <a:moveTo>
                  <a:pt x="1983271" y="27468"/>
                </a:moveTo>
                <a:lnTo>
                  <a:pt x="1983271" y="2497"/>
                </a:lnTo>
                <a:lnTo>
                  <a:pt x="2010259" y="2497"/>
                </a:lnTo>
                <a:lnTo>
                  <a:pt x="2010259" y="27468"/>
                </a:lnTo>
                <a:lnTo>
                  <a:pt x="1983271" y="27468"/>
                </a:lnTo>
                <a:moveTo>
                  <a:pt x="1983271" y="143292"/>
                </a:moveTo>
                <a:lnTo>
                  <a:pt x="1983271" y="41297"/>
                </a:lnTo>
                <a:lnTo>
                  <a:pt x="2010259" y="41297"/>
                </a:lnTo>
                <a:lnTo>
                  <a:pt x="2010259" y="143292"/>
                </a:lnTo>
                <a:lnTo>
                  <a:pt x="1983271" y="143292"/>
                </a:lnTo>
                <a:close/>
                <a:moveTo>
                  <a:pt x="2031670" y="90854"/>
                </a:moveTo>
                <a:cubicBezTo>
                  <a:pt x="2031670" y="81890"/>
                  <a:pt x="2033879" y="73215"/>
                  <a:pt x="2038297" y="64827"/>
                </a:cubicBezTo>
                <a:cubicBezTo>
                  <a:pt x="2042714" y="56440"/>
                  <a:pt x="2048973" y="50037"/>
                  <a:pt x="2057072" y="45619"/>
                </a:cubicBezTo>
                <a:cubicBezTo>
                  <a:pt x="2065172" y="41201"/>
                  <a:pt x="2074216" y="38992"/>
                  <a:pt x="2084204" y="38992"/>
                </a:cubicBezTo>
                <a:cubicBezTo>
                  <a:pt x="2099634" y="38992"/>
                  <a:pt x="2112280" y="44002"/>
                  <a:pt x="2122140" y="54023"/>
                </a:cubicBezTo>
                <a:cubicBezTo>
                  <a:pt x="2132000" y="64043"/>
                  <a:pt x="2136930" y="76704"/>
                  <a:pt x="2136930" y="92007"/>
                </a:cubicBezTo>
                <a:cubicBezTo>
                  <a:pt x="2136930" y="107437"/>
                  <a:pt x="2131952" y="120226"/>
                  <a:pt x="2121996" y="130375"/>
                </a:cubicBezTo>
                <a:cubicBezTo>
                  <a:pt x="2112039" y="140523"/>
                  <a:pt x="2099506" y="145597"/>
                  <a:pt x="2084396" y="145597"/>
                </a:cubicBezTo>
                <a:cubicBezTo>
                  <a:pt x="2075048" y="145597"/>
                  <a:pt x="2066132" y="143484"/>
                  <a:pt x="2057649" y="139258"/>
                </a:cubicBezTo>
                <a:cubicBezTo>
                  <a:pt x="2049165" y="135033"/>
                  <a:pt x="2042714" y="128838"/>
                  <a:pt x="2038297" y="120675"/>
                </a:cubicBezTo>
                <a:cubicBezTo>
                  <a:pt x="2033879" y="112511"/>
                  <a:pt x="2031670" y="102571"/>
                  <a:pt x="2031670" y="90854"/>
                </a:cubicBezTo>
                <a:moveTo>
                  <a:pt x="2059329" y="92295"/>
                </a:moveTo>
                <a:cubicBezTo>
                  <a:pt x="2059329" y="102379"/>
                  <a:pt x="2061730" y="110102"/>
                  <a:pt x="2066532" y="115464"/>
                </a:cubicBezTo>
                <a:cubicBezTo>
                  <a:pt x="2071334" y="120827"/>
                  <a:pt x="2077257" y="123508"/>
                  <a:pt x="2084300" y="123508"/>
                </a:cubicBezTo>
                <a:cubicBezTo>
                  <a:pt x="2091343" y="123508"/>
                  <a:pt x="2097249" y="120827"/>
                  <a:pt x="2102019" y="115464"/>
                </a:cubicBezTo>
                <a:cubicBezTo>
                  <a:pt x="2106789" y="110102"/>
                  <a:pt x="2109174" y="102315"/>
                  <a:pt x="2109174" y="92103"/>
                </a:cubicBezTo>
                <a:cubicBezTo>
                  <a:pt x="2109174" y="82146"/>
                  <a:pt x="2106789" y="74487"/>
                  <a:pt x="2102019" y="69125"/>
                </a:cubicBezTo>
                <a:cubicBezTo>
                  <a:pt x="2097249" y="63763"/>
                  <a:pt x="2091343" y="61082"/>
                  <a:pt x="2084300" y="61082"/>
                </a:cubicBezTo>
                <a:cubicBezTo>
                  <a:pt x="2077257" y="61082"/>
                  <a:pt x="2071334" y="63763"/>
                  <a:pt x="2066532" y="69125"/>
                </a:cubicBezTo>
                <a:cubicBezTo>
                  <a:pt x="2061730" y="74487"/>
                  <a:pt x="2059329" y="82210"/>
                  <a:pt x="2059329" y="92295"/>
                </a:cubicBezTo>
                <a:close/>
                <a:moveTo>
                  <a:pt x="2250827" y="143292"/>
                </a:moveTo>
                <a:lnTo>
                  <a:pt x="2223840" y="143292"/>
                </a:lnTo>
                <a:lnTo>
                  <a:pt x="2223840" y="91298"/>
                </a:lnTo>
                <a:cubicBezTo>
                  <a:pt x="2223840" y="80298"/>
                  <a:pt x="2223264" y="73183"/>
                  <a:pt x="2222111" y="69953"/>
                </a:cubicBezTo>
                <a:cubicBezTo>
                  <a:pt x="2220959" y="66724"/>
                  <a:pt x="2219086" y="64214"/>
                  <a:pt x="2216493" y="62423"/>
                </a:cubicBezTo>
                <a:cubicBezTo>
                  <a:pt x="2213900" y="60632"/>
                  <a:pt x="2210778" y="59737"/>
                  <a:pt x="2207129" y="59737"/>
                </a:cubicBezTo>
                <a:cubicBezTo>
                  <a:pt x="2202455" y="59737"/>
                  <a:pt x="2198261" y="61017"/>
                  <a:pt x="2194548" y="63576"/>
                </a:cubicBezTo>
                <a:cubicBezTo>
                  <a:pt x="2190834" y="66133"/>
                  <a:pt x="2188289" y="69522"/>
                  <a:pt x="2186912" y="73744"/>
                </a:cubicBezTo>
                <a:cubicBezTo>
                  <a:pt x="2185536" y="77964"/>
                  <a:pt x="2184848" y="85766"/>
                  <a:pt x="2184848" y="97151"/>
                </a:cubicBezTo>
                <a:lnTo>
                  <a:pt x="2184848" y="143292"/>
                </a:lnTo>
                <a:lnTo>
                  <a:pt x="2157860" y="143292"/>
                </a:lnTo>
                <a:lnTo>
                  <a:pt x="2157860" y="41297"/>
                </a:lnTo>
                <a:lnTo>
                  <a:pt x="2182927" y="41297"/>
                </a:lnTo>
                <a:lnTo>
                  <a:pt x="2182927" y="56280"/>
                </a:lnTo>
                <a:cubicBezTo>
                  <a:pt x="2191826" y="44755"/>
                  <a:pt x="2203031" y="38992"/>
                  <a:pt x="2216541" y="38992"/>
                </a:cubicBezTo>
                <a:cubicBezTo>
                  <a:pt x="2222495" y="38992"/>
                  <a:pt x="2227938" y="40065"/>
                  <a:pt x="2232868" y="42210"/>
                </a:cubicBezTo>
                <a:cubicBezTo>
                  <a:pt x="2237798" y="44355"/>
                  <a:pt x="2241527" y="47092"/>
                  <a:pt x="2244056" y="50421"/>
                </a:cubicBezTo>
                <a:cubicBezTo>
                  <a:pt x="2246585" y="53751"/>
                  <a:pt x="2248346" y="57528"/>
                  <a:pt x="2249339" y="61754"/>
                </a:cubicBezTo>
                <a:cubicBezTo>
                  <a:pt x="2250331" y="65980"/>
                  <a:pt x="2250827" y="72030"/>
                  <a:pt x="2250827" y="79905"/>
                </a:cubicBezTo>
                <a:lnTo>
                  <a:pt x="2250827" y="1432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(DownstreamDecision)">
            <a:extLst xmlns:a="http://schemas.openxmlformats.org/drawingml/2006/main">
              <a:ext uri="{FF2B5EF4-FFF2-40B4-BE49-F238E27FC236}">
                <a16:creationId xmlns:a16="http://schemas.microsoft.com/office/drawing/2014/main" id="{B58B74BC-35AD-4F47-A9A8-C93EBA80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465" y="371324"/>
            <a:ext cx="2165445" cy="184781"/>
          </a:xfrm>
          <a:custGeom xmlns:a="http://schemas.openxmlformats.org/drawingml/2006/main">
            <a:pathLst>
              <a:path w="2165445" h="184781">
                <a:moveTo>
                  <a:pt x="48596" y="184781"/>
                </a:moveTo>
                <a:lnTo>
                  <a:pt x="30061" y="184781"/>
                </a:lnTo>
                <a:cubicBezTo>
                  <a:pt x="20264" y="169975"/>
                  <a:pt x="12805" y="154593"/>
                  <a:pt x="7683" y="138634"/>
                </a:cubicBezTo>
                <a:cubicBezTo>
                  <a:pt x="2561" y="122675"/>
                  <a:pt x="0" y="107229"/>
                  <a:pt x="0" y="92295"/>
                </a:cubicBezTo>
                <a:cubicBezTo>
                  <a:pt x="0" y="73771"/>
                  <a:pt x="3169" y="56242"/>
                  <a:pt x="9508" y="39707"/>
                </a:cubicBezTo>
                <a:cubicBezTo>
                  <a:pt x="15014" y="25349"/>
                  <a:pt x="21993" y="12113"/>
                  <a:pt x="30445" y="0"/>
                </a:cubicBezTo>
                <a:lnTo>
                  <a:pt x="48884" y="0"/>
                </a:lnTo>
                <a:cubicBezTo>
                  <a:pt x="40113" y="19420"/>
                  <a:pt x="34078" y="35940"/>
                  <a:pt x="30781" y="49560"/>
                </a:cubicBezTo>
                <a:cubicBezTo>
                  <a:pt x="27484" y="63179"/>
                  <a:pt x="25835" y="77617"/>
                  <a:pt x="25835" y="92871"/>
                </a:cubicBezTo>
                <a:cubicBezTo>
                  <a:pt x="25835" y="103383"/>
                  <a:pt x="26811" y="114152"/>
                  <a:pt x="28764" y="125176"/>
                </a:cubicBezTo>
                <a:cubicBezTo>
                  <a:pt x="30717" y="136199"/>
                  <a:pt x="33390" y="146677"/>
                  <a:pt x="36783" y="156612"/>
                </a:cubicBezTo>
                <a:cubicBezTo>
                  <a:pt x="39024" y="163150"/>
                  <a:pt x="42962" y="172540"/>
                  <a:pt x="48596" y="184781"/>
                </a:cubicBezTo>
                <a:close/>
                <a:moveTo>
                  <a:pt x="69435" y="2497"/>
                </a:moveTo>
                <a:lnTo>
                  <a:pt x="121393" y="2497"/>
                </a:lnTo>
                <a:cubicBezTo>
                  <a:pt x="133110" y="2497"/>
                  <a:pt x="142041" y="3393"/>
                  <a:pt x="148188" y="5186"/>
                </a:cubicBezTo>
                <a:cubicBezTo>
                  <a:pt x="156447" y="7619"/>
                  <a:pt x="163522" y="11941"/>
                  <a:pt x="169413" y="18152"/>
                </a:cubicBezTo>
                <a:cubicBezTo>
                  <a:pt x="175303" y="24362"/>
                  <a:pt x="179785" y="31965"/>
                  <a:pt x="182859" y="40961"/>
                </a:cubicBezTo>
                <a:cubicBezTo>
                  <a:pt x="185932" y="49957"/>
                  <a:pt x="187468" y="61050"/>
                  <a:pt x="187468" y="74239"/>
                </a:cubicBezTo>
                <a:cubicBezTo>
                  <a:pt x="187468" y="85828"/>
                  <a:pt x="186028" y="95816"/>
                  <a:pt x="183147" y="104204"/>
                </a:cubicBezTo>
                <a:cubicBezTo>
                  <a:pt x="179625" y="114448"/>
                  <a:pt x="174599" y="122739"/>
                  <a:pt x="168068" y="129078"/>
                </a:cubicBezTo>
                <a:cubicBezTo>
                  <a:pt x="163138" y="133880"/>
                  <a:pt x="156479" y="137626"/>
                  <a:pt x="148092" y="140315"/>
                </a:cubicBezTo>
                <a:cubicBezTo>
                  <a:pt x="141817" y="142300"/>
                  <a:pt x="133430" y="143292"/>
                  <a:pt x="122929" y="143292"/>
                </a:cubicBezTo>
                <a:lnTo>
                  <a:pt x="69435" y="143292"/>
                </a:lnTo>
                <a:lnTo>
                  <a:pt x="69435" y="2497"/>
                </a:lnTo>
                <a:moveTo>
                  <a:pt x="97863" y="26315"/>
                </a:moveTo>
                <a:lnTo>
                  <a:pt x="97863" y="119474"/>
                </a:lnTo>
                <a:lnTo>
                  <a:pt x="119088" y="119474"/>
                </a:lnTo>
                <a:cubicBezTo>
                  <a:pt x="127027" y="119474"/>
                  <a:pt x="132758" y="119026"/>
                  <a:pt x="136279" y="118129"/>
                </a:cubicBezTo>
                <a:cubicBezTo>
                  <a:pt x="140889" y="116979"/>
                  <a:pt x="144715" y="115029"/>
                  <a:pt x="147756" y="112280"/>
                </a:cubicBezTo>
                <a:cubicBezTo>
                  <a:pt x="150797" y="109529"/>
                  <a:pt x="153278" y="105003"/>
                  <a:pt x="155199" y="98702"/>
                </a:cubicBezTo>
                <a:cubicBezTo>
                  <a:pt x="157120" y="92402"/>
                  <a:pt x="158080" y="83815"/>
                  <a:pt x="158080" y="72943"/>
                </a:cubicBezTo>
                <a:cubicBezTo>
                  <a:pt x="158080" y="62070"/>
                  <a:pt x="157120" y="53724"/>
                  <a:pt x="155199" y="47903"/>
                </a:cubicBezTo>
                <a:cubicBezTo>
                  <a:pt x="153278" y="42083"/>
                  <a:pt x="150589" y="37542"/>
                  <a:pt x="147132" y="34280"/>
                </a:cubicBezTo>
                <a:cubicBezTo>
                  <a:pt x="143674" y="31017"/>
                  <a:pt x="139288" y="28810"/>
                  <a:pt x="133974" y="27660"/>
                </a:cubicBezTo>
                <a:cubicBezTo>
                  <a:pt x="130004" y="26763"/>
                  <a:pt x="122225" y="26315"/>
                  <a:pt x="110636" y="26315"/>
                </a:cubicBezTo>
                <a:lnTo>
                  <a:pt x="97863" y="26315"/>
                </a:lnTo>
                <a:close/>
                <a:moveTo>
                  <a:pt x="205146" y="90854"/>
                </a:moveTo>
                <a:cubicBezTo>
                  <a:pt x="205146" y="81890"/>
                  <a:pt x="207355" y="73215"/>
                  <a:pt x="211773" y="64827"/>
                </a:cubicBezTo>
                <a:cubicBezTo>
                  <a:pt x="216191" y="56440"/>
                  <a:pt x="222449" y="50037"/>
                  <a:pt x="230549" y="45619"/>
                </a:cubicBezTo>
                <a:cubicBezTo>
                  <a:pt x="238648" y="41201"/>
                  <a:pt x="247692" y="38992"/>
                  <a:pt x="257680" y="38992"/>
                </a:cubicBezTo>
                <a:cubicBezTo>
                  <a:pt x="273111" y="38992"/>
                  <a:pt x="285756" y="44002"/>
                  <a:pt x="295616" y="54023"/>
                </a:cubicBezTo>
                <a:cubicBezTo>
                  <a:pt x="305476" y="64043"/>
                  <a:pt x="310406" y="76704"/>
                  <a:pt x="310406" y="92007"/>
                </a:cubicBezTo>
                <a:cubicBezTo>
                  <a:pt x="310406" y="107437"/>
                  <a:pt x="305428" y="120226"/>
                  <a:pt x="295472" y="130375"/>
                </a:cubicBezTo>
                <a:cubicBezTo>
                  <a:pt x="285516" y="140523"/>
                  <a:pt x="272982" y="145597"/>
                  <a:pt x="257872" y="145597"/>
                </a:cubicBezTo>
                <a:cubicBezTo>
                  <a:pt x="248524" y="145597"/>
                  <a:pt x="239609" y="143484"/>
                  <a:pt x="231125" y="139258"/>
                </a:cubicBezTo>
                <a:cubicBezTo>
                  <a:pt x="222641" y="135033"/>
                  <a:pt x="216191" y="128838"/>
                  <a:pt x="211773" y="120675"/>
                </a:cubicBezTo>
                <a:cubicBezTo>
                  <a:pt x="207355" y="112511"/>
                  <a:pt x="205146" y="102571"/>
                  <a:pt x="205146" y="90854"/>
                </a:cubicBezTo>
                <a:moveTo>
                  <a:pt x="232806" y="92295"/>
                </a:moveTo>
                <a:cubicBezTo>
                  <a:pt x="232806" y="102379"/>
                  <a:pt x="235207" y="110102"/>
                  <a:pt x="240009" y="115464"/>
                </a:cubicBezTo>
                <a:cubicBezTo>
                  <a:pt x="244811" y="120827"/>
                  <a:pt x="250733" y="123508"/>
                  <a:pt x="257776" y="123508"/>
                </a:cubicBezTo>
                <a:cubicBezTo>
                  <a:pt x="264819" y="123508"/>
                  <a:pt x="270726" y="120827"/>
                  <a:pt x="275496" y="115464"/>
                </a:cubicBezTo>
                <a:cubicBezTo>
                  <a:pt x="280266" y="110102"/>
                  <a:pt x="282651" y="102315"/>
                  <a:pt x="282651" y="92103"/>
                </a:cubicBezTo>
                <a:cubicBezTo>
                  <a:pt x="282651" y="82146"/>
                  <a:pt x="280266" y="74487"/>
                  <a:pt x="275496" y="69125"/>
                </a:cubicBezTo>
                <a:cubicBezTo>
                  <a:pt x="270726" y="63763"/>
                  <a:pt x="264819" y="61082"/>
                  <a:pt x="257776" y="61082"/>
                </a:cubicBezTo>
                <a:cubicBezTo>
                  <a:pt x="250733" y="61082"/>
                  <a:pt x="244811" y="63763"/>
                  <a:pt x="240009" y="69125"/>
                </a:cubicBezTo>
                <a:cubicBezTo>
                  <a:pt x="235207" y="74487"/>
                  <a:pt x="232806" y="82210"/>
                  <a:pt x="232806" y="92295"/>
                </a:cubicBezTo>
                <a:close/>
                <a:moveTo>
                  <a:pt x="350543" y="143292"/>
                </a:moveTo>
                <a:lnTo>
                  <a:pt x="318273" y="41297"/>
                </a:lnTo>
                <a:lnTo>
                  <a:pt x="344492" y="41297"/>
                </a:lnTo>
                <a:lnTo>
                  <a:pt x="363604" y="108141"/>
                </a:lnTo>
                <a:lnTo>
                  <a:pt x="381179" y="41297"/>
                </a:lnTo>
                <a:lnTo>
                  <a:pt x="407206" y="41297"/>
                </a:lnTo>
                <a:lnTo>
                  <a:pt x="424205" y="108141"/>
                </a:lnTo>
                <a:lnTo>
                  <a:pt x="443702" y="41297"/>
                </a:lnTo>
                <a:lnTo>
                  <a:pt x="470305" y="41297"/>
                </a:lnTo>
                <a:lnTo>
                  <a:pt x="437555" y="143292"/>
                </a:lnTo>
                <a:lnTo>
                  <a:pt x="411624" y="143292"/>
                </a:lnTo>
                <a:lnTo>
                  <a:pt x="394049" y="77697"/>
                </a:lnTo>
                <a:lnTo>
                  <a:pt x="376762" y="143292"/>
                </a:lnTo>
                <a:lnTo>
                  <a:pt x="350543" y="143292"/>
                </a:lnTo>
                <a:close/>
                <a:moveTo>
                  <a:pt x="577289" y="143292"/>
                </a:moveTo>
                <a:lnTo>
                  <a:pt x="550301" y="143292"/>
                </a:lnTo>
                <a:lnTo>
                  <a:pt x="550301" y="91298"/>
                </a:lnTo>
                <a:cubicBezTo>
                  <a:pt x="550301" y="80298"/>
                  <a:pt x="549725" y="73183"/>
                  <a:pt x="548573" y="69953"/>
                </a:cubicBezTo>
                <a:cubicBezTo>
                  <a:pt x="547420" y="66724"/>
                  <a:pt x="545547" y="64214"/>
                  <a:pt x="542954" y="62423"/>
                </a:cubicBezTo>
                <a:cubicBezTo>
                  <a:pt x="540361" y="60632"/>
                  <a:pt x="537240" y="59737"/>
                  <a:pt x="533590" y="59737"/>
                </a:cubicBezTo>
                <a:cubicBezTo>
                  <a:pt x="528916" y="59737"/>
                  <a:pt x="524723" y="61017"/>
                  <a:pt x="521009" y="63576"/>
                </a:cubicBezTo>
                <a:cubicBezTo>
                  <a:pt x="517295" y="66133"/>
                  <a:pt x="514750" y="69522"/>
                  <a:pt x="513374" y="73744"/>
                </a:cubicBezTo>
                <a:cubicBezTo>
                  <a:pt x="511997" y="77964"/>
                  <a:pt x="511309" y="85766"/>
                  <a:pt x="511309" y="97151"/>
                </a:cubicBezTo>
                <a:lnTo>
                  <a:pt x="511309" y="143292"/>
                </a:lnTo>
                <a:lnTo>
                  <a:pt x="484322" y="143292"/>
                </a:lnTo>
                <a:lnTo>
                  <a:pt x="484322" y="41297"/>
                </a:lnTo>
                <a:lnTo>
                  <a:pt x="509388" y="41297"/>
                </a:lnTo>
                <a:lnTo>
                  <a:pt x="509388" y="56280"/>
                </a:lnTo>
                <a:cubicBezTo>
                  <a:pt x="518288" y="44755"/>
                  <a:pt x="529493" y="38992"/>
                  <a:pt x="543002" y="38992"/>
                </a:cubicBezTo>
                <a:cubicBezTo>
                  <a:pt x="548957" y="38992"/>
                  <a:pt x="554399" y="40065"/>
                  <a:pt x="559329" y="42210"/>
                </a:cubicBezTo>
                <a:cubicBezTo>
                  <a:pt x="564259" y="44355"/>
                  <a:pt x="567989" y="47092"/>
                  <a:pt x="570518" y="50421"/>
                </a:cubicBezTo>
                <a:cubicBezTo>
                  <a:pt x="573047" y="53751"/>
                  <a:pt x="574808" y="57528"/>
                  <a:pt x="575800" y="61754"/>
                </a:cubicBezTo>
                <a:cubicBezTo>
                  <a:pt x="576792" y="65980"/>
                  <a:pt x="577289" y="72030"/>
                  <a:pt x="577289" y="79905"/>
                </a:cubicBezTo>
                <a:lnTo>
                  <a:pt x="577289" y="143292"/>
                </a:lnTo>
                <a:close/>
                <a:moveTo>
                  <a:pt x="595144" y="114288"/>
                </a:moveTo>
                <a:lnTo>
                  <a:pt x="622227" y="110062"/>
                </a:lnTo>
                <a:cubicBezTo>
                  <a:pt x="623380" y="115280"/>
                  <a:pt x="625717" y="119242"/>
                  <a:pt x="629238" y="121947"/>
                </a:cubicBezTo>
                <a:cubicBezTo>
                  <a:pt x="632760" y="124652"/>
                  <a:pt x="637690" y="126005"/>
                  <a:pt x="644028" y="126005"/>
                </a:cubicBezTo>
                <a:cubicBezTo>
                  <a:pt x="651007" y="126005"/>
                  <a:pt x="656257" y="124726"/>
                  <a:pt x="659779" y="122169"/>
                </a:cubicBezTo>
                <a:cubicBezTo>
                  <a:pt x="662148" y="120378"/>
                  <a:pt x="663332" y="117980"/>
                  <a:pt x="663332" y="114975"/>
                </a:cubicBezTo>
                <a:cubicBezTo>
                  <a:pt x="663332" y="112928"/>
                  <a:pt x="662692" y="111234"/>
                  <a:pt x="661412" y="109891"/>
                </a:cubicBezTo>
                <a:cubicBezTo>
                  <a:pt x="660067" y="108612"/>
                  <a:pt x="657058" y="107430"/>
                  <a:pt x="652384" y="106344"/>
                </a:cubicBezTo>
                <a:cubicBezTo>
                  <a:pt x="630615" y="101550"/>
                  <a:pt x="616817" y="97170"/>
                  <a:pt x="610991" y="93204"/>
                </a:cubicBezTo>
                <a:cubicBezTo>
                  <a:pt x="602923" y="87702"/>
                  <a:pt x="598889" y="80058"/>
                  <a:pt x="598889" y="70271"/>
                </a:cubicBezTo>
                <a:cubicBezTo>
                  <a:pt x="598889" y="61444"/>
                  <a:pt x="602379" y="54024"/>
                  <a:pt x="609358" y="48011"/>
                </a:cubicBezTo>
                <a:cubicBezTo>
                  <a:pt x="616337" y="41999"/>
                  <a:pt x="627157" y="38992"/>
                  <a:pt x="641819" y="38992"/>
                </a:cubicBezTo>
                <a:cubicBezTo>
                  <a:pt x="655777" y="38992"/>
                  <a:pt x="666150" y="41257"/>
                  <a:pt x="672936" y="45787"/>
                </a:cubicBezTo>
                <a:cubicBezTo>
                  <a:pt x="679723" y="50317"/>
                  <a:pt x="684397" y="57016"/>
                  <a:pt x="686958" y="65884"/>
                </a:cubicBezTo>
                <a:lnTo>
                  <a:pt x="661508" y="70686"/>
                </a:lnTo>
                <a:cubicBezTo>
                  <a:pt x="660419" y="66716"/>
                  <a:pt x="658354" y="63675"/>
                  <a:pt x="655313" y="61562"/>
                </a:cubicBezTo>
                <a:cubicBezTo>
                  <a:pt x="652272" y="59449"/>
                  <a:pt x="647934" y="58392"/>
                  <a:pt x="642300" y="58392"/>
                </a:cubicBezTo>
                <a:cubicBezTo>
                  <a:pt x="635193" y="58392"/>
                  <a:pt x="630103" y="59384"/>
                  <a:pt x="627029" y="61367"/>
                </a:cubicBezTo>
                <a:cubicBezTo>
                  <a:pt x="624980" y="62771"/>
                  <a:pt x="623956" y="64593"/>
                  <a:pt x="623956" y="66832"/>
                </a:cubicBezTo>
                <a:cubicBezTo>
                  <a:pt x="623956" y="68749"/>
                  <a:pt x="624852" y="70378"/>
                  <a:pt x="626645" y="71721"/>
                </a:cubicBezTo>
                <a:cubicBezTo>
                  <a:pt x="629078" y="73512"/>
                  <a:pt x="637482" y="76038"/>
                  <a:pt x="651856" y="79299"/>
                </a:cubicBezTo>
                <a:cubicBezTo>
                  <a:pt x="666230" y="82561"/>
                  <a:pt x="676266" y="86561"/>
                  <a:pt x="681964" y="91301"/>
                </a:cubicBezTo>
                <a:cubicBezTo>
                  <a:pt x="687599" y="96107"/>
                  <a:pt x="690416" y="102802"/>
                  <a:pt x="690416" y="111386"/>
                </a:cubicBezTo>
                <a:cubicBezTo>
                  <a:pt x="690416" y="120740"/>
                  <a:pt x="686510" y="128780"/>
                  <a:pt x="678699" y="135507"/>
                </a:cubicBezTo>
                <a:cubicBezTo>
                  <a:pt x="670888" y="142234"/>
                  <a:pt x="659331" y="145597"/>
                  <a:pt x="644028" y="145597"/>
                </a:cubicBezTo>
                <a:cubicBezTo>
                  <a:pt x="630135" y="145597"/>
                  <a:pt x="619138" y="142789"/>
                  <a:pt x="611039" y="137172"/>
                </a:cubicBezTo>
                <a:cubicBezTo>
                  <a:pt x="602939" y="131554"/>
                  <a:pt x="597641" y="123926"/>
                  <a:pt x="595144" y="114288"/>
                </a:cubicBezTo>
                <a:close/>
                <a:moveTo>
                  <a:pt x="760823" y="41297"/>
                </a:moveTo>
                <a:lnTo>
                  <a:pt x="760823" y="62810"/>
                </a:lnTo>
                <a:lnTo>
                  <a:pt x="742383" y="62810"/>
                </a:lnTo>
                <a:lnTo>
                  <a:pt x="742383" y="103850"/>
                </a:lnTo>
                <a:cubicBezTo>
                  <a:pt x="742383" y="112161"/>
                  <a:pt x="742559" y="117004"/>
                  <a:pt x="742911" y="118379"/>
                </a:cubicBezTo>
                <a:cubicBezTo>
                  <a:pt x="743263" y="119751"/>
                  <a:pt x="744064" y="120886"/>
                  <a:pt x="745312" y="121782"/>
                </a:cubicBezTo>
                <a:cubicBezTo>
                  <a:pt x="746561" y="122676"/>
                  <a:pt x="748081" y="123124"/>
                  <a:pt x="749874" y="123124"/>
                </a:cubicBezTo>
                <a:cubicBezTo>
                  <a:pt x="752371" y="123124"/>
                  <a:pt x="755989" y="122259"/>
                  <a:pt x="760727" y="120530"/>
                </a:cubicBezTo>
                <a:lnTo>
                  <a:pt x="763031" y="141545"/>
                </a:lnTo>
                <a:cubicBezTo>
                  <a:pt x="756757" y="144246"/>
                  <a:pt x="749650" y="145597"/>
                  <a:pt x="741711" y="145597"/>
                </a:cubicBezTo>
                <a:cubicBezTo>
                  <a:pt x="736844" y="145597"/>
                  <a:pt x="732459" y="144781"/>
                  <a:pt x="728553" y="143148"/>
                </a:cubicBezTo>
                <a:cubicBezTo>
                  <a:pt x="724647" y="141515"/>
                  <a:pt x="721782" y="139402"/>
                  <a:pt x="719957" y="136809"/>
                </a:cubicBezTo>
                <a:cubicBezTo>
                  <a:pt x="718133" y="134216"/>
                  <a:pt x="716868" y="130711"/>
                  <a:pt x="716164" y="126293"/>
                </a:cubicBezTo>
                <a:cubicBezTo>
                  <a:pt x="715588" y="123156"/>
                  <a:pt x="715299" y="116817"/>
                  <a:pt x="715299" y="107277"/>
                </a:cubicBezTo>
                <a:lnTo>
                  <a:pt x="715299" y="62810"/>
                </a:lnTo>
                <a:lnTo>
                  <a:pt x="702910" y="62810"/>
                </a:lnTo>
                <a:lnTo>
                  <a:pt x="702910" y="41297"/>
                </a:lnTo>
                <a:lnTo>
                  <a:pt x="715299" y="41297"/>
                </a:lnTo>
                <a:lnTo>
                  <a:pt x="715299" y="20937"/>
                </a:lnTo>
                <a:lnTo>
                  <a:pt x="742383" y="4994"/>
                </a:lnTo>
                <a:lnTo>
                  <a:pt x="742383" y="41297"/>
                </a:lnTo>
                <a:lnTo>
                  <a:pt x="760823" y="41297"/>
                </a:lnTo>
                <a:close/>
                <a:moveTo>
                  <a:pt x="805384" y="143292"/>
                </a:moveTo>
                <a:lnTo>
                  <a:pt x="778397" y="143292"/>
                </a:lnTo>
                <a:lnTo>
                  <a:pt x="778397" y="41297"/>
                </a:lnTo>
                <a:lnTo>
                  <a:pt x="803463" y="41297"/>
                </a:lnTo>
                <a:lnTo>
                  <a:pt x="803463" y="55799"/>
                </a:lnTo>
                <a:cubicBezTo>
                  <a:pt x="807753" y="48949"/>
                  <a:pt x="811611" y="44435"/>
                  <a:pt x="815036" y="42258"/>
                </a:cubicBezTo>
                <a:cubicBezTo>
                  <a:pt x="818461" y="40081"/>
                  <a:pt x="822351" y="38992"/>
                  <a:pt x="826705" y="38992"/>
                </a:cubicBezTo>
                <a:cubicBezTo>
                  <a:pt x="832851" y="38992"/>
                  <a:pt x="838774" y="40689"/>
                  <a:pt x="844472" y="44082"/>
                </a:cubicBezTo>
                <a:lnTo>
                  <a:pt x="836117" y="67612"/>
                </a:lnTo>
                <a:cubicBezTo>
                  <a:pt x="831571" y="64667"/>
                  <a:pt x="827345" y="63194"/>
                  <a:pt x="823440" y="63194"/>
                </a:cubicBezTo>
                <a:cubicBezTo>
                  <a:pt x="819662" y="63194"/>
                  <a:pt x="816461" y="64235"/>
                  <a:pt x="813835" y="66316"/>
                </a:cubicBezTo>
                <a:cubicBezTo>
                  <a:pt x="811210" y="68397"/>
                  <a:pt x="809146" y="72158"/>
                  <a:pt x="807641" y="77601"/>
                </a:cubicBezTo>
                <a:cubicBezTo>
                  <a:pt x="806136" y="83043"/>
                  <a:pt x="805384" y="94440"/>
                  <a:pt x="805384" y="111791"/>
                </a:cubicBezTo>
                <a:lnTo>
                  <a:pt x="805384" y="143292"/>
                </a:lnTo>
                <a:close/>
                <a:moveTo>
                  <a:pt x="915165" y="110830"/>
                </a:moveTo>
                <a:lnTo>
                  <a:pt x="942057" y="115440"/>
                </a:lnTo>
                <a:cubicBezTo>
                  <a:pt x="938599" y="125268"/>
                  <a:pt x="933141" y="132752"/>
                  <a:pt x="925682" y="137890"/>
                </a:cubicBezTo>
                <a:cubicBezTo>
                  <a:pt x="918223" y="143028"/>
                  <a:pt x="908891" y="145597"/>
                  <a:pt x="897686" y="145597"/>
                </a:cubicBezTo>
                <a:cubicBezTo>
                  <a:pt x="879951" y="145597"/>
                  <a:pt x="866825" y="139803"/>
                  <a:pt x="858310" y="128214"/>
                </a:cubicBezTo>
                <a:cubicBezTo>
                  <a:pt x="851587" y="118930"/>
                  <a:pt x="848225" y="107213"/>
                  <a:pt x="848225" y="93063"/>
                </a:cubicBezTo>
                <a:cubicBezTo>
                  <a:pt x="848225" y="76160"/>
                  <a:pt x="852643" y="62922"/>
                  <a:pt x="861479" y="53350"/>
                </a:cubicBezTo>
                <a:cubicBezTo>
                  <a:pt x="870315" y="43778"/>
                  <a:pt x="881487" y="38992"/>
                  <a:pt x="894997" y="38992"/>
                </a:cubicBezTo>
                <a:cubicBezTo>
                  <a:pt x="910171" y="38992"/>
                  <a:pt x="922144" y="44002"/>
                  <a:pt x="930916" y="54023"/>
                </a:cubicBezTo>
                <a:cubicBezTo>
                  <a:pt x="939688" y="64043"/>
                  <a:pt x="943881" y="79393"/>
                  <a:pt x="943497" y="100074"/>
                </a:cubicBezTo>
                <a:lnTo>
                  <a:pt x="875885" y="100074"/>
                </a:lnTo>
                <a:cubicBezTo>
                  <a:pt x="876077" y="108077"/>
                  <a:pt x="878254" y="114304"/>
                  <a:pt x="882416" y="118754"/>
                </a:cubicBezTo>
                <a:cubicBezTo>
                  <a:pt x="886577" y="123204"/>
                  <a:pt x="891764" y="125429"/>
                  <a:pt x="897974" y="125429"/>
                </a:cubicBezTo>
                <a:cubicBezTo>
                  <a:pt x="902200" y="125429"/>
                  <a:pt x="905754" y="124276"/>
                  <a:pt x="908635" y="121971"/>
                </a:cubicBezTo>
                <a:cubicBezTo>
                  <a:pt x="911516" y="119666"/>
                  <a:pt x="913693" y="115953"/>
                  <a:pt x="915165" y="110830"/>
                </a:cubicBezTo>
                <a:moveTo>
                  <a:pt x="916702" y="83555"/>
                </a:moveTo>
                <a:cubicBezTo>
                  <a:pt x="916510" y="75776"/>
                  <a:pt x="914493" y="69861"/>
                  <a:pt x="910652" y="65812"/>
                </a:cubicBezTo>
                <a:cubicBezTo>
                  <a:pt x="906810" y="61762"/>
                  <a:pt x="902136" y="59737"/>
                  <a:pt x="896630" y="59737"/>
                </a:cubicBezTo>
                <a:cubicBezTo>
                  <a:pt x="890739" y="59737"/>
                  <a:pt x="885873" y="61873"/>
                  <a:pt x="882032" y="66145"/>
                </a:cubicBezTo>
                <a:cubicBezTo>
                  <a:pt x="878190" y="70418"/>
                  <a:pt x="876301" y="76222"/>
                  <a:pt x="876365" y="83555"/>
                </a:cubicBezTo>
                <a:lnTo>
                  <a:pt x="916702" y="83555"/>
                </a:lnTo>
                <a:close/>
                <a:moveTo>
                  <a:pt x="985669" y="72798"/>
                </a:moveTo>
                <a:lnTo>
                  <a:pt x="961178" y="68381"/>
                </a:lnTo>
                <a:cubicBezTo>
                  <a:pt x="963931" y="58390"/>
                  <a:pt x="968669" y="50995"/>
                  <a:pt x="975392" y="46195"/>
                </a:cubicBezTo>
                <a:cubicBezTo>
                  <a:pt x="982115" y="41393"/>
                  <a:pt x="992103" y="38992"/>
                  <a:pt x="1005357" y="38992"/>
                </a:cubicBezTo>
                <a:cubicBezTo>
                  <a:pt x="1017394" y="38992"/>
                  <a:pt x="1026358" y="40417"/>
                  <a:pt x="1032248" y="43266"/>
                </a:cubicBezTo>
                <a:cubicBezTo>
                  <a:pt x="1038139" y="46115"/>
                  <a:pt x="1042284" y="49733"/>
                  <a:pt x="1044685" y="54119"/>
                </a:cubicBezTo>
                <a:cubicBezTo>
                  <a:pt x="1047086" y="58505"/>
                  <a:pt x="1048287" y="66556"/>
                  <a:pt x="1048287" y="78273"/>
                </a:cubicBezTo>
                <a:lnTo>
                  <a:pt x="1047999" y="109774"/>
                </a:lnTo>
                <a:cubicBezTo>
                  <a:pt x="1047999" y="118738"/>
                  <a:pt x="1048431" y="125349"/>
                  <a:pt x="1049295" y="129606"/>
                </a:cubicBezTo>
                <a:cubicBezTo>
                  <a:pt x="1050160" y="133864"/>
                  <a:pt x="1051776" y="138426"/>
                  <a:pt x="1054145" y="143292"/>
                </a:cubicBezTo>
                <a:lnTo>
                  <a:pt x="1027446" y="143292"/>
                </a:lnTo>
                <a:cubicBezTo>
                  <a:pt x="1026742" y="141499"/>
                  <a:pt x="1025877" y="138842"/>
                  <a:pt x="1024853" y="135321"/>
                </a:cubicBezTo>
                <a:cubicBezTo>
                  <a:pt x="1024405" y="133720"/>
                  <a:pt x="1024085" y="132664"/>
                  <a:pt x="1023893" y="132151"/>
                </a:cubicBezTo>
                <a:cubicBezTo>
                  <a:pt x="1019283" y="136633"/>
                  <a:pt x="1014353" y="139995"/>
                  <a:pt x="1009102" y="142236"/>
                </a:cubicBezTo>
                <a:cubicBezTo>
                  <a:pt x="1003852" y="144477"/>
                  <a:pt x="998250" y="145597"/>
                  <a:pt x="992295" y="145597"/>
                </a:cubicBezTo>
                <a:cubicBezTo>
                  <a:pt x="981795" y="145597"/>
                  <a:pt x="973519" y="142760"/>
                  <a:pt x="967469" y="137085"/>
                </a:cubicBezTo>
                <a:cubicBezTo>
                  <a:pt x="961418" y="131411"/>
                  <a:pt x="958393" y="124238"/>
                  <a:pt x="958393" y="115566"/>
                </a:cubicBezTo>
                <a:cubicBezTo>
                  <a:pt x="958393" y="109828"/>
                  <a:pt x="959770" y="104712"/>
                  <a:pt x="962523" y="100218"/>
                </a:cubicBezTo>
                <a:cubicBezTo>
                  <a:pt x="965276" y="95722"/>
                  <a:pt x="969134" y="92279"/>
                  <a:pt x="974096" y="89888"/>
                </a:cubicBezTo>
                <a:cubicBezTo>
                  <a:pt x="979058" y="87497"/>
                  <a:pt x="986213" y="85409"/>
                  <a:pt x="995561" y="83624"/>
                </a:cubicBezTo>
                <a:cubicBezTo>
                  <a:pt x="1008174" y="81265"/>
                  <a:pt x="1016914" y="79065"/>
                  <a:pt x="1021780" y="77024"/>
                </a:cubicBezTo>
                <a:lnTo>
                  <a:pt x="1021780" y="74305"/>
                </a:lnTo>
                <a:cubicBezTo>
                  <a:pt x="1021780" y="69061"/>
                  <a:pt x="1020499" y="65322"/>
                  <a:pt x="1017938" y="63089"/>
                </a:cubicBezTo>
                <a:cubicBezTo>
                  <a:pt x="1015377" y="60854"/>
                  <a:pt x="1010543" y="59737"/>
                  <a:pt x="1003436" y="59737"/>
                </a:cubicBezTo>
                <a:cubicBezTo>
                  <a:pt x="998634" y="59737"/>
                  <a:pt x="994888" y="60703"/>
                  <a:pt x="992199" y="62636"/>
                </a:cubicBezTo>
                <a:cubicBezTo>
                  <a:pt x="989510" y="64567"/>
                  <a:pt x="987333" y="67954"/>
                  <a:pt x="985669" y="72798"/>
                </a:cubicBezTo>
                <a:moveTo>
                  <a:pt x="1021780" y="94696"/>
                </a:moveTo>
                <a:cubicBezTo>
                  <a:pt x="1018322" y="95834"/>
                  <a:pt x="1012848" y="97195"/>
                  <a:pt x="1005357" y="98777"/>
                </a:cubicBezTo>
                <a:cubicBezTo>
                  <a:pt x="997866" y="100358"/>
                  <a:pt x="992968" y="101908"/>
                  <a:pt x="990663" y="103426"/>
                </a:cubicBezTo>
                <a:cubicBezTo>
                  <a:pt x="987141" y="105893"/>
                  <a:pt x="985380" y="109025"/>
                  <a:pt x="985380" y="112820"/>
                </a:cubicBezTo>
                <a:cubicBezTo>
                  <a:pt x="985380" y="116554"/>
                  <a:pt x="986789" y="119781"/>
                  <a:pt x="989606" y="122502"/>
                </a:cubicBezTo>
                <a:cubicBezTo>
                  <a:pt x="992423" y="125221"/>
                  <a:pt x="996009" y="126581"/>
                  <a:pt x="1000363" y="126581"/>
                </a:cubicBezTo>
                <a:cubicBezTo>
                  <a:pt x="1005229" y="126581"/>
                  <a:pt x="1009871" y="124999"/>
                  <a:pt x="1014289" y="121836"/>
                </a:cubicBezTo>
                <a:cubicBezTo>
                  <a:pt x="1017554" y="119433"/>
                  <a:pt x="1019699" y="116491"/>
                  <a:pt x="1020723" y="113009"/>
                </a:cubicBezTo>
                <a:cubicBezTo>
                  <a:pt x="1021428" y="110732"/>
                  <a:pt x="1021780" y="106400"/>
                  <a:pt x="1021780" y="100011"/>
                </a:cubicBezTo>
                <a:lnTo>
                  <a:pt x="1021780" y="94696"/>
                </a:lnTo>
                <a:close/>
                <a:moveTo>
                  <a:pt x="1072882" y="41297"/>
                </a:moveTo>
                <a:lnTo>
                  <a:pt x="1097757" y="41297"/>
                </a:lnTo>
                <a:lnTo>
                  <a:pt x="1097757" y="55223"/>
                </a:lnTo>
                <a:cubicBezTo>
                  <a:pt x="1106656" y="44403"/>
                  <a:pt x="1117253" y="38992"/>
                  <a:pt x="1129546" y="38992"/>
                </a:cubicBezTo>
                <a:cubicBezTo>
                  <a:pt x="1136077" y="38992"/>
                  <a:pt x="1141743" y="40343"/>
                  <a:pt x="1146545" y="43044"/>
                </a:cubicBezTo>
                <a:cubicBezTo>
                  <a:pt x="1151347" y="45745"/>
                  <a:pt x="1155285" y="49830"/>
                  <a:pt x="1158358" y="55298"/>
                </a:cubicBezTo>
                <a:cubicBezTo>
                  <a:pt x="1162840" y="49830"/>
                  <a:pt x="1167674" y="45745"/>
                  <a:pt x="1172860" y="43044"/>
                </a:cubicBezTo>
                <a:cubicBezTo>
                  <a:pt x="1178046" y="40343"/>
                  <a:pt x="1183585" y="38992"/>
                  <a:pt x="1189475" y="38992"/>
                </a:cubicBezTo>
                <a:cubicBezTo>
                  <a:pt x="1196966" y="38992"/>
                  <a:pt x="1203305" y="40513"/>
                  <a:pt x="1208491" y="43554"/>
                </a:cubicBezTo>
                <a:cubicBezTo>
                  <a:pt x="1213677" y="46596"/>
                  <a:pt x="1217551" y="51061"/>
                  <a:pt x="1220112" y="56952"/>
                </a:cubicBezTo>
                <a:cubicBezTo>
                  <a:pt x="1221969" y="61306"/>
                  <a:pt x="1222897" y="68349"/>
                  <a:pt x="1222897" y="78081"/>
                </a:cubicBezTo>
                <a:lnTo>
                  <a:pt x="1222897" y="143292"/>
                </a:lnTo>
                <a:lnTo>
                  <a:pt x="1195910" y="143292"/>
                </a:lnTo>
                <a:lnTo>
                  <a:pt x="1195910" y="85062"/>
                </a:lnTo>
                <a:cubicBezTo>
                  <a:pt x="1195910" y="74957"/>
                  <a:pt x="1194982" y="68435"/>
                  <a:pt x="1193125" y="65493"/>
                </a:cubicBezTo>
                <a:cubicBezTo>
                  <a:pt x="1190628" y="61656"/>
                  <a:pt x="1186786" y="59737"/>
                  <a:pt x="1181600" y="59737"/>
                </a:cubicBezTo>
                <a:cubicBezTo>
                  <a:pt x="1177822" y="59737"/>
                  <a:pt x="1174269" y="60889"/>
                  <a:pt x="1170939" y="63191"/>
                </a:cubicBezTo>
                <a:cubicBezTo>
                  <a:pt x="1167610" y="65492"/>
                  <a:pt x="1165209" y="68866"/>
                  <a:pt x="1163736" y="73312"/>
                </a:cubicBezTo>
                <a:cubicBezTo>
                  <a:pt x="1162264" y="77756"/>
                  <a:pt x="1161527" y="84775"/>
                  <a:pt x="1161527" y="94369"/>
                </a:cubicBezTo>
                <a:lnTo>
                  <a:pt x="1161527" y="143292"/>
                </a:lnTo>
                <a:lnTo>
                  <a:pt x="1134540" y="143292"/>
                </a:lnTo>
                <a:lnTo>
                  <a:pt x="1134540" y="87460"/>
                </a:lnTo>
                <a:cubicBezTo>
                  <a:pt x="1134540" y="77547"/>
                  <a:pt x="1134060" y="71153"/>
                  <a:pt x="1133100" y="68276"/>
                </a:cubicBezTo>
                <a:cubicBezTo>
                  <a:pt x="1132139" y="65396"/>
                  <a:pt x="1130651" y="63253"/>
                  <a:pt x="1128634" y="61847"/>
                </a:cubicBezTo>
                <a:cubicBezTo>
                  <a:pt x="1126617" y="60440"/>
                  <a:pt x="1123880" y="59737"/>
                  <a:pt x="1120422" y="59737"/>
                </a:cubicBezTo>
                <a:cubicBezTo>
                  <a:pt x="1116261" y="59737"/>
                  <a:pt x="1112515" y="60856"/>
                  <a:pt x="1109186" y="63095"/>
                </a:cubicBezTo>
                <a:cubicBezTo>
                  <a:pt x="1105856" y="65332"/>
                  <a:pt x="1103471" y="68562"/>
                  <a:pt x="1102031" y="72783"/>
                </a:cubicBezTo>
                <a:cubicBezTo>
                  <a:pt x="1100590" y="77005"/>
                  <a:pt x="1099870" y="84008"/>
                  <a:pt x="1099870" y="93792"/>
                </a:cubicBezTo>
                <a:lnTo>
                  <a:pt x="1099870" y="143292"/>
                </a:lnTo>
                <a:lnTo>
                  <a:pt x="1072882" y="143292"/>
                </a:lnTo>
                <a:lnTo>
                  <a:pt x="1072882" y="41297"/>
                </a:lnTo>
                <a:close/>
                <a:moveTo>
                  <a:pt x="1304534" y="2497"/>
                </a:moveTo>
                <a:lnTo>
                  <a:pt x="1356491" y="2497"/>
                </a:lnTo>
                <a:cubicBezTo>
                  <a:pt x="1368208" y="2497"/>
                  <a:pt x="1377140" y="3393"/>
                  <a:pt x="1383287" y="5186"/>
                </a:cubicBezTo>
                <a:cubicBezTo>
                  <a:pt x="1391546" y="7619"/>
                  <a:pt x="1398621" y="11941"/>
                  <a:pt x="1404512" y="18152"/>
                </a:cubicBezTo>
                <a:cubicBezTo>
                  <a:pt x="1410402" y="24362"/>
                  <a:pt x="1414884" y="31965"/>
                  <a:pt x="1417957" y="40961"/>
                </a:cubicBezTo>
                <a:cubicBezTo>
                  <a:pt x="1421030" y="49957"/>
                  <a:pt x="1422567" y="61050"/>
                  <a:pt x="1422567" y="74239"/>
                </a:cubicBezTo>
                <a:cubicBezTo>
                  <a:pt x="1422567" y="85828"/>
                  <a:pt x="1421126" y="95816"/>
                  <a:pt x="1418245" y="104204"/>
                </a:cubicBezTo>
                <a:cubicBezTo>
                  <a:pt x="1414724" y="114448"/>
                  <a:pt x="1409698" y="122739"/>
                  <a:pt x="1403167" y="129078"/>
                </a:cubicBezTo>
                <a:cubicBezTo>
                  <a:pt x="1398237" y="133880"/>
                  <a:pt x="1391578" y="137626"/>
                  <a:pt x="1383191" y="140315"/>
                </a:cubicBezTo>
                <a:cubicBezTo>
                  <a:pt x="1376916" y="142300"/>
                  <a:pt x="1368528" y="143292"/>
                  <a:pt x="1358028" y="143292"/>
                </a:cubicBezTo>
                <a:lnTo>
                  <a:pt x="1304534" y="143292"/>
                </a:lnTo>
                <a:lnTo>
                  <a:pt x="1304534" y="2497"/>
                </a:lnTo>
                <a:moveTo>
                  <a:pt x="1332962" y="26315"/>
                </a:moveTo>
                <a:lnTo>
                  <a:pt x="1332962" y="119474"/>
                </a:lnTo>
                <a:lnTo>
                  <a:pt x="1354186" y="119474"/>
                </a:lnTo>
                <a:cubicBezTo>
                  <a:pt x="1362126" y="119474"/>
                  <a:pt x="1367856" y="119026"/>
                  <a:pt x="1371378" y="118129"/>
                </a:cubicBezTo>
                <a:cubicBezTo>
                  <a:pt x="1375988" y="116979"/>
                  <a:pt x="1379813" y="115029"/>
                  <a:pt x="1382854" y="112280"/>
                </a:cubicBezTo>
                <a:cubicBezTo>
                  <a:pt x="1385896" y="109529"/>
                  <a:pt x="1388377" y="105003"/>
                  <a:pt x="1390298" y="98702"/>
                </a:cubicBezTo>
                <a:cubicBezTo>
                  <a:pt x="1392218" y="92402"/>
                  <a:pt x="1393179" y="83815"/>
                  <a:pt x="1393179" y="72943"/>
                </a:cubicBezTo>
                <a:cubicBezTo>
                  <a:pt x="1393179" y="62070"/>
                  <a:pt x="1392218" y="53724"/>
                  <a:pt x="1390298" y="47903"/>
                </a:cubicBezTo>
                <a:cubicBezTo>
                  <a:pt x="1388377" y="42083"/>
                  <a:pt x="1385688" y="37542"/>
                  <a:pt x="1382230" y="34280"/>
                </a:cubicBezTo>
                <a:cubicBezTo>
                  <a:pt x="1378773" y="31017"/>
                  <a:pt x="1374387" y="28810"/>
                  <a:pt x="1369073" y="27660"/>
                </a:cubicBezTo>
                <a:cubicBezTo>
                  <a:pt x="1365103" y="26763"/>
                  <a:pt x="1357324" y="26315"/>
                  <a:pt x="1345735" y="26315"/>
                </a:cubicBezTo>
                <a:lnTo>
                  <a:pt x="1332962" y="26315"/>
                </a:lnTo>
                <a:close/>
                <a:moveTo>
                  <a:pt x="1505552" y="110830"/>
                </a:moveTo>
                <a:lnTo>
                  <a:pt x="1532443" y="115440"/>
                </a:lnTo>
                <a:cubicBezTo>
                  <a:pt x="1528985" y="125268"/>
                  <a:pt x="1523527" y="132752"/>
                  <a:pt x="1516068" y="137890"/>
                </a:cubicBezTo>
                <a:cubicBezTo>
                  <a:pt x="1508609" y="143028"/>
                  <a:pt x="1499277" y="145597"/>
                  <a:pt x="1488072" y="145597"/>
                </a:cubicBezTo>
                <a:cubicBezTo>
                  <a:pt x="1470337" y="145597"/>
                  <a:pt x="1457211" y="139803"/>
                  <a:pt x="1448696" y="128214"/>
                </a:cubicBezTo>
                <a:cubicBezTo>
                  <a:pt x="1441973" y="118930"/>
                  <a:pt x="1438611" y="107213"/>
                  <a:pt x="1438611" y="93063"/>
                </a:cubicBezTo>
                <a:cubicBezTo>
                  <a:pt x="1438611" y="76160"/>
                  <a:pt x="1443029" y="62922"/>
                  <a:pt x="1451865" y="53350"/>
                </a:cubicBezTo>
                <a:cubicBezTo>
                  <a:pt x="1460701" y="43778"/>
                  <a:pt x="1471873" y="38992"/>
                  <a:pt x="1485383" y="38992"/>
                </a:cubicBezTo>
                <a:cubicBezTo>
                  <a:pt x="1500557" y="38992"/>
                  <a:pt x="1512530" y="44002"/>
                  <a:pt x="1521302" y="54023"/>
                </a:cubicBezTo>
                <a:cubicBezTo>
                  <a:pt x="1530074" y="64043"/>
                  <a:pt x="1534268" y="79393"/>
                  <a:pt x="1533883" y="100074"/>
                </a:cubicBezTo>
                <a:lnTo>
                  <a:pt x="1466271" y="100074"/>
                </a:lnTo>
                <a:cubicBezTo>
                  <a:pt x="1466463" y="108077"/>
                  <a:pt x="1468640" y="114304"/>
                  <a:pt x="1472802" y="118754"/>
                </a:cubicBezTo>
                <a:cubicBezTo>
                  <a:pt x="1476964" y="123204"/>
                  <a:pt x="1482150" y="125429"/>
                  <a:pt x="1488360" y="125429"/>
                </a:cubicBezTo>
                <a:cubicBezTo>
                  <a:pt x="1492586" y="125429"/>
                  <a:pt x="1496140" y="124276"/>
                  <a:pt x="1499021" y="121971"/>
                </a:cubicBezTo>
                <a:cubicBezTo>
                  <a:pt x="1501902" y="119666"/>
                  <a:pt x="1504079" y="115953"/>
                  <a:pt x="1505552" y="110830"/>
                </a:cubicBezTo>
                <a:moveTo>
                  <a:pt x="1507088" y="83555"/>
                </a:moveTo>
                <a:cubicBezTo>
                  <a:pt x="1506896" y="75776"/>
                  <a:pt x="1504879" y="69861"/>
                  <a:pt x="1501038" y="65812"/>
                </a:cubicBezTo>
                <a:cubicBezTo>
                  <a:pt x="1497196" y="61762"/>
                  <a:pt x="1492522" y="59737"/>
                  <a:pt x="1487016" y="59737"/>
                </a:cubicBezTo>
                <a:cubicBezTo>
                  <a:pt x="1481125" y="59737"/>
                  <a:pt x="1476259" y="61873"/>
                  <a:pt x="1472418" y="66145"/>
                </a:cubicBezTo>
                <a:cubicBezTo>
                  <a:pt x="1468576" y="70418"/>
                  <a:pt x="1466687" y="76222"/>
                  <a:pt x="1466751" y="83555"/>
                </a:cubicBezTo>
                <a:lnTo>
                  <a:pt x="1507088" y="83555"/>
                </a:lnTo>
                <a:close/>
                <a:moveTo>
                  <a:pt x="1644819" y="71454"/>
                </a:moveTo>
                <a:lnTo>
                  <a:pt x="1618215" y="76256"/>
                </a:lnTo>
                <a:cubicBezTo>
                  <a:pt x="1617319" y="70974"/>
                  <a:pt x="1615286" y="66996"/>
                  <a:pt x="1612117" y="64323"/>
                </a:cubicBezTo>
                <a:cubicBezTo>
                  <a:pt x="1608948" y="61650"/>
                  <a:pt x="1604834" y="60313"/>
                  <a:pt x="1599776" y="60313"/>
                </a:cubicBezTo>
                <a:cubicBezTo>
                  <a:pt x="1593053" y="60313"/>
                  <a:pt x="1587691" y="62627"/>
                  <a:pt x="1583689" y="67255"/>
                </a:cubicBezTo>
                <a:cubicBezTo>
                  <a:pt x="1579687" y="71883"/>
                  <a:pt x="1577686" y="79622"/>
                  <a:pt x="1577686" y="90473"/>
                </a:cubicBezTo>
                <a:cubicBezTo>
                  <a:pt x="1577686" y="102538"/>
                  <a:pt x="1579719" y="111061"/>
                  <a:pt x="1583785" y="116041"/>
                </a:cubicBezTo>
                <a:cubicBezTo>
                  <a:pt x="1587851" y="121019"/>
                  <a:pt x="1593309" y="123508"/>
                  <a:pt x="1600160" y="123508"/>
                </a:cubicBezTo>
                <a:cubicBezTo>
                  <a:pt x="1605282" y="123508"/>
                  <a:pt x="1609476" y="122051"/>
                  <a:pt x="1612741" y="119138"/>
                </a:cubicBezTo>
                <a:cubicBezTo>
                  <a:pt x="1616006" y="116225"/>
                  <a:pt x="1618311" y="111215"/>
                  <a:pt x="1619656" y="104108"/>
                </a:cubicBezTo>
                <a:lnTo>
                  <a:pt x="1646163" y="108718"/>
                </a:lnTo>
                <a:cubicBezTo>
                  <a:pt x="1643410" y="120883"/>
                  <a:pt x="1638128" y="130070"/>
                  <a:pt x="1630316" y="136281"/>
                </a:cubicBezTo>
                <a:cubicBezTo>
                  <a:pt x="1622505" y="142492"/>
                  <a:pt x="1612037" y="145597"/>
                  <a:pt x="1598911" y="145597"/>
                </a:cubicBezTo>
                <a:cubicBezTo>
                  <a:pt x="1583993" y="145597"/>
                  <a:pt x="1572100" y="140891"/>
                  <a:pt x="1563232" y="131479"/>
                </a:cubicBezTo>
                <a:cubicBezTo>
                  <a:pt x="1554365" y="122067"/>
                  <a:pt x="1549931" y="109038"/>
                  <a:pt x="1549931" y="92391"/>
                </a:cubicBezTo>
                <a:cubicBezTo>
                  <a:pt x="1549931" y="75552"/>
                  <a:pt x="1554381" y="62442"/>
                  <a:pt x="1563280" y="53062"/>
                </a:cubicBezTo>
                <a:cubicBezTo>
                  <a:pt x="1572180" y="43682"/>
                  <a:pt x="1584217" y="38992"/>
                  <a:pt x="1599392" y="38992"/>
                </a:cubicBezTo>
                <a:cubicBezTo>
                  <a:pt x="1611813" y="38992"/>
                  <a:pt x="1621689" y="41665"/>
                  <a:pt x="1629020" y="47012"/>
                </a:cubicBezTo>
                <a:cubicBezTo>
                  <a:pt x="1636351" y="52358"/>
                  <a:pt x="1641617" y="60505"/>
                  <a:pt x="1644819" y="71454"/>
                </a:cubicBezTo>
                <a:close/>
                <a:moveTo>
                  <a:pt x="1665285" y="27468"/>
                </a:moveTo>
                <a:lnTo>
                  <a:pt x="1665285" y="2497"/>
                </a:lnTo>
                <a:lnTo>
                  <a:pt x="1692272" y="2497"/>
                </a:lnTo>
                <a:lnTo>
                  <a:pt x="1692272" y="27468"/>
                </a:lnTo>
                <a:lnTo>
                  <a:pt x="1665285" y="27468"/>
                </a:lnTo>
                <a:moveTo>
                  <a:pt x="1665285" y="143292"/>
                </a:moveTo>
                <a:lnTo>
                  <a:pt x="1665285" y="41297"/>
                </a:lnTo>
                <a:lnTo>
                  <a:pt x="1692272" y="41297"/>
                </a:lnTo>
                <a:lnTo>
                  <a:pt x="1692272" y="143292"/>
                </a:lnTo>
                <a:lnTo>
                  <a:pt x="1665285" y="143292"/>
                </a:lnTo>
                <a:close/>
                <a:moveTo>
                  <a:pt x="1710418" y="114288"/>
                </a:moveTo>
                <a:lnTo>
                  <a:pt x="1737501" y="110062"/>
                </a:lnTo>
                <a:cubicBezTo>
                  <a:pt x="1738654" y="115280"/>
                  <a:pt x="1740991" y="119242"/>
                  <a:pt x="1744512" y="121947"/>
                </a:cubicBezTo>
                <a:cubicBezTo>
                  <a:pt x="1748034" y="124652"/>
                  <a:pt x="1752964" y="126005"/>
                  <a:pt x="1759302" y="126005"/>
                </a:cubicBezTo>
                <a:cubicBezTo>
                  <a:pt x="1766281" y="126005"/>
                  <a:pt x="1771531" y="124726"/>
                  <a:pt x="1775053" y="122169"/>
                </a:cubicBezTo>
                <a:cubicBezTo>
                  <a:pt x="1777422" y="120378"/>
                  <a:pt x="1778606" y="117980"/>
                  <a:pt x="1778606" y="114975"/>
                </a:cubicBezTo>
                <a:cubicBezTo>
                  <a:pt x="1778606" y="112928"/>
                  <a:pt x="1777966" y="111234"/>
                  <a:pt x="1776686" y="109891"/>
                </a:cubicBezTo>
                <a:cubicBezTo>
                  <a:pt x="1775341" y="108612"/>
                  <a:pt x="1772332" y="107430"/>
                  <a:pt x="1767658" y="106344"/>
                </a:cubicBezTo>
                <a:cubicBezTo>
                  <a:pt x="1745889" y="101550"/>
                  <a:pt x="1732091" y="97170"/>
                  <a:pt x="1726264" y="93204"/>
                </a:cubicBezTo>
                <a:cubicBezTo>
                  <a:pt x="1718197" y="87702"/>
                  <a:pt x="1714163" y="80058"/>
                  <a:pt x="1714163" y="70271"/>
                </a:cubicBezTo>
                <a:cubicBezTo>
                  <a:pt x="1714163" y="61444"/>
                  <a:pt x="1717653" y="54024"/>
                  <a:pt x="1724632" y="48011"/>
                </a:cubicBezTo>
                <a:cubicBezTo>
                  <a:pt x="1731611" y="41999"/>
                  <a:pt x="1742431" y="38992"/>
                  <a:pt x="1757093" y="38992"/>
                </a:cubicBezTo>
                <a:cubicBezTo>
                  <a:pt x="1771051" y="38992"/>
                  <a:pt x="1781424" y="41257"/>
                  <a:pt x="1788210" y="45787"/>
                </a:cubicBezTo>
                <a:cubicBezTo>
                  <a:pt x="1794997" y="50317"/>
                  <a:pt x="1799671" y="57016"/>
                  <a:pt x="1802232" y="65884"/>
                </a:cubicBezTo>
                <a:lnTo>
                  <a:pt x="1776782" y="70686"/>
                </a:lnTo>
                <a:cubicBezTo>
                  <a:pt x="1775693" y="66716"/>
                  <a:pt x="1773628" y="63675"/>
                  <a:pt x="1770587" y="61562"/>
                </a:cubicBezTo>
                <a:cubicBezTo>
                  <a:pt x="1767546" y="59449"/>
                  <a:pt x="1763208" y="58392"/>
                  <a:pt x="1757574" y="58392"/>
                </a:cubicBezTo>
                <a:cubicBezTo>
                  <a:pt x="1750467" y="58392"/>
                  <a:pt x="1745376" y="59384"/>
                  <a:pt x="1742303" y="61367"/>
                </a:cubicBezTo>
                <a:cubicBezTo>
                  <a:pt x="1740254" y="62771"/>
                  <a:pt x="1739230" y="64593"/>
                  <a:pt x="1739230" y="66832"/>
                </a:cubicBezTo>
                <a:cubicBezTo>
                  <a:pt x="1739230" y="68749"/>
                  <a:pt x="1740126" y="70378"/>
                  <a:pt x="1741919" y="71721"/>
                </a:cubicBezTo>
                <a:cubicBezTo>
                  <a:pt x="1744352" y="73512"/>
                  <a:pt x="1752756" y="76038"/>
                  <a:pt x="1767130" y="79299"/>
                </a:cubicBezTo>
                <a:cubicBezTo>
                  <a:pt x="1781504" y="82561"/>
                  <a:pt x="1791540" y="86561"/>
                  <a:pt x="1797238" y="91301"/>
                </a:cubicBezTo>
                <a:cubicBezTo>
                  <a:pt x="1802873" y="96107"/>
                  <a:pt x="1805690" y="102802"/>
                  <a:pt x="1805690" y="111386"/>
                </a:cubicBezTo>
                <a:cubicBezTo>
                  <a:pt x="1805690" y="120740"/>
                  <a:pt x="1801784" y="128780"/>
                  <a:pt x="1793973" y="135507"/>
                </a:cubicBezTo>
                <a:cubicBezTo>
                  <a:pt x="1786162" y="142234"/>
                  <a:pt x="1774605" y="145597"/>
                  <a:pt x="1759302" y="145597"/>
                </a:cubicBezTo>
                <a:cubicBezTo>
                  <a:pt x="1745408" y="145597"/>
                  <a:pt x="1734412" y="142789"/>
                  <a:pt x="1726312" y="137172"/>
                </a:cubicBezTo>
                <a:cubicBezTo>
                  <a:pt x="1718213" y="131554"/>
                  <a:pt x="1712915" y="123926"/>
                  <a:pt x="1710418" y="114288"/>
                </a:cubicBezTo>
                <a:close/>
                <a:moveTo>
                  <a:pt x="1829325" y="27468"/>
                </a:moveTo>
                <a:lnTo>
                  <a:pt x="1829325" y="2497"/>
                </a:lnTo>
                <a:lnTo>
                  <a:pt x="1856313" y="2497"/>
                </a:lnTo>
                <a:lnTo>
                  <a:pt x="1856313" y="27468"/>
                </a:lnTo>
                <a:lnTo>
                  <a:pt x="1829325" y="27468"/>
                </a:lnTo>
                <a:moveTo>
                  <a:pt x="1829325" y="143292"/>
                </a:moveTo>
                <a:lnTo>
                  <a:pt x="1829325" y="41297"/>
                </a:lnTo>
                <a:lnTo>
                  <a:pt x="1856313" y="41297"/>
                </a:lnTo>
                <a:lnTo>
                  <a:pt x="1856313" y="143292"/>
                </a:lnTo>
                <a:lnTo>
                  <a:pt x="1829325" y="143292"/>
                </a:lnTo>
                <a:close/>
                <a:moveTo>
                  <a:pt x="1877724" y="90854"/>
                </a:moveTo>
                <a:cubicBezTo>
                  <a:pt x="1877724" y="81890"/>
                  <a:pt x="1879933" y="73215"/>
                  <a:pt x="1884350" y="64827"/>
                </a:cubicBezTo>
                <a:cubicBezTo>
                  <a:pt x="1888768" y="56440"/>
                  <a:pt x="1895027" y="50037"/>
                  <a:pt x="1903126" y="45619"/>
                </a:cubicBezTo>
                <a:cubicBezTo>
                  <a:pt x="1911226" y="41201"/>
                  <a:pt x="1920270" y="38992"/>
                  <a:pt x="1930258" y="38992"/>
                </a:cubicBezTo>
                <a:cubicBezTo>
                  <a:pt x="1945688" y="38992"/>
                  <a:pt x="1958333" y="44002"/>
                  <a:pt x="1968194" y="54023"/>
                </a:cubicBezTo>
                <a:cubicBezTo>
                  <a:pt x="1978054" y="64043"/>
                  <a:pt x="1982984" y="76704"/>
                  <a:pt x="1982984" y="92007"/>
                </a:cubicBezTo>
                <a:cubicBezTo>
                  <a:pt x="1982984" y="107437"/>
                  <a:pt x="1978006" y="120226"/>
                  <a:pt x="1968050" y="130375"/>
                </a:cubicBezTo>
                <a:cubicBezTo>
                  <a:pt x="1958093" y="140523"/>
                  <a:pt x="1945560" y="145597"/>
                  <a:pt x="1930450" y="145597"/>
                </a:cubicBezTo>
                <a:cubicBezTo>
                  <a:pt x="1921102" y="145597"/>
                  <a:pt x="1912186" y="143484"/>
                  <a:pt x="1903703" y="139258"/>
                </a:cubicBezTo>
                <a:cubicBezTo>
                  <a:pt x="1895219" y="135033"/>
                  <a:pt x="1888768" y="128838"/>
                  <a:pt x="1884350" y="120675"/>
                </a:cubicBezTo>
                <a:cubicBezTo>
                  <a:pt x="1879933" y="112511"/>
                  <a:pt x="1877724" y="102571"/>
                  <a:pt x="1877724" y="90854"/>
                </a:cubicBezTo>
                <a:moveTo>
                  <a:pt x="1905383" y="92295"/>
                </a:moveTo>
                <a:cubicBezTo>
                  <a:pt x="1905383" y="102379"/>
                  <a:pt x="1907784" y="110102"/>
                  <a:pt x="1912586" y="115464"/>
                </a:cubicBezTo>
                <a:cubicBezTo>
                  <a:pt x="1917388" y="120827"/>
                  <a:pt x="1923311" y="123508"/>
                  <a:pt x="1930354" y="123508"/>
                </a:cubicBezTo>
                <a:cubicBezTo>
                  <a:pt x="1937397" y="123508"/>
                  <a:pt x="1943303" y="120827"/>
                  <a:pt x="1948073" y="115464"/>
                </a:cubicBezTo>
                <a:cubicBezTo>
                  <a:pt x="1952843" y="110102"/>
                  <a:pt x="1955228" y="102315"/>
                  <a:pt x="1955228" y="92103"/>
                </a:cubicBezTo>
                <a:cubicBezTo>
                  <a:pt x="1955228" y="82146"/>
                  <a:pt x="1952843" y="74487"/>
                  <a:pt x="1948073" y="69125"/>
                </a:cubicBezTo>
                <a:cubicBezTo>
                  <a:pt x="1943303" y="63763"/>
                  <a:pt x="1937397" y="61082"/>
                  <a:pt x="1930354" y="61082"/>
                </a:cubicBezTo>
                <a:cubicBezTo>
                  <a:pt x="1923311" y="61082"/>
                  <a:pt x="1917388" y="63763"/>
                  <a:pt x="1912586" y="69125"/>
                </a:cubicBezTo>
                <a:cubicBezTo>
                  <a:pt x="1907784" y="74487"/>
                  <a:pt x="1905383" y="82210"/>
                  <a:pt x="1905383" y="92295"/>
                </a:cubicBezTo>
                <a:close/>
                <a:moveTo>
                  <a:pt x="2096879" y="143292"/>
                </a:moveTo>
                <a:lnTo>
                  <a:pt x="2069892" y="143292"/>
                </a:lnTo>
                <a:lnTo>
                  <a:pt x="2069892" y="91298"/>
                </a:lnTo>
                <a:cubicBezTo>
                  <a:pt x="2069892" y="80298"/>
                  <a:pt x="2069316" y="73183"/>
                  <a:pt x="2068163" y="69953"/>
                </a:cubicBezTo>
                <a:cubicBezTo>
                  <a:pt x="2067011" y="66724"/>
                  <a:pt x="2065138" y="64214"/>
                  <a:pt x="2062545" y="62423"/>
                </a:cubicBezTo>
                <a:cubicBezTo>
                  <a:pt x="2059952" y="60632"/>
                  <a:pt x="2056830" y="59737"/>
                  <a:pt x="2053181" y="59737"/>
                </a:cubicBezTo>
                <a:cubicBezTo>
                  <a:pt x="2048507" y="59737"/>
                  <a:pt x="2044313" y="61017"/>
                  <a:pt x="2040599" y="63576"/>
                </a:cubicBezTo>
                <a:cubicBezTo>
                  <a:pt x="2036886" y="66133"/>
                  <a:pt x="2034341" y="69522"/>
                  <a:pt x="2032964" y="73744"/>
                </a:cubicBezTo>
                <a:cubicBezTo>
                  <a:pt x="2031588" y="77964"/>
                  <a:pt x="2030899" y="85766"/>
                  <a:pt x="2030899" y="97151"/>
                </a:cubicBezTo>
                <a:lnTo>
                  <a:pt x="2030899" y="143292"/>
                </a:lnTo>
                <a:lnTo>
                  <a:pt x="2003912" y="143292"/>
                </a:lnTo>
                <a:lnTo>
                  <a:pt x="2003912" y="41297"/>
                </a:lnTo>
                <a:lnTo>
                  <a:pt x="2028979" y="41297"/>
                </a:lnTo>
                <a:lnTo>
                  <a:pt x="2028979" y="56280"/>
                </a:lnTo>
                <a:cubicBezTo>
                  <a:pt x="2037878" y="44755"/>
                  <a:pt x="2049083" y="38992"/>
                  <a:pt x="2062593" y="38992"/>
                </a:cubicBezTo>
                <a:cubicBezTo>
                  <a:pt x="2068547" y="38992"/>
                  <a:pt x="2073989" y="40065"/>
                  <a:pt x="2078920" y="42210"/>
                </a:cubicBezTo>
                <a:cubicBezTo>
                  <a:pt x="2083850" y="44355"/>
                  <a:pt x="2087579" y="47092"/>
                  <a:pt x="2090108" y="50421"/>
                </a:cubicBezTo>
                <a:cubicBezTo>
                  <a:pt x="2092637" y="53751"/>
                  <a:pt x="2094398" y="57528"/>
                  <a:pt x="2095390" y="61754"/>
                </a:cubicBezTo>
                <a:cubicBezTo>
                  <a:pt x="2096383" y="65980"/>
                  <a:pt x="2096879" y="72030"/>
                  <a:pt x="2096879" y="79905"/>
                </a:cubicBezTo>
                <a:lnTo>
                  <a:pt x="2096879" y="143292"/>
                </a:lnTo>
                <a:close/>
                <a:moveTo>
                  <a:pt x="2116753" y="184781"/>
                </a:moveTo>
                <a:cubicBezTo>
                  <a:pt x="2122067" y="173373"/>
                  <a:pt x="2125813" y="164624"/>
                  <a:pt x="2127990" y="158535"/>
                </a:cubicBezTo>
                <a:cubicBezTo>
                  <a:pt x="2130167" y="152447"/>
                  <a:pt x="2132183" y="145429"/>
                  <a:pt x="2134040" y="137482"/>
                </a:cubicBezTo>
                <a:cubicBezTo>
                  <a:pt x="2135897" y="129532"/>
                  <a:pt x="2137274" y="121985"/>
                  <a:pt x="2138170" y="114840"/>
                </a:cubicBezTo>
                <a:cubicBezTo>
                  <a:pt x="2139066" y="107693"/>
                  <a:pt x="2139514" y="100370"/>
                  <a:pt x="2139514" y="92871"/>
                </a:cubicBezTo>
                <a:cubicBezTo>
                  <a:pt x="2139514" y="77617"/>
                  <a:pt x="2137882" y="63179"/>
                  <a:pt x="2134616" y="49560"/>
                </a:cubicBezTo>
                <a:cubicBezTo>
                  <a:pt x="2131351" y="35940"/>
                  <a:pt x="2125333" y="19420"/>
                  <a:pt x="2116561" y="0"/>
                </a:cubicBezTo>
                <a:lnTo>
                  <a:pt x="2134905" y="0"/>
                </a:lnTo>
                <a:cubicBezTo>
                  <a:pt x="2144573" y="13780"/>
                  <a:pt x="2152080" y="28393"/>
                  <a:pt x="2157426" y="43839"/>
                </a:cubicBezTo>
                <a:cubicBezTo>
                  <a:pt x="2162772" y="59286"/>
                  <a:pt x="2165445" y="74956"/>
                  <a:pt x="2165445" y="90851"/>
                </a:cubicBezTo>
                <a:cubicBezTo>
                  <a:pt x="2165445" y="104247"/>
                  <a:pt x="2163332" y="118604"/>
                  <a:pt x="2159107" y="133922"/>
                </a:cubicBezTo>
                <a:cubicBezTo>
                  <a:pt x="2154305" y="151099"/>
                  <a:pt x="2146397" y="168052"/>
                  <a:pt x="2135385" y="184781"/>
                </a:cubicBezTo>
                <a:lnTo>
                  <a:pt x="2116753" y="1847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Misinf">
            <a:extLst xmlns:a="http://schemas.openxmlformats.org/drawingml/2006/main">
              <a:ext uri="{FF2B5EF4-FFF2-40B4-BE49-F238E27FC236}">
                <a16:creationId xmlns:a16="http://schemas.microsoft.com/office/drawing/2014/main" id="{44DFA6BA-60F4-447E-8997-186AE8D4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866" y="2534315"/>
            <a:ext cx="545325" cy="135376"/>
          </a:xfrm>
          <a:custGeom xmlns:a="http://schemas.openxmlformats.org/drawingml/2006/main">
            <a:pathLst>
              <a:path w="545325" h="135376">
                <a:moveTo>
                  <a:pt x="75268" y="133057"/>
                </a:moveTo>
                <a:lnTo>
                  <a:pt x="49763" y="133057"/>
                </a:lnTo>
                <a:lnTo>
                  <a:pt x="45036" y="23811"/>
                </a:lnTo>
                <a:lnTo>
                  <a:pt x="24257" y="133057"/>
                </a:lnTo>
                <a:lnTo>
                  <a:pt x="0" y="133057"/>
                </a:lnTo>
                <a:lnTo>
                  <a:pt x="27289" y="2319"/>
                </a:lnTo>
                <a:lnTo>
                  <a:pt x="65637" y="2319"/>
                </a:lnTo>
                <a:lnTo>
                  <a:pt x="69650" y="93868"/>
                </a:lnTo>
                <a:lnTo>
                  <a:pt x="114240" y="2319"/>
                </a:lnTo>
                <a:lnTo>
                  <a:pt x="153033" y="2319"/>
                </a:lnTo>
                <a:lnTo>
                  <a:pt x="125655" y="133057"/>
                </a:lnTo>
                <a:lnTo>
                  <a:pt x="101130" y="133057"/>
                </a:lnTo>
                <a:lnTo>
                  <a:pt x="126903" y="24614"/>
                </a:lnTo>
                <a:lnTo>
                  <a:pt x="75268" y="133057"/>
                </a:lnTo>
                <a:close/>
                <a:moveTo>
                  <a:pt x="179340" y="2319"/>
                </a:moveTo>
                <a:lnTo>
                  <a:pt x="204935" y="2319"/>
                </a:lnTo>
                <a:lnTo>
                  <a:pt x="200119" y="25506"/>
                </a:lnTo>
                <a:lnTo>
                  <a:pt x="174525" y="25506"/>
                </a:lnTo>
                <a:lnTo>
                  <a:pt x="179340" y="2319"/>
                </a:lnTo>
                <a:moveTo>
                  <a:pt x="171849" y="38347"/>
                </a:moveTo>
                <a:lnTo>
                  <a:pt x="197444" y="38347"/>
                </a:lnTo>
                <a:lnTo>
                  <a:pt x="177646" y="133057"/>
                </a:lnTo>
                <a:lnTo>
                  <a:pt x="152051" y="133057"/>
                </a:lnTo>
                <a:lnTo>
                  <a:pt x="171849" y="38347"/>
                </a:lnTo>
                <a:close/>
                <a:moveTo>
                  <a:pt x="199489" y="106506"/>
                </a:moveTo>
                <a:lnTo>
                  <a:pt x="224281" y="102557"/>
                </a:lnTo>
                <a:cubicBezTo>
                  <a:pt x="226480" y="107821"/>
                  <a:pt x="229215" y="111545"/>
                  <a:pt x="232485" y="113730"/>
                </a:cubicBezTo>
                <a:cubicBezTo>
                  <a:pt x="235755" y="115913"/>
                  <a:pt x="240214" y="117004"/>
                  <a:pt x="245862" y="117004"/>
                </a:cubicBezTo>
                <a:cubicBezTo>
                  <a:pt x="251689" y="117004"/>
                  <a:pt x="256356" y="115700"/>
                  <a:pt x="259864" y="113092"/>
                </a:cubicBezTo>
                <a:cubicBezTo>
                  <a:pt x="262301" y="111312"/>
                  <a:pt x="263520" y="109147"/>
                  <a:pt x="263520" y="106598"/>
                </a:cubicBezTo>
                <a:cubicBezTo>
                  <a:pt x="263520" y="104878"/>
                  <a:pt x="262896" y="103332"/>
                  <a:pt x="261647" y="101961"/>
                </a:cubicBezTo>
                <a:cubicBezTo>
                  <a:pt x="260339" y="100651"/>
                  <a:pt x="256802" y="99043"/>
                  <a:pt x="251035" y="97137"/>
                </a:cubicBezTo>
                <a:cubicBezTo>
                  <a:pt x="235577" y="92014"/>
                  <a:pt x="226005" y="87965"/>
                  <a:pt x="222319" y="84989"/>
                </a:cubicBezTo>
                <a:cubicBezTo>
                  <a:pt x="216552" y="80342"/>
                  <a:pt x="213668" y="74267"/>
                  <a:pt x="213668" y="66763"/>
                </a:cubicBezTo>
                <a:cubicBezTo>
                  <a:pt x="213668" y="59258"/>
                  <a:pt x="216462" y="52796"/>
                  <a:pt x="222051" y="47374"/>
                </a:cubicBezTo>
                <a:cubicBezTo>
                  <a:pt x="229840" y="39811"/>
                  <a:pt x="241403" y="36029"/>
                  <a:pt x="256742" y="36029"/>
                </a:cubicBezTo>
                <a:cubicBezTo>
                  <a:pt x="268930" y="36029"/>
                  <a:pt x="278145" y="38258"/>
                  <a:pt x="284388" y="42717"/>
                </a:cubicBezTo>
                <a:cubicBezTo>
                  <a:pt x="290631" y="47176"/>
                  <a:pt x="294584" y="53211"/>
                  <a:pt x="296249" y="60821"/>
                </a:cubicBezTo>
                <a:lnTo>
                  <a:pt x="272616" y="64923"/>
                </a:lnTo>
                <a:cubicBezTo>
                  <a:pt x="271368" y="61475"/>
                  <a:pt x="269346" y="58889"/>
                  <a:pt x="266552" y="57165"/>
                </a:cubicBezTo>
                <a:cubicBezTo>
                  <a:pt x="262747" y="54846"/>
                  <a:pt x="258169" y="53686"/>
                  <a:pt x="252818" y="53686"/>
                </a:cubicBezTo>
                <a:cubicBezTo>
                  <a:pt x="247467" y="53686"/>
                  <a:pt x="243618" y="54582"/>
                  <a:pt x="241269" y="56373"/>
                </a:cubicBezTo>
                <a:cubicBezTo>
                  <a:pt x="238921" y="58164"/>
                  <a:pt x="237747" y="60225"/>
                  <a:pt x="237747" y="62554"/>
                </a:cubicBezTo>
                <a:cubicBezTo>
                  <a:pt x="237747" y="64942"/>
                  <a:pt x="238936" y="66910"/>
                  <a:pt x="241314" y="68460"/>
                </a:cubicBezTo>
                <a:cubicBezTo>
                  <a:pt x="242800" y="69413"/>
                  <a:pt x="247586" y="71080"/>
                  <a:pt x="255672" y="73462"/>
                </a:cubicBezTo>
                <a:cubicBezTo>
                  <a:pt x="268157" y="77096"/>
                  <a:pt x="276510" y="80670"/>
                  <a:pt x="280732" y="84183"/>
                </a:cubicBezTo>
                <a:cubicBezTo>
                  <a:pt x="286677" y="89127"/>
                  <a:pt x="289650" y="95084"/>
                  <a:pt x="289650" y="102053"/>
                </a:cubicBezTo>
                <a:cubicBezTo>
                  <a:pt x="289650" y="111045"/>
                  <a:pt x="285874" y="118847"/>
                  <a:pt x="278324" y="125460"/>
                </a:cubicBezTo>
                <a:cubicBezTo>
                  <a:pt x="270773" y="132070"/>
                  <a:pt x="260131" y="135376"/>
                  <a:pt x="246397" y="135376"/>
                </a:cubicBezTo>
                <a:cubicBezTo>
                  <a:pt x="232723" y="135376"/>
                  <a:pt x="222155" y="132851"/>
                  <a:pt x="214694" y="127801"/>
                </a:cubicBezTo>
                <a:cubicBezTo>
                  <a:pt x="207232" y="122749"/>
                  <a:pt x="202164" y="115651"/>
                  <a:pt x="199489" y="106506"/>
                </a:cubicBezTo>
                <a:close/>
                <a:moveTo>
                  <a:pt x="331663" y="2319"/>
                </a:moveTo>
                <a:lnTo>
                  <a:pt x="357258" y="2319"/>
                </a:lnTo>
                <a:lnTo>
                  <a:pt x="352442" y="25506"/>
                </a:lnTo>
                <a:lnTo>
                  <a:pt x="326847" y="25506"/>
                </a:lnTo>
                <a:lnTo>
                  <a:pt x="331663" y="2319"/>
                </a:lnTo>
                <a:moveTo>
                  <a:pt x="324172" y="38347"/>
                </a:moveTo>
                <a:lnTo>
                  <a:pt x="349767" y="38347"/>
                </a:lnTo>
                <a:lnTo>
                  <a:pt x="329969" y="133057"/>
                </a:lnTo>
                <a:lnTo>
                  <a:pt x="304374" y="133057"/>
                </a:lnTo>
                <a:lnTo>
                  <a:pt x="324172" y="38347"/>
                </a:lnTo>
                <a:close/>
                <a:moveTo>
                  <a:pt x="375267" y="38347"/>
                </a:moveTo>
                <a:lnTo>
                  <a:pt x="399524" y="38347"/>
                </a:lnTo>
                <a:lnTo>
                  <a:pt x="397026" y="50674"/>
                </a:lnTo>
                <a:cubicBezTo>
                  <a:pt x="403091" y="45403"/>
                  <a:pt x="408754" y="41644"/>
                  <a:pt x="414015" y="39398"/>
                </a:cubicBezTo>
                <a:cubicBezTo>
                  <a:pt x="419277" y="37152"/>
                  <a:pt x="424821" y="36029"/>
                  <a:pt x="430647" y="36029"/>
                </a:cubicBezTo>
                <a:cubicBezTo>
                  <a:pt x="438436" y="36029"/>
                  <a:pt x="444574" y="38266"/>
                  <a:pt x="449063" y="42740"/>
                </a:cubicBezTo>
                <a:cubicBezTo>
                  <a:pt x="453552" y="47213"/>
                  <a:pt x="455796" y="53150"/>
                  <a:pt x="455796" y="60548"/>
                </a:cubicBezTo>
                <a:cubicBezTo>
                  <a:pt x="455796" y="63873"/>
                  <a:pt x="454815" y="70177"/>
                  <a:pt x="452853" y="79460"/>
                </a:cubicBezTo>
                <a:lnTo>
                  <a:pt x="441706" y="133057"/>
                </a:lnTo>
                <a:lnTo>
                  <a:pt x="416111" y="133057"/>
                </a:lnTo>
                <a:lnTo>
                  <a:pt x="427348" y="79276"/>
                </a:lnTo>
                <a:cubicBezTo>
                  <a:pt x="429012" y="71240"/>
                  <a:pt x="429845" y="66450"/>
                  <a:pt x="429845" y="64906"/>
                </a:cubicBezTo>
                <a:cubicBezTo>
                  <a:pt x="429845" y="61642"/>
                  <a:pt x="428879" y="59075"/>
                  <a:pt x="426946" y="57206"/>
                </a:cubicBezTo>
                <a:cubicBezTo>
                  <a:pt x="425014" y="55335"/>
                  <a:pt x="422324" y="54400"/>
                  <a:pt x="418876" y="54400"/>
                </a:cubicBezTo>
                <a:cubicBezTo>
                  <a:pt x="415130" y="54400"/>
                  <a:pt x="410968" y="55975"/>
                  <a:pt x="406390" y="59126"/>
                </a:cubicBezTo>
                <a:cubicBezTo>
                  <a:pt x="401812" y="62278"/>
                  <a:pt x="398216" y="66439"/>
                  <a:pt x="395600" y="71612"/>
                </a:cubicBezTo>
                <a:cubicBezTo>
                  <a:pt x="393697" y="75300"/>
                  <a:pt x="391557" y="82821"/>
                  <a:pt x="389179" y="94177"/>
                </a:cubicBezTo>
                <a:lnTo>
                  <a:pt x="381063" y="133057"/>
                </a:lnTo>
                <a:lnTo>
                  <a:pt x="355469" y="133057"/>
                </a:lnTo>
                <a:lnTo>
                  <a:pt x="375267" y="38347"/>
                </a:lnTo>
                <a:close/>
                <a:moveTo>
                  <a:pt x="532661" y="38347"/>
                </a:moveTo>
                <a:lnTo>
                  <a:pt x="528737" y="57075"/>
                </a:lnTo>
                <a:lnTo>
                  <a:pt x="510634" y="57075"/>
                </a:lnTo>
                <a:lnTo>
                  <a:pt x="494759" y="133057"/>
                </a:lnTo>
                <a:lnTo>
                  <a:pt x="469165" y="133057"/>
                </a:lnTo>
                <a:lnTo>
                  <a:pt x="485039" y="57075"/>
                </a:lnTo>
                <a:lnTo>
                  <a:pt x="470770" y="57075"/>
                </a:lnTo>
                <a:lnTo>
                  <a:pt x="474694" y="38347"/>
                </a:lnTo>
                <a:lnTo>
                  <a:pt x="488963" y="38347"/>
                </a:lnTo>
                <a:lnTo>
                  <a:pt x="491014" y="28605"/>
                </a:lnTo>
                <a:cubicBezTo>
                  <a:pt x="492679" y="20619"/>
                  <a:pt x="494254" y="15226"/>
                  <a:pt x="495740" y="12424"/>
                </a:cubicBezTo>
                <a:cubicBezTo>
                  <a:pt x="497762" y="8611"/>
                  <a:pt x="500779" y="5588"/>
                  <a:pt x="504792" y="3353"/>
                </a:cubicBezTo>
                <a:cubicBezTo>
                  <a:pt x="508805" y="1118"/>
                  <a:pt x="514052" y="0"/>
                  <a:pt x="520533" y="0"/>
                </a:cubicBezTo>
                <a:cubicBezTo>
                  <a:pt x="528380" y="0"/>
                  <a:pt x="536644" y="1414"/>
                  <a:pt x="545325" y="4242"/>
                </a:cubicBezTo>
                <a:lnTo>
                  <a:pt x="540331" y="22384"/>
                </a:lnTo>
                <a:cubicBezTo>
                  <a:pt x="534207" y="20303"/>
                  <a:pt x="529243" y="19263"/>
                  <a:pt x="525437" y="19263"/>
                </a:cubicBezTo>
                <a:cubicBezTo>
                  <a:pt x="522524" y="19263"/>
                  <a:pt x="520354" y="20205"/>
                  <a:pt x="518927" y="22089"/>
                </a:cubicBezTo>
                <a:cubicBezTo>
                  <a:pt x="517976" y="23304"/>
                  <a:pt x="516995" y="26493"/>
                  <a:pt x="515984" y="31656"/>
                </a:cubicBezTo>
                <a:lnTo>
                  <a:pt x="514558" y="38347"/>
                </a:lnTo>
                <a:lnTo>
                  <a:pt x="532661" y="383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or">
            <a:extLst xmlns:a="http://schemas.openxmlformats.org/drawingml/2006/main">
              <a:ext uri="{FF2B5EF4-FFF2-40B4-BE49-F238E27FC236}">
                <a16:creationId xmlns:a16="http://schemas.microsoft.com/office/drawing/2014/main" id="{8F7AFAA2-E8BB-49BA-8A1F-CE4354B8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4100" y="2570343"/>
            <a:ext cx="187092" cy="99347"/>
          </a:xfrm>
          <a:custGeom xmlns:a="http://schemas.openxmlformats.org/drawingml/2006/main">
            <a:pathLst>
              <a:path w="187092" h="99347">
                <a:moveTo>
                  <a:pt x="0" y="57714"/>
                </a:moveTo>
                <a:cubicBezTo>
                  <a:pt x="0" y="40143"/>
                  <a:pt x="4950" y="26132"/>
                  <a:pt x="14849" y="15679"/>
                </a:cubicBezTo>
                <a:cubicBezTo>
                  <a:pt x="24748" y="5226"/>
                  <a:pt x="37753" y="0"/>
                  <a:pt x="53865" y="0"/>
                </a:cubicBezTo>
                <a:cubicBezTo>
                  <a:pt x="67836" y="0"/>
                  <a:pt x="78746" y="3857"/>
                  <a:pt x="86594" y="11571"/>
                </a:cubicBezTo>
                <a:cubicBezTo>
                  <a:pt x="94442" y="19283"/>
                  <a:pt x="98366" y="29662"/>
                  <a:pt x="98366" y="42706"/>
                </a:cubicBezTo>
                <a:cubicBezTo>
                  <a:pt x="98366" y="58071"/>
                  <a:pt x="93461" y="71353"/>
                  <a:pt x="83651" y="82550"/>
                </a:cubicBezTo>
                <a:cubicBezTo>
                  <a:pt x="73841" y="93748"/>
                  <a:pt x="60702" y="99347"/>
                  <a:pt x="44233" y="99347"/>
                </a:cubicBezTo>
                <a:cubicBezTo>
                  <a:pt x="35315" y="99347"/>
                  <a:pt x="27408" y="97560"/>
                  <a:pt x="20511" y="93988"/>
                </a:cubicBezTo>
                <a:cubicBezTo>
                  <a:pt x="13615" y="90413"/>
                  <a:pt x="8472" y="85350"/>
                  <a:pt x="5083" y="78799"/>
                </a:cubicBezTo>
                <a:cubicBezTo>
                  <a:pt x="1694" y="72246"/>
                  <a:pt x="0" y="65218"/>
                  <a:pt x="0" y="57714"/>
                </a:cubicBezTo>
                <a:moveTo>
                  <a:pt x="72949" y="39387"/>
                </a:moveTo>
                <a:cubicBezTo>
                  <a:pt x="72949" y="33306"/>
                  <a:pt x="71181" y="28432"/>
                  <a:pt x="67643" y="24764"/>
                </a:cubicBezTo>
                <a:cubicBezTo>
                  <a:pt x="64106" y="21097"/>
                  <a:pt x="59543" y="19263"/>
                  <a:pt x="53954" y="19263"/>
                </a:cubicBezTo>
                <a:cubicBezTo>
                  <a:pt x="48425" y="19263"/>
                  <a:pt x="43520" y="20978"/>
                  <a:pt x="39239" y="24408"/>
                </a:cubicBezTo>
                <a:cubicBezTo>
                  <a:pt x="34959" y="27835"/>
                  <a:pt x="31629" y="32815"/>
                  <a:pt x="29251" y="39345"/>
                </a:cubicBezTo>
                <a:cubicBezTo>
                  <a:pt x="26873" y="45874"/>
                  <a:pt x="25684" y="51881"/>
                  <a:pt x="25684" y="57365"/>
                </a:cubicBezTo>
                <a:cubicBezTo>
                  <a:pt x="25684" y="64163"/>
                  <a:pt x="27527" y="69561"/>
                  <a:pt x="31213" y="73557"/>
                </a:cubicBezTo>
                <a:cubicBezTo>
                  <a:pt x="34899" y="77551"/>
                  <a:pt x="39537" y="79549"/>
                  <a:pt x="45125" y="79549"/>
                </a:cubicBezTo>
                <a:cubicBezTo>
                  <a:pt x="52141" y="79549"/>
                  <a:pt x="58027" y="76537"/>
                  <a:pt x="62783" y="70514"/>
                </a:cubicBezTo>
                <a:cubicBezTo>
                  <a:pt x="69561" y="61988"/>
                  <a:pt x="72949" y="51612"/>
                  <a:pt x="72949" y="39387"/>
                </a:cubicBezTo>
                <a:close/>
                <a:moveTo>
                  <a:pt x="126182" y="2319"/>
                </a:moveTo>
                <a:lnTo>
                  <a:pt x="150082" y="2319"/>
                </a:lnTo>
                <a:lnTo>
                  <a:pt x="146248" y="20651"/>
                </a:lnTo>
                <a:cubicBezTo>
                  <a:pt x="155166" y="6884"/>
                  <a:pt x="164827" y="0"/>
                  <a:pt x="175231" y="0"/>
                </a:cubicBezTo>
                <a:cubicBezTo>
                  <a:pt x="178917" y="0"/>
                  <a:pt x="182871" y="922"/>
                  <a:pt x="187092" y="2765"/>
                </a:cubicBezTo>
                <a:lnTo>
                  <a:pt x="177282" y="23722"/>
                </a:lnTo>
                <a:cubicBezTo>
                  <a:pt x="174964" y="22890"/>
                  <a:pt x="172496" y="22473"/>
                  <a:pt x="169880" y="22473"/>
                </a:cubicBezTo>
                <a:cubicBezTo>
                  <a:pt x="165481" y="22473"/>
                  <a:pt x="161007" y="24142"/>
                  <a:pt x="156459" y="27479"/>
                </a:cubicBezTo>
                <a:cubicBezTo>
                  <a:pt x="151911" y="30814"/>
                  <a:pt x="148358" y="35266"/>
                  <a:pt x="145802" y="40836"/>
                </a:cubicBezTo>
                <a:cubicBezTo>
                  <a:pt x="143245" y="46404"/>
                  <a:pt x="140718" y="55235"/>
                  <a:pt x="138221" y="67328"/>
                </a:cubicBezTo>
                <a:lnTo>
                  <a:pt x="131979" y="97028"/>
                </a:lnTo>
                <a:lnTo>
                  <a:pt x="106384" y="97028"/>
                </a:lnTo>
                <a:lnTo>
                  <a:pt x="126182" y="23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mationpropagates">
            <a:extLst xmlns:a="http://schemas.openxmlformats.org/drawingml/2006/main">
              <a:ext uri="{FF2B5EF4-FFF2-40B4-BE49-F238E27FC236}">
                <a16:creationId xmlns:a16="http://schemas.microsoft.com/office/drawing/2014/main" id="{501701F6-DA9B-4E27-B623-784A1275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192" y="2536633"/>
            <a:ext cx="1626549" cy="169264"/>
          </a:xfrm>
          <a:custGeom xmlns:a="http://schemas.openxmlformats.org/drawingml/2006/main">
            <a:pathLst>
              <a:path w="1626549" h="169264">
                <a:moveTo>
                  <a:pt x="19798" y="36029"/>
                </a:moveTo>
                <a:lnTo>
                  <a:pt x="43877" y="36029"/>
                </a:lnTo>
                <a:lnTo>
                  <a:pt x="41469" y="47530"/>
                </a:lnTo>
                <a:cubicBezTo>
                  <a:pt x="50862" y="38317"/>
                  <a:pt x="60732" y="33710"/>
                  <a:pt x="71077" y="33710"/>
                </a:cubicBezTo>
                <a:cubicBezTo>
                  <a:pt x="78211" y="33710"/>
                  <a:pt x="83711" y="35205"/>
                  <a:pt x="87575" y="38194"/>
                </a:cubicBezTo>
                <a:cubicBezTo>
                  <a:pt x="91439" y="41182"/>
                  <a:pt x="93907" y="45305"/>
                  <a:pt x="94977" y="50565"/>
                </a:cubicBezTo>
                <a:cubicBezTo>
                  <a:pt x="98247" y="45783"/>
                  <a:pt x="102944" y="41778"/>
                  <a:pt x="109067" y="38551"/>
                </a:cubicBezTo>
                <a:cubicBezTo>
                  <a:pt x="115191" y="35324"/>
                  <a:pt x="121553" y="33710"/>
                  <a:pt x="128152" y="33710"/>
                </a:cubicBezTo>
                <a:cubicBezTo>
                  <a:pt x="135703" y="33710"/>
                  <a:pt x="141588" y="35742"/>
                  <a:pt x="145810" y="39805"/>
                </a:cubicBezTo>
                <a:cubicBezTo>
                  <a:pt x="150031" y="43868"/>
                  <a:pt x="152141" y="49247"/>
                  <a:pt x="152141" y="55941"/>
                </a:cubicBezTo>
                <a:cubicBezTo>
                  <a:pt x="152141" y="59189"/>
                  <a:pt x="151309" y="64823"/>
                  <a:pt x="149644" y="72844"/>
                </a:cubicBezTo>
                <a:lnTo>
                  <a:pt x="137516" y="130738"/>
                </a:lnTo>
                <a:lnTo>
                  <a:pt x="111921" y="130738"/>
                </a:lnTo>
                <a:lnTo>
                  <a:pt x="124050" y="72838"/>
                </a:lnTo>
                <a:cubicBezTo>
                  <a:pt x="125536" y="65585"/>
                  <a:pt x="126279" y="61483"/>
                  <a:pt x="126279" y="60534"/>
                </a:cubicBezTo>
                <a:cubicBezTo>
                  <a:pt x="126279" y="57923"/>
                  <a:pt x="125491" y="55862"/>
                  <a:pt x="123916" y="54350"/>
                </a:cubicBezTo>
                <a:cubicBezTo>
                  <a:pt x="122340" y="52837"/>
                  <a:pt x="119977" y="52081"/>
                  <a:pt x="116826" y="52081"/>
                </a:cubicBezTo>
                <a:cubicBezTo>
                  <a:pt x="110465" y="52081"/>
                  <a:pt x="104787" y="55439"/>
                  <a:pt x="99793" y="62156"/>
                </a:cubicBezTo>
                <a:cubicBezTo>
                  <a:pt x="96166" y="66972"/>
                  <a:pt x="93074" y="75501"/>
                  <a:pt x="90518" y="87745"/>
                </a:cubicBezTo>
                <a:lnTo>
                  <a:pt x="81511" y="130738"/>
                </a:lnTo>
                <a:lnTo>
                  <a:pt x="55916" y="130738"/>
                </a:lnTo>
                <a:lnTo>
                  <a:pt x="67866" y="73484"/>
                </a:lnTo>
                <a:cubicBezTo>
                  <a:pt x="69234" y="66885"/>
                  <a:pt x="69917" y="62605"/>
                  <a:pt x="69917" y="60643"/>
                </a:cubicBezTo>
                <a:cubicBezTo>
                  <a:pt x="69917" y="58145"/>
                  <a:pt x="69070" y="56094"/>
                  <a:pt x="67376" y="54489"/>
                </a:cubicBezTo>
                <a:cubicBezTo>
                  <a:pt x="65681" y="52884"/>
                  <a:pt x="63348" y="52081"/>
                  <a:pt x="60375" y="52081"/>
                </a:cubicBezTo>
                <a:cubicBezTo>
                  <a:pt x="57581" y="52081"/>
                  <a:pt x="54697" y="52914"/>
                  <a:pt x="51725" y="54578"/>
                </a:cubicBezTo>
                <a:cubicBezTo>
                  <a:pt x="48752" y="56243"/>
                  <a:pt x="46151" y="58533"/>
                  <a:pt x="43921" y="61448"/>
                </a:cubicBezTo>
                <a:cubicBezTo>
                  <a:pt x="41692" y="64361"/>
                  <a:pt x="39774" y="68107"/>
                  <a:pt x="38169" y="72685"/>
                </a:cubicBezTo>
                <a:cubicBezTo>
                  <a:pt x="37456" y="74825"/>
                  <a:pt x="36296" y="79671"/>
                  <a:pt x="34691" y="87224"/>
                </a:cubicBezTo>
                <a:lnTo>
                  <a:pt x="25595" y="130738"/>
                </a:lnTo>
                <a:lnTo>
                  <a:pt x="0" y="130738"/>
                </a:lnTo>
                <a:lnTo>
                  <a:pt x="19798" y="36029"/>
                </a:lnTo>
                <a:close/>
                <a:moveTo>
                  <a:pt x="199326" y="62783"/>
                </a:moveTo>
                <a:lnTo>
                  <a:pt x="174355" y="60659"/>
                </a:lnTo>
                <a:cubicBezTo>
                  <a:pt x="177209" y="52211"/>
                  <a:pt x="182188" y="45608"/>
                  <a:pt x="189293" y="40850"/>
                </a:cubicBezTo>
                <a:cubicBezTo>
                  <a:pt x="196398" y="36090"/>
                  <a:pt x="205806" y="33710"/>
                  <a:pt x="217519" y="33710"/>
                </a:cubicBezTo>
                <a:cubicBezTo>
                  <a:pt x="229706" y="33710"/>
                  <a:pt x="238714" y="36165"/>
                  <a:pt x="244540" y="41076"/>
                </a:cubicBezTo>
                <a:cubicBezTo>
                  <a:pt x="250367" y="45984"/>
                  <a:pt x="253280" y="51979"/>
                  <a:pt x="253280" y="59060"/>
                </a:cubicBezTo>
                <a:cubicBezTo>
                  <a:pt x="253280" y="61917"/>
                  <a:pt x="253027" y="64953"/>
                  <a:pt x="252522" y="68167"/>
                </a:cubicBezTo>
                <a:cubicBezTo>
                  <a:pt x="252016" y="71379"/>
                  <a:pt x="250248" y="79829"/>
                  <a:pt x="247216" y="93517"/>
                </a:cubicBezTo>
                <a:cubicBezTo>
                  <a:pt x="244718" y="104822"/>
                  <a:pt x="243470" y="112737"/>
                  <a:pt x="243470" y="117261"/>
                </a:cubicBezTo>
                <a:cubicBezTo>
                  <a:pt x="243470" y="121307"/>
                  <a:pt x="244183" y="125800"/>
                  <a:pt x="245610" y="130738"/>
                </a:cubicBezTo>
                <a:lnTo>
                  <a:pt x="220729" y="130738"/>
                </a:lnTo>
                <a:cubicBezTo>
                  <a:pt x="219718" y="127290"/>
                  <a:pt x="219094" y="123723"/>
                  <a:pt x="218856" y="120037"/>
                </a:cubicBezTo>
                <a:cubicBezTo>
                  <a:pt x="215111" y="124198"/>
                  <a:pt x="210800" y="127409"/>
                  <a:pt x="205925" y="129668"/>
                </a:cubicBezTo>
                <a:cubicBezTo>
                  <a:pt x="201050" y="131927"/>
                  <a:pt x="196145" y="133057"/>
                  <a:pt x="191210" y="133057"/>
                </a:cubicBezTo>
                <a:cubicBezTo>
                  <a:pt x="183363" y="133057"/>
                  <a:pt x="176882" y="130482"/>
                  <a:pt x="171769" y="125332"/>
                </a:cubicBezTo>
                <a:cubicBezTo>
                  <a:pt x="166656" y="120181"/>
                  <a:pt x="164100" y="113558"/>
                  <a:pt x="164100" y="105461"/>
                </a:cubicBezTo>
                <a:cubicBezTo>
                  <a:pt x="164100" y="96411"/>
                  <a:pt x="166909" y="89177"/>
                  <a:pt x="172527" y="83760"/>
                </a:cubicBezTo>
                <a:cubicBezTo>
                  <a:pt x="178145" y="78342"/>
                  <a:pt x="188178" y="75067"/>
                  <a:pt x="202625" y="73936"/>
                </a:cubicBezTo>
                <a:cubicBezTo>
                  <a:pt x="214813" y="72923"/>
                  <a:pt x="222959" y="71703"/>
                  <a:pt x="227061" y="70274"/>
                </a:cubicBezTo>
                <a:cubicBezTo>
                  <a:pt x="228131" y="66707"/>
                  <a:pt x="228666" y="63853"/>
                  <a:pt x="228666" y="61713"/>
                </a:cubicBezTo>
                <a:cubicBezTo>
                  <a:pt x="228666" y="58978"/>
                  <a:pt x="227566" y="56689"/>
                  <a:pt x="225366" y="54846"/>
                </a:cubicBezTo>
                <a:cubicBezTo>
                  <a:pt x="223167" y="53003"/>
                  <a:pt x="219897" y="52081"/>
                  <a:pt x="215557" y="52081"/>
                </a:cubicBezTo>
                <a:cubicBezTo>
                  <a:pt x="210979" y="52081"/>
                  <a:pt x="207367" y="53010"/>
                  <a:pt x="204721" y="54868"/>
                </a:cubicBezTo>
                <a:cubicBezTo>
                  <a:pt x="202075" y="56724"/>
                  <a:pt x="200277" y="59362"/>
                  <a:pt x="199326" y="62783"/>
                </a:cubicBezTo>
                <a:moveTo>
                  <a:pt x="223672" y="86505"/>
                </a:moveTo>
                <a:cubicBezTo>
                  <a:pt x="222126" y="86923"/>
                  <a:pt x="220075" y="87310"/>
                  <a:pt x="217519" y="87667"/>
                </a:cubicBezTo>
                <a:cubicBezTo>
                  <a:pt x="204677" y="89218"/>
                  <a:pt x="196294" y="91485"/>
                  <a:pt x="192370" y="94467"/>
                </a:cubicBezTo>
                <a:cubicBezTo>
                  <a:pt x="189575" y="96615"/>
                  <a:pt x="188178" y="99508"/>
                  <a:pt x="188178" y="103148"/>
                </a:cubicBezTo>
                <a:cubicBezTo>
                  <a:pt x="188178" y="106130"/>
                  <a:pt x="189248" y="108650"/>
                  <a:pt x="191389" y="110709"/>
                </a:cubicBezTo>
                <a:cubicBezTo>
                  <a:pt x="193529" y="112766"/>
                  <a:pt x="196353" y="113794"/>
                  <a:pt x="199861" y="113794"/>
                </a:cubicBezTo>
                <a:cubicBezTo>
                  <a:pt x="203725" y="113794"/>
                  <a:pt x="207367" y="112855"/>
                  <a:pt x="210785" y="110976"/>
                </a:cubicBezTo>
                <a:cubicBezTo>
                  <a:pt x="214204" y="109096"/>
                  <a:pt x="216760" y="106680"/>
                  <a:pt x="218455" y="103728"/>
                </a:cubicBezTo>
                <a:cubicBezTo>
                  <a:pt x="220149" y="100776"/>
                  <a:pt x="221651" y="96168"/>
                  <a:pt x="222959" y="89905"/>
                </a:cubicBezTo>
                <a:lnTo>
                  <a:pt x="223672" y="86505"/>
                </a:lnTo>
                <a:close/>
                <a:moveTo>
                  <a:pt x="271215" y="55113"/>
                </a:moveTo>
                <a:lnTo>
                  <a:pt x="275139" y="36029"/>
                </a:lnTo>
                <a:lnTo>
                  <a:pt x="287730" y="36029"/>
                </a:lnTo>
                <a:lnTo>
                  <a:pt x="290840" y="20868"/>
                </a:lnTo>
                <a:lnTo>
                  <a:pt x="320085" y="3210"/>
                </a:lnTo>
                <a:lnTo>
                  <a:pt x="313324" y="36029"/>
                </a:lnTo>
                <a:lnTo>
                  <a:pt x="328825" y="36029"/>
                </a:lnTo>
                <a:lnTo>
                  <a:pt x="324901" y="55113"/>
                </a:lnTo>
                <a:lnTo>
                  <a:pt x="309392" y="55113"/>
                </a:lnTo>
                <a:lnTo>
                  <a:pt x="300912" y="94810"/>
                </a:lnTo>
                <a:cubicBezTo>
                  <a:pt x="299425" y="101994"/>
                  <a:pt x="298682" y="106091"/>
                  <a:pt x="298682" y="107100"/>
                </a:cubicBezTo>
                <a:cubicBezTo>
                  <a:pt x="298682" y="109064"/>
                  <a:pt x="299306" y="110596"/>
                  <a:pt x="300555" y="111698"/>
                </a:cubicBezTo>
                <a:cubicBezTo>
                  <a:pt x="301803" y="112798"/>
                  <a:pt x="304063" y="113348"/>
                  <a:pt x="307333" y="113348"/>
                </a:cubicBezTo>
                <a:cubicBezTo>
                  <a:pt x="308462" y="113348"/>
                  <a:pt x="311286" y="113140"/>
                  <a:pt x="315805" y="112724"/>
                </a:cubicBezTo>
                <a:lnTo>
                  <a:pt x="311792" y="131719"/>
                </a:lnTo>
                <a:cubicBezTo>
                  <a:pt x="307392" y="132611"/>
                  <a:pt x="302874" y="133057"/>
                  <a:pt x="298236" y="133057"/>
                </a:cubicBezTo>
                <a:cubicBezTo>
                  <a:pt x="289199" y="133057"/>
                  <a:pt x="282630" y="131310"/>
                  <a:pt x="278527" y="127818"/>
                </a:cubicBezTo>
                <a:cubicBezTo>
                  <a:pt x="274425" y="124323"/>
                  <a:pt x="272374" y="119470"/>
                  <a:pt x="272374" y="113259"/>
                </a:cubicBezTo>
                <a:cubicBezTo>
                  <a:pt x="272374" y="110346"/>
                  <a:pt x="273474" y="103626"/>
                  <a:pt x="275674" y="93101"/>
                </a:cubicBezTo>
                <a:lnTo>
                  <a:pt x="283937" y="55113"/>
                </a:lnTo>
                <a:lnTo>
                  <a:pt x="271215" y="55113"/>
                </a:lnTo>
                <a:close/>
                <a:moveTo>
                  <a:pt x="352902" y="0"/>
                </a:moveTo>
                <a:lnTo>
                  <a:pt x="378496" y="0"/>
                </a:lnTo>
                <a:lnTo>
                  <a:pt x="373681" y="23187"/>
                </a:lnTo>
                <a:lnTo>
                  <a:pt x="348086" y="23187"/>
                </a:lnTo>
                <a:lnTo>
                  <a:pt x="352902" y="0"/>
                </a:lnTo>
                <a:moveTo>
                  <a:pt x="345410" y="36029"/>
                </a:moveTo>
                <a:lnTo>
                  <a:pt x="371005" y="36029"/>
                </a:lnTo>
                <a:lnTo>
                  <a:pt x="351207" y="130738"/>
                </a:lnTo>
                <a:lnTo>
                  <a:pt x="325612" y="130738"/>
                </a:lnTo>
                <a:lnTo>
                  <a:pt x="345410" y="36029"/>
                </a:lnTo>
                <a:close/>
                <a:moveTo>
                  <a:pt x="380096" y="91424"/>
                </a:moveTo>
                <a:cubicBezTo>
                  <a:pt x="380096" y="73853"/>
                  <a:pt x="385045" y="59842"/>
                  <a:pt x="394944" y="49389"/>
                </a:cubicBezTo>
                <a:cubicBezTo>
                  <a:pt x="404843" y="38936"/>
                  <a:pt x="417849" y="33710"/>
                  <a:pt x="433961" y="33710"/>
                </a:cubicBezTo>
                <a:cubicBezTo>
                  <a:pt x="447932" y="33710"/>
                  <a:pt x="458842" y="37567"/>
                  <a:pt x="466690" y="45281"/>
                </a:cubicBezTo>
                <a:cubicBezTo>
                  <a:pt x="474538" y="52993"/>
                  <a:pt x="478461" y="63372"/>
                  <a:pt x="478461" y="76416"/>
                </a:cubicBezTo>
                <a:cubicBezTo>
                  <a:pt x="478461" y="91781"/>
                  <a:pt x="473557" y="105063"/>
                  <a:pt x="463747" y="116260"/>
                </a:cubicBezTo>
                <a:cubicBezTo>
                  <a:pt x="453937" y="127458"/>
                  <a:pt x="440798" y="133057"/>
                  <a:pt x="424329" y="133057"/>
                </a:cubicBezTo>
                <a:cubicBezTo>
                  <a:pt x="415411" y="133057"/>
                  <a:pt x="407504" y="131270"/>
                  <a:pt x="400607" y="127698"/>
                </a:cubicBezTo>
                <a:cubicBezTo>
                  <a:pt x="393711" y="124123"/>
                  <a:pt x="388568" y="119060"/>
                  <a:pt x="385179" y="112509"/>
                </a:cubicBezTo>
                <a:cubicBezTo>
                  <a:pt x="381790" y="105956"/>
                  <a:pt x="380096" y="98928"/>
                  <a:pt x="380096" y="91424"/>
                </a:cubicBezTo>
                <a:moveTo>
                  <a:pt x="453045" y="73097"/>
                </a:moveTo>
                <a:cubicBezTo>
                  <a:pt x="453045" y="67016"/>
                  <a:pt x="451276" y="62142"/>
                  <a:pt x="447739" y="58474"/>
                </a:cubicBezTo>
                <a:cubicBezTo>
                  <a:pt x="444201" y="54807"/>
                  <a:pt x="439638" y="52973"/>
                  <a:pt x="434050" y="52973"/>
                </a:cubicBezTo>
                <a:cubicBezTo>
                  <a:pt x="428521" y="52973"/>
                  <a:pt x="423616" y="54688"/>
                  <a:pt x="419335" y="58118"/>
                </a:cubicBezTo>
                <a:cubicBezTo>
                  <a:pt x="415054" y="61545"/>
                  <a:pt x="411725" y="66525"/>
                  <a:pt x="409347" y="73055"/>
                </a:cubicBezTo>
                <a:cubicBezTo>
                  <a:pt x="406969" y="79584"/>
                  <a:pt x="405780" y="85591"/>
                  <a:pt x="405780" y="91075"/>
                </a:cubicBezTo>
                <a:cubicBezTo>
                  <a:pt x="405780" y="97873"/>
                  <a:pt x="407623" y="103271"/>
                  <a:pt x="411309" y="107267"/>
                </a:cubicBezTo>
                <a:cubicBezTo>
                  <a:pt x="414995" y="111262"/>
                  <a:pt x="419632" y="113259"/>
                  <a:pt x="425221" y="113259"/>
                </a:cubicBezTo>
                <a:cubicBezTo>
                  <a:pt x="432236" y="113259"/>
                  <a:pt x="438122" y="110247"/>
                  <a:pt x="442879" y="104224"/>
                </a:cubicBezTo>
                <a:cubicBezTo>
                  <a:pt x="449656" y="95698"/>
                  <a:pt x="453045" y="85322"/>
                  <a:pt x="453045" y="73097"/>
                </a:cubicBezTo>
                <a:close/>
                <a:moveTo>
                  <a:pt x="508061" y="36029"/>
                </a:moveTo>
                <a:lnTo>
                  <a:pt x="532318" y="36029"/>
                </a:lnTo>
                <a:lnTo>
                  <a:pt x="529821" y="48355"/>
                </a:lnTo>
                <a:cubicBezTo>
                  <a:pt x="535886" y="43084"/>
                  <a:pt x="541549" y="39326"/>
                  <a:pt x="546810" y="37079"/>
                </a:cubicBezTo>
                <a:cubicBezTo>
                  <a:pt x="552072" y="34833"/>
                  <a:pt x="557616" y="33710"/>
                  <a:pt x="563442" y="33710"/>
                </a:cubicBezTo>
                <a:cubicBezTo>
                  <a:pt x="571231" y="33710"/>
                  <a:pt x="577369" y="35947"/>
                  <a:pt x="581858" y="40421"/>
                </a:cubicBezTo>
                <a:cubicBezTo>
                  <a:pt x="586347" y="44895"/>
                  <a:pt x="588591" y="50831"/>
                  <a:pt x="588591" y="58229"/>
                </a:cubicBezTo>
                <a:cubicBezTo>
                  <a:pt x="588591" y="61555"/>
                  <a:pt x="587610" y="67859"/>
                  <a:pt x="585648" y="77141"/>
                </a:cubicBezTo>
                <a:lnTo>
                  <a:pt x="574501" y="130738"/>
                </a:lnTo>
                <a:lnTo>
                  <a:pt x="548906" y="130738"/>
                </a:lnTo>
                <a:lnTo>
                  <a:pt x="560143" y="76957"/>
                </a:lnTo>
                <a:cubicBezTo>
                  <a:pt x="561807" y="68921"/>
                  <a:pt x="562640" y="64132"/>
                  <a:pt x="562640" y="62588"/>
                </a:cubicBezTo>
                <a:cubicBezTo>
                  <a:pt x="562640" y="59323"/>
                  <a:pt x="561674" y="56757"/>
                  <a:pt x="559741" y="54888"/>
                </a:cubicBezTo>
                <a:cubicBezTo>
                  <a:pt x="557809" y="53017"/>
                  <a:pt x="555119" y="52081"/>
                  <a:pt x="551671" y="52081"/>
                </a:cubicBezTo>
                <a:cubicBezTo>
                  <a:pt x="547925" y="52081"/>
                  <a:pt x="543763" y="53657"/>
                  <a:pt x="539185" y="56808"/>
                </a:cubicBezTo>
                <a:cubicBezTo>
                  <a:pt x="534607" y="59959"/>
                  <a:pt x="531010" y="64121"/>
                  <a:pt x="528394" y="69293"/>
                </a:cubicBezTo>
                <a:cubicBezTo>
                  <a:pt x="526492" y="72981"/>
                  <a:pt x="524352" y="80503"/>
                  <a:pt x="521973" y="91858"/>
                </a:cubicBezTo>
                <a:lnTo>
                  <a:pt x="513858" y="130738"/>
                </a:lnTo>
                <a:lnTo>
                  <a:pt x="488263" y="130738"/>
                </a:lnTo>
                <a:lnTo>
                  <a:pt x="508061" y="36029"/>
                </a:lnTo>
                <a:close/>
                <a:moveTo>
                  <a:pt x="669197" y="36029"/>
                </a:moveTo>
                <a:lnTo>
                  <a:pt x="693454" y="36029"/>
                </a:lnTo>
                <a:lnTo>
                  <a:pt x="691402" y="45772"/>
                </a:lnTo>
                <a:cubicBezTo>
                  <a:pt x="696575" y="41452"/>
                  <a:pt x="701420" y="38362"/>
                  <a:pt x="705939" y="36503"/>
                </a:cubicBezTo>
                <a:cubicBezTo>
                  <a:pt x="710457" y="34641"/>
                  <a:pt x="715303" y="33710"/>
                  <a:pt x="720475" y="33710"/>
                </a:cubicBezTo>
                <a:cubicBezTo>
                  <a:pt x="730404" y="33710"/>
                  <a:pt x="738386" y="37135"/>
                  <a:pt x="744420" y="43985"/>
                </a:cubicBezTo>
                <a:cubicBezTo>
                  <a:pt x="750455" y="50834"/>
                  <a:pt x="753472" y="61048"/>
                  <a:pt x="753472" y="74627"/>
                </a:cubicBezTo>
                <a:cubicBezTo>
                  <a:pt x="753472" y="91722"/>
                  <a:pt x="748270" y="106165"/>
                  <a:pt x="737865" y="117958"/>
                </a:cubicBezTo>
                <a:cubicBezTo>
                  <a:pt x="728947" y="128024"/>
                  <a:pt x="718394" y="133057"/>
                  <a:pt x="706206" y="133057"/>
                </a:cubicBezTo>
                <a:cubicBezTo>
                  <a:pt x="693662" y="133057"/>
                  <a:pt x="684179" y="127998"/>
                  <a:pt x="677758" y="117880"/>
                </a:cubicBezTo>
                <a:lnTo>
                  <a:pt x="667502" y="166945"/>
                </a:lnTo>
                <a:lnTo>
                  <a:pt x="641907" y="166945"/>
                </a:lnTo>
                <a:lnTo>
                  <a:pt x="669197" y="36029"/>
                </a:lnTo>
                <a:moveTo>
                  <a:pt x="684625" y="90317"/>
                </a:moveTo>
                <a:cubicBezTo>
                  <a:pt x="684625" y="97753"/>
                  <a:pt x="686423" y="103524"/>
                  <a:pt x="690020" y="107632"/>
                </a:cubicBezTo>
                <a:cubicBezTo>
                  <a:pt x="693617" y="111740"/>
                  <a:pt x="697853" y="113794"/>
                  <a:pt x="702728" y="113794"/>
                </a:cubicBezTo>
                <a:cubicBezTo>
                  <a:pt x="706950" y="113794"/>
                  <a:pt x="711022" y="112258"/>
                  <a:pt x="714946" y="109187"/>
                </a:cubicBezTo>
                <a:cubicBezTo>
                  <a:pt x="718870" y="106116"/>
                  <a:pt x="722125" y="101018"/>
                  <a:pt x="724711" y="93893"/>
                </a:cubicBezTo>
                <a:cubicBezTo>
                  <a:pt x="727298" y="86768"/>
                  <a:pt x="728591" y="80165"/>
                  <a:pt x="728591" y="74084"/>
                </a:cubicBezTo>
                <a:cubicBezTo>
                  <a:pt x="728591" y="66988"/>
                  <a:pt x="726896" y="61547"/>
                  <a:pt x="723507" y="57761"/>
                </a:cubicBezTo>
                <a:cubicBezTo>
                  <a:pt x="720119" y="53974"/>
                  <a:pt x="715808" y="52081"/>
                  <a:pt x="710576" y="52081"/>
                </a:cubicBezTo>
                <a:cubicBezTo>
                  <a:pt x="705701" y="52081"/>
                  <a:pt x="701257" y="53819"/>
                  <a:pt x="697244" y="57295"/>
                </a:cubicBezTo>
                <a:cubicBezTo>
                  <a:pt x="693231" y="60772"/>
                  <a:pt x="690124" y="65882"/>
                  <a:pt x="687924" y="72626"/>
                </a:cubicBezTo>
                <a:cubicBezTo>
                  <a:pt x="685725" y="79370"/>
                  <a:pt x="684625" y="85267"/>
                  <a:pt x="684625" y="90317"/>
                </a:cubicBezTo>
                <a:close/>
                <a:moveTo>
                  <a:pt x="780129" y="36029"/>
                </a:moveTo>
                <a:lnTo>
                  <a:pt x="804029" y="36029"/>
                </a:lnTo>
                <a:lnTo>
                  <a:pt x="800194" y="54361"/>
                </a:lnTo>
                <a:cubicBezTo>
                  <a:pt x="809112" y="40594"/>
                  <a:pt x="818774" y="33710"/>
                  <a:pt x="829178" y="33710"/>
                </a:cubicBezTo>
                <a:cubicBezTo>
                  <a:pt x="832864" y="33710"/>
                  <a:pt x="836818" y="34632"/>
                  <a:pt x="841039" y="36475"/>
                </a:cubicBezTo>
                <a:lnTo>
                  <a:pt x="831229" y="57432"/>
                </a:lnTo>
                <a:cubicBezTo>
                  <a:pt x="828910" y="56600"/>
                  <a:pt x="826443" y="56184"/>
                  <a:pt x="823827" y="56184"/>
                </a:cubicBezTo>
                <a:cubicBezTo>
                  <a:pt x="819428" y="56184"/>
                  <a:pt x="814954" y="57852"/>
                  <a:pt x="810406" y="61189"/>
                </a:cubicBezTo>
                <a:cubicBezTo>
                  <a:pt x="805857" y="64524"/>
                  <a:pt x="802305" y="68976"/>
                  <a:pt x="799749" y="74546"/>
                </a:cubicBezTo>
                <a:cubicBezTo>
                  <a:pt x="797192" y="80114"/>
                  <a:pt x="794665" y="88945"/>
                  <a:pt x="792168" y="101038"/>
                </a:cubicBezTo>
                <a:lnTo>
                  <a:pt x="785926" y="130738"/>
                </a:lnTo>
                <a:lnTo>
                  <a:pt x="760331" y="130738"/>
                </a:lnTo>
                <a:lnTo>
                  <a:pt x="780129" y="36029"/>
                </a:lnTo>
                <a:close/>
                <a:moveTo>
                  <a:pt x="836587" y="91424"/>
                </a:moveTo>
                <a:cubicBezTo>
                  <a:pt x="836587" y="73853"/>
                  <a:pt x="841537" y="59842"/>
                  <a:pt x="851436" y="49389"/>
                </a:cubicBezTo>
                <a:cubicBezTo>
                  <a:pt x="861335" y="38936"/>
                  <a:pt x="874340" y="33710"/>
                  <a:pt x="890452" y="33710"/>
                </a:cubicBezTo>
                <a:cubicBezTo>
                  <a:pt x="904424" y="33710"/>
                  <a:pt x="915333" y="37567"/>
                  <a:pt x="923181" y="45281"/>
                </a:cubicBezTo>
                <a:cubicBezTo>
                  <a:pt x="931029" y="52993"/>
                  <a:pt x="934953" y="63372"/>
                  <a:pt x="934953" y="76416"/>
                </a:cubicBezTo>
                <a:cubicBezTo>
                  <a:pt x="934953" y="91781"/>
                  <a:pt x="930048" y="105063"/>
                  <a:pt x="920238" y="116260"/>
                </a:cubicBezTo>
                <a:cubicBezTo>
                  <a:pt x="910429" y="127458"/>
                  <a:pt x="897289" y="133057"/>
                  <a:pt x="880821" y="133057"/>
                </a:cubicBezTo>
                <a:cubicBezTo>
                  <a:pt x="871903" y="133057"/>
                  <a:pt x="863995" y="131270"/>
                  <a:pt x="857099" y="127698"/>
                </a:cubicBezTo>
                <a:cubicBezTo>
                  <a:pt x="850202" y="124123"/>
                  <a:pt x="845059" y="119060"/>
                  <a:pt x="841671" y="112509"/>
                </a:cubicBezTo>
                <a:cubicBezTo>
                  <a:pt x="838282" y="105956"/>
                  <a:pt x="836587" y="98928"/>
                  <a:pt x="836587" y="91424"/>
                </a:cubicBezTo>
                <a:moveTo>
                  <a:pt x="909537" y="73097"/>
                </a:moveTo>
                <a:cubicBezTo>
                  <a:pt x="909537" y="67016"/>
                  <a:pt x="907768" y="62142"/>
                  <a:pt x="904231" y="58474"/>
                </a:cubicBezTo>
                <a:cubicBezTo>
                  <a:pt x="900693" y="54807"/>
                  <a:pt x="896130" y="52973"/>
                  <a:pt x="890541" y="52973"/>
                </a:cubicBezTo>
                <a:cubicBezTo>
                  <a:pt x="885012" y="52973"/>
                  <a:pt x="880107" y="54688"/>
                  <a:pt x="875827" y="58118"/>
                </a:cubicBezTo>
                <a:cubicBezTo>
                  <a:pt x="871546" y="61545"/>
                  <a:pt x="868217" y="66525"/>
                  <a:pt x="865838" y="73055"/>
                </a:cubicBezTo>
                <a:cubicBezTo>
                  <a:pt x="863460" y="79584"/>
                  <a:pt x="862271" y="85591"/>
                  <a:pt x="862271" y="91075"/>
                </a:cubicBezTo>
                <a:cubicBezTo>
                  <a:pt x="862271" y="97873"/>
                  <a:pt x="864114" y="103271"/>
                  <a:pt x="867800" y="107267"/>
                </a:cubicBezTo>
                <a:cubicBezTo>
                  <a:pt x="871487" y="111262"/>
                  <a:pt x="876124" y="113259"/>
                  <a:pt x="881713" y="113259"/>
                </a:cubicBezTo>
                <a:cubicBezTo>
                  <a:pt x="888728" y="113259"/>
                  <a:pt x="894614" y="110247"/>
                  <a:pt x="899370" y="104224"/>
                </a:cubicBezTo>
                <a:cubicBezTo>
                  <a:pt x="906148" y="95698"/>
                  <a:pt x="909537" y="85322"/>
                  <a:pt x="909537" y="73097"/>
                </a:cubicBezTo>
                <a:close/>
                <a:moveTo>
                  <a:pt x="963394" y="36029"/>
                </a:moveTo>
                <a:lnTo>
                  <a:pt x="987651" y="36029"/>
                </a:lnTo>
                <a:lnTo>
                  <a:pt x="985600" y="45772"/>
                </a:lnTo>
                <a:cubicBezTo>
                  <a:pt x="990772" y="41452"/>
                  <a:pt x="995618" y="38362"/>
                  <a:pt x="1000136" y="36503"/>
                </a:cubicBezTo>
                <a:cubicBezTo>
                  <a:pt x="1004655" y="34641"/>
                  <a:pt x="1009500" y="33710"/>
                  <a:pt x="1014673" y="33710"/>
                </a:cubicBezTo>
                <a:cubicBezTo>
                  <a:pt x="1024601" y="33710"/>
                  <a:pt x="1032583" y="37135"/>
                  <a:pt x="1038617" y="43985"/>
                </a:cubicBezTo>
                <a:cubicBezTo>
                  <a:pt x="1044652" y="50834"/>
                  <a:pt x="1047669" y="61048"/>
                  <a:pt x="1047669" y="74627"/>
                </a:cubicBezTo>
                <a:cubicBezTo>
                  <a:pt x="1047669" y="91722"/>
                  <a:pt x="1042467" y="106165"/>
                  <a:pt x="1032063" y="117958"/>
                </a:cubicBezTo>
                <a:cubicBezTo>
                  <a:pt x="1023145" y="128024"/>
                  <a:pt x="1012592" y="133057"/>
                  <a:pt x="1000404" y="133057"/>
                </a:cubicBezTo>
                <a:cubicBezTo>
                  <a:pt x="987859" y="133057"/>
                  <a:pt x="978376" y="127998"/>
                  <a:pt x="971955" y="117880"/>
                </a:cubicBezTo>
                <a:lnTo>
                  <a:pt x="961700" y="166945"/>
                </a:lnTo>
                <a:lnTo>
                  <a:pt x="936105" y="166945"/>
                </a:lnTo>
                <a:lnTo>
                  <a:pt x="963394" y="36029"/>
                </a:lnTo>
                <a:moveTo>
                  <a:pt x="978822" y="90317"/>
                </a:moveTo>
                <a:cubicBezTo>
                  <a:pt x="978822" y="97753"/>
                  <a:pt x="980621" y="103524"/>
                  <a:pt x="984218" y="107632"/>
                </a:cubicBezTo>
                <a:cubicBezTo>
                  <a:pt x="987814" y="111740"/>
                  <a:pt x="992051" y="113794"/>
                  <a:pt x="996926" y="113794"/>
                </a:cubicBezTo>
                <a:cubicBezTo>
                  <a:pt x="1001147" y="113794"/>
                  <a:pt x="1005219" y="112258"/>
                  <a:pt x="1009143" y="109187"/>
                </a:cubicBezTo>
                <a:cubicBezTo>
                  <a:pt x="1013067" y="106116"/>
                  <a:pt x="1016322" y="101018"/>
                  <a:pt x="1018909" y="93893"/>
                </a:cubicBezTo>
                <a:cubicBezTo>
                  <a:pt x="1021495" y="86768"/>
                  <a:pt x="1022788" y="80165"/>
                  <a:pt x="1022788" y="74084"/>
                </a:cubicBezTo>
                <a:cubicBezTo>
                  <a:pt x="1022788" y="66988"/>
                  <a:pt x="1021094" y="61547"/>
                  <a:pt x="1017705" y="57761"/>
                </a:cubicBezTo>
                <a:cubicBezTo>
                  <a:pt x="1014316" y="53974"/>
                  <a:pt x="1010005" y="52081"/>
                  <a:pt x="1004774" y="52081"/>
                </a:cubicBezTo>
                <a:cubicBezTo>
                  <a:pt x="999898" y="52081"/>
                  <a:pt x="995454" y="53819"/>
                  <a:pt x="991441" y="57295"/>
                </a:cubicBezTo>
                <a:cubicBezTo>
                  <a:pt x="987428" y="60772"/>
                  <a:pt x="984322" y="65882"/>
                  <a:pt x="982122" y="72626"/>
                </a:cubicBezTo>
                <a:cubicBezTo>
                  <a:pt x="979922" y="79370"/>
                  <a:pt x="978822" y="85267"/>
                  <a:pt x="978822" y="90317"/>
                </a:cubicBezTo>
                <a:close/>
                <a:moveTo>
                  <a:pt x="1092073" y="62783"/>
                </a:moveTo>
                <a:lnTo>
                  <a:pt x="1067103" y="60659"/>
                </a:lnTo>
                <a:cubicBezTo>
                  <a:pt x="1069956" y="52211"/>
                  <a:pt x="1074936" y="45608"/>
                  <a:pt x="1082040" y="40850"/>
                </a:cubicBezTo>
                <a:cubicBezTo>
                  <a:pt x="1089145" y="36090"/>
                  <a:pt x="1098553" y="33710"/>
                  <a:pt x="1110266" y="33710"/>
                </a:cubicBezTo>
                <a:cubicBezTo>
                  <a:pt x="1122454" y="33710"/>
                  <a:pt x="1131461" y="36165"/>
                  <a:pt x="1137287" y="41076"/>
                </a:cubicBezTo>
                <a:cubicBezTo>
                  <a:pt x="1143114" y="45984"/>
                  <a:pt x="1146027" y="51979"/>
                  <a:pt x="1146027" y="59060"/>
                </a:cubicBezTo>
                <a:cubicBezTo>
                  <a:pt x="1146027" y="61917"/>
                  <a:pt x="1145774" y="64953"/>
                  <a:pt x="1145269" y="68167"/>
                </a:cubicBezTo>
                <a:cubicBezTo>
                  <a:pt x="1144764" y="71379"/>
                  <a:pt x="1142995" y="79829"/>
                  <a:pt x="1139963" y="93517"/>
                </a:cubicBezTo>
                <a:cubicBezTo>
                  <a:pt x="1137466" y="104822"/>
                  <a:pt x="1136217" y="112737"/>
                  <a:pt x="1136217" y="117261"/>
                </a:cubicBezTo>
                <a:cubicBezTo>
                  <a:pt x="1136217" y="121307"/>
                  <a:pt x="1136931" y="125800"/>
                  <a:pt x="1138358" y="130738"/>
                </a:cubicBezTo>
                <a:lnTo>
                  <a:pt x="1113476" y="130738"/>
                </a:lnTo>
                <a:cubicBezTo>
                  <a:pt x="1112466" y="127290"/>
                  <a:pt x="1111841" y="123723"/>
                  <a:pt x="1111604" y="120037"/>
                </a:cubicBezTo>
                <a:cubicBezTo>
                  <a:pt x="1107858" y="124198"/>
                  <a:pt x="1103548" y="127409"/>
                  <a:pt x="1098672" y="129668"/>
                </a:cubicBezTo>
                <a:cubicBezTo>
                  <a:pt x="1093797" y="131927"/>
                  <a:pt x="1088892" y="133057"/>
                  <a:pt x="1083958" y="133057"/>
                </a:cubicBezTo>
                <a:cubicBezTo>
                  <a:pt x="1076110" y="133057"/>
                  <a:pt x="1069629" y="130482"/>
                  <a:pt x="1064516" y="125332"/>
                </a:cubicBezTo>
                <a:cubicBezTo>
                  <a:pt x="1059403" y="120181"/>
                  <a:pt x="1056847" y="113558"/>
                  <a:pt x="1056847" y="105461"/>
                </a:cubicBezTo>
                <a:cubicBezTo>
                  <a:pt x="1056847" y="96411"/>
                  <a:pt x="1059656" y="89177"/>
                  <a:pt x="1065274" y="83760"/>
                </a:cubicBezTo>
                <a:cubicBezTo>
                  <a:pt x="1070893" y="78342"/>
                  <a:pt x="1080926" y="75067"/>
                  <a:pt x="1095373" y="73936"/>
                </a:cubicBezTo>
                <a:cubicBezTo>
                  <a:pt x="1107561" y="72923"/>
                  <a:pt x="1115706" y="71703"/>
                  <a:pt x="1119808" y="70274"/>
                </a:cubicBezTo>
                <a:cubicBezTo>
                  <a:pt x="1120878" y="66707"/>
                  <a:pt x="1121413" y="63853"/>
                  <a:pt x="1121413" y="61713"/>
                </a:cubicBezTo>
                <a:cubicBezTo>
                  <a:pt x="1121413" y="58978"/>
                  <a:pt x="1120313" y="56689"/>
                  <a:pt x="1118114" y="54846"/>
                </a:cubicBezTo>
                <a:cubicBezTo>
                  <a:pt x="1115914" y="53003"/>
                  <a:pt x="1112644" y="52081"/>
                  <a:pt x="1108304" y="52081"/>
                </a:cubicBezTo>
                <a:cubicBezTo>
                  <a:pt x="1103726" y="52081"/>
                  <a:pt x="1100114" y="53010"/>
                  <a:pt x="1097468" y="54868"/>
                </a:cubicBezTo>
                <a:cubicBezTo>
                  <a:pt x="1094823" y="56724"/>
                  <a:pt x="1093024" y="59362"/>
                  <a:pt x="1092073" y="62783"/>
                </a:cubicBezTo>
                <a:moveTo>
                  <a:pt x="1116419" y="86505"/>
                </a:moveTo>
                <a:cubicBezTo>
                  <a:pt x="1114873" y="86923"/>
                  <a:pt x="1112822" y="87310"/>
                  <a:pt x="1110266" y="87667"/>
                </a:cubicBezTo>
                <a:cubicBezTo>
                  <a:pt x="1097424" y="89218"/>
                  <a:pt x="1089041" y="91485"/>
                  <a:pt x="1085117" y="94467"/>
                </a:cubicBezTo>
                <a:cubicBezTo>
                  <a:pt x="1082323" y="96615"/>
                  <a:pt x="1080926" y="99508"/>
                  <a:pt x="1080926" y="103148"/>
                </a:cubicBezTo>
                <a:cubicBezTo>
                  <a:pt x="1080926" y="106130"/>
                  <a:pt x="1081996" y="108650"/>
                  <a:pt x="1084136" y="110709"/>
                </a:cubicBezTo>
                <a:cubicBezTo>
                  <a:pt x="1086276" y="112766"/>
                  <a:pt x="1089100" y="113794"/>
                  <a:pt x="1092608" y="113794"/>
                </a:cubicBezTo>
                <a:cubicBezTo>
                  <a:pt x="1096473" y="113794"/>
                  <a:pt x="1100114" y="112855"/>
                  <a:pt x="1103533" y="110976"/>
                </a:cubicBezTo>
                <a:cubicBezTo>
                  <a:pt x="1106951" y="109096"/>
                  <a:pt x="1109508" y="106680"/>
                  <a:pt x="1111202" y="103728"/>
                </a:cubicBezTo>
                <a:cubicBezTo>
                  <a:pt x="1112897" y="100776"/>
                  <a:pt x="1114398" y="96168"/>
                  <a:pt x="1115706" y="89905"/>
                </a:cubicBezTo>
                <a:lnTo>
                  <a:pt x="1116419" y="86505"/>
                </a:lnTo>
                <a:close/>
                <a:moveTo>
                  <a:pt x="1156204" y="135732"/>
                </a:moveTo>
                <a:lnTo>
                  <a:pt x="1183226" y="139656"/>
                </a:lnTo>
                <a:cubicBezTo>
                  <a:pt x="1183226" y="142391"/>
                  <a:pt x="1183672" y="144457"/>
                  <a:pt x="1184563" y="145854"/>
                </a:cubicBezTo>
                <a:cubicBezTo>
                  <a:pt x="1185455" y="147251"/>
                  <a:pt x="1186897" y="148440"/>
                  <a:pt x="1188889" y="149421"/>
                </a:cubicBezTo>
                <a:cubicBezTo>
                  <a:pt x="1190880" y="150402"/>
                  <a:pt x="1193600" y="150893"/>
                  <a:pt x="1197049" y="150893"/>
                </a:cubicBezTo>
                <a:cubicBezTo>
                  <a:pt x="1202459" y="150893"/>
                  <a:pt x="1206799" y="149822"/>
                  <a:pt x="1210069" y="147680"/>
                </a:cubicBezTo>
                <a:cubicBezTo>
                  <a:pt x="1212507" y="146013"/>
                  <a:pt x="1214498" y="143334"/>
                  <a:pt x="1216044" y="139642"/>
                </a:cubicBezTo>
                <a:cubicBezTo>
                  <a:pt x="1216995" y="137322"/>
                  <a:pt x="1218214" y="132263"/>
                  <a:pt x="1219700" y="124465"/>
                </a:cubicBezTo>
                <a:lnTo>
                  <a:pt x="1220592" y="120037"/>
                </a:lnTo>
                <a:cubicBezTo>
                  <a:pt x="1211734" y="127409"/>
                  <a:pt x="1202578" y="131095"/>
                  <a:pt x="1193125" y="131095"/>
                </a:cubicBezTo>
                <a:cubicBezTo>
                  <a:pt x="1183850" y="131095"/>
                  <a:pt x="1176240" y="127822"/>
                  <a:pt x="1170295" y="121277"/>
                </a:cubicBezTo>
                <a:cubicBezTo>
                  <a:pt x="1164349" y="114731"/>
                  <a:pt x="1161377" y="105150"/>
                  <a:pt x="1161377" y="92533"/>
                </a:cubicBezTo>
                <a:cubicBezTo>
                  <a:pt x="1161377" y="81406"/>
                  <a:pt x="1163398" y="71201"/>
                  <a:pt x="1167441" y="61919"/>
                </a:cubicBezTo>
                <a:cubicBezTo>
                  <a:pt x="1171484" y="52635"/>
                  <a:pt x="1177161" y="45613"/>
                  <a:pt x="1184474" y="40853"/>
                </a:cubicBezTo>
                <a:cubicBezTo>
                  <a:pt x="1191787" y="36091"/>
                  <a:pt x="1199248" y="33710"/>
                  <a:pt x="1206858" y="33710"/>
                </a:cubicBezTo>
                <a:cubicBezTo>
                  <a:pt x="1213160" y="33710"/>
                  <a:pt x="1218927" y="35380"/>
                  <a:pt x="1224159" y="38721"/>
                </a:cubicBezTo>
                <a:cubicBezTo>
                  <a:pt x="1229391" y="42061"/>
                  <a:pt x="1233464" y="46744"/>
                  <a:pt x="1236377" y="52770"/>
                </a:cubicBezTo>
                <a:lnTo>
                  <a:pt x="1239944" y="36029"/>
                </a:lnTo>
                <a:lnTo>
                  <a:pt x="1263934" y="36029"/>
                </a:lnTo>
                <a:lnTo>
                  <a:pt x="1247525" y="114872"/>
                </a:lnTo>
                <a:cubicBezTo>
                  <a:pt x="1244849" y="127575"/>
                  <a:pt x="1242590" y="136640"/>
                  <a:pt x="1240747" y="142067"/>
                </a:cubicBezTo>
                <a:cubicBezTo>
                  <a:pt x="1238904" y="147496"/>
                  <a:pt x="1236793" y="151820"/>
                  <a:pt x="1234415" y="155040"/>
                </a:cubicBezTo>
                <a:cubicBezTo>
                  <a:pt x="1232037" y="158260"/>
                  <a:pt x="1229035" y="160958"/>
                  <a:pt x="1225408" y="163136"/>
                </a:cubicBezTo>
                <a:cubicBezTo>
                  <a:pt x="1221781" y="165313"/>
                  <a:pt x="1217501" y="166878"/>
                  <a:pt x="1212566" y="167832"/>
                </a:cubicBezTo>
                <a:cubicBezTo>
                  <a:pt x="1207631" y="168787"/>
                  <a:pt x="1202281" y="169264"/>
                  <a:pt x="1196514" y="169264"/>
                </a:cubicBezTo>
                <a:cubicBezTo>
                  <a:pt x="1183136" y="169264"/>
                  <a:pt x="1173029" y="166969"/>
                  <a:pt x="1166192" y="162378"/>
                </a:cubicBezTo>
                <a:cubicBezTo>
                  <a:pt x="1159355" y="157789"/>
                  <a:pt x="1155937" y="150159"/>
                  <a:pt x="1155937" y="139489"/>
                </a:cubicBezTo>
                <a:cubicBezTo>
                  <a:pt x="1155937" y="138356"/>
                  <a:pt x="1156026" y="137103"/>
                  <a:pt x="1156204" y="135732"/>
                </a:cubicBezTo>
                <a:moveTo>
                  <a:pt x="1186347" y="89927"/>
                </a:moveTo>
                <a:cubicBezTo>
                  <a:pt x="1186347" y="97110"/>
                  <a:pt x="1187967" y="102586"/>
                  <a:pt x="1191207" y="106356"/>
                </a:cubicBezTo>
                <a:cubicBezTo>
                  <a:pt x="1194448" y="110125"/>
                  <a:pt x="1198505" y="112010"/>
                  <a:pt x="1203380" y="112010"/>
                </a:cubicBezTo>
                <a:cubicBezTo>
                  <a:pt x="1207839" y="112010"/>
                  <a:pt x="1212165" y="110319"/>
                  <a:pt x="1216356" y="106935"/>
                </a:cubicBezTo>
                <a:cubicBezTo>
                  <a:pt x="1220548" y="103550"/>
                  <a:pt x="1223758" y="98741"/>
                  <a:pt x="1225988" y="92508"/>
                </a:cubicBezTo>
                <a:cubicBezTo>
                  <a:pt x="1228217" y="86274"/>
                  <a:pt x="1229332" y="80249"/>
                  <a:pt x="1229332" y="74432"/>
                </a:cubicBezTo>
                <a:cubicBezTo>
                  <a:pt x="1229332" y="67723"/>
                  <a:pt x="1227519" y="62321"/>
                  <a:pt x="1223892" y="58226"/>
                </a:cubicBezTo>
                <a:cubicBezTo>
                  <a:pt x="1220265" y="54130"/>
                  <a:pt x="1216074" y="52081"/>
                  <a:pt x="1211317" y="52081"/>
                </a:cubicBezTo>
                <a:cubicBezTo>
                  <a:pt x="1206740" y="52081"/>
                  <a:pt x="1202533" y="53892"/>
                  <a:pt x="1198698" y="57513"/>
                </a:cubicBezTo>
                <a:cubicBezTo>
                  <a:pt x="1194864" y="61134"/>
                  <a:pt x="1191698" y="66714"/>
                  <a:pt x="1189201" y="74254"/>
                </a:cubicBezTo>
                <a:cubicBezTo>
                  <a:pt x="1187298" y="80073"/>
                  <a:pt x="1186347" y="85297"/>
                  <a:pt x="1186347" y="89927"/>
                </a:cubicBezTo>
                <a:close/>
                <a:moveTo>
                  <a:pt x="1305216" y="62783"/>
                </a:moveTo>
                <a:lnTo>
                  <a:pt x="1280246" y="60659"/>
                </a:lnTo>
                <a:cubicBezTo>
                  <a:pt x="1283100" y="52211"/>
                  <a:pt x="1288079" y="45608"/>
                  <a:pt x="1295183" y="40850"/>
                </a:cubicBezTo>
                <a:cubicBezTo>
                  <a:pt x="1302288" y="36090"/>
                  <a:pt x="1311697" y="33710"/>
                  <a:pt x="1323409" y="33710"/>
                </a:cubicBezTo>
                <a:cubicBezTo>
                  <a:pt x="1335597" y="33710"/>
                  <a:pt x="1344604" y="36165"/>
                  <a:pt x="1350431" y="41076"/>
                </a:cubicBezTo>
                <a:cubicBezTo>
                  <a:pt x="1356257" y="45984"/>
                  <a:pt x="1359170" y="51979"/>
                  <a:pt x="1359170" y="59060"/>
                </a:cubicBezTo>
                <a:cubicBezTo>
                  <a:pt x="1359170" y="61917"/>
                  <a:pt x="1358918" y="64953"/>
                  <a:pt x="1358412" y="68167"/>
                </a:cubicBezTo>
                <a:cubicBezTo>
                  <a:pt x="1357907" y="71379"/>
                  <a:pt x="1356138" y="79829"/>
                  <a:pt x="1353106" y="93517"/>
                </a:cubicBezTo>
                <a:cubicBezTo>
                  <a:pt x="1350609" y="104822"/>
                  <a:pt x="1349360" y="112737"/>
                  <a:pt x="1349360" y="117261"/>
                </a:cubicBezTo>
                <a:cubicBezTo>
                  <a:pt x="1349360" y="121307"/>
                  <a:pt x="1350074" y="125800"/>
                  <a:pt x="1351501" y="130738"/>
                </a:cubicBezTo>
                <a:lnTo>
                  <a:pt x="1326620" y="130738"/>
                </a:lnTo>
                <a:cubicBezTo>
                  <a:pt x="1325609" y="127290"/>
                  <a:pt x="1324985" y="123723"/>
                  <a:pt x="1324747" y="120037"/>
                </a:cubicBezTo>
                <a:cubicBezTo>
                  <a:pt x="1321001" y="124198"/>
                  <a:pt x="1316691" y="127409"/>
                  <a:pt x="1311816" y="129668"/>
                </a:cubicBezTo>
                <a:cubicBezTo>
                  <a:pt x="1306940" y="131927"/>
                  <a:pt x="1302036" y="133057"/>
                  <a:pt x="1297101" y="133057"/>
                </a:cubicBezTo>
                <a:cubicBezTo>
                  <a:pt x="1289253" y="133057"/>
                  <a:pt x="1282773" y="130482"/>
                  <a:pt x="1277660" y="125332"/>
                </a:cubicBezTo>
                <a:cubicBezTo>
                  <a:pt x="1272547" y="120181"/>
                  <a:pt x="1269990" y="113558"/>
                  <a:pt x="1269990" y="105461"/>
                </a:cubicBezTo>
                <a:cubicBezTo>
                  <a:pt x="1269990" y="96411"/>
                  <a:pt x="1272799" y="89177"/>
                  <a:pt x="1278418" y="83760"/>
                </a:cubicBezTo>
                <a:cubicBezTo>
                  <a:pt x="1284036" y="78342"/>
                  <a:pt x="1294069" y="75067"/>
                  <a:pt x="1308516" y="73936"/>
                </a:cubicBezTo>
                <a:cubicBezTo>
                  <a:pt x="1320704" y="72923"/>
                  <a:pt x="1328849" y="71703"/>
                  <a:pt x="1332951" y="70274"/>
                </a:cubicBezTo>
                <a:cubicBezTo>
                  <a:pt x="1334021" y="66707"/>
                  <a:pt x="1334557" y="63853"/>
                  <a:pt x="1334557" y="61713"/>
                </a:cubicBezTo>
                <a:cubicBezTo>
                  <a:pt x="1334557" y="58978"/>
                  <a:pt x="1333457" y="56689"/>
                  <a:pt x="1331257" y="54846"/>
                </a:cubicBezTo>
                <a:cubicBezTo>
                  <a:pt x="1329057" y="53003"/>
                  <a:pt x="1325787" y="52081"/>
                  <a:pt x="1321447" y="52081"/>
                </a:cubicBezTo>
                <a:cubicBezTo>
                  <a:pt x="1316869" y="52081"/>
                  <a:pt x="1313257" y="53010"/>
                  <a:pt x="1310612" y="54868"/>
                </a:cubicBezTo>
                <a:cubicBezTo>
                  <a:pt x="1307966" y="56724"/>
                  <a:pt x="1306168" y="59362"/>
                  <a:pt x="1305216" y="62783"/>
                </a:cubicBezTo>
                <a:moveTo>
                  <a:pt x="1329562" y="86505"/>
                </a:moveTo>
                <a:cubicBezTo>
                  <a:pt x="1328017" y="86923"/>
                  <a:pt x="1325966" y="87310"/>
                  <a:pt x="1323409" y="87667"/>
                </a:cubicBezTo>
                <a:cubicBezTo>
                  <a:pt x="1310567" y="89218"/>
                  <a:pt x="1302184" y="91485"/>
                  <a:pt x="1298260" y="94467"/>
                </a:cubicBezTo>
                <a:cubicBezTo>
                  <a:pt x="1295466" y="96615"/>
                  <a:pt x="1294069" y="99508"/>
                  <a:pt x="1294069" y="103148"/>
                </a:cubicBezTo>
                <a:cubicBezTo>
                  <a:pt x="1294069" y="106130"/>
                  <a:pt x="1295139" y="108650"/>
                  <a:pt x="1297279" y="110709"/>
                </a:cubicBezTo>
                <a:cubicBezTo>
                  <a:pt x="1299420" y="112766"/>
                  <a:pt x="1302244" y="113794"/>
                  <a:pt x="1305751" y="113794"/>
                </a:cubicBezTo>
                <a:cubicBezTo>
                  <a:pt x="1309616" y="113794"/>
                  <a:pt x="1313257" y="112855"/>
                  <a:pt x="1316676" y="110976"/>
                </a:cubicBezTo>
                <a:cubicBezTo>
                  <a:pt x="1320095" y="109096"/>
                  <a:pt x="1322651" y="106680"/>
                  <a:pt x="1324345" y="103728"/>
                </a:cubicBezTo>
                <a:cubicBezTo>
                  <a:pt x="1326040" y="100776"/>
                  <a:pt x="1327541" y="96168"/>
                  <a:pt x="1328849" y="89905"/>
                </a:cubicBezTo>
                <a:lnTo>
                  <a:pt x="1329562" y="86505"/>
                </a:lnTo>
                <a:close/>
                <a:moveTo>
                  <a:pt x="1377104" y="55113"/>
                </a:moveTo>
                <a:lnTo>
                  <a:pt x="1381028" y="36029"/>
                </a:lnTo>
                <a:lnTo>
                  <a:pt x="1393619" y="36029"/>
                </a:lnTo>
                <a:lnTo>
                  <a:pt x="1396729" y="20868"/>
                </a:lnTo>
                <a:lnTo>
                  <a:pt x="1425975" y="3210"/>
                </a:lnTo>
                <a:lnTo>
                  <a:pt x="1419214" y="36029"/>
                </a:lnTo>
                <a:lnTo>
                  <a:pt x="1434715" y="36029"/>
                </a:lnTo>
                <a:lnTo>
                  <a:pt x="1430791" y="55113"/>
                </a:lnTo>
                <a:lnTo>
                  <a:pt x="1415282" y="55113"/>
                </a:lnTo>
                <a:lnTo>
                  <a:pt x="1406801" y="94810"/>
                </a:lnTo>
                <a:cubicBezTo>
                  <a:pt x="1405315" y="101994"/>
                  <a:pt x="1404572" y="106091"/>
                  <a:pt x="1404572" y="107100"/>
                </a:cubicBezTo>
                <a:cubicBezTo>
                  <a:pt x="1404572" y="109064"/>
                  <a:pt x="1405196" y="110596"/>
                  <a:pt x="1406445" y="111698"/>
                </a:cubicBezTo>
                <a:cubicBezTo>
                  <a:pt x="1407693" y="112798"/>
                  <a:pt x="1409952" y="113348"/>
                  <a:pt x="1413222" y="113348"/>
                </a:cubicBezTo>
                <a:cubicBezTo>
                  <a:pt x="1414352" y="113348"/>
                  <a:pt x="1417176" y="113140"/>
                  <a:pt x="1421694" y="112724"/>
                </a:cubicBezTo>
                <a:lnTo>
                  <a:pt x="1417681" y="131719"/>
                </a:lnTo>
                <a:cubicBezTo>
                  <a:pt x="1413282" y="132611"/>
                  <a:pt x="1408763" y="133057"/>
                  <a:pt x="1404126" y="133057"/>
                </a:cubicBezTo>
                <a:cubicBezTo>
                  <a:pt x="1395089" y="133057"/>
                  <a:pt x="1388519" y="131310"/>
                  <a:pt x="1384417" y="127818"/>
                </a:cubicBezTo>
                <a:cubicBezTo>
                  <a:pt x="1380315" y="124323"/>
                  <a:pt x="1378264" y="119470"/>
                  <a:pt x="1378264" y="113259"/>
                </a:cubicBezTo>
                <a:cubicBezTo>
                  <a:pt x="1378264" y="110346"/>
                  <a:pt x="1379363" y="103626"/>
                  <a:pt x="1381563" y="93101"/>
                </a:cubicBezTo>
                <a:lnTo>
                  <a:pt x="1389826" y="55113"/>
                </a:lnTo>
                <a:lnTo>
                  <a:pt x="1377104" y="55113"/>
                </a:lnTo>
                <a:close/>
                <a:moveTo>
                  <a:pt x="1523715" y="91321"/>
                </a:moveTo>
                <a:lnTo>
                  <a:pt x="1459505" y="91321"/>
                </a:lnTo>
                <a:cubicBezTo>
                  <a:pt x="1459445" y="92331"/>
                  <a:pt x="1459416" y="93104"/>
                  <a:pt x="1459416" y="93639"/>
                </a:cubicBezTo>
                <a:cubicBezTo>
                  <a:pt x="1459416" y="99941"/>
                  <a:pt x="1461214" y="105025"/>
                  <a:pt x="1464811" y="108889"/>
                </a:cubicBezTo>
                <a:cubicBezTo>
                  <a:pt x="1468408" y="112754"/>
                  <a:pt x="1472793" y="114686"/>
                  <a:pt x="1477965" y="114686"/>
                </a:cubicBezTo>
                <a:cubicBezTo>
                  <a:pt x="1486467" y="114686"/>
                  <a:pt x="1493096" y="110286"/>
                  <a:pt x="1497852" y="101487"/>
                </a:cubicBezTo>
                <a:lnTo>
                  <a:pt x="1520772" y="105411"/>
                </a:lnTo>
                <a:cubicBezTo>
                  <a:pt x="1516313" y="114626"/>
                  <a:pt x="1510352" y="121538"/>
                  <a:pt x="1502891" y="126145"/>
                </a:cubicBezTo>
                <a:cubicBezTo>
                  <a:pt x="1495430" y="130753"/>
                  <a:pt x="1487062" y="133057"/>
                  <a:pt x="1477787" y="133057"/>
                </a:cubicBezTo>
                <a:cubicBezTo>
                  <a:pt x="1465064" y="133057"/>
                  <a:pt x="1454719" y="129021"/>
                  <a:pt x="1446752" y="120951"/>
                </a:cubicBezTo>
                <a:cubicBezTo>
                  <a:pt x="1438785" y="112880"/>
                  <a:pt x="1434802" y="102204"/>
                  <a:pt x="1434802" y="88924"/>
                </a:cubicBezTo>
                <a:cubicBezTo>
                  <a:pt x="1434802" y="75939"/>
                  <a:pt x="1438399" y="64383"/>
                  <a:pt x="1445593" y="54258"/>
                </a:cubicBezTo>
                <a:cubicBezTo>
                  <a:pt x="1455403" y="40559"/>
                  <a:pt x="1469404" y="33710"/>
                  <a:pt x="1487597" y="33710"/>
                </a:cubicBezTo>
                <a:cubicBezTo>
                  <a:pt x="1499190" y="33710"/>
                  <a:pt x="1508405" y="37298"/>
                  <a:pt x="1515243" y="44473"/>
                </a:cubicBezTo>
                <a:cubicBezTo>
                  <a:pt x="1522080" y="51648"/>
                  <a:pt x="1525498" y="61697"/>
                  <a:pt x="1525498" y="74619"/>
                </a:cubicBezTo>
                <a:cubicBezTo>
                  <a:pt x="1525498" y="80811"/>
                  <a:pt x="1524904" y="86378"/>
                  <a:pt x="1523715" y="91321"/>
                </a:cubicBezTo>
                <a:moveTo>
                  <a:pt x="1502133" y="75625"/>
                </a:moveTo>
                <a:cubicBezTo>
                  <a:pt x="1502192" y="74499"/>
                  <a:pt x="1502222" y="73641"/>
                  <a:pt x="1502222" y="73050"/>
                </a:cubicBezTo>
                <a:cubicBezTo>
                  <a:pt x="1502222" y="66060"/>
                  <a:pt x="1500647" y="60818"/>
                  <a:pt x="1497496" y="57323"/>
                </a:cubicBezTo>
                <a:cubicBezTo>
                  <a:pt x="1494345" y="53829"/>
                  <a:pt x="1490123" y="52081"/>
                  <a:pt x="1484832" y="52081"/>
                </a:cubicBezTo>
                <a:cubicBezTo>
                  <a:pt x="1479541" y="52081"/>
                  <a:pt x="1474799" y="54066"/>
                  <a:pt x="1470608" y="58034"/>
                </a:cubicBezTo>
                <a:cubicBezTo>
                  <a:pt x="1466416" y="62003"/>
                  <a:pt x="1463577" y="67866"/>
                  <a:pt x="1462091" y="75625"/>
                </a:cubicBezTo>
                <a:lnTo>
                  <a:pt x="1502133" y="75625"/>
                </a:lnTo>
                <a:close/>
                <a:moveTo>
                  <a:pt x="1529788" y="104188"/>
                </a:moveTo>
                <a:lnTo>
                  <a:pt x="1554581" y="100239"/>
                </a:lnTo>
                <a:cubicBezTo>
                  <a:pt x="1556780" y="105502"/>
                  <a:pt x="1559515" y="109226"/>
                  <a:pt x="1562785" y="111411"/>
                </a:cubicBezTo>
                <a:cubicBezTo>
                  <a:pt x="1566055" y="113594"/>
                  <a:pt x="1570514" y="114686"/>
                  <a:pt x="1576162" y="114686"/>
                </a:cubicBezTo>
                <a:cubicBezTo>
                  <a:pt x="1581989" y="114686"/>
                  <a:pt x="1586656" y="113381"/>
                  <a:pt x="1590163" y="110773"/>
                </a:cubicBezTo>
                <a:cubicBezTo>
                  <a:pt x="1592601" y="108993"/>
                  <a:pt x="1593820" y="106829"/>
                  <a:pt x="1593820" y="104280"/>
                </a:cubicBezTo>
                <a:cubicBezTo>
                  <a:pt x="1593820" y="102559"/>
                  <a:pt x="1593196" y="101013"/>
                  <a:pt x="1591947" y="99642"/>
                </a:cubicBezTo>
                <a:cubicBezTo>
                  <a:pt x="1590639" y="98332"/>
                  <a:pt x="1587102" y="96724"/>
                  <a:pt x="1581335" y="94818"/>
                </a:cubicBezTo>
                <a:cubicBezTo>
                  <a:pt x="1565877" y="89696"/>
                  <a:pt x="1556305" y="85646"/>
                  <a:pt x="1552619" y="82670"/>
                </a:cubicBezTo>
                <a:cubicBezTo>
                  <a:pt x="1546852" y="78023"/>
                  <a:pt x="1543968" y="71948"/>
                  <a:pt x="1543968" y="64444"/>
                </a:cubicBezTo>
                <a:cubicBezTo>
                  <a:pt x="1543968" y="56940"/>
                  <a:pt x="1546762" y="50477"/>
                  <a:pt x="1552351" y="45056"/>
                </a:cubicBezTo>
                <a:cubicBezTo>
                  <a:pt x="1560139" y="37492"/>
                  <a:pt x="1571703" y="33710"/>
                  <a:pt x="1587042" y="33710"/>
                </a:cubicBezTo>
                <a:cubicBezTo>
                  <a:pt x="1599230" y="33710"/>
                  <a:pt x="1608445" y="35940"/>
                  <a:pt x="1614688" y="40399"/>
                </a:cubicBezTo>
                <a:cubicBezTo>
                  <a:pt x="1620931" y="44858"/>
                  <a:pt x="1624884" y="50892"/>
                  <a:pt x="1626549" y="58502"/>
                </a:cubicBezTo>
                <a:lnTo>
                  <a:pt x="1602916" y="62605"/>
                </a:lnTo>
                <a:cubicBezTo>
                  <a:pt x="1601668" y="59156"/>
                  <a:pt x="1599646" y="56570"/>
                  <a:pt x="1596852" y="54846"/>
                </a:cubicBezTo>
                <a:cubicBezTo>
                  <a:pt x="1593047" y="52527"/>
                  <a:pt x="1588469" y="51368"/>
                  <a:pt x="1583118" y="51368"/>
                </a:cubicBezTo>
                <a:cubicBezTo>
                  <a:pt x="1577767" y="51368"/>
                  <a:pt x="1573918" y="52263"/>
                  <a:pt x="1571569" y="54054"/>
                </a:cubicBezTo>
                <a:cubicBezTo>
                  <a:pt x="1569221" y="55845"/>
                  <a:pt x="1568047" y="57906"/>
                  <a:pt x="1568047" y="60236"/>
                </a:cubicBezTo>
                <a:cubicBezTo>
                  <a:pt x="1568047" y="62623"/>
                  <a:pt x="1569236" y="64592"/>
                  <a:pt x="1571614" y="66141"/>
                </a:cubicBezTo>
                <a:cubicBezTo>
                  <a:pt x="1573100" y="67094"/>
                  <a:pt x="1577886" y="68762"/>
                  <a:pt x="1585972" y="71144"/>
                </a:cubicBezTo>
                <a:cubicBezTo>
                  <a:pt x="1598457" y="74778"/>
                  <a:pt x="1606810" y="78351"/>
                  <a:pt x="1611032" y="81865"/>
                </a:cubicBezTo>
                <a:cubicBezTo>
                  <a:pt x="1616977" y="86809"/>
                  <a:pt x="1619950" y="92765"/>
                  <a:pt x="1619950" y="99734"/>
                </a:cubicBezTo>
                <a:cubicBezTo>
                  <a:pt x="1619950" y="108726"/>
                  <a:pt x="1616174" y="116529"/>
                  <a:pt x="1608624" y="123141"/>
                </a:cubicBezTo>
                <a:cubicBezTo>
                  <a:pt x="1601073" y="129752"/>
                  <a:pt x="1590431" y="133057"/>
                  <a:pt x="1576697" y="133057"/>
                </a:cubicBezTo>
                <a:cubicBezTo>
                  <a:pt x="1563023" y="133057"/>
                  <a:pt x="1552455" y="130532"/>
                  <a:pt x="1544994" y="125482"/>
                </a:cubicBezTo>
                <a:cubicBezTo>
                  <a:pt x="1537532" y="120430"/>
                  <a:pt x="1532464" y="113332"/>
                  <a:pt x="1529788" y="1041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throughcommunication,">
            <a:extLst xmlns:a="http://schemas.openxmlformats.org/drawingml/2006/main">
              <a:ext uri="{FF2B5EF4-FFF2-40B4-BE49-F238E27FC236}">
                <a16:creationId xmlns:a16="http://schemas.microsoft.com/office/drawing/2014/main" id="{952B7021-14BC-46A7-9E85-DEC763B3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9198" y="2753349"/>
            <a:ext cx="2115130" cy="169264"/>
          </a:xfrm>
          <a:custGeom xmlns:a="http://schemas.openxmlformats.org/drawingml/2006/main">
            <a:pathLst>
              <a:path w="2115130" h="169264">
                <a:moveTo>
                  <a:pt x="0" y="55113"/>
                </a:moveTo>
                <a:lnTo>
                  <a:pt x="3924" y="36029"/>
                </a:lnTo>
                <a:lnTo>
                  <a:pt x="16515" y="36029"/>
                </a:lnTo>
                <a:lnTo>
                  <a:pt x="19625" y="20868"/>
                </a:lnTo>
                <a:lnTo>
                  <a:pt x="48871" y="3210"/>
                </a:lnTo>
                <a:lnTo>
                  <a:pt x="42110" y="36029"/>
                </a:lnTo>
                <a:lnTo>
                  <a:pt x="57610" y="36029"/>
                </a:lnTo>
                <a:lnTo>
                  <a:pt x="53686" y="55113"/>
                </a:lnTo>
                <a:lnTo>
                  <a:pt x="38177" y="55113"/>
                </a:lnTo>
                <a:lnTo>
                  <a:pt x="29697" y="94810"/>
                </a:lnTo>
                <a:cubicBezTo>
                  <a:pt x="28211" y="101994"/>
                  <a:pt x="27468" y="106091"/>
                  <a:pt x="27468" y="107100"/>
                </a:cubicBezTo>
                <a:cubicBezTo>
                  <a:pt x="27468" y="109064"/>
                  <a:pt x="28092" y="110596"/>
                  <a:pt x="29340" y="111698"/>
                </a:cubicBezTo>
                <a:cubicBezTo>
                  <a:pt x="30589" y="112798"/>
                  <a:pt x="32848" y="113348"/>
                  <a:pt x="36118" y="113348"/>
                </a:cubicBezTo>
                <a:cubicBezTo>
                  <a:pt x="37248" y="113348"/>
                  <a:pt x="40072" y="113140"/>
                  <a:pt x="44590" y="112724"/>
                </a:cubicBezTo>
                <a:lnTo>
                  <a:pt x="40577" y="131719"/>
                </a:lnTo>
                <a:cubicBezTo>
                  <a:pt x="36177" y="132611"/>
                  <a:pt x="31659" y="133057"/>
                  <a:pt x="27022" y="133057"/>
                </a:cubicBezTo>
                <a:cubicBezTo>
                  <a:pt x="17985" y="133057"/>
                  <a:pt x="11415" y="131310"/>
                  <a:pt x="7313" y="127818"/>
                </a:cubicBezTo>
                <a:cubicBezTo>
                  <a:pt x="3210" y="124323"/>
                  <a:pt x="1159" y="119470"/>
                  <a:pt x="1159" y="113259"/>
                </a:cubicBezTo>
                <a:cubicBezTo>
                  <a:pt x="1159" y="110346"/>
                  <a:pt x="2259" y="103626"/>
                  <a:pt x="4459" y="93101"/>
                </a:cubicBezTo>
                <a:lnTo>
                  <a:pt x="12722" y="55113"/>
                </a:lnTo>
                <a:lnTo>
                  <a:pt x="0" y="55113"/>
                </a:lnTo>
                <a:close/>
                <a:moveTo>
                  <a:pt x="80350" y="130738"/>
                </a:moveTo>
                <a:lnTo>
                  <a:pt x="54755" y="130738"/>
                </a:lnTo>
                <a:lnTo>
                  <a:pt x="82134" y="0"/>
                </a:lnTo>
                <a:lnTo>
                  <a:pt x="107728" y="0"/>
                </a:lnTo>
                <a:lnTo>
                  <a:pt x="97919" y="46563"/>
                </a:lnTo>
                <a:cubicBezTo>
                  <a:pt x="103686" y="42009"/>
                  <a:pt x="109066" y="38729"/>
                  <a:pt x="114060" y="36723"/>
                </a:cubicBezTo>
                <a:cubicBezTo>
                  <a:pt x="119054" y="34714"/>
                  <a:pt x="124405" y="33710"/>
                  <a:pt x="130113" y="33710"/>
                </a:cubicBezTo>
                <a:cubicBezTo>
                  <a:pt x="137782" y="33710"/>
                  <a:pt x="143846" y="35919"/>
                  <a:pt x="148305" y="40337"/>
                </a:cubicBezTo>
                <a:cubicBezTo>
                  <a:pt x="152764" y="44755"/>
                  <a:pt x="154994" y="50548"/>
                  <a:pt x="154994" y="57714"/>
                </a:cubicBezTo>
                <a:cubicBezTo>
                  <a:pt x="154994" y="61507"/>
                  <a:pt x="154162" y="67389"/>
                  <a:pt x="152497" y="75357"/>
                </a:cubicBezTo>
                <a:lnTo>
                  <a:pt x="140903" y="130738"/>
                </a:lnTo>
                <a:lnTo>
                  <a:pt x="115309" y="130738"/>
                </a:lnTo>
                <a:lnTo>
                  <a:pt x="127170" y="74262"/>
                </a:lnTo>
                <a:cubicBezTo>
                  <a:pt x="128418" y="68159"/>
                  <a:pt x="129042" y="64245"/>
                  <a:pt x="129042" y="62521"/>
                </a:cubicBezTo>
                <a:cubicBezTo>
                  <a:pt x="129042" y="59368"/>
                  <a:pt x="128061" y="56840"/>
                  <a:pt x="126100" y="54938"/>
                </a:cubicBezTo>
                <a:cubicBezTo>
                  <a:pt x="124138" y="53033"/>
                  <a:pt x="121462" y="52081"/>
                  <a:pt x="118073" y="52081"/>
                </a:cubicBezTo>
                <a:cubicBezTo>
                  <a:pt x="113793" y="52081"/>
                  <a:pt x="109690" y="53568"/>
                  <a:pt x="105766" y="56540"/>
                </a:cubicBezTo>
                <a:cubicBezTo>
                  <a:pt x="100653" y="60464"/>
                  <a:pt x="96759" y="65280"/>
                  <a:pt x="94084" y="70987"/>
                </a:cubicBezTo>
                <a:cubicBezTo>
                  <a:pt x="92597" y="74140"/>
                  <a:pt x="90636" y="81543"/>
                  <a:pt x="88198" y="93196"/>
                </a:cubicBezTo>
                <a:lnTo>
                  <a:pt x="80350" y="130738"/>
                </a:lnTo>
                <a:close/>
                <a:moveTo>
                  <a:pt x="184326" y="36029"/>
                </a:moveTo>
                <a:lnTo>
                  <a:pt x="208227" y="36029"/>
                </a:lnTo>
                <a:lnTo>
                  <a:pt x="204392" y="54361"/>
                </a:lnTo>
                <a:cubicBezTo>
                  <a:pt x="213310" y="40594"/>
                  <a:pt x="222971" y="33710"/>
                  <a:pt x="233375" y="33710"/>
                </a:cubicBezTo>
                <a:cubicBezTo>
                  <a:pt x="237062" y="33710"/>
                  <a:pt x="241015" y="34632"/>
                  <a:pt x="245236" y="36475"/>
                </a:cubicBezTo>
                <a:lnTo>
                  <a:pt x="235427" y="57432"/>
                </a:lnTo>
                <a:cubicBezTo>
                  <a:pt x="233108" y="56600"/>
                  <a:pt x="230641" y="56184"/>
                  <a:pt x="228025" y="56184"/>
                </a:cubicBezTo>
                <a:cubicBezTo>
                  <a:pt x="223625" y="56184"/>
                  <a:pt x="219151" y="57852"/>
                  <a:pt x="214603" y="61189"/>
                </a:cubicBezTo>
                <a:cubicBezTo>
                  <a:pt x="210055" y="64524"/>
                  <a:pt x="206502" y="68976"/>
                  <a:pt x="203946" y="74546"/>
                </a:cubicBezTo>
                <a:cubicBezTo>
                  <a:pt x="201389" y="80114"/>
                  <a:pt x="198863" y="88945"/>
                  <a:pt x="196366" y="101038"/>
                </a:cubicBezTo>
                <a:lnTo>
                  <a:pt x="190123" y="130738"/>
                </a:lnTo>
                <a:lnTo>
                  <a:pt x="164528" y="130738"/>
                </a:lnTo>
                <a:lnTo>
                  <a:pt x="184326" y="36029"/>
                </a:lnTo>
                <a:close/>
                <a:moveTo>
                  <a:pt x="240785" y="91424"/>
                </a:moveTo>
                <a:cubicBezTo>
                  <a:pt x="240785" y="73853"/>
                  <a:pt x="245735" y="59842"/>
                  <a:pt x="255634" y="49389"/>
                </a:cubicBezTo>
                <a:cubicBezTo>
                  <a:pt x="265533" y="38936"/>
                  <a:pt x="278538" y="33710"/>
                  <a:pt x="294650" y="33710"/>
                </a:cubicBezTo>
                <a:cubicBezTo>
                  <a:pt x="308621" y="33710"/>
                  <a:pt x="319531" y="37567"/>
                  <a:pt x="327379" y="45281"/>
                </a:cubicBezTo>
                <a:cubicBezTo>
                  <a:pt x="335227" y="52993"/>
                  <a:pt x="339151" y="63372"/>
                  <a:pt x="339151" y="76416"/>
                </a:cubicBezTo>
                <a:cubicBezTo>
                  <a:pt x="339151" y="91781"/>
                  <a:pt x="334246" y="105063"/>
                  <a:pt x="324436" y="116260"/>
                </a:cubicBezTo>
                <a:cubicBezTo>
                  <a:pt x="314626" y="127458"/>
                  <a:pt x="301487" y="133057"/>
                  <a:pt x="285018" y="133057"/>
                </a:cubicBezTo>
                <a:cubicBezTo>
                  <a:pt x="276100" y="133057"/>
                  <a:pt x="268193" y="131270"/>
                  <a:pt x="261296" y="127698"/>
                </a:cubicBezTo>
                <a:cubicBezTo>
                  <a:pt x="254400" y="124123"/>
                  <a:pt x="249257" y="119060"/>
                  <a:pt x="245868" y="112509"/>
                </a:cubicBezTo>
                <a:cubicBezTo>
                  <a:pt x="242479" y="105956"/>
                  <a:pt x="240785" y="98928"/>
                  <a:pt x="240785" y="91424"/>
                </a:cubicBezTo>
                <a:moveTo>
                  <a:pt x="313734" y="73097"/>
                </a:moveTo>
                <a:cubicBezTo>
                  <a:pt x="313734" y="67016"/>
                  <a:pt x="311966" y="62142"/>
                  <a:pt x="308428" y="58474"/>
                </a:cubicBezTo>
                <a:cubicBezTo>
                  <a:pt x="304891" y="54807"/>
                  <a:pt x="300328" y="52973"/>
                  <a:pt x="294739" y="52973"/>
                </a:cubicBezTo>
                <a:cubicBezTo>
                  <a:pt x="289210" y="52973"/>
                  <a:pt x="284305" y="54688"/>
                  <a:pt x="280024" y="58118"/>
                </a:cubicBezTo>
                <a:cubicBezTo>
                  <a:pt x="275744" y="61545"/>
                  <a:pt x="272414" y="66525"/>
                  <a:pt x="270036" y="73055"/>
                </a:cubicBezTo>
                <a:cubicBezTo>
                  <a:pt x="267658" y="79584"/>
                  <a:pt x="266469" y="85591"/>
                  <a:pt x="266469" y="91075"/>
                </a:cubicBezTo>
                <a:cubicBezTo>
                  <a:pt x="266469" y="97873"/>
                  <a:pt x="268312" y="103271"/>
                  <a:pt x="271998" y="107267"/>
                </a:cubicBezTo>
                <a:cubicBezTo>
                  <a:pt x="275684" y="111262"/>
                  <a:pt x="280322" y="113259"/>
                  <a:pt x="285910" y="113259"/>
                </a:cubicBezTo>
                <a:cubicBezTo>
                  <a:pt x="292926" y="113259"/>
                  <a:pt x="298812" y="110247"/>
                  <a:pt x="303568" y="104224"/>
                </a:cubicBezTo>
                <a:cubicBezTo>
                  <a:pt x="310346" y="95698"/>
                  <a:pt x="313734" y="85322"/>
                  <a:pt x="313734" y="73097"/>
                </a:cubicBezTo>
                <a:close/>
                <a:moveTo>
                  <a:pt x="368216" y="36029"/>
                </a:moveTo>
                <a:lnTo>
                  <a:pt x="393810" y="36029"/>
                </a:lnTo>
                <a:lnTo>
                  <a:pt x="382128" y="92123"/>
                </a:lnTo>
                <a:cubicBezTo>
                  <a:pt x="380701" y="98841"/>
                  <a:pt x="379987" y="103033"/>
                  <a:pt x="379987" y="104698"/>
                </a:cubicBezTo>
                <a:cubicBezTo>
                  <a:pt x="379987" y="107432"/>
                  <a:pt x="380998" y="109781"/>
                  <a:pt x="383020" y="111743"/>
                </a:cubicBezTo>
                <a:cubicBezTo>
                  <a:pt x="385041" y="113705"/>
                  <a:pt x="387627" y="114686"/>
                  <a:pt x="390778" y="114686"/>
                </a:cubicBezTo>
                <a:cubicBezTo>
                  <a:pt x="393037" y="114686"/>
                  <a:pt x="395267" y="114256"/>
                  <a:pt x="397467" y="113395"/>
                </a:cubicBezTo>
                <a:cubicBezTo>
                  <a:pt x="399667" y="112533"/>
                  <a:pt x="401926" y="111226"/>
                  <a:pt x="404244" y="109474"/>
                </a:cubicBezTo>
                <a:cubicBezTo>
                  <a:pt x="406563" y="107720"/>
                  <a:pt x="408644" y="105715"/>
                  <a:pt x="410487" y="103457"/>
                </a:cubicBezTo>
                <a:cubicBezTo>
                  <a:pt x="412330" y="101200"/>
                  <a:pt x="414054" y="98230"/>
                  <a:pt x="415659" y="94548"/>
                </a:cubicBezTo>
                <a:cubicBezTo>
                  <a:pt x="416789" y="91815"/>
                  <a:pt x="418008" y="87357"/>
                  <a:pt x="419316" y="81174"/>
                </a:cubicBezTo>
                <a:lnTo>
                  <a:pt x="428769" y="36029"/>
                </a:lnTo>
                <a:lnTo>
                  <a:pt x="454364" y="36029"/>
                </a:lnTo>
                <a:lnTo>
                  <a:pt x="434566" y="130738"/>
                </a:lnTo>
                <a:lnTo>
                  <a:pt x="410665" y="130738"/>
                </a:lnTo>
                <a:lnTo>
                  <a:pt x="413341" y="117963"/>
                </a:lnTo>
                <a:cubicBezTo>
                  <a:pt x="402877" y="128026"/>
                  <a:pt x="391492" y="133057"/>
                  <a:pt x="379185" y="133057"/>
                </a:cubicBezTo>
                <a:cubicBezTo>
                  <a:pt x="371396" y="133057"/>
                  <a:pt x="365273" y="130820"/>
                  <a:pt x="360814" y="126346"/>
                </a:cubicBezTo>
                <a:cubicBezTo>
                  <a:pt x="356355" y="121870"/>
                  <a:pt x="354125" y="115873"/>
                  <a:pt x="354125" y="108354"/>
                </a:cubicBezTo>
                <a:cubicBezTo>
                  <a:pt x="354125" y="105084"/>
                  <a:pt x="355136" y="98574"/>
                  <a:pt x="357157" y="88823"/>
                </a:cubicBezTo>
                <a:lnTo>
                  <a:pt x="368216" y="36029"/>
                </a:lnTo>
                <a:close/>
                <a:moveTo>
                  <a:pt x="458815" y="135732"/>
                </a:moveTo>
                <a:lnTo>
                  <a:pt x="485837" y="139656"/>
                </a:lnTo>
                <a:cubicBezTo>
                  <a:pt x="485837" y="142391"/>
                  <a:pt x="486283" y="144457"/>
                  <a:pt x="487175" y="145854"/>
                </a:cubicBezTo>
                <a:cubicBezTo>
                  <a:pt x="488066" y="147251"/>
                  <a:pt x="489508" y="148440"/>
                  <a:pt x="491500" y="149421"/>
                </a:cubicBezTo>
                <a:cubicBezTo>
                  <a:pt x="493492" y="150402"/>
                  <a:pt x="496212" y="150893"/>
                  <a:pt x="499660" y="150893"/>
                </a:cubicBezTo>
                <a:cubicBezTo>
                  <a:pt x="505070" y="150893"/>
                  <a:pt x="509410" y="149822"/>
                  <a:pt x="512680" y="147680"/>
                </a:cubicBezTo>
                <a:cubicBezTo>
                  <a:pt x="515118" y="146013"/>
                  <a:pt x="517109" y="143334"/>
                  <a:pt x="518655" y="139642"/>
                </a:cubicBezTo>
                <a:cubicBezTo>
                  <a:pt x="519607" y="137322"/>
                  <a:pt x="520825" y="132263"/>
                  <a:pt x="522312" y="124465"/>
                </a:cubicBezTo>
                <a:lnTo>
                  <a:pt x="523203" y="120037"/>
                </a:lnTo>
                <a:cubicBezTo>
                  <a:pt x="514345" y="127409"/>
                  <a:pt x="505189" y="131095"/>
                  <a:pt x="495736" y="131095"/>
                </a:cubicBezTo>
                <a:cubicBezTo>
                  <a:pt x="486461" y="131095"/>
                  <a:pt x="478851" y="127822"/>
                  <a:pt x="472906" y="121277"/>
                </a:cubicBezTo>
                <a:cubicBezTo>
                  <a:pt x="466960" y="114731"/>
                  <a:pt x="463988" y="105150"/>
                  <a:pt x="463988" y="92533"/>
                </a:cubicBezTo>
                <a:cubicBezTo>
                  <a:pt x="463988" y="81406"/>
                  <a:pt x="466009" y="71201"/>
                  <a:pt x="470052" y="61919"/>
                </a:cubicBezTo>
                <a:cubicBezTo>
                  <a:pt x="474095" y="52635"/>
                  <a:pt x="479773" y="45613"/>
                  <a:pt x="487085" y="40853"/>
                </a:cubicBezTo>
                <a:cubicBezTo>
                  <a:pt x="494398" y="36091"/>
                  <a:pt x="501860" y="33710"/>
                  <a:pt x="509470" y="33710"/>
                </a:cubicBezTo>
                <a:cubicBezTo>
                  <a:pt x="515772" y="33710"/>
                  <a:pt x="521539" y="35380"/>
                  <a:pt x="526771" y="38721"/>
                </a:cubicBezTo>
                <a:cubicBezTo>
                  <a:pt x="532003" y="42061"/>
                  <a:pt x="536075" y="46744"/>
                  <a:pt x="538988" y="52770"/>
                </a:cubicBezTo>
                <a:lnTo>
                  <a:pt x="542556" y="36029"/>
                </a:lnTo>
                <a:lnTo>
                  <a:pt x="566545" y="36029"/>
                </a:lnTo>
                <a:lnTo>
                  <a:pt x="550136" y="114872"/>
                </a:lnTo>
                <a:cubicBezTo>
                  <a:pt x="547460" y="127575"/>
                  <a:pt x="545201" y="136640"/>
                  <a:pt x="543358" y="142067"/>
                </a:cubicBezTo>
                <a:cubicBezTo>
                  <a:pt x="541515" y="147496"/>
                  <a:pt x="539405" y="151820"/>
                  <a:pt x="537026" y="155040"/>
                </a:cubicBezTo>
                <a:cubicBezTo>
                  <a:pt x="534648" y="158260"/>
                  <a:pt x="531646" y="160958"/>
                  <a:pt x="528019" y="163136"/>
                </a:cubicBezTo>
                <a:cubicBezTo>
                  <a:pt x="524393" y="165313"/>
                  <a:pt x="520112" y="166878"/>
                  <a:pt x="515177" y="167832"/>
                </a:cubicBezTo>
                <a:cubicBezTo>
                  <a:pt x="510243" y="168787"/>
                  <a:pt x="504892" y="169264"/>
                  <a:pt x="499125" y="169264"/>
                </a:cubicBezTo>
                <a:cubicBezTo>
                  <a:pt x="485748" y="169264"/>
                  <a:pt x="475641" y="166969"/>
                  <a:pt x="468804" y="162378"/>
                </a:cubicBezTo>
                <a:cubicBezTo>
                  <a:pt x="461966" y="157789"/>
                  <a:pt x="458548" y="150159"/>
                  <a:pt x="458548" y="139489"/>
                </a:cubicBezTo>
                <a:cubicBezTo>
                  <a:pt x="458548" y="138356"/>
                  <a:pt x="458637" y="137103"/>
                  <a:pt x="458815" y="135732"/>
                </a:cubicBezTo>
                <a:moveTo>
                  <a:pt x="488958" y="89927"/>
                </a:moveTo>
                <a:cubicBezTo>
                  <a:pt x="488958" y="97110"/>
                  <a:pt x="490578" y="102586"/>
                  <a:pt x="493819" y="106356"/>
                </a:cubicBezTo>
                <a:cubicBezTo>
                  <a:pt x="497059" y="110125"/>
                  <a:pt x="501116" y="112010"/>
                  <a:pt x="505992" y="112010"/>
                </a:cubicBezTo>
                <a:cubicBezTo>
                  <a:pt x="510451" y="112010"/>
                  <a:pt x="514776" y="110319"/>
                  <a:pt x="518967" y="106935"/>
                </a:cubicBezTo>
                <a:cubicBezTo>
                  <a:pt x="523159" y="103550"/>
                  <a:pt x="526369" y="98741"/>
                  <a:pt x="528599" y="92508"/>
                </a:cubicBezTo>
                <a:cubicBezTo>
                  <a:pt x="530828" y="86274"/>
                  <a:pt x="531943" y="80249"/>
                  <a:pt x="531943" y="74432"/>
                </a:cubicBezTo>
                <a:cubicBezTo>
                  <a:pt x="531943" y="67723"/>
                  <a:pt x="530130" y="62321"/>
                  <a:pt x="526503" y="58226"/>
                </a:cubicBezTo>
                <a:cubicBezTo>
                  <a:pt x="522876" y="54130"/>
                  <a:pt x="518685" y="52081"/>
                  <a:pt x="513929" y="52081"/>
                </a:cubicBezTo>
                <a:cubicBezTo>
                  <a:pt x="509351" y="52081"/>
                  <a:pt x="505144" y="53892"/>
                  <a:pt x="501310" y="57513"/>
                </a:cubicBezTo>
                <a:cubicBezTo>
                  <a:pt x="497475" y="61134"/>
                  <a:pt x="494309" y="66714"/>
                  <a:pt x="491812" y="74254"/>
                </a:cubicBezTo>
                <a:cubicBezTo>
                  <a:pt x="489910" y="80073"/>
                  <a:pt x="488958" y="85297"/>
                  <a:pt x="488958" y="89927"/>
                </a:cubicBezTo>
                <a:close/>
                <a:moveTo>
                  <a:pt x="597661" y="130738"/>
                </a:moveTo>
                <a:lnTo>
                  <a:pt x="572067" y="130738"/>
                </a:lnTo>
                <a:lnTo>
                  <a:pt x="599445" y="0"/>
                </a:lnTo>
                <a:lnTo>
                  <a:pt x="625040" y="0"/>
                </a:lnTo>
                <a:lnTo>
                  <a:pt x="615230" y="46563"/>
                </a:lnTo>
                <a:cubicBezTo>
                  <a:pt x="620997" y="42009"/>
                  <a:pt x="626377" y="38729"/>
                  <a:pt x="631371" y="36723"/>
                </a:cubicBezTo>
                <a:cubicBezTo>
                  <a:pt x="636366" y="34714"/>
                  <a:pt x="641716" y="33710"/>
                  <a:pt x="647424" y="33710"/>
                </a:cubicBezTo>
                <a:cubicBezTo>
                  <a:pt x="655093" y="33710"/>
                  <a:pt x="661158" y="35919"/>
                  <a:pt x="665617" y="40337"/>
                </a:cubicBezTo>
                <a:cubicBezTo>
                  <a:pt x="670076" y="44755"/>
                  <a:pt x="672305" y="50548"/>
                  <a:pt x="672305" y="57714"/>
                </a:cubicBezTo>
                <a:cubicBezTo>
                  <a:pt x="672305" y="61507"/>
                  <a:pt x="671473" y="67389"/>
                  <a:pt x="669808" y="75357"/>
                </a:cubicBezTo>
                <a:lnTo>
                  <a:pt x="658215" y="130738"/>
                </a:lnTo>
                <a:lnTo>
                  <a:pt x="632620" y="130738"/>
                </a:lnTo>
                <a:lnTo>
                  <a:pt x="644481" y="74262"/>
                </a:lnTo>
                <a:cubicBezTo>
                  <a:pt x="645729" y="68159"/>
                  <a:pt x="646354" y="64245"/>
                  <a:pt x="646354" y="62521"/>
                </a:cubicBezTo>
                <a:cubicBezTo>
                  <a:pt x="646354" y="59368"/>
                  <a:pt x="645373" y="56840"/>
                  <a:pt x="643411" y="54938"/>
                </a:cubicBezTo>
                <a:cubicBezTo>
                  <a:pt x="641449" y="53033"/>
                  <a:pt x="638773" y="52081"/>
                  <a:pt x="635385" y="52081"/>
                </a:cubicBezTo>
                <a:cubicBezTo>
                  <a:pt x="631104" y="52081"/>
                  <a:pt x="627002" y="53568"/>
                  <a:pt x="623078" y="56540"/>
                </a:cubicBezTo>
                <a:cubicBezTo>
                  <a:pt x="617965" y="60464"/>
                  <a:pt x="614070" y="65280"/>
                  <a:pt x="611395" y="70987"/>
                </a:cubicBezTo>
                <a:cubicBezTo>
                  <a:pt x="609909" y="74140"/>
                  <a:pt x="607947" y="81543"/>
                  <a:pt x="605509" y="93196"/>
                </a:cubicBezTo>
                <a:lnTo>
                  <a:pt x="597661" y="130738"/>
                </a:lnTo>
                <a:close/>
                <a:moveTo>
                  <a:pt x="798214" y="95066"/>
                </a:moveTo>
                <a:lnTo>
                  <a:pt x="823095" y="99079"/>
                </a:lnTo>
                <a:cubicBezTo>
                  <a:pt x="818993" y="110167"/>
                  <a:pt x="812929" y="118602"/>
                  <a:pt x="804903" y="124384"/>
                </a:cubicBezTo>
                <a:cubicBezTo>
                  <a:pt x="796876" y="130166"/>
                  <a:pt x="787572" y="133057"/>
                  <a:pt x="776989" y="133057"/>
                </a:cubicBezTo>
                <a:cubicBezTo>
                  <a:pt x="764920" y="133057"/>
                  <a:pt x="755348" y="129453"/>
                  <a:pt x="748273" y="122247"/>
                </a:cubicBezTo>
                <a:cubicBezTo>
                  <a:pt x="741198" y="115040"/>
                  <a:pt x="737661" y="105123"/>
                  <a:pt x="737661" y="92497"/>
                </a:cubicBezTo>
                <a:cubicBezTo>
                  <a:pt x="737661" y="82193"/>
                  <a:pt x="739801" y="72454"/>
                  <a:pt x="744082" y="63282"/>
                </a:cubicBezTo>
                <a:cubicBezTo>
                  <a:pt x="748362" y="54109"/>
                  <a:pt x="754813" y="46887"/>
                  <a:pt x="763434" y="41617"/>
                </a:cubicBezTo>
                <a:cubicBezTo>
                  <a:pt x="772055" y="36346"/>
                  <a:pt x="781508" y="33710"/>
                  <a:pt x="791793" y="33710"/>
                </a:cubicBezTo>
                <a:cubicBezTo>
                  <a:pt x="802970" y="33710"/>
                  <a:pt x="811888" y="36644"/>
                  <a:pt x="818547" y="42511"/>
                </a:cubicBezTo>
                <a:cubicBezTo>
                  <a:pt x="825206" y="48378"/>
                  <a:pt x="828952" y="56102"/>
                  <a:pt x="829784" y="65681"/>
                </a:cubicBezTo>
                <a:lnTo>
                  <a:pt x="805438" y="68312"/>
                </a:lnTo>
                <a:cubicBezTo>
                  <a:pt x="804843" y="62930"/>
                  <a:pt x="803223" y="58969"/>
                  <a:pt x="800577" y="56429"/>
                </a:cubicBezTo>
                <a:cubicBezTo>
                  <a:pt x="797932" y="53887"/>
                  <a:pt x="794469" y="52616"/>
                  <a:pt x="790188" y="52616"/>
                </a:cubicBezTo>
                <a:cubicBezTo>
                  <a:pt x="785253" y="52616"/>
                  <a:pt x="780646" y="54462"/>
                  <a:pt x="776365" y="58154"/>
                </a:cubicBezTo>
                <a:cubicBezTo>
                  <a:pt x="772084" y="61846"/>
                  <a:pt x="768800" y="67368"/>
                  <a:pt x="766511" y="74722"/>
                </a:cubicBezTo>
                <a:cubicBezTo>
                  <a:pt x="764222" y="82076"/>
                  <a:pt x="763077" y="88967"/>
                  <a:pt x="763077" y="95398"/>
                </a:cubicBezTo>
                <a:cubicBezTo>
                  <a:pt x="763077" y="100994"/>
                  <a:pt x="764445" y="105311"/>
                  <a:pt x="767179" y="108348"/>
                </a:cubicBezTo>
                <a:cubicBezTo>
                  <a:pt x="769914" y="111384"/>
                  <a:pt x="773333" y="112902"/>
                  <a:pt x="777435" y="112902"/>
                </a:cubicBezTo>
                <a:cubicBezTo>
                  <a:pt x="781537" y="112902"/>
                  <a:pt x="785491" y="111416"/>
                  <a:pt x="789296" y="108443"/>
                </a:cubicBezTo>
                <a:cubicBezTo>
                  <a:pt x="793101" y="105470"/>
                  <a:pt x="796074" y="101011"/>
                  <a:pt x="798214" y="95066"/>
                </a:cubicBezTo>
                <a:close/>
                <a:moveTo>
                  <a:pt x="839336" y="91424"/>
                </a:moveTo>
                <a:cubicBezTo>
                  <a:pt x="839336" y="73853"/>
                  <a:pt x="844285" y="59842"/>
                  <a:pt x="854184" y="49389"/>
                </a:cubicBezTo>
                <a:cubicBezTo>
                  <a:pt x="864083" y="38936"/>
                  <a:pt x="877089" y="33710"/>
                  <a:pt x="893200" y="33710"/>
                </a:cubicBezTo>
                <a:cubicBezTo>
                  <a:pt x="907172" y="33710"/>
                  <a:pt x="918082" y="37567"/>
                  <a:pt x="925930" y="45281"/>
                </a:cubicBezTo>
                <a:cubicBezTo>
                  <a:pt x="933777" y="52993"/>
                  <a:pt x="937701" y="63372"/>
                  <a:pt x="937701" y="76416"/>
                </a:cubicBezTo>
                <a:cubicBezTo>
                  <a:pt x="937701" y="91781"/>
                  <a:pt x="932796" y="105063"/>
                  <a:pt x="922987" y="116260"/>
                </a:cubicBezTo>
                <a:cubicBezTo>
                  <a:pt x="913177" y="127458"/>
                  <a:pt x="900038" y="133057"/>
                  <a:pt x="883569" y="133057"/>
                </a:cubicBezTo>
                <a:cubicBezTo>
                  <a:pt x="874651" y="133057"/>
                  <a:pt x="866744" y="131270"/>
                  <a:pt x="859847" y="127698"/>
                </a:cubicBezTo>
                <a:cubicBezTo>
                  <a:pt x="852950" y="124123"/>
                  <a:pt x="847808" y="119060"/>
                  <a:pt x="844419" y="112509"/>
                </a:cubicBezTo>
                <a:cubicBezTo>
                  <a:pt x="841030" y="105956"/>
                  <a:pt x="839336" y="98928"/>
                  <a:pt x="839336" y="91424"/>
                </a:cubicBezTo>
                <a:moveTo>
                  <a:pt x="912285" y="73097"/>
                </a:moveTo>
                <a:cubicBezTo>
                  <a:pt x="912285" y="67016"/>
                  <a:pt x="910516" y="62142"/>
                  <a:pt x="906979" y="58474"/>
                </a:cubicBezTo>
                <a:cubicBezTo>
                  <a:pt x="903441" y="54807"/>
                  <a:pt x="898878" y="52973"/>
                  <a:pt x="893290" y="52973"/>
                </a:cubicBezTo>
                <a:cubicBezTo>
                  <a:pt x="887760" y="52973"/>
                  <a:pt x="882855" y="54688"/>
                  <a:pt x="878575" y="58118"/>
                </a:cubicBezTo>
                <a:cubicBezTo>
                  <a:pt x="874294" y="61545"/>
                  <a:pt x="870965" y="66525"/>
                  <a:pt x="868587" y="73055"/>
                </a:cubicBezTo>
                <a:cubicBezTo>
                  <a:pt x="866209" y="79584"/>
                  <a:pt x="865019" y="85591"/>
                  <a:pt x="865019" y="91075"/>
                </a:cubicBezTo>
                <a:cubicBezTo>
                  <a:pt x="865019" y="97873"/>
                  <a:pt x="866863" y="103271"/>
                  <a:pt x="870549" y="107267"/>
                </a:cubicBezTo>
                <a:cubicBezTo>
                  <a:pt x="874235" y="111262"/>
                  <a:pt x="878872" y="113259"/>
                  <a:pt x="884461" y="113259"/>
                </a:cubicBezTo>
                <a:cubicBezTo>
                  <a:pt x="891476" y="113259"/>
                  <a:pt x="897362" y="110247"/>
                  <a:pt x="902118" y="104224"/>
                </a:cubicBezTo>
                <a:cubicBezTo>
                  <a:pt x="908896" y="95698"/>
                  <a:pt x="912285" y="85322"/>
                  <a:pt x="912285" y="73097"/>
                </a:cubicBezTo>
                <a:close/>
                <a:moveTo>
                  <a:pt x="966142" y="36029"/>
                </a:moveTo>
                <a:lnTo>
                  <a:pt x="990221" y="36029"/>
                </a:lnTo>
                <a:lnTo>
                  <a:pt x="987813" y="47530"/>
                </a:lnTo>
                <a:cubicBezTo>
                  <a:pt x="997207" y="38317"/>
                  <a:pt x="1007076" y="33710"/>
                  <a:pt x="1017421" y="33710"/>
                </a:cubicBezTo>
                <a:cubicBezTo>
                  <a:pt x="1024555" y="33710"/>
                  <a:pt x="1030055" y="35205"/>
                  <a:pt x="1033919" y="38194"/>
                </a:cubicBezTo>
                <a:cubicBezTo>
                  <a:pt x="1037784" y="41182"/>
                  <a:pt x="1040251" y="45305"/>
                  <a:pt x="1041321" y="50565"/>
                </a:cubicBezTo>
                <a:cubicBezTo>
                  <a:pt x="1044591" y="45783"/>
                  <a:pt x="1049288" y="41778"/>
                  <a:pt x="1055412" y="38551"/>
                </a:cubicBezTo>
                <a:cubicBezTo>
                  <a:pt x="1061535" y="35324"/>
                  <a:pt x="1067897" y="33710"/>
                  <a:pt x="1074496" y="33710"/>
                </a:cubicBezTo>
                <a:cubicBezTo>
                  <a:pt x="1082047" y="33710"/>
                  <a:pt x="1087933" y="35742"/>
                  <a:pt x="1092154" y="39805"/>
                </a:cubicBezTo>
                <a:cubicBezTo>
                  <a:pt x="1096375" y="43868"/>
                  <a:pt x="1098486" y="49247"/>
                  <a:pt x="1098486" y="55941"/>
                </a:cubicBezTo>
                <a:cubicBezTo>
                  <a:pt x="1098486" y="59189"/>
                  <a:pt x="1097653" y="64823"/>
                  <a:pt x="1095989" y="72844"/>
                </a:cubicBezTo>
                <a:lnTo>
                  <a:pt x="1083860" y="130738"/>
                </a:lnTo>
                <a:lnTo>
                  <a:pt x="1058265" y="130738"/>
                </a:lnTo>
                <a:lnTo>
                  <a:pt x="1070394" y="72838"/>
                </a:lnTo>
                <a:cubicBezTo>
                  <a:pt x="1071880" y="65585"/>
                  <a:pt x="1072623" y="61483"/>
                  <a:pt x="1072623" y="60534"/>
                </a:cubicBezTo>
                <a:cubicBezTo>
                  <a:pt x="1072623" y="57923"/>
                  <a:pt x="1071836" y="55862"/>
                  <a:pt x="1070260" y="54350"/>
                </a:cubicBezTo>
                <a:cubicBezTo>
                  <a:pt x="1068685" y="52837"/>
                  <a:pt x="1066321" y="52081"/>
                  <a:pt x="1063170" y="52081"/>
                </a:cubicBezTo>
                <a:cubicBezTo>
                  <a:pt x="1056809" y="52081"/>
                  <a:pt x="1051131" y="55439"/>
                  <a:pt x="1046137" y="62156"/>
                </a:cubicBezTo>
                <a:cubicBezTo>
                  <a:pt x="1042510" y="66972"/>
                  <a:pt x="1039419" y="75501"/>
                  <a:pt x="1036862" y="87745"/>
                </a:cubicBezTo>
                <a:lnTo>
                  <a:pt x="1027855" y="130738"/>
                </a:lnTo>
                <a:lnTo>
                  <a:pt x="1002260" y="130738"/>
                </a:lnTo>
                <a:lnTo>
                  <a:pt x="1014210" y="73484"/>
                </a:lnTo>
                <a:cubicBezTo>
                  <a:pt x="1015578" y="66885"/>
                  <a:pt x="1016261" y="62605"/>
                  <a:pt x="1016261" y="60643"/>
                </a:cubicBezTo>
                <a:cubicBezTo>
                  <a:pt x="1016261" y="58145"/>
                  <a:pt x="1015414" y="56094"/>
                  <a:pt x="1013720" y="54489"/>
                </a:cubicBezTo>
                <a:cubicBezTo>
                  <a:pt x="1012025" y="52884"/>
                  <a:pt x="1009692" y="52081"/>
                  <a:pt x="1006719" y="52081"/>
                </a:cubicBezTo>
                <a:cubicBezTo>
                  <a:pt x="1003925" y="52081"/>
                  <a:pt x="1001041" y="52914"/>
                  <a:pt x="998069" y="54578"/>
                </a:cubicBezTo>
                <a:cubicBezTo>
                  <a:pt x="995096" y="56243"/>
                  <a:pt x="992495" y="58533"/>
                  <a:pt x="990265" y="61448"/>
                </a:cubicBezTo>
                <a:cubicBezTo>
                  <a:pt x="988036" y="64361"/>
                  <a:pt x="986119" y="68107"/>
                  <a:pt x="984513" y="72685"/>
                </a:cubicBezTo>
                <a:cubicBezTo>
                  <a:pt x="983800" y="74825"/>
                  <a:pt x="982641" y="79671"/>
                  <a:pt x="981035" y="87224"/>
                </a:cubicBezTo>
                <a:lnTo>
                  <a:pt x="971939" y="130738"/>
                </a:lnTo>
                <a:lnTo>
                  <a:pt x="946344" y="130738"/>
                </a:lnTo>
                <a:lnTo>
                  <a:pt x="966142" y="36029"/>
                </a:lnTo>
                <a:close/>
                <a:moveTo>
                  <a:pt x="1128547" y="36029"/>
                </a:moveTo>
                <a:lnTo>
                  <a:pt x="1152625" y="36029"/>
                </a:lnTo>
                <a:lnTo>
                  <a:pt x="1150218" y="47530"/>
                </a:lnTo>
                <a:cubicBezTo>
                  <a:pt x="1159611" y="38317"/>
                  <a:pt x="1169480" y="33710"/>
                  <a:pt x="1179825" y="33710"/>
                </a:cubicBezTo>
                <a:cubicBezTo>
                  <a:pt x="1186960" y="33710"/>
                  <a:pt x="1192459" y="35205"/>
                  <a:pt x="1196324" y="38194"/>
                </a:cubicBezTo>
                <a:cubicBezTo>
                  <a:pt x="1200188" y="41182"/>
                  <a:pt x="1202656" y="45305"/>
                  <a:pt x="1203726" y="50565"/>
                </a:cubicBezTo>
                <a:cubicBezTo>
                  <a:pt x="1206996" y="45783"/>
                  <a:pt x="1211692" y="41778"/>
                  <a:pt x="1217816" y="38551"/>
                </a:cubicBezTo>
                <a:cubicBezTo>
                  <a:pt x="1223940" y="35324"/>
                  <a:pt x="1230301" y="33710"/>
                  <a:pt x="1236901" y="33710"/>
                </a:cubicBezTo>
                <a:cubicBezTo>
                  <a:pt x="1244451" y="33710"/>
                  <a:pt x="1250337" y="35742"/>
                  <a:pt x="1254558" y="39805"/>
                </a:cubicBezTo>
                <a:cubicBezTo>
                  <a:pt x="1258780" y="43868"/>
                  <a:pt x="1260890" y="49247"/>
                  <a:pt x="1260890" y="55941"/>
                </a:cubicBezTo>
                <a:cubicBezTo>
                  <a:pt x="1260890" y="59189"/>
                  <a:pt x="1260058" y="64823"/>
                  <a:pt x="1258393" y="72844"/>
                </a:cubicBezTo>
                <a:lnTo>
                  <a:pt x="1246265" y="130738"/>
                </a:lnTo>
                <a:lnTo>
                  <a:pt x="1220670" y="130738"/>
                </a:lnTo>
                <a:lnTo>
                  <a:pt x="1232798" y="72838"/>
                </a:lnTo>
                <a:cubicBezTo>
                  <a:pt x="1234285" y="65585"/>
                  <a:pt x="1235028" y="61483"/>
                  <a:pt x="1235028" y="60534"/>
                </a:cubicBezTo>
                <a:cubicBezTo>
                  <a:pt x="1235028" y="57923"/>
                  <a:pt x="1234240" y="55862"/>
                  <a:pt x="1232665" y="54350"/>
                </a:cubicBezTo>
                <a:cubicBezTo>
                  <a:pt x="1231089" y="52837"/>
                  <a:pt x="1228726" y="52081"/>
                  <a:pt x="1225575" y="52081"/>
                </a:cubicBezTo>
                <a:cubicBezTo>
                  <a:pt x="1219213" y="52081"/>
                  <a:pt x="1213535" y="55439"/>
                  <a:pt x="1208541" y="62156"/>
                </a:cubicBezTo>
                <a:cubicBezTo>
                  <a:pt x="1204915" y="66972"/>
                  <a:pt x="1201823" y="75501"/>
                  <a:pt x="1199267" y="87745"/>
                </a:cubicBezTo>
                <a:lnTo>
                  <a:pt x="1190259" y="130738"/>
                </a:lnTo>
                <a:lnTo>
                  <a:pt x="1164665" y="130738"/>
                </a:lnTo>
                <a:lnTo>
                  <a:pt x="1176615" y="73484"/>
                </a:lnTo>
                <a:cubicBezTo>
                  <a:pt x="1177982" y="66885"/>
                  <a:pt x="1178666" y="62605"/>
                  <a:pt x="1178666" y="60643"/>
                </a:cubicBezTo>
                <a:cubicBezTo>
                  <a:pt x="1178666" y="58145"/>
                  <a:pt x="1177819" y="56094"/>
                  <a:pt x="1176124" y="54489"/>
                </a:cubicBezTo>
                <a:cubicBezTo>
                  <a:pt x="1174430" y="52884"/>
                  <a:pt x="1172096" y="52081"/>
                  <a:pt x="1169124" y="52081"/>
                </a:cubicBezTo>
                <a:cubicBezTo>
                  <a:pt x="1166329" y="52081"/>
                  <a:pt x="1163446" y="52914"/>
                  <a:pt x="1160473" y="54578"/>
                </a:cubicBezTo>
                <a:cubicBezTo>
                  <a:pt x="1157501" y="56243"/>
                  <a:pt x="1154900" y="58533"/>
                  <a:pt x="1152670" y="61448"/>
                </a:cubicBezTo>
                <a:cubicBezTo>
                  <a:pt x="1150440" y="64361"/>
                  <a:pt x="1148523" y="68107"/>
                  <a:pt x="1146918" y="72685"/>
                </a:cubicBezTo>
                <a:cubicBezTo>
                  <a:pt x="1146204" y="74825"/>
                  <a:pt x="1145045" y="79671"/>
                  <a:pt x="1143440" y="87224"/>
                </a:cubicBezTo>
                <a:lnTo>
                  <a:pt x="1134343" y="130738"/>
                </a:lnTo>
                <a:lnTo>
                  <a:pt x="1108749" y="130738"/>
                </a:lnTo>
                <a:lnTo>
                  <a:pt x="1128547" y="36029"/>
                </a:lnTo>
                <a:close/>
                <a:moveTo>
                  <a:pt x="1291576" y="36029"/>
                </a:moveTo>
                <a:lnTo>
                  <a:pt x="1317171" y="36029"/>
                </a:lnTo>
                <a:lnTo>
                  <a:pt x="1305488" y="92123"/>
                </a:lnTo>
                <a:cubicBezTo>
                  <a:pt x="1304061" y="98841"/>
                  <a:pt x="1303348" y="103033"/>
                  <a:pt x="1303348" y="104698"/>
                </a:cubicBezTo>
                <a:cubicBezTo>
                  <a:pt x="1303348" y="107432"/>
                  <a:pt x="1304358" y="109781"/>
                  <a:pt x="1306380" y="111743"/>
                </a:cubicBezTo>
                <a:cubicBezTo>
                  <a:pt x="1308401" y="113705"/>
                  <a:pt x="1310987" y="114686"/>
                  <a:pt x="1314138" y="114686"/>
                </a:cubicBezTo>
                <a:cubicBezTo>
                  <a:pt x="1316398" y="114686"/>
                  <a:pt x="1318627" y="114256"/>
                  <a:pt x="1320827" y="113395"/>
                </a:cubicBezTo>
                <a:cubicBezTo>
                  <a:pt x="1323027" y="112533"/>
                  <a:pt x="1325286" y="111226"/>
                  <a:pt x="1327605" y="109474"/>
                </a:cubicBezTo>
                <a:cubicBezTo>
                  <a:pt x="1329923" y="107720"/>
                  <a:pt x="1332004" y="105715"/>
                  <a:pt x="1333847" y="103457"/>
                </a:cubicBezTo>
                <a:cubicBezTo>
                  <a:pt x="1335690" y="101200"/>
                  <a:pt x="1337415" y="98230"/>
                  <a:pt x="1339020" y="94548"/>
                </a:cubicBezTo>
                <a:cubicBezTo>
                  <a:pt x="1340149" y="91815"/>
                  <a:pt x="1341368" y="87357"/>
                  <a:pt x="1342676" y="81174"/>
                </a:cubicBezTo>
                <a:lnTo>
                  <a:pt x="1352129" y="36029"/>
                </a:lnTo>
                <a:lnTo>
                  <a:pt x="1377724" y="36029"/>
                </a:lnTo>
                <a:lnTo>
                  <a:pt x="1357926" y="130738"/>
                </a:lnTo>
                <a:lnTo>
                  <a:pt x="1334026" y="130738"/>
                </a:lnTo>
                <a:lnTo>
                  <a:pt x="1336701" y="117963"/>
                </a:lnTo>
                <a:cubicBezTo>
                  <a:pt x="1326237" y="128026"/>
                  <a:pt x="1314852" y="133057"/>
                  <a:pt x="1302545" y="133057"/>
                </a:cubicBezTo>
                <a:cubicBezTo>
                  <a:pt x="1294757" y="133057"/>
                  <a:pt x="1288633" y="130820"/>
                  <a:pt x="1284174" y="126346"/>
                </a:cubicBezTo>
                <a:cubicBezTo>
                  <a:pt x="1279715" y="121870"/>
                  <a:pt x="1277485" y="115873"/>
                  <a:pt x="1277485" y="108354"/>
                </a:cubicBezTo>
                <a:cubicBezTo>
                  <a:pt x="1277485" y="105084"/>
                  <a:pt x="1278496" y="98574"/>
                  <a:pt x="1280518" y="88823"/>
                </a:cubicBezTo>
                <a:lnTo>
                  <a:pt x="1291576" y="36029"/>
                </a:lnTo>
                <a:close/>
                <a:moveTo>
                  <a:pt x="1403667" y="36029"/>
                </a:moveTo>
                <a:lnTo>
                  <a:pt x="1427924" y="36029"/>
                </a:lnTo>
                <a:lnTo>
                  <a:pt x="1425427" y="48355"/>
                </a:lnTo>
                <a:cubicBezTo>
                  <a:pt x="1431492" y="43084"/>
                  <a:pt x="1437155" y="39326"/>
                  <a:pt x="1442416" y="37079"/>
                </a:cubicBezTo>
                <a:cubicBezTo>
                  <a:pt x="1447678" y="34833"/>
                  <a:pt x="1453222" y="33710"/>
                  <a:pt x="1459048" y="33710"/>
                </a:cubicBezTo>
                <a:cubicBezTo>
                  <a:pt x="1466837" y="33710"/>
                  <a:pt x="1472975" y="35947"/>
                  <a:pt x="1477464" y="40421"/>
                </a:cubicBezTo>
                <a:cubicBezTo>
                  <a:pt x="1481953" y="44895"/>
                  <a:pt x="1484197" y="50831"/>
                  <a:pt x="1484197" y="58229"/>
                </a:cubicBezTo>
                <a:cubicBezTo>
                  <a:pt x="1484197" y="61555"/>
                  <a:pt x="1483216" y="67859"/>
                  <a:pt x="1481254" y="77141"/>
                </a:cubicBezTo>
                <a:lnTo>
                  <a:pt x="1470107" y="130738"/>
                </a:lnTo>
                <a:lnTo>
                  <a:pt x="1444512" y="130738"/>
                </a:lnTo>
                <a:lnTo>
                  <a:pt x="1455749" y="76957"/>
                </a:lnTo>
                <a:cubicBezTo>
                  <a:pt x="1457413" y="68921"/>
                  <a:pt x="1458246" y="64132"/>
                  <a:pt x="1458246" y="62588"/>
                </a:cubicBezTo>
                <a:cubicBezTo>
                  <a:pt x="1458246" y="59323"/>
                  <a:pt x="1457280" y="56757"/>
                  <a:pt x="1455347" y="54888"/>
                </a:cubicBezTo>
                <a:cubicBezTo>
                  <a:pt x="1453415" y="53017"/>
                  <a:pt x="1450725" y="52081"/>
                  <a:pt x="1447277" y="52081"/>
                </a:cubicBezTo>
                <a:cubicBezTo>
                  <a:pt x="1443531" y="52081"/>
                  <a:pt x="1439369" y="53657"/>
                  <a:pt x="1434791" y="56808"/>
                </a:cubicBezTo>
                <a:cubicBezTo>
                  <a:pt x="1430213" y="59959"/>
                  <a:pt x="1426617" y="64121"/>
                  <a:pt x="1424001" y="69293"/>
                </a:cubicBezTo>
                <a:cubicBezTo>
                  <a:pt x="1422098" y="72981"/>
                  <a:pt x="1419958" y="80503"/>
                  <a:pt x="1417580" y="91858"/>
                </a:cubicBezTo>
                <a:lnTo>
                  <a:pt x="1409464" y="130738"/>
                </a:lnTo>
                <a:lnTo>
                  <a:pt x="1383869" y="130738"/>
                </a:lnTo>
                <a:lnTo>
                  <a:pt x="1403667" y="36029"/>
                </a:lnTo>
                <a:close/>
                <a:moveTo>
                  <a:pt x="1522359" y="0"/>
                </a:moveTo>
                <a:lnTo>
                  <a:pt x="1547954" y="0"/>
                </a:lnTo>
                <a:lnTo>
                  <a:pt x="1543138" y="23187"/>
                </a:lnTo>
                <a:lnTo>
                  <a:pt x="1517544" y="23187"/>
                </a:lnTo>
                <a:lnTo>
                  <a:pt x="1522359" y="0"/>
                </a:lnTo>
                <a:moveTo>
                  <a:pt x="1514868" y="36029"/>
                </a:moveTo>
                <a:lnTo>
                  <a:pt x="1540463" y="36029"/>
                </a:lnTo>
                <a:lnTo>
                  <a:pt x="1520665" y="130738"/>
                </a:lnTo>
                <a:lnTo>
                  <a:pt x="1495070" y="130738"/>
                </a:lnTo>
                <a:lnTo>
                  <a:pt x="1514868" y="36029"/>
                </a:lnTo>
                <a:close/>
                <a:moveTo>
                  <a:pt x="1610017" y="95066"/>
                </a:moveTo>
                <a:lnTo>
                  <a:pt x="1634898" y="99079"/>
                </a:lnTo>
                <a:cubicBezTo>
                  <a:pt x="1630796" y="110167"/>
                  <a:pt x="1624732" y="118602"/>
                  <a:pt x="1616706" y="124384"/>
                </a:cubicBezTo>
                <a:cubicBezTo>
                  <a:pt x="1608679" y="130166"/>
                  <a:pt x="1599375" y="133057"/>
                  <a:pt x="1588792" y="133057"/>
                </a:cubicBezTo>
                <a:cubicBezTo>
                  <a:pt x="1576723" y="133057"/>
                  <a:pt x="1567151" y="129453"/>
                  <a:pt x="1560076" y="122247"/>
                </a:cubicBezTo>
                <a:cubicBezTo>
                  <a:pt x="1553001" y="115040"/>
                  <a:pt x="1549464" y="105123"/>
                  <a:pt x="1549464" y="92497"/>
                </a:cubicBezTo>
                <a:cubicBezTo>
                  <a:pt x="1549464" y="82193"/>
                  <a:pt x="1551604" y="72454"/>
                  <a:pt x="1555885" y="63282"/>
                </a:cubicBezTo>
                <a:cubicBezTo>
                  <a:pt x="1560165" y="54109"/>
                  <a:pt x="1566616" y="46887"/>
                  <a:pt x="1575237" y="41617"/>
                </a:cubicBezTo>
                <a:cubicBezTo>
                  <a:pt x="1583858" y="36346"/>
                  <a:pt x="1593311" y="33710"/>
                  <a:pt x="1603596" y="33710"/>
                </a:cubicBezTo>
                <a:cubicBezTo>
                  <a:pt x="1614773" y="33710"/>
                  <a:pt x="1623691" y="36644"/>
                  <a:pt x="1630350" y="42511"/>
                </a:cubicBezTo>
                <a:cubicBezTo>
                  <a:pt x="1637009" y="48378"/>
                  <a:pt x="1640755" y="56102"/>
                  <a:pt x="1641587" y="65681"/>
                </a:cubicBezTo>
                <a:lnTo>
                  <a:pt x="1617241" y="68312"/>
                </a:lnTo>
                <a:cubicBezTo>
                  <a:pt x="1616646" y="62930"/>
                  <a:pt x="1615026" y="58969"/>
                  <a:pt x="1612380" y="56429"/>
                </a:cubicBezTo>
                <a:cubicBezTo>
                  <a:pt x="1609735" y="53887"/>
                  <a:pt x="1606272" y="52616"/>
                  <a:pt x="1601991" y="52616"/>
                </a:cubicBezTo>
                <a:cubicBezTo>
                  <a:pt x="1597056" y="52616"/>
                  <a:pt x="1592449" y="54462"/>
                  <a:pt x="1588168" y="58154"/>
                </a:cubicBezTo>
                <a:cubicBezTo>
                  <a:pt x="1583887" y="61846"/>
                  <a:pt x="1580602" y="67368"/>
                  <a:pt x="1578314" y="74722"/>
                </a:cubicBezTo>
                <a:cubicBezTo>
                  <a:pt x="1576025" y="82076"/>
                  <a:pt x="1574880" y="88967"/>
                  <a:pt x="1574880" y="95398"/>
                </a:cubicBezTo>
                <a:cubicBezTo>
                  <a:pt x="1574880" y="100994"/>
                  <a:pt x="1576247" y="105311"/>
                  <a:pt x="1578982" y="108348"/>
                </a:cubicBezTo>
                <a:cubicBezTo>
                  <a:pt x="1581717" y="111384"/>
                  <a:pt x="1585136" y="112902"/>
                  <a:pt x="1589238" y="112902"/>
                </a:cubicBezTo>
                <a:cubicBezTo>
                  <a:pt x="1593340" y="112902"/>
                  <a:pt x="1597294" y="111416"/>
                  <a:pt x="1601099" y="108443"/>
                </a:cubicBezTo>
                <a:cubicBezTo>
                  <a:pt x="1604904" y="105470"/>
                  <a:pt x="1607877" y="101011"/>
                  <a:pt x="1610017" y="95066"/>
                </a:cubicBezTo>
                <a:close/>
                <a:moveTo>
                  <a:pt x="1683511" y="62783"/>
                </a:moveTo>
                <a:lnTo>
                  <a:pt x="1658540" y="60659"/>
                </a:lnTo>
                <a:cubicBezTo>
                  <a:pt x="1661394" y="52211"/>
                  <a:pt x="1666373" y="45608"/>
                  <a:pt x="1673478" y="40850"/>
                </a:cubicBezTo>
                <a:cubicBezTo>
                  <a:pt x="1680583" y="36090"/>
                  <a:pt x="1689991" y="33710"/>
                  <a:pt x="1701704" y="33710"/>
                </a:cubicBezTo>
                <a:cubicBezTo>
                  <a:pt x="1713892" y="33710"/>
                  <a:pt x="1722899" y="36165"/>
                  <a:pt x="1728725" y="41076"/>
                </a:cubicBezTo>
                <a:cubicBezTo>
                  <a:pt x="1734552" y="45984"/>
                  <a:pt x="1737465" y="51979"/>
                  <a:pt x="1737465" y="59060"/>
                </a:cubicBezTo>
                <a:cubicBezTo>
                  <a:pt x="1737465" y="61917"/>
                  <a:pt x="1737212" y="64953"/>
                  <a:pt x="1736707" y="68167"/>
                </a:cubicBezTo>
                <a:cubicBezTo>
                  <a:pt x="1736202" y="71379"/>
                  <a:pt x="1734433" y="79829"/>
                  <a:pt x="1731401" y="93517"/>
                </a:cubicBezTo>
                <a:cubicBezTo>
                  <a:pt x="1728904" y="104822"/>
                  <a:pt x="1727655" y="112737"/>
                  <a:pt x="1727655" y="117261"/>
                </a:cubicBezTo>
                <a:cubicBezTo>
                  <a:pt x="1727655" y="121307"/>
                  <a:pt x="1728369" y="125800"/>
                  <a:pt x="1729795" y="130738"/>
                </a:cubicBezTo>
                <a:lnTo>
                  <a:pt x="1704914" y="130738"/>
                </a:lnTo>
                <a:cubicBezTo>
                  <a:pt x="1703903" y="127290"/>
                  <a:pt x="1703279" y="123723"/>
                  <a:pt x="1703041" y="120037"/>
                </a:cubicBezTo>
                <a:cubicBezTo>
                  <a:pt x="1699296" y="124198"/>
                  <a:pt x="1694985" y="127409"/>
                  <a:pt x="1690110" y="129668"/>
                </a:cubicBezTo>
                <a:cubicBezTo>
                  <a:pt x="1685235" y="131927"/>
                  <a:pt x="1680330" y="133057"/>
                  <a:pt x="1675395" y="133057"/>
                </a:cubicBezTo>
                <a:cubicBezTo>
                  <a:pt x="1667548" y="133057"/>
                  <a:pt x="1661067" y="130482"/>
                  <a:pt x="1655954" y="125332"/>
                </a:cubicBezTo>
                <a:cubicBezTo>
                  <a:pt x="1650841" y="120181"/>
                  <a:pt x="1648285" y="113558"/>
                  <a:pt x="1648285" y="105461"/>
                </a:cubicBezTo>
                <a:cubicBezTo>
                  <a:pt x="1648285" y="96411"/>
                  <a:pt x="1651094" y="89177"/>
                  <a:pt x="1656712" y="83760"/>
                </a:cubicBezTo>
                <a:cubicBezTo>
                  <a:pt x="1662331" y="78342"/>
                  <a:pt x="1672363" y="75067"/>
                  <a:pt x="1686811" y="73936"/>
                </a:cubicBezTo>
                <a:cubicBezTo>
                  <a:pt x="1698998" y="72923"/>
                  <a:pt x="1707144" y="71703"/>
                  <a:pt x="1711246" y="70274"/>
                </a:cubicBezTo>
                <a:cubicBezTo>
                  <a:pt x="1712316" y="66707"/>
                  <a:pt x="1712851" y="63853"/>
                  <a:pt x="1712851" y="61713"/>
                </a:cubicBezTo>
                <a:cubicBezTo>
                  <a:pt x="1712851" y="58978"/>
                  <a:pt x="1711751" y="56689"/>
                  <a:pt x="1709551" y="54846"/>
                </a:cubicBezTo>
                <a:cubicBezTo>
                  <a:pt x="1707352" y="53003"/>
                  <a:pt x="1704082" y="52081"/>
                  <a:pt x="1699742" y="52081"/>
                </a:cubicBezTo>
                <a:cubicBezTo>
                  <a:pt x="1695164" y="52081"/>
                  <a:pt x="1691552" y="53010"/>
                  <a:pt x="1688906" y="54868"/>
                </a:cubicBezTo>
                <a:cubicBezTo>
                  <a:pt x="1686261" y="56724"/>
                  <a:pt x="1684462" y="59362"/>
                  <a:pt x="1683511" y="62783"/>
                </a:cubicBezTo>
                <a:moveTo>
                  <a:pt x="1707857" y="86505"/>
                </a:moveTo>
                <a:cubicBezTo>
                  <a:pt x="1706311" y="86923"/>
                  <a:pt x="1704260" y="87310"/>
                  <a:pt x="1701704" y="87667"/>
                </a:cubicBezTo>
                <a:cubicBezTo>
                  <a:pt x="1688862" y="89218"/>
                  <a:pt x="1680479" y="91485"/>
                  <a:pt x="1676555" y="94467"/>
                </a:cubicBezTo>
                <a:cubicBezTo>
                  <a:pt x="1673760" y="96615"/>
                  <a:pt x="1672363" y="99508"/>
                  <a:pt x="1672363" y="103148"/>
                </a:cubicBezTo>
                <a:cubicBezTo>
                  <a:pt x="1672363" y="106130"/>
                  <a:pt x="1673433" y="108650"/>
                  <a:pt x="1675574" y="110709"/>
                </a:cubicBezTo>
                <a:cubicBezTo>
                  <a:pt x="1677714" y="112766"/>
                  <a:pt x="1680538" y="113794"/>
                  <a:pt x="1684046" y="113794"/>
                </a:cubicBezTo>
                <a:cubicBezTo>
                  <a:pt x="1687910" y="113794"/>
                  <a:pt x="1691552" y="112855"/>
                  <a:pt x="1694971" y="110976"/>
                </a:cubicBezTo>
                <a:cubicBezTo>
                  <a:pt x="1698389" y="109096"/>
                  <a:pt x="1700946" y="106680"/>
                  <a:pt x="1702640" y="103728"/>
                </a:cubicBezTo>
                <a:cubicBezTo>
                  <a:pt x="1704334" y="100776"/>
                  <a:pt x="1705836" y="96168"/>
                  <a:pt x="1707144" y="89905"/>
                </a:cubicBezTo>
                <a:lnTo>
                  <a:pt x="1707857" y="86505"/>
                </a:lnTo>
                <a:close/>
                <a:moveTo>
                  <a:pt x="1755399" y="55113"/>
                </a:moveTo>
                <a:lnTo>
                  <a:pt x="1759323" y="36029"/>
                </a:lnTo>
                <a:lnTo>
                  <a:pt x="1771914" y="36029"/>
                </a:lnTo>
                <a:lnTo>
                  <a:pt x="1775025" y="20868"/>
                </a:lnTo>
                <a:lnTo>
                  <a:pt x="1804270" y="3210"/>
                </a:lnTo>
                <a:lnTo>
                  <a:pt x="1797509" y="36029"/>
                </a:lnTo>
                <a:lnTo>
                  <a:pt x="1813010" y="36029"/>
                </a:lnTo>
                <a:lnTo>
                  <a:pt x="1809086" y="55113"/>
                </a:lnTo>
                <a:lnTo>
                  <a:pt x="1793577" y="55113"/>
                </a:lnTo>
                <a:lnTo>
                  <a:pt x="1785096" y="94810"/>
                </a:lnTo>
                <a:cubicBezTo>
                  <a:pt x="1783610" y="101994"/>
                  <a:pt x="1782867" y="106091"/>
                  <a:pt x="1782867" y="107100"/>
                </a:cubicBezTo>
                <a:cubicBezTo>
                  <a:pt x="1782867" y="109064"/>
                  <a:pt x="1783491" y="110596"/>
                  <a:pt x="1784740" y="111698"/>
                </a:cubicBezTo>
                <a:cubicBezTo>
                  <a:pt x="1785988" y="112798"/>
                  <a:pt x="1788247" y="113348"/>
                  <a:pt x="1791517" y="113348"/>
                </a:cubicBezTo>
                <a:cubicBezTo>
                  <a:pt x="1792647" y="113348"/>
                  <a:pt x="1795471" y="113140"/>
                  <a:pt x="1799990" y="112724"/>
                </a:cubicBezTo>
                <a:lnTo>
                  <a:pt x="1795976" y="131719"/>
                </a:lnTo>
                <a:cubicBezTo>
                  <a:pt x="1791577" y="132611"/>
                  <a:pt x="1787058" y="133057"/>
                  <a:pt x="1782421" y="133057"/>
                </a:cubicBezTo>
                <a:cubicBezTo>
                  <a:pt x="1773384" y="133057"/>
                  <a:pt x="1766814" y="131310"/>
                  <a:pt x="1762712" y="127818"/>
                </a:cubicBezTo>
                <a:cubicBezTo>
                  <a:pt x="1758610" y="124323"/>
                  <a:pt x="1756559" y="119470"/>
                  <a:pt x="1756559" y="113259"/>
                </a:cubicBezTo>
                <a:cubicBezTo>
                  <a:pt x="1756559" y="110346"/>
                  <a:pt x="1757659" y="103626"/>
                  <a:pt x="1759858" y="93101"/>
                </a:cubicBezTo>
                <a:lnTo>
                  <a:pt x="1768122" y="55113"/>
                </a:lnTo>
                <a:lnTo>
                  <a:pt x="1755399" y="55113"/>
                </a:lnTo>
                <a:close/>
                <a:moveTo>
                  <a:pt x="1837087" y="0"/>
                </a:moveTo>
                <a:lnTo>
                  <a:pt x="1862682" y="0"/>
                </a:lnTo>
                <a:lnTo>
                  <a:pt x="1857866" y="23187"/>
                </a:lnTo>
                <a:lnTo>
                  <a:pt x="1832271" y="23187"/>
                </a:lnTo>
                <a:lnTo>
                  <a:pt x="1837087" y="0"/>
                </a:lnTo>
                <a:moveTo>
                  <a:pt x="1829596" y="36029"/>
                </a:moveTo>
                <a:lnTo>
                  <a:pt x="1855191" y="36029"/>
                </a:lnTo>
                <a:lnTo>
                  <a:pt x="1835393" y="130738"/>
                </a:lnTo>
                <a:lnTo>
                  <a:pt x="1809798" y="130738"/>
                </a:lnTo>
                <a:lnTo>
                  <a:pt x="1829596" y="36029"/>
                </a:lnTo>
                <a:close/>
                <a:moveTo>
                  <a:pt x="1864282" y="91424"/>
                </a:moveTo>
                <a:cubicBezTo>
                  <a:pt x="1864282" y="73853"/>
                  <a:pt x="1869231" y="59842"/>
                  <a:pt x="1879130" y="49389"/>
                </a:cubicBezTo>
                <a:cubicBezTo>
                  <a:pt x="1889029" y="38936"/>
                  <a:pt x="1902035" y="33710"/>
                  <a:pt x="1918147" y="33710"/>
                </a:cubicBezTo>
                <a:cubicBezTo>
                  <a:pt x="1932118" y="33710"/>
                  <a:pt x="1943028" y="37567"/>
                  <a:pt x="1950876" y="45281"/>
                </a:cubicBezTo>
                <a:cubicBezTo>
                  <a:pt x="1958723" y="52993"/>
                  <a:pt x="1962647" y="63372"/>
                  <a:pt x="1962647" y="76416"/>
                </a:cubicBezTo>
                <a:cubicBezTo>
                  <a:pt x="1962647" y="91781"/>
                  <a:pt x="1957743" y="105063"/>
                  <a:pt x="1947933" y="116260"/>
                </a:cubicBezTo>
                <a:cubicBezTo>
                  <a:pt x="1938123" y="127458"/>
                  <a:pt x="1924984" y="133057"/>
                  <a:pt x="1908515" y="133057"/>
                </a:cubicBezTo>
                <a:cubicBezTo>
                  <a:pt x="1899597" y="133057"/>
                  <a:pt x="1891690" y="131270"/>
                  <a:pt x="1884793" y="127698"/>
                </a:cubicBezTo>
                <a:cubicBezTo>
                  <a:pt x="1877896" y="124123"/>
                  <a:pt x="1872754" y="119060"/>
                  <a:pt x="1869365" y="112509"/>
                </a:cubicBezTo>
                <a:cubicBezTo>
                  <a:pt x="1865976" y="105956"/>
                  <a:pt x="1864282" y="98928"/>
                  <a:pt x="1864282" y="91424"/>
                </a:cubicBezTo>
                <a:moveTo>
                  <a:pt x="1937231" y="73097"/>
                </a:moveTo>
                <a:cubicBezTo>
                  <a:pt x="1937231" y="67016"/>
                  <a:pt x="1935462" y="62142"/>
                  <a:pt x="1931925" y="58474"/>
                </a:cubicBezTo>
                <a:cubicBezTo>
                  <a:pt x="1928387" y="54807"/>
                  <a:pt x="1923824" y="52973"/>
                  <a:pt x="1918236" y="52973"/>
                </a:cubicBezTo>
                <a:cubicBezTo>
                  <a:pt x="1912707" y="52973"/>
                  <a:pt x="1907802" y="54688"/>
                  <a:pt x="1903521" y="58118"/>
                </a:cubicBezTo>
                <a:cubicBezTo>
                  <a:pt x="1899240" y="61545"/>
                  <a:pt x="1895911" y="66525"/>
                  <a:pt x="1893533" y="73055"/>
                </a:cubicBezTo>
                <a:cubicBezTo>
                  <a:pt x="1891155" y="79584"/>
                  <a:pt x="1889966" y="85591"/>
                  <a:pt x="1889966" y="91075"/>
                </a:cubicBezTo>
                <a:cubicBezTo>
                  <a:pt x="1889966" y="97873"/>
                  <a:pt x="1891809" y="103271"/>
                  <a:pt x="1895495" y="107267"/>
                </a:cubicBezTo>
                <a:cubicBezTo>
                  <a:pt x="1899181" y="111262"/>
                  <a:pt x="1903818" y="113259"/>
                  <a:pt x="1909407" y="113259"/>
                </a:cubicBezTo>
                <a:cubicBezTo>
                  <a:pt x="1916422" y="113259"/>
                  <a:pt x="1922308" y="110247"/>
                  <a:pt x="1927065" y="104224"/>
                </a:cubicBezTo>
                <a:cubicBezTo>
                  <a:pt x="1933842" y="95698"/>
                  <a:pt x="1937231" y="85322"/>
                  <a:pt x="1937231" y="73097"/>
                </a:cubicBezTo>
                <a:close/>
                <a:moveTo>
                  <a:pt x="1992247" y="36029"/>
                </a:moveTo>
                <a:lnTo>
                  <a:pt x="2016504" y="36029"/>
                </a:lnTo>
                <a:lnTo>
                  <a:pt x="2014007" y="48355"/>
                </a:lnTo>
                <a:cubicBezTo>
                  <a:pt x="2020072" y="43084"/>
                  <a:pt x="2025734" y="39326"/>
                  <a:pt x="2030996" y="37079"/>
                </a:cubicBezTo>
                <a:cubicBezTo>
                  <a:pt x="2036258" y="34833"/>
                  <a:pt x="2041802" y="33710"/>
                  <a:pt x="2047628" y="33710"/>
                </a:cubicBezTo>
                <a:cubicBezTo>
                  <a:pt x="2055417" y="33710"/>
                  <a:pt x="2061555" y="35947"/>
                  <a:pt x="2066044" y="40421"/>
                </a:cubicBezTo>
                <a:cubicBezTo>
                  <a:pt x="2070533" y="44895"/>
                  <a:pt x="2072777" y="50831"/>
                  <a:pt x="2072777" y="58229"/>
                </a:cubicBezTo>
                <a:cubicBezTo>
                  <a:pt x="2072777" y="61555"/>
                  <a:pt x="2071796" y="67859"/>
                  <a:pt x="2069834" y="77141"/>
                </a:cubicBezTo>
                <a:lnTo>
                  <a:pt x="2058687" y="130738"/>
                </a:lnTo>
                <a:lnTo>
                  <a:pt x="2033092" y="130738"/>
                </a:lnTo>
                <a:lnTo>
                  <a:pt x="2044329" y="76957"/>
                </a:lnTo>
                <a:cubicBezTo>
                  <a:pt x="2045993" y="68921"/>
                  <a:pt x="2046826" y="64132"/>
                  <a:pt x="2046826" y="62588"/>
                </a:cubicBezTo>
                <a:cubicBezTo>
                  <a:pt x="2046826" y="59323"/>
                  <a:pt x="2045860" y="56757"/>
                  <a:pt x="2043927" y="54888"/>
                </a:cubicBezTo>
                <a:cubicBezTo>
                  <a:pt x="2041995" y="53017"/>
                  <a:pt x="2039305" y="52081"/>
                  <a:pt x="2035856" y="52081"/>
                </a:cubicBezTo>
                <a:cubicBezTo>
                  <a:pt x="2032111" y="52081"/>
                  <a:pt x="2027949" y="53657"/>
                  <a:pt x="2023371" y="56808"/>
                </a:cubicBezTo>
                <a:cubicBezTo>
                  <a:pt x="2018793" y="59959"/>
                  <a:pt x="2015196" y="64121"/>
                  <a:pt x="2012580" y="69293"/>
                </a:cubicBezTo>
                <a:cubicBezTo>
                  <a:pt x="2010678" y="72981"/>
                  <a:pt x="2008538" y="80503"/>
                  <a:pt x="2006159" y="91858"/>
                </a:cubicBezTo>
                <a:lnTo>
                  <a:pt x="1998044" y="130738"/>
                </a:lnTo>
                <a:lnTo>
                  <a:pt x="1972449" y="130738"/>
                </a:lnTo>
                <a:lnTo>
                  <a:pt x="1992247" y="36029"/>
                </a:lnTo>
                <a:close/>
                <a:moveTo>
                  <a:pt x="2089357" y="105946"/>
                </a:moveTo>
                <a:lnTo>
                  <a:pt x="2115130" y="105946"/>
                </a:lnTo>
                <a:lnTo>
                  <a:pt x="2110849" y="126458"/>
                </a:lnTo>
                <a:cubicBezTo>
                  <a:pt x="2108411" y="138229"/>
                  <a:pt x="2104502" y="146568"/>
                  <a:pt x="2099122" y="151473"/>
                </a:cubicBezTo>
                <a:cubicBezTo>
                  <a:pt x="2093741" y="156378"/>
                  <a:pt x="2086770" y="158919"/>
                  <a:pt x="2078209" y="159098"/>
                </a:cubicBezTo>
                <a:lnTo>
                  <a:pt x="2080706" y="147237"/>
                </a:lnTo>
                <a:cubicBezTo>
                  <a:pt x="2084987" y="146285"/>
                  <a:pt x="2088301" y="144576"/>
                  <a:pt x="2090650" y="142109"/>
                </a:cubicBezTo>
                <a:cubicBezTo>
                  <a:pt x="2092998" y="139641"/>
                  <a:pt x="2094737" y="135851"/>
                  <a:pt x="2095867" y="130738"/>
                </a:cubicBezTo>
                <a:lnTo>
                  <a:pt x="2084095" y="130738"/>
                </a:lnTo>
                <a:lnTo>
                  <a:pt x="2089357" y="105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tur">
            <a:extLst xmlns:a="http://schemas.openxmlformats.org/drawingml/2006/main">
              <a:ext uri="{FF2B5EF4-FFF2-40B4-BE49-F238E27FC236}">
                <a16:creationId xmlns:a16="http://schemas.microsoft.com/office/drawing/2014/main" id="{4E91340B-9019-4864-B6FF-9C567CA0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9198" y="2973274"/>
            <a:ext cx="245236" cy="129846"/>
          </a:xfrm>
          <a:custGeom xmlns:a="http://schemas.openxmlformats.org/drawingml/2006/main">
            <a:pathLst>
              <a:path w="245236" h="129846">
                <a:moveTo>
                  <a:pt x="0" y="51903"/>
                </a:moveTo>
                <a:lnTo>
                  <a:pt x="3924" y="32818"/>
                </a:lnTo>
                <a:lnTo>
                  <a:pt x="16515" y="32818"/>
                </a:lnTo>
                <a:lnTo>
                  <a:pt x="19625" y="17658"/>
                </a:lnTo>
                <a:lnTo>
                  <a:pt x="48871" y="0"/>
                </a:lnTo>
                <a:lnTo>
                  <a:pt x="42110" y="32818"/>
                </a:lnTo>
                <a:lnTo>
                  <a:pt x="57610" y="32818"/>
                </a:lnTo>
                <a:lnTo>
                  <a:pt x="53686" y="51903"/>
                </a:lnTo>
                <a:lnTo>
                  <a:pt x="38177" y="51903"/>
                </a:lnTo>
                <a:lnTo>
                  <a:pt x="29697" y="91599"/>
                </a:lnTo>
                <a:cubicBezTo>
                  <a:pt x="28211" y="98784"/>
                  <a:pt x="27468" y="102881"/>
                  <a:pt x="27468" y="103889"/>
                </a:cubicBezTo>
                <a:cubicBezTo>
                  <a:pt x="27468" y="105853"/>
                  <a:pt x="28092" y="107386"/>
                  <a:pt x="29340" y="108488"/>
                </a:cubicBezTo>
                <a:cubicBezTo>
                  <a:pt x="30589" y="109588"/>
                  <a:pt x="32848" y="110138"/>
                  <a:pt x="36118" y="110138"/>
                </a:cubicBezTo>
                <a:cubicBezTo>
                  <a:pt x="37248" y="110138"/>
                  <a:pt x="40072" y="109929"/>
                  <a:pt x="44590" y="109513"/>
                </a:cubicBezTo>
                <a:lnTo>
                  <a:pt x="40577" y="128509"/>
                </a:lnTo>
                <a:cubicBezTo>
                  <a:pt x="36177" y="129400"/>
                  <a:pt x="31659" y="129846"/>
                  <a:pt x="27022" y="129846"/>
                </a:cubicBezTo>
                <a:cubicBezTo>
                  <a:pt x="17985" y="129846"/>
                  <a:pt x="11415" y="128100"/>
                  <a:pt x="7313" y="124607"/>
                </a:cubicBezTo>
                <a:cubicBezTo>
                  <a:pt x="3210" y="121112"/>
                  <a:pt x="1159" y="116259"/>
                  <a:pt x="1159" y="110048"/>
                </a:cubicBezTo>
                <a:cubicBezTo>
                  <a:pt x="1159" y="107135"/>
                  <a:pt x="2259" y="100416"/>
                  <a:pt x="4459" y="89891"/>
                </a:cubicBezTo>
                <a:lnTo>
                  <a:pt x="12722" y="51903"/>
                </a:lnTo>
                <a:lnTo>
                  <a:pt x="0" y="51903"/>
                </a:lnTo>
                <a:close/>
                <a:moveTo>
                  <a:pt x="74018" y="32818"/>
                </a:moveTo>
                <a:lnTo>
                  <a:pt x="99613" y="32818"/>
                </a:lnTo>
                <a:lnTo>
                  <a:pt x="87930" y="88913"/>
                </a:lnTo>
                <a:cubicBezTo>
                  <a:pt x="86504" y="95631"/>
                  <a:pt x="85790" y="99822"/>
                  <a:pt x="85790" y="101487"/>
                </a:cubicBezTo>
                <a:cubicBezTo>
                  <a:pt x="85790" y="104222"/>
                  <a:pt x="86801" y="106570"/>
                  <a:pt x="88822" y="108532"/>
                </a:cubicBezTo>
                <a:cubicBezTo>
                  <a:pt x="90844" y="110494"/>
                  <a:pt x="93430" y="111475"/>
                  <a:pt x="96581" y="111475"/>
                </a:cubicBezTo>
                <a:cubicBezTo>
                  <a:pt x="98840" y="111475"/>
                  <a:pt x="101070" y="111045"/>
                  <a:pt x="103269" y="110185"/>
                </a:cubicBezTo>
                <a:cubicBezTo>
                  <a:pt x="105469" y="109323"/>
                  <a:pt x="107728" y="108016"/>
                  <a:pt x="110047" y="106264"/>
                </a:cubicBezTo>
                <a:cubicBezTo>
                  <a:pt x="112366" y="104510"/>
                  <a:pt x="114447" y="102504"/>
                  <a:pt x="116290" y="100247"/>
                </a:cubicBezTo>
                <a:cubicBezTo>
                  <a:pt x="118133" y="97990"/>
                  <a:pt x="119857" y="95020"/>
                  <a:pt x="121462" y="91337"/>
                </a:cubicBezTo>
                <a:cubicBezTo>
                  <a:pt x="122592" y="88604"/>
                  <a:pt x="123811" y="84146"/>
                  <a:pt x="125119" y="77963"/>
                </a:cubicBezTo>
                <a:lnTo>
                  <a:pt x="134572" y="32818"/>
                </a:lnTo>
                <a:lnTo>
                  <a:pt x="160166" y="32818"/>
                </a:lnTo>
                <a:lnTo>
                  <a:pt x="140368" y="127528"/>
                </a:lnTo>
                <a:lnTo>
                  <a:pt x="116468" y="127528"/>
                </a:lnTo>
                <a:lnTo>
                  <a:pt x="119143" y="114753"/>
                </a:lnTo>
                <a:cubicBezTo>
                  <a:pt x="108680" y="124815"/>
                  <a:pt x="97294" y="129846"/>
                  <a:pt x="84987" y="129846"/>
                </a:cubicBezTo>
                <a:cubicBezTo>
                  <a:pt x="77199" y="129846"/>
                  <a:pt x="71075" y="127609"/>
                  <a:pt x="66616" y="123136"/>
                </a:cubicBezTo>
                <a:cubicBezTo>
                  <a:pt x="62157" y="118660"/>
                  <a:pt x="59928" y="112662"/>
                  <a:pt x="59928" y="105143"/>
                </a:cubicBezTo>
                <a:cubicBezTo>
                  <a:pt x="59928" y="101874"/>
                  <a:pt x="60939" y="95363"/>
                  <a:pt x="62960" y="85613"/>
                </a:cubicBezTo>
                <a:lnTo>
                  <a:pt x="74018" y="32818"/>
                </a:lnTo>
                <a:close/>
                <a:moveTo>
                  <a:pt x="184326" y="32818"/>
                </a:moveTo>
                <a:lnTo>
                  <a:pt x="208227" y="32818"/>
                </a:lnTo>
                <a:lnTo>
                  <a:pt x="204392" y="51150"/>
                </a:lnTo>
                <a:cubicBezTo>
                  <a:pt x="213310" y="37383"/>
                  <a:pt x="222971" y="30500"/>
                  <a:pt x="233375" y="30500"/>
                </a:cubicBezTo>
                <a:cubicBezTo>
                  <a:pt x="237062" y="30500"/>
                  <a:pt x="241015" y="31421"/>
                  <a:pt x="245236" y="33264"/>
                </a:cubicBezTo>
                <a:lnTo>
                  <a:pt x="235427" y="54222"/>
                </a:lnTo>
                <a:cubicBezTo>
                  <a:pt x="233108" y="53389"/>
                  <a:pt x="230641" y="52973"/>
                  <a:pt x="228025" y="52973"/>
                </a:cubicBezTo>
                <a:cubicBezTo>
                  <a:pt x="223625" y="52973"/>
                  <a:pt x="219151" y="54641"/>
                  <a:pt x="214603" y="57978"/>
                </a:cubicBezTo>
                <a:cubicBezTo>
                  <a:pt x="210055" y="61313"/>
                  <a:pt x="206502" y="65766"/>
                  <a:pt x="203946" y="71336"/>
                </a:cubicBezTo>
                <a:cubicBezTo>
                  <a:pt x="201389" y="76904"/>
                  <a:pt x="198863" y="85735"/>
                  <a:pt x="196366" y="97828"/>
                </a:cubicBezTo>
                <a:lnTo>
                  <a:pt x="190123" y="127528"/>
                </a:lnTo>
                <a:lnTo>
                  <a:pt x="164528" y="127528"/>
                </a:lnTo>
                <a:lnTo>
                  <a:pt x="184326" y="32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ninghumanorAI">
            <a:extLst xmlns:a="http://schemas.openxmlformats.org/drawingml/2006/main">
              <a:ext uri="{FF2B5EF4-FFF2-40B4-BE49-F238E27FC236}">
                <a16:creationId xmlns:a16="http://schemas.microsoft.com/office/drawing/2014/main" id="{6DF17520-EF46-4CA4-9297-B876444E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6594" y="2970063"/>
            <a:ext cx="1496934" cy="169264"/>
          </a:xfrm>
          <a:custGeom xmlns:a="http://schemas.openxmlformats.org/drawingml/2006/main">
            <a:pathLst>
              <a:path w="1496934" h="169264">
                <a:moveTo>
                  <a:pt x="19798" y="36029"/>
                </a:moveTo>
                <a:lnTo>
                  <a:pt x="44055" y="36029"/>
                </a:lnTo>
                <a:lnTo>
                  <a:pt x="41558" y="48355"/>
                </a:lnTo>
                <a:cubicBezTo>
                  <a:pt x="47622" y="43084"/>
                  <a:pt x="53285" y="39326"/>
                  <a:pt x="58547" y="37079"/>
                </a:cubicBezTo>
                <a:cubicBezTo>
                  <a:pt x="63808" y="34833"/>
                  <a:pt x="69352" y="33710"/>
                  <a:pt x="75179" y="33710"/>
                </a:cubicBezTo>
                <a:cubicBezTo>
                  <a:pt x="82967" y="33710"/>
                  <a:pt x="89106" y="35947"/>
                  <a:pt x="93595" y="40421"/>
                </a:cubicBezTo>
                <a:cubicBezTo>
                  <a:pt x="98083" y="44895"/>
                  <a:pt x="100328" y="50831"/>
                  <a:pt x="100328" y="58229"/>
                </a:cubicBezTo>
                <a:cubicBezTo>
                  <a:pt x="100328" y="61555"/>
                  <a:pt x="99347" y="67859"/>
                  <a:pt x="97385" y="77141"/>
                </a:cubicBezTo>
                <a:lnTo>
                  <a:pt x="86237" y="130738"/>
                </a:lnTo>
                <a:lnTo>
                  <a:pt x="60643" y="130738"/>
                </a:lnTo>
                <a:lnTo>
                  <a:pt x="71879" y="76957"/>
                </a:lnTo>
                <a:cubicBezTo>
                  <a:pt x="73544" y="68921"/>
                  <a:pt x="74376" y="64132"/>
                  <a:pt x="74376" y="62588"/>
                </a:cubicBezTo>
                <a:cubicBezTo>
                  <a:pt x="74376" y="59323"/>
                  <a:pt x="73410" y="56757"/>
                  <a:pt x="71478" y="54888"/>
                </a:cubicBezTo>
                <a:cubicBezTo>
                  <a:pt x="69546" y="53017"/>
                  <a:pt x="66855" y="52081"/>
                  <a:pt x="63407" y="52081"/>
                </a:cubicBezTo>
                <a:cubicBezTo>
                  <a:pt x="59662" y="52081"/>
                  <a:pt x="55500" y="53657"/>
                  <a:pt x="50922" y="56808"/>
                </a:cubicBezTo>
                <a:cubicBezTo>
                  <a:pt x="46344" y="59959"/>
                  <a:pt x="42747" y="64121"/>
                  <a:pt x="40131" y="69293"/>
                </a:cubicBezTo>
                <a:cubicBezTo>
                  <a:pt x="38229" y="72981"/>
                  <a:pt x="36088" y="80503"/>
                  <a:pt x="33710" y="91858"/>
                </a:cubicBezTo>
                <a:lnTo>
                  <a:pt x="25595" y="130738"/>
                </a:lnTo>
                <a:lnTo>
                  <a:pt x="0" y="130738"/>
                </a:lnTo>
                <a:lnTo>
                  <a:pt x="19798" y="36029"/>
                </a:lnTo>
                <a:close/>
                <a:moveTo>
                  <a:pt x="138489" y="0"/>
                </a:moveTo>
                <a:lnTo>
                  <a:pt x="164084" y="0"/>
                </a:lnTo>
                <a:lnTo>
                  <a:pt x="159268" y="23187"/>
                </a:lnTo>
                <a:lnTo>
                  <a:pt x="133673" y="23187"/>
                </a:lnTo>
                <a:lnTo>
                  <a:pt x="138489" y="0"/>
                </a:lnTo>
                <a:moveTo>
                  <a:pt x="130998" y="36029"/>
                </a:moveTo>
                <a:lnTo>
                  <a:pt x="156593" y="36029"/>
                </a:lnTo>
                <a:lnTo>
                  <a:pt x="136795" y="130738"/>
                </a:lnTo>
                <a:lnTo>
                  <a:pt x="111200" y="130738"/>
                </a:lnTo>
                <a:lnTo>
                  <a:pt x="130998" y="36029"/>
                </a:lnTo>
                <a:close/>
                <a:moveTo>
                  <a:pt x="182093" y="36029"/>
                </a:moveTo>
                <a:lnTo>
                  <a:pt x="206350" y="36029"/>
                </a:lnTo>
                <a:lnTo>
                  <a:pt x="203853" y="48355"/>
                </a:lnTo>
                <a:cubicBezTo>
                  <a:pt x="209917" y="43084"/>
                  <a:pt x="215580" y="39326"/>
                  <a:pt x="220841" y="37079"/>
                </a:cubicBezTo>
                <a:cubicBezTo>
                  <a:pt x="226103" y="34833"/>
                  <a:pt x="231647" y="33710"/>
                  <a:pt x="237473" y="33710"/>
                </a:cubicBezTo>
                <a:cubicBezTo>
                  <a:pt x="245262" y="33710"/>
                  <a:pt x="251400" y="35947"/>
                  <a:pt x="255889" y="40421"/>
                </a:cubicBezTo>
                <a:cubicBezTo>
                  <a:pt x="260378" y="44895"/>
                  <a:pt x="262622" y="50831"/>
                  <a:pt x="262622" y="58229"/>
                </a:cubicBezTo>
                <a:cubicBezTo>
                  <a:pt x="262622" y="61555"/>
                  <a:pt x="261641" y="67859"/>
                  <a:pt x="259679" y="77141"/>
                </a:cubicBezTo>
                <a:lnTo>
                  <a:pt x="248532" y="130738"/>
                </a:lnTo>
                <a:lnTo>
                  <a:pt x="222937" y="130738"/>
                </a:lnTo>
                <a:lnTo>
                  <a:pt x="234174" y="76957"/>
                </a:lnTo>
                <a:cubicBezTo>
                  <a:pt x="235839" y="68921"/>
                  <a:pt x="236671" y="64132"/>
                  <a:pt x="236671" y="62588"/>
                </a:cubicBezTo>
                <a:cubicBezTo>
                  <a:pt x="236671" y="59323"/>
                  <a:pt x="235705" y="56757"/>
                  <a:pt x="233773" y="54888"/>
                </a:cubicBezTo>
                <a:cubicBezTo>
                  <a:pt x="231840" y="53017"/>
                  <a:pt x="229150" y="52081"/>
                  <a:pt x="225702" y="52081"/>
                </a:cubicBezTo>
                <a:cubicBezTo>
                  <a:pt x="221956" y="52081"/>
                  <a:pt x="217794" y="53657"/>
                  <a:pt x="213216" y="56808"/>
                </a:cubicBezTo>
                <a:cubicBezTo>
                  <a:pt x="208639" y="59959"/>
                  <a:pt x="205042" y="64121"/>
                  <a:pt x="202426" y="69293"/>
                </a:cubicBezTo>
                <a:cubicBezTo>
                  <a:pt x="200523" y="72981"/>
                  <a:pt x="198383" y="80503"/>
                  <a:pt x="196005" y="91858"/>
                </a:cubicBezTo>
                <a:lnTo>
                  <a:pt x="187889" y="130738"/>
                </a:lnTo>
                <a:lnTo>
                  <a:pt x="162295" y="130738"/>
                </a:lnTo>
                <a:lnTo>
                  <a:pt x="182093" y="36029"/>
                </a:lnTo>
                <a:close/>
                <a:moveTo>
                  <a:pt x="272157" y="135732"/>
                </a:moveTo>
                <a:lnTo>
                  <a:pt x="299178" y="139656"/>
                </a:lnTo>
                <a:cubicBezTo>
                  <a:pt x="299178" y="142391"/>
                  <a:pt x="299624" y="144457"/>
                  <a:pt x="300516" y="145854"/>
                </a:cubicBezTo>
                <a:cubicBezTo>
                  <a:pt x="301408" y="147251"/>
                  <a:pt x="302850" y="148440"/>
                  <a:pt x="304841" y="149421"/>
                </a:cubicBezTo>
                <a:cubicBezTo>
                  <a:pt x="306833" y="150402"/>
                  <a:pt x="309553" y="150893"/>
                  <a:pt x="313001" y="150893"/>
                </a:cubicBezTo>
                <a:cubicBezTo>
                  <a:pt x="318411" y="150893"/>
                  <a:pt x="322752" y="149822"/>
                  <a:pt x="326022" y="147680"/>
                </a:cubicBezTo>
                <a:cubicBezTo>
                  <a:pt x="328459" y="146013"/>
                  <a:pt x="330451" y="143334"/>
                  <a:pt x="331997" y="139642"/>
                </a:cubicBezTo>
                <a:cubicBezTo>
                  <a:pt x="332948" y="137322"/>
                  <a:pt x="334167" y="132263"/>
                  <a:pt x="335653" y="124465"/>
                </a:cubicBezTo>
                <a:lnTo>
                  <a:pt x="336545" y="120037"/>
                </a:lnTo>
                <a:cubicBezTo>
                  <a:pt x="327686" y="127409"/>
                  <a:pt x="318530" y="131095"/>
                  <a:pt x="309077" y="131095"/>
                </a:cubicBezTo>
                <a:cubicBezTo>
                  <a:pt x="299803" y="131095"/>
                  <a:pt x="292192" y="127822"/>
                  <a:pt x="286247" y="121277"/>
                </a:cubicBezTo>
                <a:cubicBezTo>
                  <a:pt x="280302" y="114731"/>
                  <a:pt x="277329" y="105150"/>
                  <a:pt x="277329" y="92533"/>
                </a:cubicBezTo>
                <a:cubicBezTo>
                  <a:pt x="277329" y="81406"/>
                  <a:pt x="279351" y="71201"/>
                  <a:pt x="283393" y="61919"/>
                </a:cubicBezTo>
                <a:cubicBezTo>
                  <a:pt x="287436" y="52635"/>
                  <a:pt x="293114" y="45613"/>
                  <a:pt x="300427" y="40853"/>
                </a:cubicBezTo>
                <a:cubicBezTo>
                  <a:pt x="307740" y="36091"/>
                  <a:pt x="315201" y="33710"/>
                  <a:pt x="322811" y="33710"/>
                </a:cubicBezTo>
                <a:cubicBezTo>
                  <a:pt x="329113" y="33710"/>
                  <a:pt x="334880" y="35380"/>
                  <a:pt x="340112" y="38721"/>
                </a:cubicBezTo>
                <a:cubicBezTo>
                  <a:pt x="345344" y="42061"/>
                  <a:pt x="349416" y="46744"/>
                  <a:pt x="352330" y="52770"/>
                </a:cubicBezTo>
                <a:lnTo>
                  <a:pt x="355897" y="36029"/>
                </a:lnTo>
                <a:lnTo>
                  <a:pt x="379886" y="36029"/>
                </a:lnTo>
                <a:lnTo>
                  <a:pt x="363477" y="114872"/>
                </a:lnTo>
                <a:cubicBezTo>
                  <a:pt x="360802" y="127575"/>
                  <a:pt x="358543" y="136640"/>
                  <a:pt x="356700" y="142067"/>
                </a:cubicBezTo>
                <a:cubicBezTo>
                  <a:pt x="354856" y="147496"/>
                  <a:pt x="352746" y="151820"/>
                  <a:pt x="350368" y="155040"/>
                </a:cubicBezTo>
                <a:cubicBezTo>
                  <a:pt x="347990" y="158260"/>
                  <a:pt x="344987" y="160958"/>
                  <a:pt x="341361" y="163136"/>
                </a:cubicBezTo>
                <a:cubicBezTo>
                  <a:pt x="337734" y="165313"/>
                  <a:pt x="333453" y="166878"/>
                  <a:pt x="328519" y="167832"/>
                </a:cubicBezTo>
                <a:cubicBezTo>
                  <a:pt x="323584" y="168787"/>
                  <a:pt x="318233" y="169264"/>
                  <a:pt x="312466" y="169264"/>
                </a:cubicBezTo>
                <a:cubicBezTo>
                  <a:pt x="299089" y="169264"/>
                  <a:pt x="288982" y="166969"/>
                  <a:pt x="282145" y="162378"/>
                </a:cubicBezTo>
                <a:cubicBezTo>
                  <a:pt x="275308" y="157789"/>
                  <a:pt x="271889" y="150159"/>
                  <a:pt x="271889" y="139489"/>
                </a:cubicBezTo>
                <a:cubicBezTo>
                  <a:pt x="271889" y="138356"/>
                  <a:pt x="271978" y="137103"/>
                  <a:pt x="272157" y="135732"/>
                </a:cubicBezTo>
                <a:moveTo>
                  <a:pt x="302300" y="89927"/>
                </a:moveTo>
                <a:cubicBezTo>
                  <a:pt x="302300" y="97110"/>
                  <a:pt x="303920" y="102586"/>
                  <a:pt x="307160" y="106356"/>
                </a:cubicBezTo>
                <a:cubicBezTo>
                  <a:pt x="310400" y="110125"/>
                  <a:pt x="314458" y="112010"/>
                  <a:pt x="319333" y="112010"/>
                </a:cubicBezTo>
                <a:cubicBezTo>
                  <a:pt x="323792" y="112010"/>
                  <a:pt x="328117" y="110319"/>
                  <a:pt x="332309" y="106935"/>
                </a:cubicBezTo>
                <a:cubicBezTo>
                  <a:pt x="336500" y="103550"/>
                  <a:pt x="339711" y="98741"/>
                  <a:pt x="341940" y="92508"/>
                </a:cubicBezTo>
                <a:cubicBezTo>
                  <a:pt x="344170" y="86274"/>
                  <a:pt x="345284" y="80249"/>
                  <a:pt x="345284" y="74432"/>
                </a:cubicBezTo>
                <a:cubicBezTo>
                  <a:pt x="345284" y="67723"/>
                  <a:pt x="343471" y="62321"/>
                  <a:pt x="339844" y="58226"/>
                </a:cubicBezTo>
                <a:cubicBezTo>
                  <a:pt x="336218" y="54130"/>
                  <a:pt x="332026" y="52081"/>
                  <a:pt x="327270" y="52081"/>
                </a:cubicBezTo>
                <a:cubicBezTo>
                  <a:pt x="322692" y="52081"/>
                  <a:pt x="318486" y="53892"/>
                  <a:pt x="314651" y="57513"/>
                </a:cubicBezTo>
                <a:cubicBezTo>
                  <a:pt x="310816" y="61134"/>
                  <a:pt x="307650" y="66714"/>
                  <a:pt x="305153" y="74254"/>
                </a:cubicBezTo>
                <a:cubicBezTo>
                  <a:pt x="303251" y="80073"/>
                  <a:pt x="302300" y="85297"/>
                  <a:pt x="302300" y="89927"/>
                </a:cubicBezTo>
                <a:close/>
                <a:moveTo>
                  <a:pt x="461740" y="130738"/>
                </a:moveTo>
                <a:lnTo>
                  <a:pt x="436145" y="130738"/>
                </a:lnTo>
                <a:lnTo>
                  <a:pt x="463524" y="0"/>
                </a:lnTo>
                <a:lnTo>
                  <a:pt x="489118" y="0"/>
                </a:lnTo>
                <a:lnTo>
                  <a:pt x="479309" y="46563"/>
                </a:lnTo>
                <a:cubicBezTo>
                  <a:pt x="485076" y="42009"/>
                  <a:pt x="490456" y="38729"/>
                  <a:pt x="495450" y="36723"/>
                </a:cubicBezTo>
                <a:cubicBezTo>
                  <a:pt x="500444" y="34714"/>
                  <a:pt x="505795" y="33710"/>
                  <a:pt x="511503" y="33710"/>
                </a:cubicBezTo>
                <a:cubicBezTo>
                  <a:pt x="519172" y="33710"/>
                  <a:pt x="525236" y="35919"/>
                  <a:pt x="529695" y="40337"/>
                </a:cubicBezTo>
                <a:cubicBezTo>
                  <a:pt x="534154" y="44755"/>
                  <a:pt x="536384" y="50548"/>
                  <a:pt x="536384" y="57714"/>
                </a:cubicBezTo>
                <a:cubicBezTo>
                  <a:pt x="536384" y="61507"/>
                  <a:pt x="535552" y="67389"/>
                  <a:pt x="533887" y="75357"/>
                </a:cubicBezTo>
                <a:lnTo>
                  <a:pt x="522293" y="130738"/>
                </a:lnTo>
                <a:lnTo>
                  <a:pt x="496699" y="130738"/>
                </a:lnTo>
                <a:lnTo>
                  <a:pt x="508560" y="74262"/>
                </a:lnTo>
                <a:cubicBezTo>
                  <a:pt x="509808" y="68159"/>
                  <a:pt x="510432" y="64245"/>
                  <a:pt x="510432" y="62521"/>
                </a:cubicBezTo>
                <a:cubicBezTo>
                  <a:pt x="510432" y="59368"/>
                  <a:pt x="509452" y="56840"/>
                  <a:pt x="507490" y="54938"/>
                </a:cubicBezTo>
                <a:cubicBezTo>
                  <a:pt x="505528" y="53033"/>
                  <a:pt x="502852" y="52081"/>
                  <a:pt x="499463" y="52081"/>
                </a:cubicBezTo>
                <a:cubicBezTo>
                  <a:pt x="495183" y="52081"/>
                  <a:pt x="491080" y="53568"/>
                  <a:pt x="487156" y="56540"/>
                </a:cubicBezTo>
                <a:cubicBezTo>
                  <a:pt x="482043" y="60464"/>
                  <a:pt x="478149" y="65280"/>
                  <a:pt x="475474" y="70987"/>
                </a:cubicBezTo>
                <a:cubicBezTo>
                  <a:pt x="473988" y="74140"/>
                  <a:pt x="472026" y="81543"/>
                  <a:pt x="469588" y="93196"/>
                </a:cubicBezTo>
                <a:lnTo>
                  <a:pt x="461740" y="130738"/>
                </a:lnTo>
                <a:close/>
                <a:moveTo>
                  <a:pt x="566965" y="36029"/>
                </a:moveTo>
                <a:lnTo>
                  <a:pt x="592560" y="36029"/>
                </a:lnTo>
                <a:lnTo>
                  <a:pt x="580877" y="92123"/>
                </a:lnTo>
                <a:cubicBezTo>
                  <a:pt x="579450" y="98841"/>
                  <a:pt x="578737" y="103033"/>
                  <a:pt x="578737" y="104698"/>
                </a:cubicBezTo>
                <a:cubicBezTo>
                  <a:pt x="578737" y="107432"/>
                  <a:pt x="579747" y="109781"/>
                  <a:pt x="581769" y="111743"/>
                </a:cubicBezTo>
                <a:cubicBezTo>
                  <a:pt x="583790" y="113705"/>
                  <a:pt x="586376" y="114686"/>
                  <a:pt x="589527" y="114686"/>
                </a:cubicBezTo>
                <a:cubicBezTo>
                  <a:pt x="591787" y="114686"/>
                  <a:pt x="594016" y="114256"/>
                  <a:pt x="596216" y="113395"/>
                </a:cubicBezTo>
                <a:cubicBezTo>
                  <a:pt x="598416" y="112533"/>
                  <a:pt x="600675" y="111226"/>
                  <a:pt x="602994" y="109474"/>
                </a:cubicBezTo>
                <a:cubicBezTo>
                  <a:pt x="605312" y="107720"/>
                  <a:pt x="607393" y="105715"/>
                  <a:pt x="609236" y="103457"/>
                </a:cubicBezTo>
                <a:cubicBezTo>
                  <a:pt x="611079" y="101200"/>
                  <a:pt x="612803" y="98230"/>
                  <a:pt x="614409" y="94548"/>
                </a:cubicBezTo>
                <a:cubicBezTo>
                  <a:pt x="615538" y="91815"/>
                  <a:pt x="616757" y="87357"/>
                  <a:pt x="618065" y="81174"/>
                </a:cubicBezTo>
                <a:lnTo>
                  <a:pt x="627518" y="36029"/>
                </a:lnTo>
                <a:lnTo>
                  <a:pt x="653113" y="36029"/>
                </a:lnTo>
                <a:lnTo>
                  <a:pt x="633315" y="130738"/>
                </a:lnTo>
                <a:lnTo>
                  <a:pt x="609415" y="130738"/>
                </a:lnTo>
                <a:lnTo>
                  <a:pt x="612090" y="117963"/>
                </a:lnTo>
                <a:cubicBezTo>
                  <a:pt x="601626" y="128026"/>
                  <a:pt x="590241" y="133057"/>
                  <a:pt x="577934" y="133057"/>
                </a:cubicBezTo>
                <a:cubicBezTo>
                  <a:pt x="570146" y="133057"/>
                  <a:pt x="564022" y="130820"/>
                  <a:pt x="559563" y="126346"/>
                </a:cubicBezTo>
                <a:cubicBezTo>
                  <a:pt x="555104" y="121870"/>
                  <a:pt x="552874" y="115873"/>
                  <a:pt x="552874" y="108354"/>
                </a:cubicBezTo>
                <a:cubicBezTo>
                  <a:pt x="552874" y="105084"/>
                  <a:pt x="553885" y="98574"/>
                  <a:pt x="555906" y="88823"/>
                </a:cubicBezTo>
                <a:lnTo>
                  <a:pt x="566965" y="36029"/>
                </a:lnTo>
                <a:close/>
                <a:moveTo>
                  <a:pt x="677897" y="36029"/>
                </a:moveTo>
                <a:lnTo>
                  <a:pt x="701976" y="36029"/>
                </a:lnTo>
                <a:lnTo>
                  <a:pt x="699568" y="47530"/>
                </a:lnTo>
                <a:cubicBezTo>
                  <a:pt x="708962" y="38317"/>
                  <a:pt x="718831" y="33710"/>
                  <a:pt x="729176" y="33710"/>
                </a:cubicBezTo>
                <a:cubicBezTo>
                  <a:pt x="736310" y="33710"/>
                  <a:pt x="741810" y="35205"/>
                  <a:pt x="745674" y="38194"/>
                </a:cubicBezTo>
                <a:cubicBezTo>
                  <a:pt x="749539" y="41182"/>
                  <a:pt x="752006" y="45305"/>
                  <a:pt x="753076" y="50565"/>
                </a:cubicBezTo>
                <a:cubicBezTo>
                  <a:pt x="756346" y="45783"/>
                  <a:pt x="761043" y="41778"/>
                  <a:pt x="767167" y="38551"/>
                </a:cubicBezTo>
                <a:cubicBezTo>
                  <a:pt x="773290" y="35324"/>
                  <a:pt x="779652" y="33710"/>
                  <a:pt x="786251" y="33710"/>
                </a:cubicBezTo>
                <a:cubicBezTo>
                  <a:pt x="793802" y="33710"/>
                  <a:pt x="799688" y="35742"/>
                  <a:pt x="803909" y="39805"/>
                </a:cubicBezTo>
                <a:cubicBezTo>
                  <a:pt x="808130" y="43868"/>
                  <a:pt x="810241" y="49247"/>
                  <a:pt x="810241" y="55941"/>
                </a:cubicBezTo>
                <a:cubicBezTo>
                  <a:pt x="810241" y="59189"/>
                  <a:pt x="809408" y="64823"/>
                  <a:pt x="807744" y="72844"/>
                </a:cubicBezTo>
                <a:lnTo>
                  <a:pt x="795615" y="130738"/>
                </a:lnTo>
                <a:lnTo>
                  <a:pt x="770021" y="130738"/>
                </a:lnTo>
                <a:lnTo>
                  <a:pt x="782149" y="72838"/>
                </a:lnTo>
                <a:cubicBezTo>
                  <a:pt x="783635" y="65585"/>
                  <a:pt x="784379" y="61483"/>
                  <a:pt x="784379" y="60534"/>
                </a:cubicBezTo>
                <a:cubicBezTo>
                  <a:pt x="784379" y="57923"/>
                  <a:pt x="783591" y="55862"/>
                  <a:pt x="782015" y="54350"/>
                </a:cubicBezTo>
                <a:cubicBezTo>
                  <a:pt x="780440" y="52837"/>
                  <a:pt x="778076" y="52081"/>
                  <a:pt x="774925" y="52081"/>
                </a:cubicBezTo>
                <a:cubicBezTo>
                  <a:pt x="768564" y="52081"/>
                  <a:pt x="762886" y="55439"/>
                  <a:pt x="757892" y="62156"/>
                </a:cubicBezTo>
                <a:cubicBezTo>
                  <a:pt x="754265" y="66972"/>
                  <a:pt x="751174" y="75501"/>
                  <a:pt x="748617" y="87745"/>
                </a:cubicBezTo>
                <a:lnTo>
                  <a:pt x="739610" y="130738"/>
                </a:lnTo>
                <a:lnTo>
                  <a:pt x="714015" y="130738"/>
                </a:lnTo>
                <a:lnTo>
                  <a:pt x="725965" y="73484"/>
                </a:lnTo>
                <a:cubicBezTo>
                  <a:pt x="727333" y="66885"/>
                  <a:pt x="728017" y="62605"/>
                  <a:pt x="728017" y="60643"/>
                </a:cubicBezTo>
                <a:cubicBezTo>
                  <a:pt x="728017" y="58145"/>
                  <a:pt x="727169" y="56094"/>
                  <a:pt x="725475" y="54489"/>
                </a:cubicBezTo>
                <a:cubicBezTo>
                  <a:pt x="723781" y="52884"/>
                  <a:pt x="721447" y="52081"/>
                  <a:pt x="718474" y="52081"/>
                </a:cubicBezTo>
                <a:cubicBezTo>
                  <a:pt x="715680" y="52081"/>
                  <a:pt x="712797" y="52914"/>
                  <a:pt x="709824" y="54578"/>
                </a:cubicBezTo>
                <a:cubicBezTo>
                  <a:pt x="706851" y="56243"/>
                  <a:pt x="704250" y="58533"/>
                  <a:pt x="702021" y="61448"/>
                </a:cubicBezTo>
                <a:cubicBezTo>
                  <a:pt x="699791" y="64361"/>
                  <a:pt x="697874" y="68107"/>
                  <a:pt x="696268" y="72685"/>
                </a:cubicBezTo>
                <a:cubicBezTo>
                  <a:pt x="695555" y="74825"/>
                  <a:pt x="694396" y="79671"/>
                  <a:pt x="692790" y="87224"/>
                </a:cubicBezTo>
                <a:lnTo>
                  <a:pt x="683694" y="130738"/>
                </a:lnTo>
                <a:lnTo>
                  <a:pt x="658099" y="130738"/>
                </a:lnTo>
                <a:lnTo>
                  <a:pt x="677897" y="36029"/>
                </a:lnTo>
                <a:close/>
                <a:moveTo>
                  <a:pt x="857425" y="62783"/>
                </a:moveTo>
                <a:lnTo>
                  <a:pt x="832455" y="60659"/>
                </a:lnTo>
                <a:cubicBezTo>
                  <a:pt x="835308" y="52211"/>
                  <a:pt x="840288" y="45608"/>
                  <a:pt x="847392" y="40850"/>
                </a:cubicBezTo>
                <a:cubicBezTo>
                  <a:pt x="854497" y="36090"/>
                  <a:pt x="863906" y="33710"/>
                  <a:pt x="875618" y="33710"/>
                </a:cubicBezTo>
                <a:cubicBezTo>
                  <a:pt x="887806" y="33710"/>
                  <a:pt x="896813" y="36165"/>
                  <a:pt x="902639" y="41076"/>
                </a:cubicBezTo>
                <a:cubicBezTo>
                  <a:pt x="908466" y="45984"/>
                  <a:pt x="911379" y="51979"/>
                  <a:pt x="911379" y="59060"/>
                </a:cubicBezTo>
                <a:cubicBezTo>
                  <a:pt x="911379" y="61917"/>
                  <a:pt x="911126" y="64953"/>
                  <a:pt x="910621" y="68167"/>
                </a:cubicBezTo>
                <a:cubicBezTo>
                  <a:pt x="910116" y="71379"/>
                  <a:pt x="908347" y="79829"/>
                  <a:pt x="905315" y="93517"/>
                </a:cubicBezTo>
                <a:cubicBezTo>
                  <a:pt x="902818" y="104822"/>
                  <a:pt x="901569" y="112737"/>
                  <a:pt x="901569" y="117261"/>
                </a:cubicBezTo>
                <a:cubicBezTo>
                  <a:pt x="901569" y="121307"/>
                  <a:pt x="902283" y="125800"/>
                  <a:pt x="903710" y="130738"/>
                </a:cubicBezTo>
                <a:lnTo>
                  <a:pt x="878828" y="130738"/>
                </a:lnTo>
                <a:cubicBezTo>
                  <a:pt x="877818" y="127290"/>
                  <a:pt x="877193" y="123723"/>
                  <a:pt x="876956" y="120037"/>
                </a:cubicBezTo>
                <a:cubicBezTo>
                  <a:pt x="873210" y="124198"/>
                  <a:pt x="868900" y="127409"/>
                  <a:pt x="864024" y="129668"/>
                </a:cubicBezTo>
                <a:cubicBezTo>
                  <a:pt x="859149" y="131927"/>
                  <a:pt x="854244" y="133057"/>
                  <a:pt x="849310" y="133057"/>
                </a:cubicBezTo>
                <a:cubicBezTo>
                  <a:pt x="841462" y="133057"/>
                  <a:pt x="834981" y="130482"/>
                  <a:pt x="829868" y="125332"/>
                </a:cubicBezTo>
                <a:cubicBezTo>
                  <a:pt x="824755" y="120181"/>
                  <a:pt x="822199" y="113558"/>
                  <a:pt x="822199" y="105461"/>
                </a:cubicBezTo>
                <a:cubicBezTo>
                  <a:pt x="822199" y="96411"/>
                  <a:pt x="825008" y="89177"/>
                  <a:pt x="830626" y="83760"/>
                </a:cubicBezTo>
                <a:cubicBezTo>
                  <a:pt x="836245" y="78342"/>
                  <a:pt x="846278" y="75067"/>
                  <a:pt x="860725" y="73936"/>
                </a:cubicBezTo>
                <a:cubicBezTo>
                  <a:pt x="872913" y="72923"/>
                  <a:pt x="881058" y="71703"/>
                  <a:pt x="885160" y="70274"/>
                </a:cubicBezTo>
                <a:cubicBezTo>
                  <a:pt x="886230" y="66707"/>
                  <a:pt x="886765" y="63853"/>
                  <a:pt x="886765" y="61713"/>
                </a:cubicBezTo>
                <a:cubicBezTo>
                  <a:pt x="886765" y="58978"/>
                  <a:pt x="885666" y="56689"/>
                  <a:pt x="883466" y="54846"/>
                </a:cubicBezTo>
                <a:cubicBezTo>
                  <a:pt x="881266" y="53003"/>
                  <a:pt x="877996" y="52081"/>
                  <a:pt x="873656" y="52081"/>
                </a:cubicBezTo>
                <a:cubicBezTo>
                  <a:pt x="869078" y="52081"/>
                  <a:pt x="865466" y="53010"/>
                  <a:pt x="862821" y="54868"/>
                </a:cubicBezTo>
                <a:cubicBezTo>
                  <a:pt x="860175" y="56724"/>
                  <a:pt x="858376" y="59362"/>
                  <a:pt x="857425" y="62783"/>
                </a:cubicBezTo>
                <a:moveTo>
                  <a:pt x="881771" y="86505"/>
                </a:moveTo>
                <a:cubicBezTo>
                  <a:pt x="880226" y="86923"/>
                  <a:pt x="878174" y="87310"/>
                  <a:pt x="875618" y="87667"/>
                </a:cubicBezTo>
                <a:cubicBezTo>
                  <a:pt x="862776" y="89218"/>
                  <a:pt x="854393" y="91485"/>
                  <a:pt x="850469" y="94467"/>
                </a:cubicBezTo>
                <a:cubicBezTo>
                  <a:pt x="847675" y="96615"/>
                  <a:pt x="846278" y="99508"/>
                  <a:pt x="846278" y="103148"/>
                </a:cubicBezTo>
                <a:cubicBezTo>
                  <a:pt x="846278" y="106130"/>
                  <a:pt x="847348" y="108650"/>
                  <a:pt x="849488" y="110709"/>
                </a:cubicBezTo>
                <a:cubicBezTo>
                  <a:pt x="851628" y="112766"/>
                  <a:pt x="854452" y="113794"/>
                  <a:pt x="857960" y="113794"/>
                </a:cubicBezTo>
                <a:cubicBezTo>
                  <a:pt x="861825" y="113794"/>
                  <a:pt x="865466" y="112855"/>
                  <a:pt x="868885" y="110976"/>
                </a:cubicBezTo>
                <a:cubicBezTo>
                  <a:pt x="872303" y="109096"/>
                  <a:pt x="874860" y="106680"/>
                  <a:pt x="876554" y="103728"/>
                </a:cubicBezTo>
                <a:cubicBezTo>
                  <a:pt x="878249" y="100776"/>
                  <a:pt x="879750" y="96168"/>
                  <a:pt x="881058" y="89905"/>
                </a:cubicBezTo>
                <a:lnTo>
                  <a:pt x="881771" y="86505"/>
                </a:lnTo>
                <a:close/>
                <a:moveTo>
                  <a:pt x="943047" y="36029"/>
                </a:moveTo>
                <a:lnTo>
                  <a:pt x="967304" y="36029"/>
                </a:lnTo>
                <a:lnTo>
                  <a:pt x="964807" y="48355"/>
                </a:lnTo>
                <a:cubicBezTo>
                  <a:pt x="970872" y="43084"/>
                  <a:pt x="976535" y="39326"/>
                  <a:pt x="981796" y="37079"/>
                </a:cubicBezTo>
                <a:cubicBezTo>
                  <a:pt x="987058" y="34833"/>
                  <a:pt x="992602" y="33710"/>
                  <a:pt x="998428" y="33710"/>
                </a:cubicBezTo>
                <a:cubicBezTo>
                  <a:pt x="1006217" y="33710"/>
                  <a:pt x="1012355" y="35947"/>
                  <a:pt x="1016844" y="40421"/>
                </a:cubicBezTo>
                <a:cubicBezTo>
                  <a:pt x="1021333" y="44895"/>
                  <a:pt x="1023577" y="50831"/>
                  <a:pt x="1023577" y="58229"/>
                </a:cubicBezTo>
                <a:cubicBezTo>
                  <a:pt x="1023577" y="61555"/>
                  <a:pt x="1022596" y="67859"/>
                  <a:pt x="1020634" y="77141"/>
                </a:cubicBezTo>
                <a:lnTo>
                  <a:pt x="1009487" y="130738"/>
                </a:lnTo>
                <a:lnTo>
                  <a:pt x="983892" y="130738"/>
                </a:lnTo>
                <a:lnTo>
                  <a:pt x="995129" y="76957"/>
                </a:lnTo>
                <a:cubicBezTo>
                  <a:pt x="996793" y="68921"/>
                  <a:pt x="997626" y="64132"/>
                  <a:pt x="997626" y="62588"/>
                </a:cubicBezTo>
                <a:cubicBezTo>
                  <a:pt x="997626" y="59323"/>
                  <a:pt x="996660" y="56757"/>
                  <a:pt x="994727" y="54888"/>
                </a:cubicBezTo>
                <a:cubicBezTo>
                  <a:pt x="992795" y="53017"/>
                  <a:pt x="990105" y="52081"/>
                  <a:pt x="986657" y="52081"/>
                </a:cubicBezTo>
                <a:cubicBezTo>
                  <a:pt x="982911" y="52081"/>
                  <a:pt x="978749" y="53657"/>
                  <a:pt x="974171" y="56808"/>
                </a:cubicBezTo>
                <a:cubicBezTo>
                  <a:pt x="969593" y="59959"/>
                  <a:pt x="965996" y="64121"/>
                  <a:pt x="963380" y="69293"/>
                </a:cubicBezTo>
                <a:cubicBezTo>
                  <a:pt x="961478" y="72981"/>
                  <a:pt x="959338" y="80503"/>
                  <a:pt x="956960" y="91858"/>
                </a:cubicBezTo>
                <a:lnTo>
                  <a:pt x="948844" y="130738"/>
                </a:lnTo>
                <a:lnTo>
                  <a:pt x="923249" y="130738"/>
                </a:lnTo>
                <a:lnTo>
                  <a:pt x="943047" y="36029"/>
                </a:lnTo>
                <a:close/>
                <a:moveTo>
                  <a:pt x="1088933" y="91424"/>
                </a:moveTo>
                <a:cubicBezTo>
                  <a:pt x="1088933" y="73853"/>
                  <a:pt x="1093882" y="59842"/>
                  <a:pt x="1103781" y="49389"/>
                </a:cubicBezTo>
                <a:cubicBezTo>
                  <a:pt x="1113680" y="38936"/>
                  <a:pt x="1126686" y="33710"/>
                  <a:pt x="1142798" y="33710"/>
                </a:cubicBezTo>
                <a:cubicBezTo>
                  <a:pt x="1156769" y="33710"/>
                  <a:pt x="1167679" y="37567"/>
                  <a:pt x="1175527" y="45281"/>
                </a:cubicBezTo>
                <a:cubicBezTo>
                  <a:pt x="1183375" y="52993"/>
                  <a:pt x="1187299" y="63372"/>
                  <a:pt x="1187299" y="76416"/>
                </a:cubicBezTo>
                <a:cubicBezTo>
                  <a:pt x="1187299" y="91781"/>
                  <a:pt x="1182394" y="105063"/>
                  <a:pt x="1172584" y="116260"/>
                </a:cubicBezTo>
                <a:cubicBezTo>
                  <a:pt x="1162774" y="127458"/>
                  <a:pt x="1149635" y="133057"/>
                  <a:pt x="1133166" y="133057"/>
                </a:cubicBezTo>
                <a:cubicBezTo>
                  <a:pt x="1124248" y="133057"/>
                  <a:pt x="1116341" y="131270"/>
                  <a:pt x="1109444" y="127698"/>
                </a:cubicBezTo>
                <a:cubicBezTo>
                  <a:pt x="1102548" y="124123"/>
                  <a:pt x="1097405" y="119060"/>
                  <a:pt x="1094016" y="112509"/>
                </a:cubicBezTo>
                <a:cubicBezTo>
                  <a:pt x="1090627" y="105956"/>
                  <a:pt x="1088933" y="98928"/>
                  <a:pt x="1088933" y="91424"/>
                </a:cubicBezTo>
                <a:moveTo>
                  <a:pt x="1161882" y="73097"/>
                </a:moveTo>
                <a:cubicBezTo>
                  <a:pt x="1161882" y="67016"/>
                  <a:pt x="1160113" y="62142"/>
                  <a:pt x="1156576" y="58474"/>
                </a:cubicBezTo>
                <a:cubicBezTo>
                  <a:pt x="1153039" y="54807"/>
                  <a:pt x="1148475" y="52973"/>
                  <a:pt x="1142887" y="52973"/>
                </a:cubicBezTo>
                <a:cubicBezTo>
                  <a:pt x="1137358" y="52973"/>
                  <a:pt x="1132453" y="54688"/>
                  <a:pt x="1128172" y="58118"/>
                </a:cubicBezTo>
                <a:cubicBezTo>
                  <a:pt x="1123891" y="61545"/>
                  <a:pt x="1120562" y="66525"/>
                  <a:pt x="1118184" y="73055"/>
                </a:cubicBezTo>
                <a:cubicBezTo>
                  <a:pt x="1115806" y="79584"/>
                  <a:pt x="1114617" y="85591"/>
                  <a:pt x="1114617" y="91075"/>
                </a:cubicBezTo>
                <a:cubicBezTo>
                  <a:pt x="1114617" y="97873"/>
                  <a:pt x="1116460" y="103271"/>
                  <a:pt x="1120146" y="107267"/>
                </a:cubicBezTo>
                <a:cubicBezTo>
                  <a:pt x="1123832" y="111262"/>
                  <a:pt x="1128469" y="113259"/>
                  <a:pt x="1134058" y="113259"/>
                </a:cubicBezTo>
                <a:cubicBezTo>
                  <a:pt x="1141074" y="113259"/>
                  <a:pt x="1146959" y="110247"/>
                  <a:pt x="1151716" y="104224"/>
                </a:cubicBezTo>
                <a:cubicBezTo>
                  <a:pt x="1158493" y="95698"/>
                  <a:pt x="1161882" y="85322"/>
                  <a:pt x="1161882" y="73097"/>
                </a:cubicBezTo>
                <a:close/>
                <a:moveTo>
                  <a:pt x="1215115" y="36029"/>
                </a:moveTo>
                <a:lnTo>
                  <a:pt x="1239015" y="36029"/>
                </a:lnTo>
                <a:lnTo>
                  <a:pt x="1235180" y="54361"/>
                </a:lnTo>
                <a:cubicBezTo>
                  <a:pt x="1244098" y="40594"/>
                  <a:pt x="1253760" y="33710"/>
                  <a:pt x="1264164" y="33710"/>
                </a:cubicBezTo>
                <a:cubicBezTo>
                  <a:pt x="1267850" y="33710"/>
                  <a:pt x="1271804" y="34632"/>
                  <a:pt x="1276025" y="36475"/>
                </a:cubicBezTo>
                <a:lnTo>
                  <a:pt x="1266215" y="57432"/>
                </a:lnTo>
                <a:cubicBezTo>
                  <a:pt x="1263896" y="56600"/>
                  <a:pt x="1261429" y="56184"/>
                  <a:pt x="1258813" y="56184"/>
                </a:cubicBezTo>
                <a:cubicBezTo>
                  <a:pt x="1254414" y="56184"/>
                  <a:pt x="1249940" y="57852"/>
                  <a:pt x="1245392" y="61189"/>
                </a:cubicBezTo>
                <a:cubicBezTo>
                  <a:pt x="1240843" y="64524"/>
                  <a:pt x="1237291" y="68976"/>
                  <a:pt x="1234735" y="74546"/>
                </a:cubicBezTo>
                <a:cubicBezTo>
                  <a:pt x="1232178" y="80114"/>
                  <a:pt x="1229651" y="88945"/>
                  <a:pt x="1227154" y="101038"/>
                </a:cubicBezTo>
                <a:lnTo>
                  <a:pt x="1220912" y="130738"/>
                </a:lnTo>
                <a:lnTo>
                  <a:pt x="1195317" y="130738"/>
                </a:lnTo>
                <a:lnTo>
                  <a:pt x="1215115" y="36029"/>
                </a:lnTo>
                <a:close/>
                <a:moveTo>
                  <a:pt x="1397581" y="101844"/>
                </a:moveTo>
                <a:lnTo>
                  <a:pt x="1345768" y="101844"/>
                </a:lnTo>
                <a:lnTo>
                  <a:pt x="1330072" y="130738"/>
                </a:lnTo>
                <a:lnTo>
                  <a:pt x="1302426" y="130738"/>
                </a:lnTo>
                <a:lnTo>
                  <a:pt x="1376357" y="0"/>
                </a:lnTo>
                <a:lnTo>
                  <a:pt x="1406232" y="0"/>
                </a:lnTo>
                <a:lnTo>
                  <a:pt x="1427457" y="130738"/>
                </a:lnTo>
                <a:lnTo>
                  <a:pt x="1401951" y="130738"/>
                </a:lnTo>
                <a:lnTo>
                  <a:pt x="1397581" y="101844"/>
                </a:lnTo>
                <a:moveTo>
                  <a:pt x="1394282" y="79905"/>
                </a:moveTo>
                <a:lnTo>
                  <a:pt x="1386702" y="27468"/>
                </a:lnTo>
                <a:lnTo>
                  <a:pt x="1355132" y="79905"/>
                </a:lnTo>
                <a:lnTo>
                  <a:pt x="1394282" y="79905"/>
                </a:lnTo>
                <a:close/>
                <a:moveTo>
                  <a:pt x="1442712" y="130738"/>
                </a:moveTo>
                <a:lnTo>
                  <a:pt x="1470091" y="0"/>
                </a:lnTo>
                <a:lnTo>
                  <a:pt x="1496934" y="0"/>
                </a:lnTo>
                <a:lnTo>
                  <a:pt x="1469645" y="130738"/>
                </a:lnTo>
                <a:lnTo>
                  <a:pt x="1442712" y="1307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decisionagent">
            <a:extLst xmlns:a="http://schemas.openxmlformats.org/drawingml/2006/main">
              <a:ext uri="{FF2B5EF4-FFF2-40B4-BE49-F238E27FC236}">
                <a16:creationId xmlns:a16="http://schemas.microsoft.com/office/drawing/2014/main" id="{B4A632BF-8966-4BA8-A15E-A0251C8E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6255" y="3186777"/>
            <a:ext cx="1278478" cy="169264"/>
          </a:xfrm>
          <a:custGeom xmlns:a="http://schemas.openxmlformats.org/drawingml/2006/main">
            <a:pathLst>
              <a:path w="1278478" h="169264">
                <a:moveTo>
                  <a:pt x="84008" y="130738"/>
                </a:moveTo>
                <a:lnTo>
                  <a:pt x="59751" y="130738"/>
                </a:lnTo>
                <a:lnTo>
                  <a:pt x="61891" y="120491"/>
                </a:lnTo>
                <a:cubicBezTo>
                  <a:pt x="57254" y="124980"/>
                  <a:pt x="52691" y="128197"/>
                  <a:pt x="48202" y="130142"/>
                </a:cubicBezTo>
                <a:cubicBezTo>
                  <a:pt x="43713" y="132085"/>
                  <a:pt x="38645" y="133057"/>
                  <a:pt x="32997" y="133057"/>
                </a:cubicBezTo>
                <a:cubicBezTo>
                  <a:pt x="23187" y="133057"/>
                  <a:pt x="15235" y="129707"/>
                  <a:pt x="9141" y="123007"/>
                </a:cubicBezTo>
                <a:cubicBezTo>
                  <a:pt x="3047" y="116306"/>
                  <a:pt x="0" y="106403"/>
                  <a:pt x="0" y="93299"/>
                </a:cubicBezTo>
                <a:cubicBezTo>
                  <a:pt x="0" y="78113"/>
                  <a:pt x="4281" y="64384"/>
                  <a:pt x="12842" y="52115"/>
                </a:cubicBezTo>
                <a:cubicBezTo>
                  <a:pt x="21403" y="39845"/>
                  <a:pt x="32729" y="33710"/>
                  <a:pt x="46820" y="33710"/>
                </a:cubicBezTo>
                <a:cubicBezTo>
                  <a:pt x="59543" y="33710"/>
                  <a:pt x="69085" y="38764"/>
                  <a:pt x="75446" y="48871"/>
                </a:cubicBezTo>
                <a:lnTo>
                  <a:pt x="85702" y="0"/>
                </a:lnTo>
                <a:lnTo>
                  <a:pt x="111297" y="0"/>
                </a:lnTo>
                <a:lnTo>
                  <a:pt x="84008" y="130738"/>
                </a:lnTo>
                <a:moveTo>
                  <a:pt x="24881" y="92182"/>
                </a:moveTo>
                <a:cubicBezTo>
                  <a:pt x="24881" y="98969"/>
                  <a:pt x="26591" y="104267"/>
                  <a:pt x="30009" y="108078"/>
                </a:cubicBezTo>
                <a:cubicBezTo>
                  <a:pt x="33428" y="111889"/>
                  <a:pt x="37634" y="113794"/>
                  <a:pt x="42628" y="113794"/>
                </a:cubicBezTo>
                <a:cubicBezTo>
                  <a:pt x="47266" y="113794"/>
                  <a:pt x="51591" y="112202"/>
                  <a:pt x="55604" y="109017"/>
                </a:cubicBezTo>
                <a:cubicBezTo>
                  <a:pt x="59617" y="105831"/>
                  <a:pt x="62827" y="100963"/>
                  <a:pt x="65235" y="94414"/>
                </a:cubicBezTo>
                <a:cubicBezTo>
                  <a:pt x="67643" y="87865"/>
                  <a:pt x="68847" y="81583"/>
                  <a:pt x="68847" y="75569"/>
                </a:cubicBezTo>
                <a:cubicBezTo>
                  <a:pt x="68847" y="68723"/>
                  <a:pt x="67004" y="63186"/>
                  <a:pt x="63318" y="58959"/>
                </a:cubicBezTo>
                <a:cubicBezTo>
                  <a:pt x="59632" y="54731"/>
                  <a:pt x="55381" y="52616"/>
                  <a:pt x="50565" y="52616"/>
                </a:cubicBezTo>
                <a:cubicBezTo>
                  <a:pt x="43074" y="52616"/>
                  <a:pt x="36921" y="56785"/>
                  <a:pt x="32105" y="65121"/>
                </a:cubicBezTo>
                <a:cubicBezTo>
                  <a:pt x="27289" y="73456"/>
                  <a:pt x="24881" y="82476"/>
                  <a:pt x="24881" y="92182"/>
                </a:cubicBezTo>
                <a:close/>
                <a:moveTo>
                  <a:pt x="200292" y="91321"/>
                </a:moveTo>
                <a:lnTo>
                  <a:pt x="136082" y="91321"/>
                </a:lnTo>
                <a:cubicBezTo>
                  <a:pt x="136022" y="92331"/>
                  <a:pt x="135993" y="93104"/>
                  <a:pt x="135993" y="93639"/>
                </a:cubicBezTo>
                <a:cubicBezTo>
                  <a:pt x="135993" y="99941"/>
                  <a:pt x="137791" y="105025"/>
                  <a:pt x="141388" y="108889"/>
                </a:cubicBezTo>
                <a:cubicBezTo>
                  <a:pt x="144985" y="112754"/>
                  <a:pt x="149370" y="114686"/>
                  <a:pt x="154542" y="114686"/>
                </a:cubicBezTo>
                <a:cubicBezTo>
                  <a:pt x="163044" y="114686"/>
                  <a:pt x="169673" y="110286"/>
                  <a:pt x="174429" y="101487"/>
                </a:cubicBezTo>
                <a:lnTo>
                  <a:pt x="197349" y="105411"/>
                </a:lnTo>
                <a:cubicBezTo>
                  <a:pt x="192890" y="114626"/>
                  <a:pt x="186930" y="121538"/>
                  <a:pt x="179468" y="126145"/>
                </a:cubicBezTo>
                <a:cubicBezTo>
                  <a:pt x="172007" y="130753"/>
                  <a:pt x="163639" y="133057"/>
                  <a:pt x="154364" y="133057"/>
                </a:cubicBezTo>
                <a:cubicBezTo>
                  <a:pt x="141641" y="133057"/>
                  <a:pt x="131296" y="129021"/>
                  <a:pt x="123329" y="120951"/>
                </a:cubicBezTo>
                <a:cubicBezTo>
                  <a:pt x="115362" y="112880"/>
                  <a:pt x="111379" y="102204"/>
                  <a:pt x="111379" y="88924"/>
                </a:cubicBezTo>
                <a:cubicBezTo>
                  <a:pt x="111379" y="75939"/>
                  <a:pt x="114976" y="64383"/>
                  <a:pt x="122170" y="54258"/>
                </a:cubicBezTo>
                <a:cubicBezTo>
                  <a:pt x="131980" y="40559"/>
                  <a:pt x="145981" y="33710"/>
                  <a:pt x="164174" y="33710"/>
                </a:cubicBezTo>
                <a:cubicBezTo>
                  <a:pt x="175767" y="33710"/>
                  <a:pt x="184982" y="37298"/>
                  <a:pt x="191820" y="44473"/>
                </a:cubicBezTo>
                <a:cubicBezTo>
                  <a:pt x="198657" y="51648"/>
                  <a:pt x="202075" y="61697"/>
                  <a:pt x="202075" y="74619"/>
                </a:cubicBezTo>
                <a:cubicBezTo>
                  <a:pt x="202075" y="80811"/>
                  <a:pt x="201481" y="86378"/>
                  <a:pt x="200292" y="91321"/>
                </a:cubicBezTo>
                <a:moveTo>
                  <a:pt x="178710" y="75625"/>
                </a:moveTo>
                <a:cubicBezTo>
                  <a:pt x="178770" y="74499"/>
                  <a:pt x="178799" y="73641"/>
                  <a:pt x="178799" y="73050"/>
                </a:cubicBezTo>
                <a:cubicBezTo>
                  <a:pt x="178799" y="66060"/>
                  <a:pt x="177224" y="60818"/>
                  <a:pt x="174073" y="57323"/>
                </a:cubicBezTo>
                <a:cubicBezTo>
                  <a:pt x="170922" y="53829"/>
                  <a:pt x="166700" y="52081"/>
                  <a:pt x="161409" y="52081"/>
                </a:cubicBezTo>
                <a:cubicBezTo>
                  <a:pt x="156118" y="52081"/>
                  <a:pt x="151376" y="54066"/>
                  <a:pt x="147185" y="58034"/>
                </a:cubicBezTo>
                <a:cubicBezTo>
                  <a:pt x="142993" y="62003"/>
                  <a:pt x="140154" y="67866"/>
                  <a:pt x="138668" y="75625"/>
                </a:cubicBezTo>
                <a:lnTo>
                  <a:pt x="178710" y="75625"/>
                </a:lnTo>
                <a:close/>
                <a:moveTo>
                  <a:pt x="273874" y="95066"/>
                </a:moveTo>
                <a:lnTo>
                  <a:pt x="298755" y="99079"/>
                </a:lnTo>
                <a:cubicBezTo>
                  <a:pt x="294653" y="110167"/>
                  <a:pt x="288589" y="118602"/>
                  <a:pt x="280563" y="124384"/>
                </a:cubicBezTo>
                <a:cubicBezTo>
                  <a:pt x="272536" y="130166"/>
                  <a:pt x="263232" y="133057"/>
                  <a:pt x="252649" y="133057"/>
                </a:cubicBezTo>
                <a:cubicBezTo>
                  <a:pt x="240580" y="133057"/>
                  <a:pt x="231008" y="129453"/>
                  <a:pt x="223933" y="122247"/>
                </a:cubicBezTo>
                <a:cubicBezTo>
                  <a:pt x="216858" y="115040"/>
                  <a:pt x="213321" y="105123"/>
                  <a:pt x="213321" y="92497"/>
                </a:cubicBezTo>
                <a:cubicBezTo>
                  <a:pt x="213321" y="82193"/>
                  <a:pt x="215461" y="72454"/>
                  <a:pt x="219742" y="63282"/>
                </a:cubicBezTo>
                <a:cubicBezTo>
                  <a:pt x="224022" y="54109"/>
                  <a:pt x="230473" y="46887"/>
                  <a:pt x="239094" y="41617"/>
                </a:cubicBezTo>
                <a:cubicBezTo>
                  <a:pt x="247715" y="36346"/>
                  <a:pt x="257168" y="33710"/>
                  <a:pt x="267453" y="33710"/>
                </a:cubicBezTo>
                <a:cubicBezTo>
                  <a:pt x="278630" y="33710"/>
                  <a:pt x="287548" y="36644"/>
                  <a:pt x="294207" y="42511"/>
                </a:cubicBezTo>
                <a:cubicBezTo>
                  <a:pt x="300866" y="48378"/>
                  <a:pt x="304612" y="56102"/>
                  <a:pt x="305444" y="65681"/>
                </a:cubicBezTo>
                <a:lnTo>
                  <a:pt x="281098" y="68312"/>
                </a:lnTo>
                <a:cubicBezTo>
                  <a:pt x="280503" y="62930"/>
                  <a:pt x="278883" y="58969"/>
                  <a:pt x="276237" y="56429"/>
                </a:cubicBezTo>
                <a:cubicBezTo>
                  <a:pt x="273592" y="53887"/>
                  <a:pt x="270129" y="52616"/>
                  <a:pt x="265848" y="52616"/>
                </a:cubicBezTo>
                <a:cubicBezTo>
                  <a:pt x="260913" y="52616"/>
                  <a:pt x="256306" y="54462"/>
                  <a:pt x="252025" y="58154"/>
                </a:cubicBezTo>
                <a:cubicBezTo>
                  <a:pt x="247744" y="61846"/>
                  <a:pt x="244459" y="67368"/>
                  <a:pt x="242171" y="74722"/>
                </a:cubicBezTo>
                <a:cubicBezTo>
                  <a:pt x="239882" y="82076"/>
                  <a:pt x="238737" y="88967"/>
                  <a:pt x="238737" y="95398"/>
                </a:cubicBezTo>
                <a:cubicBezTo>
                  <a:pt x="238737" y="100994"/>
                  <a:pt x="240105" y="105311"/>
                  <a:pt x="242839" y="108348"/>
                </a:cubicBezTo>
                <a:cubicBezTo>
                  <a:pt x="245574" y="111384"/>
                  <a:pt x="248993" y="112902"/>
                  <a:pt x="253095" y="112902"/>
                </a:cubicBezTo>
                <a:cubicBezTo>
                  <a:pt x="257197" y="112902"/>
                  <a:pt x="261151" y="111416"/>
                  <a:pt x="264956" y="108443"/>
                </a:cubicBezTo>
                <a:cubicBezTo>
                  <a:pt x="268761" y="105470"/>
                  <a:pt x="271734" y="101011"/>
                  <a:pt x="273874" y="95066"/>
                </a:cubicBezTo>
                <a:close/>
                <a:moveTo>
                  <a:pt x="338540" y="0"/>
                </a:moveTo>
                <a:lnTo>
                  <a:pt x="364135" y="0"/>
                </a:lnTo>
                <a:lnTo>
                  <a:pt x="359319" y="23187"/>
                </a:lnTo>
                <a:lnTo>
                  <a:pt x="333724" y="23187"/>
                </a:lnTo>
                <a:lnTo>
                  <a:pt x="338540" y="0"/>
                </a:lnTo>
                <a:moveTo>
                  <a:pt x="331049" y="36029"/>
                </a:moveTo>
                <a:lnTo>
                  <a:pt x="356643" y="36029"/>
                </a:lnTo>
                <a:lnTo>
                  <a:pt x="336845" y="130738"/>
                </a:lnTo>
                <a:lnTo>
                  <a:pt x="311251" y="130738"/>
                </a:lnTo>
                <a:lnTo>
                  <a:pt x="331049" y="36029"/>
                </a:lnTo>
                <a:close/>
                <a:moveTo>
                  <a:pt x="358688" y="104188"/>
                </a:moveTo>
                <a:lnTo>
                  <a:pt x="383480" y="100239"/>
                </a:lnTo>
                <a:cubicBezTo>
                  <a:pt x="385680" y="105502"/>
                  <a:pt x="388415" y="109226"/>
                  <a:pt x="391685" y="111411"/>
                </a:cubicBezTo>
                <a:cubicBezTo>
                  <a:pt x="394955" y="113594"/>
                  <a:pt x="399414" y="114686"/>
                  <a:pt x="405062" y="114686"/>
                </a:cubicBezTo>
                <a:cubicBezTo>
                  <a:pt x="410888" y="114686"/>
                  <a:pt x="415555" y="113381"/>
                  <a:pt x="419063" y="110773"/>
                </a:cubicBezTo>
                <a:cubicBezTo>
                  <a:pt x="421501" y="108993"/>
                  <a:pt x="422719" y="106829"/>
                  <a:pt x="422719" y="104280"/>
                </a:cubicBezTo>
                <a:cubicBezTo>
                  <a:pt x="422719" y="102559"/>
                  <a:pt x="422095" y="101013"/>
                  <a:pt x="420847" y="99642"/>
                </a:cubicBezTo>
                <a:cubicBezTo>
                  <a:pt x="419539" y="98332"/>
                  <a:pt x="416001" y="96724"/>
                  <a:pt x="410234" y="94818"/>
                </a:cubicBezTo>
                <a:cubicBezTo>
                  <a:pt x="394776" y="89696"/>
                  <a:pt x="385204" y="85646"/>
                  <a:pt x="381518" y="82670"/>
                </a:cubicBezTo>
                <a:cubicBezTo>
                  <a:pt x="375751" y="78023"/>
                  <a:pt x="372868" y="71948"/>
                  <a:pt x="372868" y="64444"/>
                </a:cubicBezTo>
                <a:cubicBezTo>
                  <a:pt x="372868" y="56940"/>
                  <a:pt x="375662" y="50477"/>
                  <a:pt x="381251" y="45056"/>
                </a:cubicBezTo>
                <a:cubicBezTo>
                  <a:pt x="389039" y="37492"/>
                  <a:pt x="400603" y="33710"/>
                  <a:pt x="415942" y="33710"/>
                </a:cubicBezTo>
                <a:cubicBezTo>
                  <a:pt x="428130" y="33710"/>
                  <a:pt x="437345" y="35940"/>
                  <a:pt x="443588" y="40399"/>
                </a:cubicBezTo>
                <a:cubicBezTo>
                  <a:pt x="449830" y="44858"/>
                  <a:pt x="453784" y="50892"/>
                  <a:pt x="455449" y="58502"/>
                </a:cubicBezTo>
                <a:lnTo>
                  <a:pt x="431816" y="62605"/>
                </a:lnTo>
                <a:cubicBezTo>
                  <a:pt x="430567" y="59156"/>
                  <a:pt x="428546" y="56570"/>
                  <a:pt x="425752" y="54846"/>
                </a:cubicBezTo>
                <a:cubicBezTo>
                  <a:pt x="421946" y="52527"/>
                  <a:pt x="417369" y="51368"/>
                  <a:pt x="412018" y="51368"/>
                </a:cubicBezTo>
                <a:cubicBezTo>
                  <a:pt x="406667" y="51368"/>
                  <a:pt x="402817" y="52263"/>
                  <a:pt x="400469" y="54054"/>
                </a:cubicBezTo>
                <a:cubicBezTo>
                  <a:pt x="398121" y="55845"/>
                  <a:pt x="396946" y="57906"/>
                  <a:pt x="396946" y="60236"/>
                </a:cubicBezTo>
                <a:cubicBezTo>
                  <a:pt x="396946" y="62623"/>
                  <a:pt x="398135" y="64592"/>
                  <a:pt x="400514" y="66141"/>
                </a:cubicBezTo>
                <a:cubicBezTo>
                  <a:pt x="402000" y="67094"/>
                  <a:pt x="406786" y="68762"/>
                  <a:pt x="414872" y="71144"/>
                </a:cubicBezTo>
                <a:cubicBezTo>
                  <a:pt x="427357" y="74778"/>
                  <a:pt x="435710" y="78351"/>
                  <a:pt x="439931" y="81865"/>
                </a:cubicBezTo>
                <a:cubicBezTo>
                  <a:pt x="445877" y="86809"/>
                  <a:pt x="448849" y="92765"/>
                  <a:pt x="448849" y="99734"/>
                </a:cubicBezTo>
                <a:cubicBezTo>
                  <a:pt x="448849" y="108726"/>
                  <a:pt x="445074" y="116529"/>
                  <a:pt x="437523" y="123141"/>
                </a:cubicBezTo>
                <a:cubicBezTo>
                  <a:pt x="429973" y="129752"/>
                  <a:pt x="419331" y="133057"/>
                  <a:pt x="405597" y="133057"/>
                </a:cubicBezTo>
                <a:cubicBezTo>
                  <a:pt x="391922" y="133057"/>
                  <a:pt x="381355" y="130532"/>
                  <a:pt x="373893" y="125482"/>
                </a:cubicBezTo>
                <a:cubicBezTo>
                  <a:pt x="366432" y="120430"/>
                  <a:pt x="361363" y="113332"/>
                  <a:pt x="358688" y="104188"/>
                </a:cubicBezTo>
                <a:close/>
                <a:moveTo>
                  <a:pt x="490862" y="0"/>
                </a:moveTo>
                <a:lnTo>
                  <a:pt x="516457" y="0"/>
                </a:lnTo>
                <a:lnTo>
                  <a:pt x="511641" y="23187"/>
                </a:lnTo>
                <a:lnTo>
                  <a:pt x="486047" y="23187"/>
                </a:lnTo>
                <a:lnTo>
                  <a:pt x="490862" y="0"/>
                </a:lnTo>
                <a:moveTo>
                  <a:pt x="483371" y="36029"/>
                </a:moveTo>
                <a:lnTo>
                  <a:pt x="508966" y="36029"/>
                </a:lnTo>
                <a:lnTo>
                  <a:pt x="489168" y="130738"/>
                </a:lnTo>
                <a:lnTo>
                  <a:pt x="463573" y="130738"/>
                </a:lnTo>
                <a:lnTo>
                  <a:pt x="483371" y="36029"/>
                </a:lnTo>
                <a:close/>
                <a:moveTo>
                  <a:pt x="518057" y="91424"/>
                </a:moveTo>
                <a:cubicBezTo>
                  <a:pt x="518057" y="73853"/>
                  <a:pt x="523006" y="59842"/>
                  <a:pt x="532905" y="49389"/>
                </a:cubicBezTo>
                <a:cubicBezTo>
                  <a:pt x="542804" y="38936"/>
                  <a:pt x="555809" y="33710"/>
                  <a:pt x="571921" y="33710"/>
                </a:cubicBezTo>
                <a:cubicBezTo>
                  <a:pt x="585893" y="33710"/>
                  <a:pt x="596803" y="37567"/>
                  <a:pt x="604651" y="45281"/>
                </a:cubicBezTo>
                <a:cubicBezTo>
                  <a:pt x="612498" y="52993"/>
                  <a:pt x="616422" y="63372"/>
                  <a:pt x="616422" y="76416"/>
                </a:cubicBezTo>
                <a:cubicBezTo>
                  <a:pt x="616422" y="91781"/>
                  <a:pt x="611517" y="105063"/>
                  <a:pt x="601708" y="116260"/>
                </a:cubicBezTo>
                <a:cubicBezTo>
                  <a:pt x="591898" y="127458"/>
                  <a:pt x="578759" y="133057"/>
                  <a:pt x="562290" y="133057"/>
                </a:cubicBezTo>
                <a:cubicBezTo>
                  <a:pt x="553372" y="133057"/>
                  <a:pt x="545465" y="131270"/>
                  <a:pt x="538568" y="127698"/>
                </a:cubicBezTo>
                <a:cubicBezTo>
                  <a:pt x="531671" y="124123"/>
                  <a:pt x="526529" y="119060"/>
                  <a:pt x="523140" y="112509"/>
                </a:cubicBezTo>
                <a:cubicBezTo>
                  <a:pt x="519751" y="105956"/>
                  <a:pt x="518057" y="98928"/>
                  <a:pt x="518057" y="91424"/>
                </a:cubicBezTo>
                <a:moveTo>
                  <a:pt x="591006" y="73097"/>
                </a:moveTo>
                <a:cubicBezTo>
                  <a:pt x="591006" y="67016"/>
                  <a:pt x="589237" y="62142"/>
                  <a:pt x="585700" y="58474"/>
                </a:cubicBezTo>
                <a:cubicBezTo>
                  <a:pt x="582162" y="54807"/>
                  <a:pt x="577599" y="52973"/>
                  <a:pt x="572011" y="52973"/>
                </a:cubicBezTo>
                <a:cubicBezTo>
                  <a:pt x="566481" y="52973"/>
                  <a:pt x="561576" y="54688"/>
                  <a:pt x="557296" y="58118"/>
                </a:cubicBezTo>
                <a:cubicBezTo>
                  <a:pt x="553015" y="61545"/>
                  <a:pt x="549686" y="66525"/>
                  <a:pt x="547308" y="73055"/>
                </a:cubicBezTo>
                <a:cubicBezTo>
                  <a:pt x="544930" y="79584"/>
                  <a:pt x="543740" y="85591"/>
                  <a:pt x="543740" y="91075"/>
                </a:cubicBezTo>
                <a:cubicBezTo>
                  <a:pt x="543740" y="97873"/>
                  <a:pt x="545584" y="103271"/>
                  <a:pt x="549270" y="107267"/>
                </a:cubicBezTo>
                <a:cubicBezTo>
                  <a:pt x="552956" y="111262"/>
                  <a:pt x="557593" y="113259"/>
                  <a:pt x="563182" y="113259"/>
                </a:cubicBezTo>
                <a:cubicBezTo>
                  <a:pt x="570197" y="113259"/>
                  <a:pt x="576083" y="110247"/>
                  <a:pt x="580839" y="104224"/>
                </a:cubicBezTo>
                <a:cubicBezTo>
                  <a:pt x="587617" y="95698"/>
                  <a:pt x="591006" y="85322"/>
                  <a:pt x="591006" y="73097"/>
                </a:cubicBezTo>
                <a:close/>
                <a:moveTo>
                  <a:pt x="646023" y="36029"/>
                </a:moveTo>
                <a:lnTo>
                  <a:pt x="670280" y="36029"/>
                </a:lnTo>
                <a:lnTo>
                  <a:pt x="667782" y="48355"/>
                </a:lnTo>
                <a:cubicBezTo>
                  <a:pt x="673847" y="43084"/>
                  <a:pt x="679510" y="39326"/>
                  <a:pt x="684771" y="37079"/>
                </a:cubicBezTo>
                <a:cubicBezTo>
                  <a:pt x="690033" y="34833"/>
                  <a:pt x="695577" y="33710"/>
                  <a:pt x="701403" y="33710"/>
                </a:cubicBezTo>
                <a:cubicBezTo>
                  <a:pt x="709192" y="33710"/>
                  <a:pt x="715330" y="35947"/>
                  <a:pt x="719819" y="40421"/>
                </a:cubicBezTo>
                <a:cubicBezTo>
                  <a:pt x="724308" y="44895"/>
                  <a:pt x="726552" y="50831"/>
                  <a:pt x="726552" y="58229"/>
                </a:cubicBezTo>
                <a:cubicBezTo>
                  <a:pt x="726552" y="61555"/>
                  <a:pt x="725571" y="67859"/>
                  <a:pt x="723609" y="77141"/>
                </a:cubicBezTo>
                <a:lnTo>
                  <a:pt x="712462" y="130738"/>
                </a:lnTo>
                <a:lnTo>
                  <a:pt x="686867" y="130738"/>
                </a:lnTo>
                <a:lnTo>
                  <a:pt x="698104" y="76957"/>
                </a:lnTo>
                <a:cubicBezTo>
                  <a:pt x="699768" y="68921"/>
                  <a:pt x="700601" y="64132"/>
                  <a:pt x="700601" y="62588"/>
                </a:cubicBezTo>
                <a:cubicBezTo>
                  <a:pt x="700601" y="59323"/>
                  <a:pt x="699635" y="56757"/>
                  <a:pt x="697702" y="54888"/>
                </a:cubicBezTo>
                <a:cubicBezTo>
                  <a:pt x="695770" y="53017"/>
                  <a:pt x="693080" y="52081"/>
                  <a:pt x="689632" y="52081"/>
                </a:cubicBezTo>
                <a:cubicBezTo>
                  <a:pt x="685886" y="52081"/>
                  <a:pt x="681724" y="53657"/>
                  <a:pt x="677146" y="56808"/>
                </a:cubicBezTo>
                <a:cubicBezTo>
                  <a:pt x="672568" y="59959"/>
                  <a:pt x="668972" y="64121"/>
                  <a:pt x="666356" y="69293"/>
                </a:cubicBezTo>
                <a:cubicBezTo>
                  <a:pt x="664453" y="72981"/>
                  <a:pt x="662313" y="80503"/>
                  <a:pt x="659935" y="91858"/>
                </a:cubicBezTo>
                <a:lnTo>
                  <a:pt x="651819" y="130738"/>
                </a:lnTo>
                <a:lnTo>
                  <a:pt x="626224" y="130738"/>
                </a:lnTo>
                <a:lnTo>
                  <a:pt x="646023" y="36029"/>
                </a:lnTo>
                <a:close/>
                <a:moveTo>
                  <a:pt x="824280" y="62783"/>
                </a:moveTo>
                <a:lnTo>
                  <a:pt x="799310" y="60659"/>
                </a:lnTo>
                <a:cubicBezTo>
                  <a:pt x="802164" y="52211"/>
                  <a:pt x="807143" y="45608"/>
                  <a:pt x="814248" y="40850"/>
                </a:cubicBezTo>
                <a:cubicBezTo>
                  <a:pt x="821352" y="36090"/>
                  <a:pt x="830761" y="33710"/>
                  <a:pt x="842473" y="33710"/>
                </a:cubicBezTo>
                <a:cubicBezTo>
                  <a:pt x="854661" y="33710"/>
                  <a:pt x="863668" y="36165"/>
                  <a:pt x="869495" y="41076"/>
                </a:cubicBezTo>
                <a:cubicBezTo>
                  <a:pt x="875321" y="45984"/>
                  <a:pt x="878234" y="51979"/>
                  <a:pt x="878234" y="59060"/>
                </a:cubicBezTo>
                <a:cubicBezTo>
                  <a:pt x="878234" y="61917"/>
                  <a:pt x="877982" y="64953"/>
                  <a:pt x="877476" y="68167"/>
                </a:cubicBezTo>
                <a:cubicBezTo>
                  <a:pt x="876971" y="71379"/>
                  <a:pt x="875202" y="79829"/>
                  <a:pt x="872170" y="93517"/>
                </a:cubicBezTo>
                <a:cubicBezTo>
                  <a:pt x="869673" y="104822"/>
                  <a:pt x="868425" y="112737"/>
                  <a:pt x="868425" y="117261"/>
                </a:cubicBezTo>
                <a:cubicBezTo>
                  <a:pt x="868425" y="121307"/>
                  <a:pt x="869138" y="125800"/>
                  <a:pt x="870565" y="130738"/>
                </a:cubicBezTo>
                <a:lnTo>
                  <a:pt x="845684" y="130738"/>
                </a:lnTo>
                <a:cubicBezTo>
                  <a:pt x="844673" y="127290"/>
                  <a:pt x="844049" y="123723"/>
                  <a:pt x="843811" y="120037"/>
                </a:cubicBezTo>
                <a:cubicBezTo>
                  <a:pt x="840065" y="124198"/>
                  <a:pt x="835755" y="127409"/>
                  <a:pt x="830880" y="129668"/>
                </a:cubicBezTo>
                <a:cubicBezTo>
                  <a:pt x="826004" y="131927"/>
                  <a:pt x="821100" y="133057"/>
                  <a:pt x="816165" y="133057"/>
                </a:cubicBezTo>
                <a:cubicBezTo>
                  <a:pt x="808317" y="133057"/>
                  <a:pt x="801837" y="130482"/>
                  <a:pt x="796724" y="125332"/>
                </a:cubicBezTo>
                <a:cubicBezTo>
                  <a:pt x="791611" y="120181"/>
                  <a:pt x="789054" y="113558"/>
                  <a:pt x="789054" y="105461"/>
                </a:cubicBezTo>
                <a:cubicBezTo>
                  <a:pt x="789054" y="96411"/>
                  <a:pt x="791863" y="89177"/>
                  <a:pt x="797482" y="83760"/>
                </a:cubicBezTo>
                <a:cubicBezTo>
                  <a:pt x="803100" y="78342"/>
                  <a:pt x="813133" y="75067"/>
                  <a:pt x="827580" y="73936"/>
                </a:cubicBezTo>
                <a:cubicBezTo>
                  <a:pt x="839768" y="72923"/>
                  <a:pt x="847913" y="71703"/>
                  <a:pt x="852015" y="70274"/>
                </a:cubicBezTo>
                <a:cubicBezTo>
                  <a:pt x="853086" y="66707"/>
                  <a:pt x="853621" y="63853"/>
                  <a:pt x="853621" y="61713"/>
                </a:cubicBezTo>
                <a:cubicBezTo>
                  <a:pt x="853621" y="58978"/>
                  <a:pt x="852521" y="56689"/>
                  <a:pt x="850321" y="54846"/>
                </a:cubicBezTo>
                <a:cubicBezTo>
                  <a:pt x="848121" y="53003"/>
                  <a:pt x="844851" y="52081"/>
                  <a:pt x="840511" y="52081"/>
                </a:cubicBezTo>
                <a:cubicBezTo>
                  <a:pt x="835933" y="52081"/>
                  <a:pt x="832321" y="53010"/>
                  <a:pt x="829676" y="54868"/>
                </a:cubicBezTo>
                <a:cubicBezTo>
                  <a:pt x="827030" y="56724"/>
                  <a:pt x="825232" y="59362"/>
                  <a:pt x="824280" y="62783"/>
                </a:cubicBezTo>
                <a:moveTo>
                  <a:pt x="848627" y="86505"/>
                </a:moveTo>
                <a:cubicBezTo>
                  <a:pt x="847081" y="86923"/>
                  <a:pt x="845030" y="87310"/>
                  <a:pt x="842473" y="87667"/>
                </a:cubicBezTo>
                <a:cubicBezTo>
                  <a:pt x="829631" y="89218"/>
                  <a:pt x="821248" y="91485"/>
                  <a:pt x="817324" y="94467"/>
                </a:cubicBezTo>
                <a:cubicBezTo>
                  <a:pt x="814530" y="96615"/>
                  <a:pt x="813133" y="99508"/>
                  <a:pt x="813133" y="103148"/>
                </a:cubicBezTo>
                <a:cubicBezTo>
                  <a:pt x="813133" y="106130"/>
                  <a:pt x="814203" y="108650"/>
                  <a:pt x="816343" y="110709"/>
                </a:cubicBezTo>
                <a:cubicBezTo>
                  <a:pt x="818484" y="112766"/>
                  <a:pt x="821308" y="113794"/>
                  <a:pt x="824815" y="113794"/>
                </a:cubicBezTo>
                <a:cubicBezTo>
                  <a:pt x="828680" y="113794"/>
                  <a:pt x="832321" y="112855"/>
                  <a:pt x="835740" y="110976"/>
                </a:cubicBezTo>
                <a:cubicBezTo>
                  <a:pt x="839159" y="109096"/>
                  <a:pt x="841715" y="106680"/>
                  <a:pt x="843409" y="103728"/>
                </a:cubicBezTo>
                <a:cubicBezTo>
                  <a:pt x="845104" y="100776"/>
                  <a:pt x="846605" y="96168"/>
                  <a:pt x="847913" y="89905"/>
                </a:cubicBezTo>
                <a:lnTo>
                  <a:pt x="848627" y="86505"/>
                </a:lnTo>
                <a:close/>
                <a:moveTo>
                  <a:pt x="888410" y="135732"/>
                </a:moveTo>
                <a:lnTo>
                  <a:pt x="915432" y="139656"/>
                </a:lnTo>
                <a:cubicBezTo>
                  <a:pt x="915432" y="142391"/>
                  <a:pt x="915878" y="144457"/>
                  <a:pt x="916770" y="145854"/>
                </a:cubicBezTo>
                <a:cubicBezTo>
                  <a:pt x="917661" y="147251"/>
                  <a:pt x="919103" y="148440"/>
                  <a:pt x="921095" y="149421"/>
                </a:cubicBezTo>
                <a:cubicBezTo>
                  <a:pt x="923086" y="150402"/>
                  <a:pt x="925806" y="150893"/>
                  <a:pt x="929255" y="150893"/>
                </a:cubicBezTo>
                <a:cubicBezTo>
                  <a:pt x="934665" y="150893"/>
                  <a:pt x="939005" y="149822"/>
                  <a:pt x="942275" y="147680"/>
                </a:cubicBezTo>
                <a:cubicBezTo>
                  <a:pt x="944713" y="146013"/>
                  <a:pt x="946704" y="143334"/>
                  <a:pt x="948250" y="139642"/>
                </a:cubicBezTo>
                <a:cubicBezTo>
                  <a:pt x="949201" y="137322"/>
                  <a:pt x="950420" y="132263"/>
                  <a:pt x="951907" y="124465"/>
                </a:cubicBezTo>
                <a:lnTo>
                  <a:pt x="952798" y="120037"/>
                </a:lnTo>
                <a:cubicBezTo>
                  <a:pt x="943940" y="127409"/>
                  <a:pt x="934784" y="131095"/>
                  <a:pt x="925331" y="131095"/>
                </a:cubicBezTo>
                <a:cubicBezTo>
                  <a:pt x="916056" y="131095"/>
                  <a:pt x="908446" y="127822"/>
                  <a:pt x="902501" y="121277"/>
                </a:cubicBezTo>
                <a:cubicBezTo>
                  <a:pt x="896555" y="114731"/>
                  <a:pt x="893583" y="105150"/>
                  <a:pt x="893583" y="92533"/>
                </a:cubicBezTo>
                <a:cubicBezTo>
                  <a:pt x="893583" y="81406"/>
                  <a:pt x="895604" y="71201"/>
                  <a:pt x="899647" y="61919"/>
                </a:cubicBezTo>
                <a:cubicBezTo>
                  <a:pt x="903690" y="52635"/>
                  <a:pt x="909368" y="45613"/>
                  <a:pt x="916680" y="40853"/>
                </a:cubicBezTo>
                <a:cubicBezTo>
                  <a:pt x="923993" y="36091"/>
                  <a:pt x="931455" y="33710"/>
                  <a:pt x="939065" y="33710"/>
                </a:cubicBezTo>
                <a:cubicBezTo>
                  <a:pt x="945367" y="33710"/>
                  <a:pt x="951134" y="35380"/>
                  <a:pt x="956366" y="38721"/>
                </a:cubicBezTo>
                <a:cubicBezTo>
                  <a:pt x="961597" y="42061"/>
                  <a:pt x="965670" y="46744"/>
                  <a:pt x="968583" y="52770"/>
                </a:cubicBezTo>
                <a:lnTo>
                  <a:pt x="972150" y="36029"/>
                </a:lnTo>
                <a:lnTo>
                  <a:pt x="996140" y="36029"/>
                </a:lnTo>
                <a:lnTo>
                  <a:pt x="979731" y="114872"/>
                </a:lnTo>
                <a:cubicBezTo>
                  <a:pt x="977055" y="127575"/>
                  <a:pt x="974796" y="136640"/>
                  <a:pt x="972953" y="142067"/>
                </a:cubicBezTo>
                <a:cubicBezTo>
                  <a:pt x="971110" y="147496"/>
                  <a:pt x="968999" y="151820"/>
                  <a:pt x="966621" y="155040"/>
                </a:cubicBezTo>
                <a:cubicBezTo>
                  <a:pt x="964243" y="158260"/>
                  <a:pt x="961241" y="160958"/>
                  <a:pt x="957614" y="163136"/>
                </a:cubicBezTo>
                <a:cubicBezTo>
                  <a:pt x="953987" y="165313"/>
                  <a:pt x="949707" y="166878"/>
                  <a:pt x="944772" y="167832"/>
                </a:cubicBezTo>
                <a:cubicBezTo>
                  <a:pt x="939837" y="168787"/>
                  <a:pt x="934487" y="169264"/>
                  <a:pt x="928720" y="169264"/>
                </a:cubicBezTo>
                <a:cubicBezTo>
                  <a:pt x="915343" y="169264"/>
                  <a:pt x="905236" y="166969"/>
                  <a:pt x="898398" y="162378"/>
                </a:cubicBezTo>
                <a:cubicBezTo>
                  <a:pt x="891561" y="157789"/>
                  <a:pt x="888143" y="150159"/>
                  <a:pt x="888143" y="139489"/>
                </a:cubicBezTo>
                <a:cubicBezTo>
                  <a:pt x="888143" y="138356"/>
                  <a:pt x="888232" y="137103"/>
                  <a:pt x="888410" y="135732"/>
                </a:cubicBezTo>
                <a:moveTo>
                  <a:pt x="918553" y="89927"/>
                </a:moveTo>
                <a:cubicBezTo>
                  <a:pt x="918553" y="97110"/>
                  <a:pt x="920173" y="102586"/>
                  <a:pt x="923413" y="106356"/>
                </a:cubicBezTo>
                <a:cubicBezTo>
                  <a:pt x="926654" y="110125"/>
                  <a:pt x="930711" y="112010"/>
                  <a:pt x="935587" y="112010"/>
                </a:cubicBezTo>
                <a:cubicBezTo>
                  <a:pt x="940046" y="112010"/>
                  <a:pt x="944371" y="110319"/>
                  <a:pt x="948562" y="106935"/>
                </a:cubicBezTo>
                <a:cubicBezTo>
                  <a:pt x="952754" y="103550"/>
                  <a:pt x="955964" y="98741"/>
                  <a:pt x="958194" y="92508"/>
                </a:cubicBezTo>
                <a:cubicBezTo>
                  <a:pt x="960423" y="86274"/>
                  <a:pt x="961538" y="80249"/>
                  <a:pt x="961538" y="74432"/>
                </a:cubicBezTo>
                <a:cubicBezTo>
                  <a:pt x="961538" y="67723"/>
                  <a:pt x="959725" y="62321"/>
                  <a:pt x="956098" y="58226"/>
                </a:cubicBezTo>
                <a:cubicBezTo>
                  <a:pt x="952471" y="54130"/>
                  <a:pt x="948280" y="52081"/>
                  <a:pt x="943524" y="52081"/>
                </a:cubicBezTo>
                <a:cubicBezTo>
                  <a:pt x="938946" y="52081"/>
                  <a:pt x="934739" y="53892"/>
                  <a:pt x="930905" y="57513"/>
                </a:cubicBezTo>
                <a:cubicBezTo>
                  <a:pt x="927070" y="61134"/>
                  <a:pt x="923904" y="66714"/>
                  <a:pt x="921407" y="74254"/>
                </a:cubicBezTo>
                <a:cubicBezTo>
                  <a:pt x="919504" y="80073"/>
                  <a:pt x="918553" y="85297"/>
                  <a:pt x="918553" y="89927"/>
                </a:cubicBezTo>
                <a:close/>
                <a:moveTo>
                  <a:pt x="1093517" y="91321"/>
                </a:moveTo>
                <a:lnTo>
                  <a:pt x="1029307" y="91321"/>
                </a:lnTo>
                <a:cubicBezTo>
                  <a:pt x="1029248" y="92331"/>
                  <a:pt x="1029218" y="93104"/>
                  <a:pt x="1029218" y="93639"/>
                </a:cubicBezTo>
                <a:cubicBezTo>
                  <a:pt x="1029218" y="99941"/>
                  <a:pt x="1031016" y="105025"/>
                  <a:pt x="1034613" y="108889"/>
                </a:cubicBezTo>
                <a:cubicBezTo>
                  <a:pt x="1038210" y="112754"/>
                  <a:pt x="1042595" y="114686"/>
                  <a:pt x="1047767" y="114686"/>
                </a:cubicBezTo>
                <a:cubicBezTo>
                  <a:pt x="1056269" y="114686"/>
                  <a:pt x="1062898" y="110286"/>
                  <a:pt x="1067654" y="101487"/>
                </a:cubicBezTo>
                <a:lnTo>
                  <a:pt x="1090574" y="105411"/>
                </a:lnTo>
                <a:cubicBezTo>
                  <a:pt x="1086115" y="114626"/>
                  <a:pt x="1080155" y="121538"/>
                  <a:pt x="1072693" y="126145"/>
                </a:cubicBezTo>
                <a:cubicBezTo>
                  <a:pt x="1065232" y="130753"/>
                  <a:pt x="1056864" y="133057"/>
                  <a:pt x="1047589" y="133057"/>
                </a:cubicBezTo>
                <a:cubicBezTo>
                  <a:pt x="1034866" y="133057"/>
                  <a:pt x="1024521" y="129021"/>
                  <a:pt x="1016554" y="120951"/>
                </a:cubicBezTo>
                <a:cubicBezTo>
                  <a:pt x="1008587" y="112880"/>
                  <a:pt x="1004604" y="102204"/>
                  <a:pt x="1004604" y="88924"/>
                </a:cubicBezTo>
                <a:cubicBezTo>
                  <a:pt x="1004604" y="75939"/>
                  <a:pt x="1008201" y="64383"/>
                  <a:pt x="1015395" y="54258"/>
                </a:cubicBezTo>
                <a:cubicBezTo>
                  <a:pt x="1025205" y="40559"/>
                  <a:pt x="1039206" y="33710"/>
                  <a:pt x="1057399" y="33710"/>
                </a:cubicBezTo>
                <a:cubicBezTo>
                  <a:pt x="1068992" y="33710"/>
                  <a:pt x="1078207" y="37298"/>
                  <a:pt x="1085045" y="44473"/>
                </a:cubicBezTo>
                <a:cubicBezTo>
                  <a:pt x="1091882" y="51648"/>
                  <a:pt x="1095300" y="61697"/>
                  <a:pt x="1095300" y="74619"/>
                </a:cubicBezTo>
                <a:cubicBezTo>
                  <a:pt x="1095300" y="80811"/>
                  <a:pt x="1094706" y="86378"/>
                  <a:pt x="1093517" y="91321"/>
                </a:cubicBezTo>
                <a:moveTo>
                  <a:pt x="1071935" y="75625"/>
                </a:moveTo>
                <a:cubicBezTo>
                  <a:pt x="1071995" y="74499"/>
                  <a:pt x="1072024" y="73641"/>
                  <a:pt x="1072024" y="73050"/>
                </a:cubicBezTo>
                <a:cubicBezTo>
                  <a:pt x="1072024" y="66060"/>
                  <a:pt x="1070449" y="60818"/>
                  <a:pt x="1067298" y="57323"/>
                </a:cubicBezTo>
                <a:cubicBezTo>
                  <a:pt x="1064147" y="53829"/>
                  <a:pt x="1059926" y="52081"/>
                  <a:pt x="1054634" y="52081"/>
                </a:cubicBezTo>
                <a:cubicBezTo>
                  <a:pt x="1049343" y="52081"/>
                  <a:pt x="1044601" y="54066"/>
                  <a:pt x="1040410" y="58034"/>
                </a:cubicBezTo>
                <a:cubicBezTo>
                  <a:pt x="1036218" y="62003"/>
                  <a:pt x="1033380" y="67866"/>
                  <a:pt x="1031893" y="75625"/>
                </a:cubicBezTo>
                <a:lnTo>
                  <a:pt x="1071935" y="75625"/>
                </a:lnTo>
                <a:close/>
                <a:moveTo>
                  <a:pt x="1123045" y="36029"/>
                </a:moveTo>
                <a:lnTo>
                  <a:pt x="1147302" y="36029"/>
                </a:lnTo>
                <a:lnTo>
                  <a:pt x="1144805" y="48355"/>
                </a:lnTo>
                <a:cubicBezTo>
                  <a:pt x="1150869" y="43084"/>
                  <a:pt x="1156532" y="39326"/>
                  <a:pt x="1161794" y="37079"/>
                </a:cubicBezTo>
                <a:cubicBezTo>
                  <a:pt x="1167055" y="34833"/>
                  <a:pt x="1172599" y="33710"/>
                  <a:pt x="1178426" y="33710"/>
                </a:cubicBezTo>
                <a:cubicBezTo>
                  <a:pt x="1186214" y="33710"/>
                  <a:pt x="1192353" y="35947"/>
                  <a:pt x="1196842" y="40421"/>
                </a:cubicBezTo>
                <a:cubicBezTo>
                  <a:pt x="1201330" y="44895"/>
                  <a:pt x="1203575" y="50831"/>
                  <a:pt x="1203575" y="58229"/>
                </a:cubicBezTo>
                <a:cubicBezTo>
                  <a:pt x="1203575" y="61555"/>
                  <a:pt x="1202594" y="67859"/>
                  <a:pt x="1200632" y="77141"/>
                </a:cubicBezTo>
                <a:lnTo>
                  <a:pt x="1189484" y="130738"/>
                </a:lnTo>
                <a:lnTo>
                  <a:pt x="1163890" y="130738"/>
                </a:lnTo>
                <a:lnTo>
                  <a:pt x="1175126" y="76957"/>
                </a:lnTo>
                <a:cubicBezTo>
                  <a:pt x="1176791" y="68921"/>
                  <a:pt x="1177623" y="64132"/>
                  <a:pt x="1177623" y="62588"/>
                </a:cubicBezTo>
                <a:cubicBezTo>
                  <a:pt x="1177623" y="59323"/>
                  <a:pt x="1176657" y="56757"/>
                  <a:pt x="1174725" y="54888"/>
                </a:cubicBezTo>
                <a:cubicBezTo>
                  <a:pt x="1172793" y="53017"/>
                  <a:pt x="1170102" y="52081"/>
                  <a:pt x="1166654" y="52081"/>
                </a:cubicBezTo>
                <a:cubicBezTo>
                  <a:pt x="1162909" y="52081"/>
                  <a:pt x="1158747" y="53657"/>
                  <a:pt x="1154169" y="56808"/>
                </a:cubicBezTo>
                <a:cubicBezTo>
                  <a:pt x="1149591" y="59959"/>
                  <a:pt x="1145994" y="64121"/>
                  <a:pt x="1143378" y="69293"/>
                </a:cubicBezTo>
                <a:cubicBezTo>
                  <a:pt x="1141476" y="72981"/>
                  <a:pt x="1139335" y="80503"/>
                  <a:pt x="1136957" y="91858"/>
                </a:cubicBezTo>
                <a:lnTo>
                  <a:pt x="1128842" y="130738"/>
                </a:lnTo>
                <a:lnTo>
                  <a:pt x="1103247" y="130738"/>
                </a:lnTo>
                <a:lnTo>
                  <a:pt x="1123045" y="36029"/>
                </a:lnTo>
                <a:close/>
                <a:moveTo>
                  <a:pt x="1220868" y="55113"/>
                </a:moveTo>
                <a:lnTo>
                  <a:pt x="1224792" y="36029"/>
                </a:lnTo>
                <a:lnTo>
                  <a:pt x="1237383" y="36029"/>
                </a:lnTo>
                <a:lnTo>
                  <a:pt x="1240493" y="20868"/>
                </a:lnTo>
                <a:lnTo>
                  <a:pt x="1269739" y="3210"/>
                </a:lnTo>
                <a:lnTo>
                  <a:pt x="1262978" y="36029"/>
                </a:lnTo>
                <a:lnTo>
                  <a:pt x="1278478" y="36029"/>
                </a:lnTo>
                <a:lnTo>
                  <a:pt x="1274555" y="55113"/>
                </a:lnTo>
                <a:lnTo>
                  <a:pt x="1259046" y="55113"/>
                </a:lnTo>
                <a:lnTo>
                  <a:pt x="1250565" y="94810"/>
                </a:lnTo>
                <a:cubicBezTo>
                  <a:pt x="1249079" y="101994"/>
                  <a:pt x="1248336" y="106091"/>
                  <a:pt x="1248336" y="107100"/>
                </a:cubicBezTo>
                <a:cubicBezTo>
                  <a:pt x="1248336" y="109064"/>
                  <a:pt x="1248960" y="110596"/>
                  <a:pt x="1250208" y="111698"/>
                </a:cubicBezTo>
                <a:cubicBezTo>
                  <a:pt x="1251457" y="112798"/>
                  <a:pt x="1253716" y="113348"/>
                  <a:pt x="1256986" y="113348"/>
                </a:cubicBezTo>
                <a:cubicBezTo>
                  <a:pt x="1258116" y="113348"/>
                  <a:pt x="1260940" y="113140"/>
                  <a:pt x="1265458" y="112724"/>
                </a:cubicBezTo>
                <a:lnTo>
                  <a:pt x="1261445" y="131719"/>
                </a:lnTo>
                <a:cubicBezTo>
                  <a:pt x="1257045" y="132611"/>
                  <a:pt x="1252527" y="133057"/>
                  <a:pt x="1247890" y="133057"/>
                </a:cubicBezTo>
                <a:cubicBezTo>
                  <a:pt x="1238853" y="133057"/>
                  <a:pt x="1232283" y="131310"/>
                  <a:pt x="1228181" y="127818"/>
                </a:cubicBezTo>
                <a:cubicBezTo>
                  <a:pt x="1224079" y="124323"/>
                  <a:pt x="1222027" y="119470"/>
                  <a:pt x="1222027" y="113259"/>
                </a:cubicBezTo>
                <a:cubicBezTo>
                  <a:pt x="1222027" y="110346"/>
                  <a:pt x="1223127" y="103626"/>
                  <a:pt x="1225327" y="93101"/>
                </a:cubicBezTo>
                <a:lnTo>
                  <a:pt x="1233590" y="55113"/>
                </a:lnTo>
                <a:lnTo>
                  <a:pt x="1220868" y="551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sinto">
            <a:extLst xmlns:a="http://schemas.openxmlformats.org/drawingml/2006/main">
              <a:ext uri="{FF2B5EF4-FFF2-40B4-BE49-F238E27FC236}">
                <a16:creationId xmlns:a16="http://schemas.microsoft.com/office/drawing/2014/main" id="{FD0084AF-E514-4BD3-9C00-73394326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8221" y="3186777"/>
            <a:ext cx="480848" cy="133057"/>
          </a:xfrm>
          <a:custGeom xmlns:a="http://schemas.openxmlformats.org/drawingml/2006/main">
            <a:pathLst>
              <a:path w="480848" h="133057">
                <a:moveTo>
                  <a:pt x="0" y="104188"/>
                </a:moveTo>
                <a:lnTo>
                  <a:pt x="24792" y="100239"/>
                </a:lnTo>
                <a:cubicBezTo>
                  <a:pt x="26992" y="105502"/>
                  <a:pt x="29727" y="109226"/>
                  <a:pt x="32997" y="111411"/>
                </a:cubicBezTo>
                <a:cubicBezTo>
                  <a:pt x="36267" y="113594"/>
                  <a:pt x="40726" y="114686"/>
                  <a:pt x="46374" y="114686"/>
                </a:cubicBezTo>
                <a:cubicBezTo>
                  <a:pt x="52200" y="114686"/>
                  <a:pt x="56867" y="113381"/>
                  <a:pt x="60375" y="110773"/>
                </a:cubicBezTo>
                <a:cubicBezTo>
                  <a:pt x="62813" y="108993"/>
                  <a:pt x="64031" y="106829"/>
                  <a:pt x="64031" y="104280"/>
                </a:cubicBezTo>
                <a:cubicBezTo>
                  <a:pt x="64031" y="102559"/>
                  <a:pt x="63407" y="101013"/>
                  <a:pt x="62159" y="99642"/>
                </a:cubicBezTo>
                <a:cubicBezTo>
                  <a:pt x="60851" y="98332"/>
                  <a:pt x="57313" y="96724"/>
                  <a:pt x="51546" y="94818"/>
                </a:cubicBezTo>
                <a:cubicBezTo>
                  <a:pt x="36088" y="89696"/>
                  <a:pt x="26516" y="85646"/>
                  <a:pt x="22830" y="82670"/>
                </a:cubicBezTo>
                <a:cubicBezTo>
                  <a:pt x="17063" y="78023"/>
                  <a:pt x="14180" y="71948"/>
                  <a:pt x="14180" y="64444"/>
                </a:cubicBezTo>
                <a:cubicBezTo>
                  <a:pt x="14180" y="56940"/>
                  <a:pt x="16974" y="50477"/>
                  <a:pt x="22563" y="45056"/>
                </a:cubicBezTo>
                <a:cubicBezTo>
                  <a:pt x="30351" y="37492"/>
                  <a:pt x="41915" y="33710"/>
                  <a:pt x="57254" y="33710"/>
                </a:cubicBezTo>
                <a:cubicBezTo>
                  <a:pt x="69442" y="33710"/>
                  <a:pt x="78657" y="35940"/>
                  <a:pt x="84900" y="40399"/>
                </a:cubicBezTo>
                <a:cubicBezTo>
                  <a:pt x="91142" y="44858"/>
                  <a:pt x="95096" y="50892"/>
                  <a:pt x="96761" y="58502"/>
                </a:cubicBezTo>
                <a:lnTo>
                  <a:pt x="73128" y="62605"/>
                </a:lnTo>
                <a:cubicBezTo>
                  <a:pt x="71879" y="59156"/>
                  <a:pt x="69858" y="56570"/>
                  <a:pt x="67064" y="54846"/>
                </a:cubicBezTo>
                <a:cubicBezTo>
                  <a:pt x="63258" y="52527"/>
                  <a:pt x="58681" y="51368"/>
                  <a:pt x="53330" y="51368"/>
                </a:cubicBezTo>
                <a:cubicBezTo>
                  <a:pt x="47979" y="51368"/>
                  <a:pt x="44129" y="52263"/>
                  <a:pt x="41781" y="54054"/>
                </a:cubicBezTo>
                <a:cubicBezTo>
                  <a:pt x="39433" y="55845"/>
                  <a:pt x="38258" y="57906"/>
                  <a:pt x="38258" y="60236"/>
                </a:cubicBezTo>
                <a:cubicBezTo>
                  <a:pt x="38258" y="62623"/>
                  <a:pt x="39447" y="64592"/>
                  <a:pt x="41826" y="66141"/>
                </a:cubicBezTo>
                <a:cubicBezTo>
                  <a:pt x="43312" y="67094"/>
                  <a:pt x="48098" y="68762"/>
                  <a:pt x="56184" y="71144"/>
                </a:cubicBezTo>
                <a:cubicBezTo>
                  <a:pt x="68669" y="74778"/>
                  <a:pt x="77022" y="78351"/>
                  <a:pt x="81243" y="81865"/>
                </a:cubicBezTo>
                <a:cubicBezTo>
                  <a:pt x="87189" y="86809"/>
                  <a:pt x="90161" y="92765"/>
                  <a:pt x="90161" y="99734"/>
                </a:cubicBezTo>
                <a:cubicBezTo>
                  <a:pt x="90161" y="108726"/>
                  <a:pt x="86386" y="116529"/>
                  <a:pt x="78835" y="123141"/>
                </a:cubicBezTo>
                <a:cubicBezTo>
                  <a:pt x="71285" y="129752"/>
                  <a:pt x="60643" y="133057"/>
                  <a:pt x="46909" y="133057"/>
                </a:cubicBezTo>
                <a:cubicBezTo>
                  <a:pt x="33234" y="133057"/>
                  <a:pt x="22667" y="130532"/>
                  <a:pt x="15205" y="125482"/>
                </a:cubicBezTo>
                <a:cubicBezTo>
                  <a:pt x="7744" y="120430"/>
                  <a:pt x="2675" y="113332"/>
                  <a:pt x="0" y="104188"/>
                </a:cubicBezTo>
                <a:close/>
                <a:moveTo>
                  <a:pt x="182913" y="0"/>
                </a:moveTo>
                <a:lnTo>
                  <a:pt x="208507" y="0"/>
                </a:lnTo>
                <a:lnTo>
                  <a:pt x="203692" y="23187"/>
                </a:lnTo>
                <a:lnTo>
                  <a:pt x="178097" y="23187"/>
                </a:lnTo>
                <a:lnTo>
                  <a:pt x="182913" y="0"/>
                </a:lnTo>
                <a:moveTo>
                  <a:pt x="175422" y="36029"/>
                </a:moveTo>
                <a:lnTo>
                  <a:pt x="201016" y="36029"/>
                </a:lnTo>
                <a:lnTo>
                  <a:pt x="181218" y="130738"/>
                </a:lnTo>
                <a:lnTo>
                  <a:pt x="155624" y="130738"/>
                </a:lnTo>
                <a:lnTo>
                  <a:pt x="175422" y="36029"/>
                </a:lnTo>
                <a:close/>
                <a:moveTo>
                  <a:pt x="226515" y="36029"/>
                </a:moveTo>
                <a:lnTo>
                  <a:pt x="250772" y="36029"/>
                </a:lnTo>
                <a:lnTo>
                  <a:pt x="248275" y="48355"/>
                </a:lnTo>
                <a:cubicBezTo>
                  <a:pt x="254339" y="43084"/>
                  <a:pt x="260002" y="39326"/>
                  <a:pt x="265264" y="37079"/>
                </a:cubicBezTo>
                <a:cubicBezTo>
                  <a:pt x="270526" y="34833"/>
                  <a:pt x="276070" y="33710"/>
                  <a:pt x="281896" y="33710"/>
                </a:cubicBezTo>
                <a:cubicBezTo>
                  <a:pt x="289685" y="33710"/>
                  <a:pt x="295823" y="35947"/>
                  <a:pt x="300312" y="40421"/>
                </a:cubicBezTo>
                <a:cubicBezTo>
                  <a:pt x="304801" y="44895"/>
                  <a:pt x="307045" y="50831"/>
                  <a:pt x="307045" y="58229"/>
                </a:cubicBezTo>
                <a:cubicBezTo>
                  <a:pt x="307045" y="61555"/>
                  <a:pt x="306064" y="67859"/>
                  <a:pt x="304102" y="77141"/>
                </a:cubicBezTo>
                <a:lnTo>
                  <a:pt x="292954" y="130738"/>
                </a:lnTo>
                <a:lnTo>
                  <a:pt x="267360" y="130738"/>
                </a:lnTo>
                <a:lnTo>
                  <a:pt x="278596" y="76957"/>
                </a:lnTo>
                <a:cubicBezTo>
                  <a:pt x="280261" y="68921"/>
                  <a:pt x="281093" y="64132"/>
                  <a:pt x="281093" y="62588"/>
                </a:cubicBezTo>
                <a:cubicBezTo>
                  <a:pt x="281093" y="59323"/>
                  <a:pt x="280127" y="56757"/>
                  <a:pt x="278195" y="54888"/>
                </a:cubicBezTo>
                <a:cubicBezTo>
                  <a:pt x="276263" y="53017"/>
                  <a:pt x="273573" y="52081"/>
                  <a:pt x="270124" y="52081"/>
                </a:cubicBezTo>
                <a:cubicBezTo>
                  <a:pt x="266379" y="52081"/>
                  <a:pt x="262217" y="53657"/>
                  <a:pt x="257639" y="56808"/>
                </a:cubicBezTo>
                <a:cubicBezTo>
                  <a:pt x="253061" y="59959"/>
                  <a:pt x="249464" y="64121"/>
                  <a:pt x="246848" y="69293"/>
                </a:cubicBezTo>
                <a:cubicBezTo>
                  <a:pt x="244946" y="72981"/>
                  <a:pt x="242805" y="80503"/>
                  <a:pt x="240427" y="91858"/>
                </a:cubicBezTo>
                <a:lnTo>
                  <a:pt x="232312" y="130738"/>
                </a:lnTo>
                <a:lnTo>
                  <a:pt x="206717" y="130738"/>
                </a:lnTo>
                <a:lnTo>
                  <a:pt x="226515" y="36029"/>
                </a:lnTo>
                <a:close/>
                <a:moveTo>
                  <a:pt x="324339" y="55113"/>
                </a:moveTo>
                <a:lnTo>
                  <a:pt x="328263" y="36029"/>
                </a:lnTo>
                <a:lnTo>
                  <a:pt x="340854" y="36029"/>
                </a:lnTo>
                <a:lnTo>
                  <a:pt x="343964" y="20868"/>
                </a:lnTo>
                <a:lnTo>
                  <a:pt x="373210" y="3210"/>
                </a:lnTo>
                <a:lnTo>
                  <a:pt x="366449" y="36029"/>
                </a:lnTo>
                <a:lnTo>
                  <a:pt x="381949" y="36029"/>
                </a:lnTo>
                <a:lnTo>
                  <a:pt x="378025" y="55113"/>
                </a:lnTo>
                <a:lnTo>
                  <a:pt x="362516" y="55113"/>
                </a:lnTo>
                <a:lnTo>
                  <a:pt x="354036" y="94810"/>
                </a:lnTo>
                <a:cubicBezTo>
                  <a:pt x="352550" y="101994"/>
                  <a:pt x="351806" y="106091"/>
                  <a:pt x="351806" y="107100"/>
                </a:cubicBezTo>
                <a:cubicBezTo>
                  <a:pt x="351806" y="109064"/>
                  <a:pt x="352431" y="110596"/>
                  <a:pt x="353679" y="111698"/>
                </a:cubicBezTo>
                <a:cubicBezTo>
                  <a:pt x="354928" y="112798"/>
                  <a:pt x="357187" y="113348"/>
                  <a:pt x="360457" y="113348"/>
                </a:cubicBezTo>
                <a:cubicBezTo>
                  <a:pt x="361586" y="113348"/>
                  <a:pt x="364410" y="113140"/>
                  <a:pt x="368929" y="112724"/>
                </a:cubicBezTo>
                <a:lnTo>
                  <a:pt x="364916" y="131719"/>
                </a:lnTo>
                <a:cubicBezTo>
                  <a:pt x="360516" y="132611"/>
                  <a:pt x="355998" y="133057"/>
                  <a:pt x="351360" y="133057"/>
                </a:cubicBezTo>
                <a:cubicBezTo>
                  <a:pt x="342323" y="133057"/>
                  <a:pt x="335754" y="131310"/>
                  <a:pt x="331652" y="127818"/>
                </a:cubicBezTo>
                <a:cubicBezTo>
                  <a:pt x="327549" y="124323"/>
                  <a:pt x="325498" y="119470"/>
                  <a:pt x="325498" y="113259"/>
                </a:cubicBezTo>
                <a:cubicBezTo>
                  <a:pt x="325498" y="110346"/>
                  <a:pt x="326598" y="103626"/>
                  <a:pt x="328798" y="93101"/>
                </a:cubicBezTo>
                <a:lnTo>
                  <a:pt x="337061" y="55113"/>
                </a:lnTo>
                <a:lnTo>
                  <a:pt x="324339" y="55113"/>
                </a:lnTo>
                <a:close/>
                <a:moveTo>
                  <a:pt x="382482" y="91424"/>
                </a:moveTo>
                <a:cubicBezTo>
                  <a:pt x="382482" y="73853"/>
                  <a:pt x="387432" y="59842"/>
                  <a:pt x="397331" y="49389"/>
                </a:cubicBezTo>
                <a:cubicBezTo>
                  <a:pt x="407230" y="38936"/>
                  <a:pt x="420235" y="33710"/>
                  <a:pt x="436347" y="33710"/>
                </a:cubicBezTo>
                <a:cubicBezTo>
                  <a:pt x="450319" y="33710"/>
                  <a:pt x="461228" y="37567"/>
                  <a:pt x="469076" y="45281"/>
                </a:cubicBezTo>
                <a:cubicBezTo>
                  <a:pt x="476924" y="52993"/>
                  <a:pt x="480848" y="63372"/>
                  <a:pt x="480848" y="76416"/>
                </a:cubicBezTo>
                <a:cubicBezTo>
                  <a:pt x="480848" y="91781"/>
                  <a:pt x="475943" y="105063"/>
                  <a:pt x="466133" y="116260"/>
                </a:cubicBezTo>
                <a:cubicBezTo>
                  <a:pt x="456323" y="127458"/>
                  <a:pt x="443184" y="133057"/>
                  <a:pt x="426716" y="133057"/>
                </a:cubicBezTo>
                <a:cubicBezTo>
                  <a:pt x="417798" y="133057"/>
                  <a:pt x="409890" y="131270"/>
                  <a:pt x="402994" y="127698"/>
                </a:cubicBezTo>
                <a:cubicBezTo>
                  <a:pt x="396097" y="124123"/>
                  <a:pt x="390954" y="119060"/>
                  <a:pt x="387565" y="112509"/>
                </a:cubicBezTo>
                <a:cubicBezTo>
                  <a:pt x="384177" y="105956"/>
                  <a:pt x="382482" y="98928"/>
                  <a:pt x="382482" y="91424"/>
                </a:cubicBezTo>
                <a:moveTo>
                  <a:pt x="455432" y="73097"/>
                </a:moveTo>
                <a:cubicBezTo>
                  <a:pt x="455432" y="67016"/>
                  <a:pt x="453663" y="62142"/>
                  <a:pt x="450125" y="58474"/>
                </a:cubicBezTo>
                <a:cubicBezTo>
                  <a:pt x="446588" y="54807"/>
                  <a:pt x="442025" y="52973"/>
                  <a:pt x="436436" y="52973"/>
                </a:cubicBezTo>
                <a:cubicBezTo>
                  <a:pt x="430907" y="52973"/>
                  <a:pt x="426002" y="54688"/>
                  <a:pt x="421721" y="58118"/>
                </a:cubicBezTo>
                <a:cubicBezTo>
                  <a:pt x="417441" y="61545"/>
                  <a:pt x="414111" y="66525"/>
                  <a:pt x="411733" y="73055"/>
                </a:cubicBezTo>
                <a:cubicBezTo>
                  <a:pt x="409355" y="79584"/>
                  <a:pt x="408166" y="85591"/>
                  <a:pt x="408166" y="91075"/>
                </a:cubicBezTo>
                <a:cubicBezTo>
                  <a:pt x="408166" y="97873"/>
                  <a:pt x="410009" y="103271"/>
                  <a:pt x="413695" y="107267"/>
                </a:cubicBezTo>
                <a:cubicBezTo>
                  <a:pt x="417381" y="111262"/>
                  <a:pt x="422019" y="113259"/>
                  <a:pt x="427607" y="113259"/>
                </a:cubicBezTo>
                <a:cubicBezTo>
                  <a:pt x="434623" y="113259"/>
                  <a:pt x="440509" y="110247"/>
                  <a:pt x="445265" y="104224"/>
                </a:cubicBezTo>
                <a:cubicBezTo>
                  <a:pt x="452043" y="95698"/>
                  <a:pt x="455432" y="85322"/>
                  <a:pt x="455432" y="730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unwittingaccomplicesto">
            <a:extLst xmlns:a="http://schemas.openxmlformats.org/drawingml/2006/main">
              <a:ext uri="{FF2B5EF4-FFF2-40B4-BE49-F238E27FC236}">
                <a16:creationId xmlns:a16="http://schemas.microsoft.com/office/drawing/2014/main" id="{B841C3B8-678C-407B-B75B-C6942B55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306" y="3403493"/>
            <a:ext cx="2166782" cy="169264"/>
          </a:xfrm>
          <a:custGeom xmlns:a="http://schemas.openxmlformats.org/drawingml/2006/main">
            <a:pathLst>
              <a:path w="2166782" h="169264">
                <a:moveTo>
                  <a:pt x="14090" y="36029"/>
                </a:moveTo>
                <a:lnTo>
                  <a:pt x="39685" y="36029"/>
                </a:lnTo>
                <a:lnTo>
                  <a:pt x="28003" y="92123"/>
                </a:lnTo>
                <a:cubicBezTo>
                  <a:pt x="26576" y="98841"/>
                  <a:pt x="25862" y="103033"/>
                  <a:pt x="25862" y="104698"/>
                </a:cubicBezTo>
                <a:cubicBezTo>
                  <a:pt x="25862" y="107432"/>
                  <a:pt x="26873" y="109781"/>
                  <a:pt x="28894" y="111743"/>
                </a:cubicBezTo>
                <a:cubicBezTo>
                  <a:pt x="30916" y="113705"/>
                  <a:pt x="33502" y="114686"/>
                  <a:pt x="36653" y="114686"/>
                </a:cubicBezTo>
                <a:cubicBezTo>
                  <a:pt x="38912" y="114686"/>
                  <a:pt x="41142" y="114256"/>
                  <a:pt x="43342" y="113395"/>
                </a:cubicBezTo>
                <a:cubicBezTo>
                  <a:pt x="45541" y="112533"/>
                  <a:pt x="47801" y="111226"/>
                  <a:pt x="50119" y="109474"/>
                </a:cubicBezTo>
                <a:cubicBezTo>
                  <a:pt x="52438" y="107720"/>
                  <a:pt x="54519" y="105715"/>
                  <a:pt x="56362" y="103457"/>
                </a:cubicBezTo>
                <a:cubicBezTo>
                  <a:pt x="58205" y="101200"/>
                  <a:pt x="59929" y="98230"/>
                  <a:pt x="61534" y="94548"/>
                </a:cubicBezTo>
                <a:cubicBezTo>
                  <a:pt x="62664" y="91815"/>
                  <a:pt x="63883" y="87357"/>
                  <a:pt x="65191" y="81174"/>
                </a:cubicBezTo>
                <a:lnTo>
                  <a:pt x="74644" y="36029"/>
                </a:lnTo>
                <a:lnTo>
                  <a:pt x="100239" y="36029"/>
                </a:lnTo>
                <a:lnTo>
                  <a:pt x="80441" y="130738"/>
                </a:lnTo>
                <a:lnTo>
                  <a:pt x="56540" y="130738"/>
                </a:lnTo>
                <a:lnTo>
                  <a:pt x="59216" y="117963"/>
                </a:lnTo>
                <a:cubicBezTo>
                  <a:pt x="48752" y="128026"/>
                  <a:pt x="37367" y="133057"/>
                  <a:pt x="25060" y="133057"/>
                </a:cubicBezTo>
                <a:cubicBezTo>
                  <a:pt x="17271" y="133057"/>
                  <a:pt x="11148" y="130820"/>
                  <a:pt x="6689" y="126346"/>
                </a:cubicBezTo>
                <a:cubicBezTo>
                  <a:pt x="2230" y="121870"/>
                  <a:pt x="0" y="115873"/>
                  <a:pt x="0" y="108354"/>
                </a:cubicBezTo>
                <a:cubicBezTo>
                  <a:pt x="0" y="105084"/>
                  <a:pt x="1011" y="98574"/>
                  <a:pt x="3032" y="88823"/>
                </a:cubicBezTo>
                <a:lnTo>
                  <a:pt x="14090" y="36029"/>
                </a:lnTo>
                <a:close/>
                <a:moveTo>
                  <a:pt x="126183" y="36029"/>
                </a:moveTo>
                <a:lnTo>
                  <a:pt x="150440" y="36029"/>
                </a:lnTo>
                <a:lnTo>
                  <a:pt x="147943" y="48355"/>
                </a:lnTo>
                <a:cubicBezTo>
                  <a:pt x="154007" y="43084"/>
                  <a:pt x="159670" y="39326"/>
                  <a:pt x="164932" y="37079"/>
                </a:cubicBezTo>
                <a:cubicBezTo>
                  <a:pt x="170193" y="34833"/>
                  <a:pt x="175737" y="33710"/>
                  <a:pt x="181564" y="33710"/>
                </a:cubicBezTo>
                <a:cubicBezTo>
                  <a:pt x="189352" y="33710"/>
                  <a:pt x="195491" y="35947"/>
                  <a:pt x="199980" y="40421"/>
                </a:cubicBezTo>
                <a:cubicBezTo>
                  <a:pt x="204468" y="44895"/>
                  <a:pt x="206713" y="50831"/>
                  <a:pt x="206713" y="58229"/>
                </a:cubicBezTo>
                <a:cubicBezTo>
                  <a:pt x="206713" y="61555"/>
                  <a:pt x="205732" y="67859"/>
                  <a:pt x="203770" y="77141"/>
                </a:cubicBezTo>
                <a:lnTo>
                  <a:pt x="192622" y="130738"/>
                </a:lnTo>
                <a:lnTo>
                  <a:pt x="167027" y="130738"/>
                </a:lnTo>
                <a:lnTo>
                  <a:pt x="178264" y="76957"/>
                </a:lnTo>
                <a:cubicBezTo>
                  <a:pt x="179929" y="68921"/>
                  <a:pt x="180761" y="64132"/>
                  <a:pt x="180761" y="62588"/>
                </a:cubicBezTo>
                <a:cubicBezTo>
                  <a:pt x="180761" y="59323"/>
                  <a:pt x="179795" y="56757"/>
                  <a:pt x="177863" y="54888"/>
                </a:cubicBezTo>
                <a:cubicBezTo>
                  <a:pt x="175931" y="53017"/>
                  <a:pt x="173240" y="52081"/>
                  <a:pt x="169792" y="52081"/>
                </a:cubicBezTo>
                <a:cubicBezTo>
                  <a:pt x="166046" y="52081"/>
                  <a:pt x="161885" y="53657"/>
                  <a:pt x="157307" y="56808"/>
                </a:cubicBezTo>
                <a:cubicBezTo>
                  <a:pt x="152729" y="59959"/>
                  <a:pt x="149132" y="64121"/>
                  <a:pt x="146516" y="69293"/>
                </a:cubicBezTo>
                <a:cubicBezTo>
                  <a:pt x="144614" y="72981"/>
                  <a:pt x="142473" y="80503"/>
                  <a:pt x="140095" y="91858"/>
                </a:cubicBezTo>
                <a:lnTo>
                  <a:pt x="131980" y="130738"/>
                </a:lnTo>
                <a:lnTo>
                  <a:pt x="106385" y="130738"/>
                </a:lnTo>
                <a:lnTo>
                  <a:pt x="126183" y="36029"/>
                </a:lnTo>
                <a:close/>
                <a:moveTo>
                  <a:pt x="316575" y="130738"/>
                </a:moveTo>
                <a:lnTo>
                  <a:pt x="292496" y="130738"/>
                </a:lnTo>
                <a:lnTo>
                  <a:pt x="287859" y="70452"/>
                </a:lnTo>
                <a:lnTo>
                  <a:pt x="258964" y="130738"/>
                </a:lnTo>
                <a:lnTo>
                  <a:pt x="235242" y="130738"/>
                </a:lnTo>
                <a:lnTo>
                  <a:pt x="223381" y="36029"/>
                </a:lnTo>
                <a:lnTo>
                  <a:pt x="246122" y="36029"/>
                </a:lnTo>
                <a:lnTo>
                  <a:pt x="252722" y="99525"/>
                </a:lnTo>
                <a:lnTo>
                  <a:pt x="282240" y="36029"/>
                </a:lnTo>
                <a:lnTo>
                  <a:pt x="305516" y="36029"/>
                </a:lnTo>
                <a:lnTo>
                  <a:pt x="308727" y="99525"/>
                </a:lnTo>
                <a:lnTo>
                  <a:pt x="338067" y="36029"/>
                </a:lnTo>
                <a:lnTo>
                  <a:pt x="363751" y="36029"/>
                </a:lnTo>
                <a:lnTo>
                  <a:pt x="316575" y="130738"/>
                </a:lnTo>
                <a:close/>
                <a:moveTo>
                  <a:pt x="386932" y="0"/>
                </a:moveTo>
                <a:lnTo>
                  <a:pt x="412527" y="0"/>
                </a:lnTo>
                <a:lnTo>
                  <a:pt x="407711" y="23187"/>
                </a:lnTo>
                <a:lnTo>
                  <a:pt x="382116" y="23187"/>
                </a:lnTo>
                <a:lnTo>
                  <a:pt x="386932" y="0"/>
                </a:lnTo>
                <a:moveTo>
                  <a:pt x="379441" y="36029"/>
                </a:moveTo>
                <a:lnTo>
                  <a:pt x="405035" y="36029"/>
                </a:lnTo>
                <a:lnTo>
                  <a:pt x="385237" y="130738"/>
                </a:lnTo>
                <a:lnTo>
                  <a:pt x="359643" y="130738"/>
                </a:lnTo>
                <a:lnTo>
                  <a:pt x="379441" y="36029"/>
                </a:lnTo>
                <a:close/>
                <a:moveTo>
                  <a:pt x="416801" y="55113"/>
                </a:moveTo>
                <a:lnTo>
                  <a:pt x="420725" y="36029"/>
                </a:lnTo>
                <a:lnTo>
                  <a:pt x="433317" y="36029"/>
                </a:lnTo>
                <a:lnTo>
                  <a:pt x="436427" y="20868"/>
                </a:lnTo>
                <a:lnTo>
                  <a:pt x="465672" y="3210"/>
                </a:lnTo>
                <a:lnTo>
                  <a:pt x="458911" y="36029"/>
                </a:lnTo>
                <a:lnTo>
                  <a:pt x="474412" y="36029"/>
                </a:lnTo>
                <a:lnTo>
                  <a:pt x="470488" y="55113"/>
                </a:lnTo>
                <a:lnTo>
                  <a:pt x="454979" y="55113"/>
                </a:lnTo>
                <a:lnTo>
                  <a:pt x="446499" y="94810"/>
                </a:lnTo>
                <a:cubicBezTo>
                  <a:pt x="445012" y="101994"/>
                  <a:pt x="444269" y="106091"/>
                  <a:pt x="444269" y="107100"/>
                </a:cubicBezTo>
                <a:cubicBezTo>
                  <a:pt x="444269" y="109064"/>
                  <a:pt x="444893" y="110596"/>
                  <a:pt x="446142" y="111698"/>
                </a:cubicBezTo>
                <a:cubicBezTo>
                  <a:pt x="447390" y="112798"/>
                  <a:pt x="449650" y="113348"/>
                  <a:pt x="452919" y="113348"/>
                </a:cubicBezTo>
                <a:cubicBezTo>
                  <a:pt x="454049" y="113348"/>
                  <a:pt x="456873" y="113140"/>
                  <a:pt x="461392" y="112724"/>
                </a:cubicBezTo>
                <a:lnTo>
                  <a:pt x="457378" y="131719"/>
                </a:lnTo>
                <a:cubicBezTo>
                  <a:pt x="452979" y="132611"/>
                  <a:pt x="448460" y="133057"/>
                  <a:pt x="443823" y="133057"/>
                </a:cubicBezTo>
                <a:cubicBezTo>
                  <a:pt x="434786" y="133057"/>
                  <a:pt x="428217" y="131310"/>
                  <a:pt x="424114" y="127818"/>
                </a:cubicBezTo>
                <a:cubicBezTo>
                  <a:pt x="420012" y="124323"/>
                  <a:pt x="417961" y="119470"/>
                  <a:pt x="417961" y="113259"/>
                </a:cubicBezTo>
                <a:cubicBezTo>
                  <a:pt x="417961" y="110346"/>
                  <a:pt x="419061" y="103626"/>
                  <a:pt x="421261" y="93101"/>
                </a:cubicBezTo>
                <a:lnTo>
                  <a:pt x="429524" y="55113"/>
                </a:lnTo>
                <a:lnTo>
                  <a:pt x="416801" y="55113"/>
                </a:lnTo>
                <a:close/>
                <a:moveTo>
                  <a:pt x="477620" y="55113"/>
                </a:moveTo>
                <a:lnTo>
                  <a:pt x="481544" y="36029"/>
                </a:lnTo>
                <a:lnTo>
                  <a:pt x="494135" y="36029"/>
                </a:lnTo>
                <a:lnTo>
                  <a:pt x="497245" y="20868"/>
                </a:lnTo>
                <a:lnTo>
                  <a:pt x="526491" y="3210"/>
                </a:lnTo>
                <a:lnTo>
                  <a:pt x="519730" y="36029"/>
                </a:lnTo>
                <a:lnTo>
                  <a:pt x="535231" y="36029"/>
                </a:lnTo>
                <a:lnTo>
                  <a:pt x="531307" y="55113"/>
                </a:lnTo>
                <a:lnTo>
                  <a:pt x="515798" y="55113"/>
                </a:lnTo>
                <a:lnTo>
                  <a:pt x="507317" y="94810"/>
                </a:lnTo>
                <a:cubicBezTo>
                  <a:pt x="505831" y="101994"/>
                  <a:pt x="505088" y="106091"/>
                  <a:pt x="505088" y="107100"/>
                </a:cubicBezTo>
                <a:cubicBezTo>
                  <a:pt x="505088" y="109064"/>
                  <a:pt x="505712" y="110596"/>
                  <a:pt x="506961" y="111698"/>
                </a:cubicBezTo>
                <a:cubicBezTo>
                  <a:pt x="508209" y="112798"/>
                  <a:pt x="510468" y="113348"/>
                  <a:pt x="513738" y="113348"/>
                </a:cubicBezTo>
                <a:cubicBezTo>
                  <a:pt x="514868" y="113348"/>
                  <a:pt x="517692" y="113140"/>
                  <a:pt x="522210" y="112724"/>
                </a:cubicBezTo>
                <a:lnTo>
                  <a:pt x="518197" y="131719"/>
                </a:lnTo>
                <a:cubicBezTo>
                  <a:pt x="513798" y="132611"/>
                  <a:pt x="509279" y="133057"/>
                  <a:pt x="504642" y="133057"/>
                </a:cubicBezTo>
                <a:cubicBezTo>
                  <a:pt x="495605" y="133057"/>
                  <a:pt x="489035" y="131310"/>
                  <a:pt x="484933" y="127818"/>
                </a:cubicBezTo>
                <a:cubicBezTo>
                  <a:pt x="480831" y="124323"/>
                  <a:pt x="478780" y="119470"/>
                  <a:pt x="478780" y="113259"/>
                </a:cubicBezTo>
                <a:cubicBezTo>
                  <a:pt x="478780" y="110346"/>
                  <a:pt x="479879" y="103626"/>
                  <a:pt x="482079" y="93101"/>
                </a:cubicBezTo>
                <a:lnTo>
                  <a:pt x="490342" y="55113"/>
                </a:lnTo>
                <a:lnTo>
                  <a:pt x="477620" y="55113"/>
                </a:lnTo>
                <a:close/>
                <a:moveTo>
                  <a:pt x="559308" y="0"/>
                </a:moveTo>
                <a:lnTo>
                  <a:pt x="584903" y="0"/>
                </a:lnTo>
                <a:lnTo>
                  <a:pt x="580087" y="23187"/>
                </a:lnTo>
                <a:lnTo>
                  <a:pt x="554492" y="23187"/>
                </a:lnTo>
                <a:lnTo>
                  <a:pt x="559308" y="0"/>
                </a:lnTo>
                <a:moveTo>
                  <a:pt x="551817" y="36029"/>
                </a:moveTo>
                <a:lnTo>
                  <a:pt x="577412" y="36029"/>
                </a:lnTo>
                <a:lnTo>
                  <a:pt x="557614" y="130738"/>
                </a:lnTo>
                <a:lnTo>
                  <a:pt x="532019" y="130738"/>
                </a:lnTo>
                <a:lnTo>
                  <a:pt x="551817" y="36029"/>
                </a:lnTo>
                <a:close/>
                <a:moveTo>
                  <a:pt x="602911" y="36029"/>
                </a:moveTo>
                <a:lnTo>
                  <a:pt x="627168" y="36029"/>
                </a:lnTo>
                <a:lnTo>
                  <a:pt x="624670" y="48355"/>
                </a:lnTo>
                <a:cubicBezTo>
                  <a:pt x="630735" y="43084"/>
                  <a:pt x="636398" y="39326"/>
                  <a:pt x="641659" y="37079"/>
                </a:cubicBezTo>
                <a:cubicBezTo>
                  <a:pt x="646921" y="34833"/>
                  <a:pt x="652465" y="33710"/>
                  <a:pt x="658291" y="33710"/>
                </a:cubicBezTo>
                <a:cubicBezTo>
                  <a:pt x="666080" y="33710"/>
                  <a:pt x="672218" y="35947"/>
                  <a:pt x="676707" y="40421"/>
                </a:cubicBezTo>
                <a:cubicBezTo>
                  <a:pt x="681196" y="44895"/>
                  <a:pt x="683440" y="50831"/>
                  <a:pt x="683440" y="58229"/>
                </a:cubicBezTo>
                <a:cubicBezTo>
                  <a:pt x="683440" y="61555"/>
                  <a:pt x="682459" y="67859"/>
                  <a:pt x="680497" y="77141"/>
                </a:cubicBezTo>
                <a:lnTo>
                  <a:pt x="669350" y="130738"/>
                </a:lnTo>
                <a:lnTo>
                  <a:pt x="643755" y="130738"/>
                </a:lnTo>
                <a:lnTo>
                  <a:pt x="654992" y="76957"/>
                </a:lnTo>
                <a:cubicBezTo>
                  <a:pt x="656656" y="68921"/>
                  <a:pt x="657489" y="64132"/>
                  <a:pt x="657489" y="62588"/>
                </a:cubicBezTo>
                <a:cubicBezTo>
                  <a:pt x="657489" y="59323"/>
                  <a:pt x="656523" y="56757"/>
                  <a:pt x="654590" y="54888"/>
                </a:cubicBezTo>
                <a:cubicBezTo>
                  <a:pt x="652658" y="53017"/>
                  <a:pt x="649968" y="52081"/>
                  <a:pt x="646520" y="52081"/>
                </a:cubicBezTo>
                <a:cubicBezTo>
                  <a:pt x="642774" y="52081"/>
                  <a:pt x="638612" y="53657"/>
                  <a:pt x="634034" y="56808"/>
                </a:cubicBezTo>
                <a:cubicBezTo>
                  <a:pt x="629456" y="59959"/>
                  <a:pt x="625860" y="64121"/>
                  <a:pt x="623244" y="69293"/>
                </a:cubicBezTo>
                <a:cubicBezTo>
                  <a:pt x="621341" y="72981"/>
                  <a:pt x="619201" y="80503"/>
                  <a:pt x="616823" y="91858"/>
                </a:cubicBezTo>
                <a:lnTo>
                  <a:pt x="608707" y="130738"/>
                </a:lnTo>
                <a:lnTo>
                  <a:pt x="583113" y="130738"/>
                </a:lnTo>
                <a:lnTo>
                  <a:pt x="602911" y="36029"/>
                </a:lnTo>
                <a:close/>
                <a:moveTo>
                  <a:pt x="692975" y="135732"/>
                </a:moveTo>
                <a:lnTo>
                  <a:pt x="719997" y="139656"/>
                </a:lnTo>
                <a:cubicBezTo>
                  <a:pt x="719997" y="142391"/>
                  <a:pt x="720443" y="144457"/>
                  <a:pt x="721335" y="145854"/>
                </a:cubicBezTo>
                <a:cubicBezTo>
                  <a:pt x="722227" y="147251"/>
                  <a:pt x="723668" y="148440"/>
                  <a:pt x="725660" y="149421"/>
                </a:cubicBezTo>
                <a:cubicBezTo>
                  <a:pt x="727652" y="150402"/>
                  <a:pt x="730372" y="150893"/>
                  <a:pt x="733820" y="150893"/>
                </a:cubicBezTo>
                <a:cubicBezTo>
                  <a:pt x="739230" y="150893"/>
                  <a:pt x="743570" y="149822"/>
                  <a:pt x="746840" y="147680"/>
                </a:cubicBezTo>
                <a:cubicBezTo>
                  <a:pt x="749278" y="146013"/>
                  <a:pt x="751270" y="143334"/>
                  <a:pt x="752815" y="139642"/>
                </a:cubicBezTo>
                <a:cubicBezTo>
                  <a:pt x="753767" y="137322"/>
                  <a:pt x="754985" y="132263"/>
                  <a:pt x="756472" y="124465"/>
                </a:cubicBezTo>
                <a:lnTo>
                  <a:pt x="757364" y="120037"/>
                </a:lnTo>
                <a:cubicBezTo>
                  <a:pt x="748505" y="127409"/>
                  <a:pt x="739349" y="131095"/>
                  <a:pt x="729896" y="131095"/>
                </a:cubicBezTo>
                <a:cubicBezTo>
                  <a:pt x="720621" y="131095"/>
                  <a:pt x="713011" y="127822"/>
                  <a:pt x="707066" y="121277"/>
                </a:cubicBezTo>
                <a:cubicBezTo>
                  <a:pt x="701121" y="114731"/>
                  <a:pt x="698148" y="105150"/>
                  <a:pt x="698148" y="92533"/>
                </a:cubicBezTo>
                <a:cubicBezTo>
                  <a:pt x="698148" y="81406"/>
                  <a:pt x="700169" y="71201"/>
                  <a:pt x="704212" y="61919"/>
                </a:cubicBezTo>
                <a:cubicBezTo>
                  <a:pt x="708255" y="52635"/>
                  <a:pt x="713933" y="45613"/>
                  <a:pt x="721246" y="40853"/>
                </a:cubicBezTo>
                <a:cubicBezTo>
                  <a:pt x="728558" y="36091"/>
                  <a:pt x="736020" y="33710"/>
                  <a:pt x="743630" y="33710"/>
                </a:cubicBezTo>
                <a:cubicBezTo>
                  <a:pt x="749932" y="33710"/>
                  <a:pt x="755699" y="35380"/>
                  <a:pt x="760931" y="38721"/>
                </a:cubicBezTo>
                <a:cubicBezTo>
                  <a:pt x="766163" y="42061"/>
                  <a:pt x="770235" y="46744"/>
                  <a:pt x="773148" y="52770"/>
                </a:cubicBezTo>
                <a:lnTo>
                  <a:pt x="776716" y="36029"/>
                </a:lnTo>
                <a:lnTo>
                  <a:pt x="800705" y="36029"/>
                </a:lnTo>
                <a:lnTo>
                  <a:pt x="784296" y="114872"/>
                </a:lnTo>
                <a:cubicBezTo>
                  <a:pt x="781621" y="127575"/>
                  <a:pt x="779361" y="136640"/>
                  <a:pt x="777518" y="142067"/>
                </a:cubicBezTo>
                <a:cubicBezTo>
                  <a:pt x="775675" y="147496"/>
                  <a:pt x="773565" y="151820"/>
                  <a:pt x="771187" y="155040"/>
                </a:cubicBezTo>
                <a:cubicBezTo>
                  <a:pt x="768808" y="158260"/>
                  <a:pt x="765806" y="160958"/>
                  <a:pt x="762179" y="163136"/>
                </a:cubicBezTo>
                <a:cubicBezTo>
                  <a:pt x="758553" y="165313"/>
                  <a:pt x="754272" y="166878"/>
                  <a:pt x="749337" y="167832"/>
                </a:cubicBezTo>
                <a:cubicBezTo>
                  <a:pt x="744403" y="168787"/>
                  <a:pt x="739052" y="169264"/>
                  <a:pt x="733285" y="169264"/>
                </a:cubicBezTo>
                <a:cubicBezTo>
                  <a:pt x="719908" y="169264"/>
                  <a:pt x="709801" y="166969"/>
                  <a:pt x="702964" y="162378"/>
                </a:cubicBezTo>
                <a:cubicBezTo>
                  <a:pt x="696126" y="157789"/>
                  <a:pt x="692708" y="150159"/>
                  <a:pt x="692708" y="139489"/>
                </a:cubicBezTo>
                <a:cubicBezTo>
                  <a:pt x="692708" y="138356"/>
                  <a:pt x="692797" y="137103"/>
                  <a:pt x="692975" y="135732"/>
                </a:cubicBezTo>
                <a:moveTo>
                  <a:pt x="723118" y="89927"/>
                </a:moveTo>
                <a:cubicBezTo>
                  <a:pt x="723118" y="97110"/>
                  <a:pt x="724738" y="102586"/>
                  <a:pt x="727979" y="106356"/>
                </a:cubicBezTo>
                <a:cubicBezTo>
                  <a:pt x="731219" y="110125"/>
                  <a:pt x="735277" y="112010"/>
                  <a:pt x="740152" y="112010"/>
                </a:cubicBezTo>
                <a:cubicBezTo>
                  <a:pt x="744611" y="112010"/>
                  <a:pt x="748936" y="110319"/>
                  <a:pt x="753128" y="106935"/>
                </a:cubicBezTo>
                <a:cubicBezTo>
                  <a:pt x="757319" y="103550"/>
                  <a:pt x="760529" y="98741"/>
                  <a:pt x="762759" y="92508"/>
                </a:cubicBezTo>
                <a:cubicBezTo>
                  <a:pt x="764988" y="86274"/>
                  <a:pt x="766103" y="80249"/>
                  <a:pt x="766103" y="74432"/>
                </a:cubicBezTo>
                <a:cubicBezTo>
                  <a:pt x="766103" y="67723"/>
                  <a:pt x="764290" y="62321"/>
                  <a:pt x="760663" y="58226"/>
                </a:cubicBezTo>
                <a:cubicBezTo>
                  <a:pt x="757037" y="54130"/>
                  <a:pt x="752845" y="52081"/>
                  <a:pt x="748089" y="52081"/>
                </a:cubicBezTo>
                <a:cubicBezTo>
                  <a:pt x="743511" y="52081"/>
                  <a:pt x="739305" y="53892"/>
                  <a:pt x="735470" y="57513"/>
                </a:cubicBezTo>
                <a:cubicBezTo>
                  <a:pt x="731635" y="61134"/>
                  <a:pt x="728469" y="66714"/>
                  <a:pt x="725972" y="74254"/>
                </a:cubicBezTo>
                <a:cubicBezTo>
                  <a:pt x="724070" y="80073"/>
                  <a:pt x="723118" y="85297"/>
                  <a:pt x="723118" y="89927"/>
                </a:cubicBezTo>
                <a:close/>
                <a:moveTo>
                  <a:pt x="892725" y="62783"/>
                </a:moveTo>
                <a:lnTo>
                  <a:pt x="867754" y="60659"/>
                </a:lnTo>
                <a:cubicBezTo>
                  <a:pt x="870608" y="52211"/>
                  <a:pt x="875587" y="45608"/>
                  <a:pt x="882692" y="40850"/>
                </a:cubicBezTo>
                <a:cubicBezTo>
                  <a:pt x="889797" y="36090"/>
                  <a:pt x="899205" y="33710"/>
                  <a:pt x="910918" y="33710"/>
                </a:cubicBezTo>
                <a:cubicBezTo>
                  <a:pt x="923106" y="33710"/>
                  <a:pt x="932113" y="36165"/>
                  <a:pt x="937939" y="41076"/>
                </a:cubicBezTo>
                <a:cubicBezTo>
                  <a:pt x="943766" y="45984"/>
                  <a:pt x="946679" y="51979"/>
                  <a:pt x="946679" y="59060"/>
                </a:cubicBezTo>
                <a:cubicBezTo>
                  <a:pt x="946679" y="61917"/>
                  <a:pt x="946426" y="64953"/>
                  <a:pt x="945921" y="68167"/>
                </a:cubicBezTo>
                <a:cubicBezTo>
                  <a:pt x="945415" y="71379"/>
                  <a:pt x="943647" y="79829"/>
                  <a:pt x="940615" y="93517"/>
                </a:cubicBezTo>
                <a:cubicBezTo>
                  <a:pt x="938118" y="104822"/>
                  <a:pt x="936869" y="112737"/>
                  <a:pt x="936869" y="117261"/>
                </a:cubicBezTo>
                <a:cubicBezTo>
                  <a:pt x="936869" y="121307"/>
                  <a:pt x="937583" y="125800"/>
                  <a:pt x="939009" y="130738"/>
                </a:cubicBezTo>
                <a:lnTo>
                  <a:pt x="914128" y="130738"/>
                </a:lnTo>
                <a:cubicBezTo>
                  <a:pt x="913117" y="127290"/>
                  <a:pt x="912493" y="123723"/>
                  <a:pt x="912255" y="120037"/>
                </a:cubicBezTo>
                <a:cubicBezTo>
                  <a:pt x="908510" y="124198"/>
                  <a:pt x="904199" y="127409"/>
                  <a:pt x="899324" y="129668"/>
                </a:cubicBezTo>
                <a:cubicBezTo>
                  <a:pt x="894449" y="131927"/>
                  <a:pt x="889544" y="133057"/>
                  <a:pt x="884609" y="133057"/>
                </a:cubicBezTo>
                <a:cubicBezTo>
                  <a:pt x="876762" y="133057"/>
                  <a:pt x="870281" y="130482"/>
                  <a:pt x="865168" y="125332"/>
                </a:cubicBezTo>
                <a:cubicBezTo>
                  <a:pt x="860055" y="120181"/>
                  <a:pt x="857499" y="113558"/>
                  <a:pt x="857499" y="105461"/>
                </a:cubicBezTo>
                <a:cubicBezTo>
                  <a:pt x="857499" y="96411"/>
                  <a:pt x="860308" y="89177"/>
                  <a:pt x="865926" y="83760"/>
                </a:cubicBezTo>
                <a:cubicBezTo>
                  <a:pt x="871545" y="78342"/>
                  <a:pt x="881577" y="75067"/>
                  <a:pt x="896025" y="73936"/>
                </a:cubicBezTo>
                <a:cubicBezTo>
                  <a:pt x="908212" y="72923"/>
                  <a:pt x="916358" y="71703"/>
                  <a:pt x="920460" y="70274"/>
                </a:cubicBezTo>
                <a:cubicBezTo>
                  <a:pt x="921530" y="66707"/>
                  <a:pt x="922065" y="63853"/>
                  <a:pt x="922065" y="61713"/>
                </a:cubicBezTo>
                <a:cubicBezTo>
                  <a:pt x="922065" y="58978"/>
                  <a:pt x="920965" y="56689"/>
                  <a:pt x="918765" y="54846"/>
                </a:cubicBezTo>
                <a:cubicBezTo>
                  <a:pt x="916566" y="53003"/>
                  <a:pt x="913296" y="52081"/>
                  <a:pt x="908956" y="52081"/>
                </a:cubicBezTo>
                <a:cubicBezTo>
                  <a:pt x="904378" y="52081"/>
                  <a:pt x="900766" y="53010"/>
                  <a:pt x="898120" y="54868"/>
                </a:cubicBezTo>
                <a:cubicBezTo>
                  <a:pt x="895475" y="56724"/>
                  <a:pt x="893676" y="59362"/>
                  <a:pt x="892725" y="62783"/>
                </a:cubicBezTo>
                <a:moveTo>
                  <a:pt x="917071" y="86505"/>
                </a:moveTo>
                <a:cubicBezTo>
                  <a:pt x="915525" y="86923"/>
                  <a:pt x="913474" y="87310"/>
                  <a:pt x="910918" y="87667"/>
                </a:cubicBezTo>
                <a:cubicBezTo>
                  <a:pt x="898076" y="89218"/>
                  <a:pt x="889693" y="91485"/>
                  <a:pt x="885769" y="94467"/>
                </a:cubicBezTo>
                <a:cubicBezTo>
                  <a:pt x="882974" y="96615"/>
                  <a:pt x="881577" y="99508"/>
                  <a:pt x="881577" y="103148"/>
                </a:cubicBezTo>
                <a:cubicBezTo>
                  <a:pt x="881577" y="106130"/>
                  <a:pt x="882647" y="108650"/>
                  <a:pt x="884788" y="110709"/>
                </a:cubicBezTo>
                <a:cubicBezTo>
                  <a:pt x="886928" y="112766"/>
                  <a:pt x="889752" y="113794"/>
                  <a:pt x="893260" y="113794"/>
                </a:cubicBezTo>
                <a:cubicBezTo>
                  <a:pt x="897124" y="113794"/>
                  <a:pt x="900766" y="112855"/>
                  <a:pt x="904185" y="110976"/>
                </a:cubicBezTo>
                <a:cubicBezTo>
                  <a:pt x="907603" y="109096"/>
                  <a:pt x="910160" y="106680"/>
                  <a:pt x="911854" y="103728"/>
                </a:cubicBezTo>
                <a:cubicBezTo>
                  <a:pt x="913548" y="100776"/>
                  <a:pt x="915050" y="96168"/>
                  <a:pt x="916358" y="89905"/>
                </a:cubicBezTo>
                <a:lnTo>
                  <a:pt x="917071" y="86505"/>
                </a:lnTo>
                <a:close/>
                <a:moveTo>
                  <a:pt x="1022402" y="95066"/>
                </a:moveTo>
                <a:lnTo>
                  <a:pt x="1047284" y="99079"/>
                </a:lnTo>
                <a:cubicBezTo>
                  <a:pt x="1043181" y="110167"/>
                  <a:pt x="1037117" y="118602"/>
                  <a:pt x="1029091" y="124384"/>
                </a:cubicBezTo>
                <a:cubicBezTo>
                  <a:pt x="1021065" y="130166"/>
                  <a:pt x="1011760" y="133057"/>
                  <a:pt x="1001178" y="133057"/>
                </a:cubicBezTo>
                <a:cubicBezTo>
                  <a:pt x="989109" y="133057"/>
                  <a:pt x="979537" y="129453"/>
                  <a:pt x="972462" y="122247"/>
                </a:cubicBezTo>
                <a:cubicBezTo>
                  <a:pt x="965387" y="115040"/>
                  <a:pt x="961849" y="105123"/>
                  <a:pt x="961849" y="92497"/>
                </a:cubicBezTo>
                <a:cubicBezTo>
                  <a:pt x="961849" y="82193"/>
                  <a:pt x="963989" y="72454"/>
                  <a:pt x="968270" y="63282"/>
                </a:cubicBezTo>
                <a:cubicBezTo>
                  <a:pt x="972551" y="54109"/>
                  <a:pt x="979001" y="46887"/>
                  <a:pt x="987622" y="41617"/>
                </a:cubicBezTo>
                <a:cubicBezTo>
                  <a:pt x="996243" y="36346"/>
                  <a:pt x="1005696" y="33710"/>
                  <a:pt x="1015981" y="33710"/>
                </a:cubicBezTo>
                <a:cubicBezTo>
                  <a:pt x="1027159" y="33710"/>
                  <a:pt x="1036077" y="36644"/>
                  <a:pt x="1042736" y="42511"/>
                </a:cubicBezTo>
                <a:cubicBezTo>
                  <a:pt x="1049394" y="48378"/>
                  <a:pt x="1053140" y="56102"/>
                  <a:pt x="1053972" y="65681"/>
                </a:cubicBezTo>
                <a:lnTo>
                  <a:pt x="1029626" y="68312"/>
                </a:lnTo>
                <a:cubicBezTo>
                  <a:pt x="1029032" y="62930"/>
                  <a:pt x="1027411" y="58969"/>
                  <a:pt x="1024766" y="56429"/>
                </a:cubicBezTo>
                <a:cubicBezTo>
                  <a:pt x="1022120" y="53887"/>
                  <a:pt x="1018657" y="52616"/>
                  <a:pt x="1014376" y="52616"/>
                </a:cubicBezTo>
                <a:cubicBezTo>
                  <a:pt x="1009442" y="52616"/>
                  <a:pt x="1004834" y="54462"/>
                  <a:pt x="1000553" y="58154"/>
                </a:cubicBezTo>
                <a:cubicBezTo>
                  <a:pt x="996273" y="61846"/>
                  <a:pt x="992988" y="67368"/>
                  <a:pt x="990699" y="74722"/>
                </a:cubicBezTo>
                <a:cubicBezTo>
                  <a:pt x="988410" y="82076"/>
                  <a:pt x="987265" y="88967"/>
                  <a:pt x="987265" y="95398"/>
                </a:cubicBezTo>
                <a:cubicBezTo>
                  <a:pt x="987265" y="100994"/>
                  <a:pt x="988633" y="105311"/>
                  <a:pt x="991368" y="108348"/>
                </a:cubicBezTo>
                <a:cubicBezTo>
                  <a:pt x="994103" y="111384"/>
                  <a:pt x="997521" y="112902"/>
                  <a:pt x="1001623" y="112902"/>
                </a:cubicBezTo>
                <a:cubicBezTo>
                  <a:pt x="1005726" y="112902"/>
                  <a:pt x="1009679" y="111416"/>
                  <a:pt x="1013484" y="108443"/>
                </a:cubicBezTo>
                <a:cubicBezTo>
                  <a:pt x="1017289" y="105470"/>
                  <a:pt x="1020262" y="101011"/>
                  <a:pt x="1022402" y="95066"/>
                </a:cubicBezTo>
                <a:close/>
                <a:moveTo>
                  <a:pt x="1123989" y="95066"/>
                </a:moveTo>
                <a:lnTo>
                  <a:pt x="1148870" y="99079"/>
                </a:lnTo>
                <a:cubicBezTo>
                  <a:pt x="1144768" y="110167"/>
                  <a:pt x="1138704" y="118602"/>
                  <a:pt x="1130677" y="124384"/>
                </a:cubicBezTo>
                <a:cubicBezTo>
                  <a:pt x="1122651" y="130166"/>
                  <a:pt x="1113347" y="133057"/>
                  <a:pt x="1102764" y="133057"/>
                </a:cubicBezTo>
                <a:cubicBezTo>
                  <a:pt x="1090695" y="133057"/>
                  <a:pt x="1081123" y="129453"/>
                  <a:pt x="1074048" y="122247"/>
                </a:cubicBezTo>
                <a:cubicBezTo>
                  <a:pt x="1066973" y="115040"/>
                  <a:pt x="1063436" y="105123"/>
                  <a:pt x="1063436" y="92497"/>
                </a:cubicBezTo>
                <a:cubicBezTo>
                  <a:pt x="1063436" y="82193"/>
                  <a:pt x="1065576" y="72454"/>
                  <a:pt x="1069856" y="63282"/>
                </a:cubicBezTo>
                <a:cubicBezTo>
                  <a:pt x="1074137" y="54109"/>
                  <a:pt x="1080588" y="46887"/>
                  <a:pt x="1089209" y="41617"/>
                </a:cubicBezTo>
                <a:cubicBezTo>
                  <a:pt x="1097829" y="36346"/>
                  <a:pt x="1107282" y="33710"/>
                  <a:pt x="1117568" y="33710"/>
                </a:cubicBezTo>
                <a:cubicBezTo>
                  <a:pt x="1128745" y="33710"/>
                  <a:pt x="1137663" y="36644"/>
                  <a:pt x="1144322" y="42511"/>
                </a:cubicBezTo>
                <a:cubicBezTo>
                  <a:pt x="1150981" y="48378"/>
                  <a:pt x="1154726" y="56102"/>
                  <a:pt x="1155559" y="65681"/>
                </a:cubicBezTo>
                <a:lnTo>
                  <a:pt x="1131212" y="68312"/>
                </a:lnTo>
                <a:cubicBezTo>
                  <a:pt x="1130618" y="62930"/>
                  <a:pt x="1128998" y="58969"/>
                  <a:pt x="1126352" y="56429"/>
                </a:cubicBezTo>
                <a:cubicBezTo>
                  <a:pt x="1123706" y="53887"/>
                  <a:pt x="1120243" y="52616"/>
                  <a:pt x="1115963" y="52616"/>
                </a:cubicBezTo>
                <a:cubicBezTo>
                  <a:pt x="1111028" y="52616"/>
                  <a:pt x="1106420" y="54462"/>
                  <a:pt x="1102140" y="58154"/>
                </a:cubicBezTo>
                <a:cubicBezTo>
                  <a:pt x="1097859" y="61846"/>
                  <a:pt x="1094574" y="67368"/>
                  <a:pt x="1092285" y="74722"/>
                </a:cubicBezTo>
                <a:cubicBezTo>
                  <a:pt x="1089996" y="82076"/>
                  <a:pt x="1088852" y="88967"/>
                  <a:pt x="1088852" y="95398"/>
                </a:cubicBezTo>
                <a:cubicBezTo>
                  <a:pt x="1088852" y="100994"/>
                  <a:pt x="1090219" y="105311"/>
                  <a:pt x="1092954" y="108348"/>
                </a:cubicBezTo>
                <a:cubicBezTo>
                  <a:pt x="1095689" y="111384"/>
                  <a:pt x="1099108" y="112902"/>
                  <a:pt x="1103210" y="112902"/>
                </a:cubicBezTo>
                <a:cubicBezTo>
                  <a:pt x="1107312" y="112902"/>
                  <a:pt x="1111266" y="111416"/>
                  <a:pt x="1115071" y="108443"/>
                </a:cubicBezTo>
                <a:cubicBezTo>
                  <a:pt x="1118876" y="105470"/>
                  <a:pt x="1121849" y="101011"/>
                  <a:pt x="1123989" y="95066"/>
                </a:cubicBezTo>
                <a:close/>
                <a:moveTo>
                  <a:pt x="1165110" y="91424"/>
                </a:moveTo>
                <a:cubicBezTo>
                  <a:pt x="1165110" y="73853"/>
                  <a:pt x="1170060" y="59842"/>
                  <a:pt x="1179959" y="49389"/>
                </a:cubicBezTo>
                <a:cubicBezTo>
                  <a:pt x="1189858" y="38936"/>
                  <a:pt x="1202863" y="33710"/>
                  <a:pt x="1218975" y="33710"/>
                </a:cubicBezTo>
                <a:cubicBezTo>
                  <a:pt x="1232947" y="33710"/>
                  <a:pt x="1243856" y="37567"/>
                  <a:pt x="1251704" y="45281"/>
                </a:cubicBezTo>
                <a:cubicBezTo>
                  <a:pt x="1259552" y="52993"/>
                  <a:pt x="1263476" y="63372"/>
                  <a:pt x="1263476" y="76416"/>
                </a:cubicBezTo>
                <a:cubicBezTo>
                  <a:pt x="1263476" y="91781"/>
                  <a:pt x="1258571" y="105063"/>
                  <a:pt x="1248761" y="116260"/>
                </a:cubicBezTo>
                <a:cubicBezTo>
                  <a:pt x="1238951" y="127458"/>
                  <a:pt x="1225812" y="133057"/>
                  <a:pt x="1209344" y="133057"/>
                </a:cubicBezTo>
                <a:cubicBezTo>
                  <a:pt x="1200426" y="133057"/>
                  <a:pt x="1192518" y="131270"/>
                  <a:pt x="1185622" y="127698"/>
                </a:cubicBezTo>
                <a:cubicBezTo>
                  <a:pt x="1178725" y="124123"/>
                  <a:pt x="1173582" y="119060"/>
                  <a:pt x="1170194" y="112509"/>
                </a:cubicBezTo>
                <a:cubicBezTo>
                  <a:pt x="1166805" y="105956"/>
                  <a:pt x="1165110" y="98928"/>
                  <a:pt x="1165110" y="91424"/>
                </a:cubicBezTo>
                <a:moveTo>
                  <a:pt x="1238060" y="73097"/>
                </a:moveTo>
                <a:cubicBezTo>
                  <a:pt x="1238060" y="67016"/>
                  <a:pt x="1236291" y="62142"/>
                  <a:pt x="1232753" y="58474"/>
                </a:cubicBezTo>
                <a:cubicBezTo>
                  <a:pt x="1229216" y="54807"/>
                  <a:pt x="1224653" y="52973"/>
                  <a:pt x="1219064" y="52973"/>
                </a:cubicBezTo>
                <a:cubicBezTo>
                  <a:pt x="1213535" y="52973"/>
                  <a:pt x="1208630" y="54688"/>
                  <a:pt x="1204350" y="58118"/>
                </a:cubicBezTo>
                <a:cubicBezTo>
                  <a:pt x="1200069" y="61545"/>
                  <a:pt x="1196739" y="66525"/>
                  <a:pt x="1194361" y="73055"/>
                </a:cubicBezTo>
                <a:cubicBezTo>
                  <a:pt x="1191983" y="79584"/>
                  <a:pt x="1190794" y="85591"/>
                  <a:pt x="1190794" y="91075"/>
                </a:cubicBezTo>
                <a:cubicBezTo>
                  <a:pt x="1190794" y="97873"/>
                  <a:pt x="1192637" y="103271"/>
                  <a:pt x="1196323" y="107267"/>
                </a:cubicBezTo>
                <a:cubicBezTo>
                  <a:pt x="1200009" y="111262"/>
                  <a:pt x="1204647" y="113259"/>
                  <a:pt x="1210235" y="113259"/>
                </a:cubicBezTo>
                <a:cubicBezTo>
                  <a:pt x="1217251" y="113259"/>
                  <a:pt x="1223137" y="110247"/>
                  <a:pt x="1227893" y="104224"/>
                </a:cubicBezTo>
                <a:cubicBezTo>
                  <a:pt x="1234671" y="95698"/>
                  <a:pt x="1238060" y="85322"/>
                  <a:pt x="1238060" y="73097"/>
                </a:cubicBezTo>
                <a:close/>
                <a:moveTo>
                  <a:pt x="1291916" y="36029"/>
                </a:moveTo>
                <a:lnTo>
                  <a:pt x="1315995" y="36029"/>
                </a:lnTo>
                <a:lnTo>
                  <a:pt x="1313587" y="47530"/>
                </a:lnTo>
                <a:cubicBezTo>
                  <a:pt x="1322980" y="38317"/>
                  <a:pt x="1332850" y="33710"/>
                  <a:pt x="1343195" y="33710"/>
                </a:cubicBezTo>
                <a:cubicBezTo>
                  <a:pt x="1350329" y="33710"/>
                  <a:pt x="1355828" y="35205"/>
                  <a:pt x="1359693" y="38194"/>
                </a:cubicBezTo>
                <a:cubicBezTo>
                  <a:pt x="1363557" y="41182"/>
                  <a:pt x="1366025" y="45305"/>
                  <a:pt x="1367095" y="50565"/>
                </a:cubicBezTo>
                <a:cubicBezTo>
                  <a:pt x="1370365" y="45783"/>
                  <a:pt x="1375062" y="41778"/>
                  <a:pt x="1381185" y="38551"/>
                </a:cubicBezTo>
                <a:cubicBezTo>
                  <a:pt x="1387309" y="35324"/>
                  <a:pt x="1393671" y="33710"/>
                  <a:pt x="1400270" y="33710"/>
                </a:cubicBezTo>
                <a:cubicBezTo>
                  <a:pt x="1407821" y="33710"/>
                  <a:pt x="1413706" y="35742"/>
                  <a:pt x="1417928" y="39805"/>
                </a:cubicBezTo>
                <a:cubicBezTo>
                  <a:pt x="1422149" y="43868"/>
                  <a:pt x="1424259" y="49247"/>
                  <a:pt x="1424259" y="55941"/>
                </a:cubicBezTo>
                <a:cubicBezTo>
                  <a:pt x="1424259" y="59189"/>
                  <a:pt x="1423427" y="64823"/>
                  <a:pt x="1421762" y="72844"/>
                </a:cubicBezTo>
                <a:lnTo>
                  <a:pt x="1409634" y="130738"/>
                </a:lnTo>
                <a:lnTo>
                  <a:pt x="1384039" y="130738"/>
                </a:lnTo>
                <a:lnTo>
                  <a:pt x="1396168" y="72838"/>
                </a:lnTo>
                <a:cubicBezTo>
                  <a:pt x="1397654" y="65585"/>
                  <a:pt x="1398397" y="61483"/>
                  <a:pt x="1398397" y="60534"/>
                </a:cubicBezTo>
                <a:cubicBezTo>
                  <a:pt x="1398397" y="57923"/>
                  <a:pt x="1397609" y="55862"/>
                  <a:pt x="1396034" y="54350"/>
                </a:cubicBezTo>
                <a:cubicBezTo>
                  <a:pt x="1394458" y="52837"/>
                  <a:pt x="1392095" y="52081"/>
                  <a:pt x="1388944" y="52081"/>
                </a:cubicBezTo>
                <a:cubicBezTo>
                  <a:pt x="1382583" y="52081"/>
                  <a:pt x="1376905" y="55439"/>
                  <a:pt x="1371911" y="62156"/>
                </a:cubicBezTo>
                <a:cubicBezTo>
                  <a:pt x="1368284" y="66972"/>
                  <a:pt x="1365192" y="75501"/>
                  <a:pt x="1362636" y="87745"/>
                </a:cubicBezTo>
                <a:lnTo>
                  <a:pt x="1353629" y="130738"/>
                </a:lnTo>
                <a:lnTo>
                  <a:pt x="1328034" y="130738"/>
                </a:lnTo>
                <a:lnTo>
                  <a:pt x="1339984" y="73484"/>
                </a:lnTo>
                <a:cubicBezTo>
                  <a:pt x="1341352" y="66885"/>
                  <a:pt x="1342035" y="62605"/>
                  <a:pt x="1342035" y="60643"/>
                </a:cubicBezTo>
                <a:cubicBezTo>
                  <a:pt x="1342035" y="58145"/>
                  <a:pt x="1341188" y="56094"/>
                  <a:pt x="1339494" y="54489"/>
                </a:cubicBezTo>
                <a:cubicBezTo>
                  <a:pt x="1337799" y="52884"/>
                  <a:pt x="1335466" y="52081"/>
                  <a:pt x="1332493" y="52081"/>
                </a:cubicBezTo>
                <a:cubicBezTo>
                  <a:pt x="1329699" y="52081"/>
                  <a:pt x="1326815" y="52914"/>
                  <a:pt x="1323843" y="54578"/>
                </a:cubicBezTo>
                <a:cubicBezTo>
                  <a:pt x="1320870" y="56243"/>
                  <a:pt x="1318269" y="58533"/>
                  <a:pt x="1316039" y="61448"/>
                </a:cubicBezTo>
                <a:cubicBezTo>
                  <a:pt x="1313810" y="64361"/>
                  <a:pt x="1311892" y="68107"/>
                  <a:pt x="1310287" y="72685"/>
                </a:cubicBezTo>
                <a:cubicBezTo>
                  <a:pt x="1309574" y="74825"/>
                  <a:pt x="1308414" y="79671"/>
                  <a:pt x="1306809" y="87224"/>
                </a:cubicBezTo>
                <a:lnTo>
                  <a:pt x="1297713" y="130738"/>
                </a:lnTo>
                <a:lnTo>
                  <a:pt x="1272118" y="130738"/>
                </a:lnTo>
                <a:lnTo>
                  <a:pt x="1291916" y="36029"/>
                </a:lnTo>
                <a:close/>
                <a:moveTo>
                  <a:pt x="1454321" y="36029"/>
                </a:moveTo>
                <a:lnTo>
                  <a:pt x="1478578" y="36029"/>
                </a:lnTo>
                <a:lnTo>
                  <a:pt x="1476527" y="45772"/>
                </a:lnTo>
                <a:cubicBezTo>
                  <a:pt x="1481699" y="41452"/>
                  <a:pt x="1486545" y="38362"/>
                  <a:pt x="1491063" y="36503"/>
                </a:cubicBezTo>
                <a:cubicBezTo>
                  <a:pt x="1495582" y="34641"/>
                  <a:pt x="1500427" y="33710"/>
                  <a:pt x="1505599" y="33710"/>
                </a:cubicBezTo>
                <a:cubicBezTo>
                  <a:pt x="1515528" y="33710"/>
                  <a:pt x="1523510" y="37135"/>
                  <a:pt x="1529544" y="43985"/>
                </a:cubicBezTo>
                <a:cubicBezTo>
                  <a:pt x="1535579" y="50834"/>
                  <a:pt x="1538596" y="61048"/>
                  <a:pt x="1538596" y="74627"/>
                </a:cubicBezTo>
                <a:cubicBezTo>
                  <a:pt x="1538596" y="91722"/>
                  <a:pt x="1533394" y="106165"/>
                  <a:pt x="1522990" y="117958"/>
                </a:cubicBezTo>
                <a:cubicBezTo>
                  <a:pt x="1514072" y="128024"/>
                  <a:pt x="1503519" y="133057"/>
                  <a:pt x="1491331" y="133057"/>
                </a:cubicBezTo>
                <a:cubicBezTo>
                  <a:pt x="1478786" y="133057"/>
                  <a:pt x="1469303" y="127998"/>
                  <a:pt x="1462882" y="117880"/>
                </a:cubicBezTo>
                <a:lnTo>
                  <a:pt x="1452626" y="166945"/>
                </a:lnTo>
                <a:lnTo>
                  <a:pt x="1427032" y="166945"/>
                </a:lnTo>
                <a:lnTo>
                  <a:pt x="1454321" y="36029"/>
                </a:lnTo>
                <a:moveTo>
                  <a:pt x="1469749" y="90317"/>
                </a:moveTo>
                <a:cubicBezTo>
                  <a:pt x="1469749" y="97753"/>
                  <a:pt x="1471548" y="103524"/>
                  <a:pt x="1475144" y="107632"/>
                </a:cubicBezTo>
                <a:cubicBezTo>
                  <a:pt x="1478741" y="111740"/>
                  <a:pt x="1482977" y="113794"/>
                  <a:pt x="1487853" y="113794"/>
                </a:cubicBezTo>
                <a:cubicBezTo>
                  <a:pt x="1492074" y="113794"/>
                  <a:pt x="1496146" y="112258"/>
                  <a:pt x="1500070" y="109187"/>
                </a:cubicBezTo>
                <a:cubicBezTo>
                  <a:pt x="1503994" y="106116"/>
                  <a:pt x="1507249" y="101018"/>
                  <a:pt x="1509836" y="93893"/>
                </a:cubicBezTo>
                <a:cubicBezTo>
                  <a:pt x="1512422" y="86768"/>
                  <a:pt x="1513715" y="80165"/>
                  <a:pt x="1513715" y="74084"/>
                </a:cubicBezTo>
                <a:cubicBezTo>
                  <a:pt x="1513715" y="66988"/>
                  <a:pt x="1512020" y="61547"/>
                  <a:pt x="1508632" y="57761"/>
                </a:cubicBezTo>
                <a:cubicBezTo>
                  <a:pt x="1505243" y="53974"/>
                  <a:pt x="1500932" y="52081"/>
                  <a:pt x="1495700" y="52081"/>
                </a:cubicBezTo>
                <a:cubicBezTo>
                  <a:pt x="1490825" y="52081"/>
                  <a:pt x="1486381" y="53819"/>
                  <a:pt x="1482368" y="57295"/>
                </a:cubicBezTo>
                <a:cubicBezTo>
                  <a:pt x="1478355" y="60772"/>
                  <a:pt x="1475248" y="65882"/>
                  <a:pt x="1473049" y="72626"/>
                </a:cubicBezTo>
                <a:cubicBezTo>
                  <a:pt x="1470849" y="79370"/>
                  <a:pt x="1469749" y="85267"/>
                  <a:pt x="1469749" y="90317"/>
                </a:cubicBezTo>
                <a:close/>
                <a:moveTo>
                  <a:pt x="1546705" y="130738"/>
                </a:moveTo>
                <a:lnTo>
                  <a:pt x="1574083" y="0"/>
                </a:lnTo>
                <a:lnTo>
                  <a:pt x="1599589" y="0"/>
                </a:lnTo>
                <a:lnTo>
                  <a:pt x="1572300" y="130738"/>
                </a:lnTo>
                <a:lnTo>
                  <a:pt x="1546705" y="130738"/>
                </a:lnTo>
                <a:close/>
                <a:moveTo>
                  <a:pt x="1624909" y="0"/>
                </a:moveTo>
                <a:lnTo>
                  <a:pt x="1650504" y="0"/>
                </a:lnTo>
                <a:lnTo>
                  <a:pt x="1645688" y="23187"/>
                </a:lnTo>
                <a:lnTo>
                  <a:pt x="1620093" y="23187"/>
                </a:lnTo>
                <a:lnTo>
                  <a:pt x="1624909" y="0"/>
                </a:lnTo>
                <a:moveTo>
                  <a:pt x="1617418" y="36029"/>
                </a:moveTo>
                <a:lnTo>
                  <a:pt x="1643013" y="36029"/>
                </a:lnTo>
                <a:lnTo>
                  <a:pt x="1623215" y="130738"/>
                </a:lnTo>
                <a:lnTo>
                  <a:pt x="1597620" y="130738"/>
                </a:lnTo>
                <a:lnTo>
                  <a:pt x="1617418" y="36029"/>
                </a:lnTo>
                <a:close/>
                <a:moveTo>
                  <a:pt x="1712568" y="95066"/>
                </a:moveTo>
                <a:lnTo>
                  <a:pt x="1737449" y="99079"/>
                </a:lnTo>
                <a:cubicBezTo>
                  <a:pt x="1733347" y="110167"/>
                  <a:pt x="1727282" y="118602"/>
                  <a:pt x="1719256" y="124384"/>
                </a:cubicBezTo>
                <a:cubicBezTo>
                  <a:pt x="1711230" y="130166"/>
                  <a:pt x="1701925" y="133057"/>
                  <a:pt x="1691343" y="133057"/>
                </a:cubicBezTo>
                <a:cubicBezTo>
                  <a:pt x="1679274" y="133057"/>
                  <a:pt x="1669702" y="129453"/>
                  <a:pt x="1662627" y="122247"/>
                </a:cubicBezTo>
                <a:cubicBezTo>
                  <a:pt x="1655552" y="115040"/>
                  <a:pt x="1652014" y="105123"/>
                  <a:pt x="1652014" y="92497"/>
                </a:cubicBezTo>
                <a:cubicBezTo>
                  <a:pt x="1652014" y="82193"/>
                  <a:pt x="1654155" y="72454"/>
                  <a:pt x="1658435" y="63282"/>
                </a:cubicBezTo>
                <a:cubicBezTo>
                  <a:pt x="1662716" y="54109"/>
                  <a:pt x="1669167" y="46887"/>
                  <a:pt x="1677787" y="41617"/>
                </a:cubicBezTo>
                <a:cubicBezTo>
                  <a:pt x="1686408" y="36346"/>
                  <a:pt x="1695861" y="33710"/>
                  <a:pt x="1706147" y="33710"/>
                </a:cubicBezTo>
                <a:cubicBezTo>
                  <a:pt x="1717324" y="33710"/>
                  <a:pt x="1726242" y="36644"/>
                  <a:pt x="1732901" y="42511"/>
                </a:cubicBezTo>
                <a:cubicBezTo>
                  <a:pt x="1739559" y="48378"/>
                  <a:pt x="1743305" y="56102"/>
                  <a:pt x="1744137" y="65681"/>
                </a:cubicBezTo>
                <a:lnTo>
                  <a:pt x="1719791" y="68312"/>
                </a:lnTo>
                <a:cubicBezTo>
                  <a:pt x="1719197" y="62930"/>
                  <a:pt x="1717577" y="58969"/>
                  <a:pt x="1714931" y="56429"/>
                </a:cubicBezTo>
                <a:cubicBezTo>
                  <a:pt x="1712285" y="53887"/>
                  <a:pt x="1708822" y="52616"/>
                  <a:pt x="1704541" y="52616"/>
                </a:cubicBezTo>
                <a:cubicBezTo>
                  <a:pt x="1699607" y="52616"/>
                  <a:pt x="1694999" y="54462"/>
                  <a:pt x="1690718" y="58154"/>
                </a:cubicBezTo>
                <a:cubicBezTo>
                  <a:pt x="1686438" y="61846"/>
                  <a:pt x="1683153" y="67368"/>
                  <a:pt x="1680864" y="74722"/>
                </a:cubicBezTo>
                <a:cubicBezTo>
                  <a:pt x="1678575" y="82076"/>
                  <a:pt x="1677431" y="88967"/>
                  <a:pt x="1677431" y="95398"/>
                </a:cubicBezTo>
                <a:cubicBezTo>
                  <a:pt x="1677431" y="100994"/>
                  <a:pt x="1678798" y="105311"/>
                  <a:pt x="1681533" y="108348"/>
                </a:cubicBezTo>
                <a:cubicBezTo>
                  <a:pt x="1684268" y="111384"/>
                  <a:pt x="1687686" y="112902"/>
                  <a:pt x="1691789" y="112902"/>
                </a:cubicBezTo>
                <a:cubicBezTo>
                  <a:pt x="1695891" y="112902"/>
                  <a:pt x="1699845" y="111416"/>
                  <a:pt x="1703650" y="108443"/>
                </a:cubicBezTo>
                <a:cubicBezTo>
                  <a:pt x="1707455" y="105470"/>
                  <a:pt x="1710427" y="101011"/>
                  <a:pt x="1712568" y="95066"/>
                </a:cubicBezTo>
                <a:close/>
                <a:moveTo>
                  <a:pt x="1842155" y="91321"/>
                </a:moveTo>
                <a:lnTo>
                  <a:pt x="1777946" y="91321"/>
                </a:lnTo>
                <a:cubicBezTo>
                  <a:pt x="1777886" y="92331"/>
                  <a:pt x="1777856" y="93104"/>
                  <a:pt x="1777856" y="93639"/>
                </a:cubicBezTo>
                <a:cubicBezTo>
                  <a:pt x="1777856" y="99941"/>
                  <a:pt x="1779655" y="105025"/>
                  <a:pt x="1783252" y="108889"/>
                </a:cubicBezTo>
                <a:cubicBezTo>
                  <a:pt x="1786849" y="112754"/>
                  <a:pt x="1791234" y="114686"/>
                  <a:pt x="1796406" y="114686"/>
                </a:cubicBezTo>
                <a:cubicBezTo>
                  <a:pt x="1804908" y="114686"/>
                  <a:pt x="1811537" y="110286"/>
                  <a:pt x="1816293" y="101487"/>
                </a:cubicBezTo>
                <a:lnTo>
                  <a:pt x="1839212" y="105411"/>
                </a:lnTo>
                <a:cubicBezTo>
                  <a:pt x="1834753" y="114626"/>
                  <a:pt x="1828793" y="121538"/>
                  <a:pt x="1821332" y="126145"/>
                </a:cubicBezTo>
                <a:cubicBezTo>
                  <a:pt x="1813870" y="130753"/>
                  <a:pt x="1805502" y="133057"/>
                  <a:pt x="1796228" y="133057"/>
                </a:cubicBezTo>
                <a:cubicBezTo>
                  <a:pt x="1783505" y="133057"/>
                  <a:pt x="1773160" y="129021"/>
                  <a:pt x="1765193" y="120951"/>
                </a:cubicBezTo>
                <a:cubicBezTo>
                  <a:pt x="1757226" y="112880"/>
                  <a:pt x="1753243" y="102204"/>
                  <a:pt x="1753243" y="88924"/>
                </a:cubicBezTo>
                <a:cubicBezTo>
                  <a:pt x="1753243" y="75939"/>
                  <a:pt x="1756840" y="64383"/>
                  <a:pt x="1764034" y="54258"/>
                </a:cubicBezTo>
                <a:cubicBezTo>
                  <a:pt x="1773843" y="40559"/>
                  <a:pt x="1787845" y="33710"/>
                  <a:pt x="1806037" y="33710"/>
                </a:cubicBezTo>
                <a:cubicBezTo>
                  <a:pt x="1817631" y="33710"/>
                  <a:pt x="1826846" y="37298"/>
                  <a:pt x="1833683" y="44473"/>
                </a:cubicBezTo>
                <a:cubicBezTo>
                  <a:pt x="1840520" y="51648"/>
                  <a:pt x="1843939" y="61697"/>
                  <a:pt x="1843939" y="74619"/>
                </a:cubicBezTo>
                <a:cubicBezTo>
                  <a:pt x="1843939" y="80811"/>
                  <a:pt x="1843345" y="86378"/>
                  <a:pt x="1842155" y="91321"/>
                </a:cubicBezTo>
                <a:moveTo>
                  <a:pt x="1820574" y="75625"/>
                </a:moveTo>
                <a:cubicBezTo>
                  <a:pt x="1820633" y="74499"/>
                  <a:pt x="1820663" y="73641"/>
                  <a:pt x="1820663" y="73050"/>
                </a:cubicBezTo>
                <a:cubicBezTo>
                  <a:pt x="1820663" y="66060"/>
                  <a:pt x="1819087" y="60818"/>
                  <a:pt x="1815936" y="57323"/>
                </a:cubicBezTo>
                <a:cubicBezTo>
                  <a:pt x="1812785" y="53829"/>
                  <a:pt x="1808564" y="52081"/>
                  <a:pt x="1803273" y="52081"/>
                </a:cubicBezTo>
                <a:cubicBezTo>
                  <a:pt x="1797982" y="52081"/>
                  <a:pt x="1793240" y="54066"/>
                  <a:pt x="1789049" y="58034"/>
                </a:cubicBezTo>
                <a:cubicBezTo>
                  <a:pt x="1784857" y="62003"/>
                  <a:pt x="1782018" y="67866"/>
                  <a:pt x="1780532" y="75625"/>
                </a:cubicBezTo>
                <a:lnTo>
                  <a:pt x="1820574" y="75625"/>
                </a:lnTo>
                <a:close/>
                <a:moveTo>
                  <a:pt x="1848230" y="104188"/>
                </a:moveTo>
                <a:lnTo>
                  <a:pt x="1873022" y="100239"/>
                </a:lnTo>
                <a:cubicBezTo>
                  <a:pt x="1875221" y="105502"/>
                  <a:pt x="1877956" y="109226"/>
                  <a:pt x="1881226" y="111411"/>
                </a:cubicBezTo>
                <a:cubicBezTo>
                  <a:pt x="1884496" y="113594"/>
                  <a:pt x="1888955" y="114686"/>
                  <a:pt x="1894603" y="114686"/>
                </a:cubicBezTo>
                <a:cubicBezTo>
                  <a:pt x="1900430" y="114686"/>
                  <a:pt x="1905097" y="113381"/>
                  <a:pt x="1908605" y="110773"/>
                </a:cubicBezTo>
                <a:cubicBezTo>
                  <a:pt x="1911042" y="108993"/>
                  <a:pt x="1912261" y="106829"/>
                  <a:pt x="1912261" y="104280"/>
                </a:cubicBezTo>
                <a:cubicBezTo>
                  <a:pt x="1912261" y="102559"/>
                  <a:pt x="1911637" y="101013"/>
                  <a:pt x="1910388" y="99642"/>
                </a:cubicBezTo>
                <a:cubicBezTo>
                  <a:pt x="1909080" y="98332"/>
                  <a:pt x="1905543" y="96724"/>
                  <a:pt x="1899776" y="94818"/>
                </a:cubicBezTo>
                <a:cubicBezTo>
                  <a:pt x="1884318" y="89696"/>
                  <a:pt x="1874746" y="85646"/>
                  <a:pt x="1871060" y="82670"/>
                </a:cubicBezTo>
                <a:cubicBezTo>
                  <a:pt x="1865293" y="78023"/>
                  <a:pt x="1862409" y="71948"/>
                  <a:pt x="1862409" y="64444"/>
                </a:cubicBezTo>
                <a:cubicBezTo>
                  <a:pt x="1862409" y="56940"/>
                  <a:pt x="1865204" y="50477"/>
                  <a:pt x="1870792" y="45056"/>
                </a:cubicBezTo>
                <a:cubicBezTo>
                  <a:pt x="1878581" y="37492"/>
                  <a:pt x="1890144" y="33710"/>
                  <a:pt x="1905483" y="33710"/>
                </a:cubicBezTo>
                <a:cubicBezTo>
                  <a:pt x="1917671" y="33710"/>
                  <a:pt x="1926887" y="35940"/>
                  <a:pt x="1933129" y="40399"/>
                </a:cubicBezTo>
                <a:cubicBezTo>
                  <a:pt x="1939372" y="44858"/>
                  <a:pt x="1943325" y="50892"/>
                  <a:pt x="1944990" y="58502"/>
                </a:cubicBezTo>
                <a:lnTo>
                  <a:pt x="1921357" y="62605"/>
                </a:lnTo>
                <a:cubicBezTo>
                  <a:pt x="1920109" y="59156"/>
                  <a:pt x="1918087" y="56570"/>
                  <a:pt x="1915293" y="54846"/>
                </a:cubicBezTo>
                <a:cubicBezTo>
                  <a:pt x="1911488" y="52527"/>
                  <a:pt x="1906910" y="51368"/>
                  <a:pt x="1901559" y="51368"/>
                </a:cubicBezTo>
                <a:cubicBezTo>
                  <a:pt x="1896209" y="51368"/>
                  <a:pt x="1892359" y="52263"/>
                  <a:pt x="1890010" y="54054"/>
                </a:cubicBezTo>
                <a:cubicBezTo>
                  <a:pt x="1887662" y="55845"/>
                  <a:pt x="1886488" y="57906"/>
                  <a:pt x="1886488" y="60236"/>
                </a:cubicBezTo>
                <a:cubicBezTo>
                  <a:pt x="1886488" y="62623"/>
                  <a:pt x="1887677" y="64592"/>
                  <a:pt x="1890055" y="66141"/>
                </a:cubicBezTo>
                <a:cubicBezTo>
                  <a:pt x="1891541" y="67094"/>
                  <a:pt x="1896327" y="68762"/>
                  <a:pt x="1904413" y="71144"/>
                </a:cubicBezTo>
                <a:cubicBezTo>
                  <a:pt x="1916898" y="74778"/>
                  <a:pt x="1925252" y="78351"/>
                  <a:pt x="1929473" y="81865"/>
                </a:cubicBezTo>
                <a:cubicBezTo>
                  <a:pt x="1935418" y="86809"/>
                  <a:pt x="1938391" y="92765"/>
                  <a:pt x="1938391" y="99734"/>
                </a:cubicBezTo>
                <a:cubicBezTo>
                  <a:pt x="1938391" y="108726"/>
                  <a:pt x="1934615" y="116529"/>
                  <a:pt x="1927065" y="123141"/>
                </a:cubicBezTo>
                <a:cubicBezTo>
                  <a:pt x="1919514" y="129752"/>
                  <a:pt x="1908872" y="133057"/>
                  <a:pt x="1895138" y="133057"/>
                </a:cubicBezTo>
                <a:cubicBezTo>
                  <a:pt x="1881464" y="133057"/>
                  <a:pt x="1870896" y="130532"/>
                  <a:pt x="1863435" y="125482"/>
                </a:cubicBezTo>
                <a:cubicBezTo>
                  <a:pt x="1855973" y="120430"/>
                  <a:pt x="1850905" y="113332"/>
                  <a:pt x="1848230" y="104188"/>
                </a:cubicBezTo>
                <a:close/>
                <a:moveTo>
                  <a:pt x="2010274" y="55113"/>
                </a:moveTo>
                <a:lnTo>
                  <a:pt x="2014198" y="36029"/>
                </a:lnTo>
                <a:lnTo>
                  <a:pt x="2026789" y="36029"/>
                </a:lnTo>
                <a:lnTo>
                  <a:pt x="2029899" y="20868"/>
                </a:lnTo>
                <a:lnTo>
                  <a:pt x="2059145" y="3210"/>
                </a:lnTo>
                <a:lnTo>
                  <a:pt x="2052384" y="36029"/>
                </a:lnTo>
                <a:lnTo>
                  <a:pt x="2067884" y="36029"/>
                </a:lnTo>
                <a:lnTo>
                  <a:pt x="2063960" y="55113"/>
                </a:lnTo>
                <a:lnTo>
                  <a:pt x="2048451" y="55113"/>
                </a:lnTo>
                <a:lnTo>
                  <a:pt x="2039971" y="94810"/>
                </a:lnTo>
                <a:cubicBezTo>
                  <a:pt x="2038484" y="101994"/>
                  <a:pt x="2037741" y="106091"/>
                  <a:pt x="2037741" y="107100"/>
                </a:cubicBezTo>
                <a:cubicBezTo>
                  <a:pt x="2037741" y="109064"/>
                  <a:pt x="2038366" y="110596"/>
                  <a:pt x="2039614" y="111698"/>
                </a:cubicBezTo>
                <a:cubicBezTo>
                  <a:pt x="2040863" y="112798"/>
                  <a:pt x="2043122" y="113348"/>
                  <a:pt x="2046392" y="113348"/>
                </a:cubicBezTo>
                <a:cubicBezTo>
                  <a:pt x="2047521" y="113348"/>
                  <a:pt x="2050345" y="113140"/>
                  <a:pt x="2054864" y="112724"/>
                </a:cubicBezTo>
                <a:lnTo>
                  <a:pt x="2050851" y="131719"/>
                </a:lnTo>
                <a:cubicBezTo>
                  <a:pt x="2046451" y="132611"/>
                  <a:pt x="2041933" y="133057"/>
                  <a:pt x="2037295" y="133057"/>
                </a:cubicBezTo>
                <a:cubicBezTo>
                  <a:pt x="2028258" y="133057"/>
                  <a:pt x="2021689" y="131310"/>
                  <a:pt x="2017587" y="127818"/>
                </a:cubicBezTo>
                <a:cubicBezTo>
                  <a:pt x="2013484" y="124323"/>
                  <a:pt x="2011433" y="119470"/>
                  <a:pt x="2011433" y="113259"/>
                </a:cubicBezTo>
                <a:cubicBezTo>
                  <a:pt x="2011433" y="110346"/>
                  <a:pt x="2012533" y="103626"/>
                  <a:pt x="2014733" y="93101"/>
                </a:cubicBezTo>
                <a:lnTo>
                  <a:pt x="2022996" y="55113"/>
                </a:lnTo>
                <a:lnTo>
                  <a:pt x="2010274" y="55113"/>
                </a:lnTo>
                <a:close/>
                <a:moveTo>
                  <a:pt x="2068417" y="91424"/>
                </a:moveTo>
                <a:cubicBezTo>
                  <a:pt x="2068417" y="73853"/>
                  <a:pt x="2073366" y="59842"/>
                  <a:pt x="2083265" y="49389"/>
                </a:cubicBezTo>
                <a:cubicBezTo>
                  <a:pt x="2093164" y="38936"/>
                  <a:pt x="2106170" y="33710"/>
                  <a:pt x="2122281" y="33710"/>
                </a:cubicBezTo>
                <a:cubicBezTo>
                  <a:pt x="2136253" y="33710"/>
                  <a:pt x="2147163" y="37567"/>
                  <a:pt x="2155011" y="45281"/>
                </a:cubicBezTo>
                <a:cubicBezTo>
                  <a:pt x="2162858" y="52993"/>
                  <a:pt x="2166782" y="63372"/>
                  <a:pt x="2166782" y="76416"/>
                </a:cubicBezTo>
                <a:cubicBezTo>
                  <a:pt x="2166782" y="91781"/>
                  <a:pt x="2161877" y="105063"/>
                  <a:pt x="2152068" y="116260"/>
                </a:cubicBezTo>
                <a:cubicBezTo>
                  <a:pt x="2142258" y="127458"/>
                  <a:pt x="2129119" y="133057"/>
                  <a:pt x="2112650" y="133057"/>
                </a:cubicBezTo>
                <a:cubicBezTo>
                  <a:pt x="2103732" y="133057"/>
                  <a:pt x="2095825" y="131270"/>
                  <a:pt x="2088928" y="127698"/>
                </a:cubicBezTo>
                <a:cubicBezTo>
                  <a:pt x="2082031" y="124123"/>
                  <a:pt x="2076889" y="119060"/>
                  <a:pt x="2073500" y="112509"/>
                </a:cubicBezTo>
                <a:cubicBezTo>
                  <a:pt x="2070111" y="105956"/>
                  <a:pt x="2068417" y="98928"/>
                  <a:pt x="2068417" y="91424"/>
                </a:cubicBezTo>
                <a:moveTo>
                  <a:pt x="2141366" y="73097"/>
                </a:moveTo>
                <a:cubicBezTo>
                  <a:pt x="2141366" y="67016"/>
                  <a:pt x="2139597" y="62142"/>
                  <a:pt x="2136060" y="58474"/>
                </a:cubicBezTo>
                <a:cubicBezTo>
                  <a:pt x="2132522" y="54807"/>
                  <a:pt x="2127959" y="52973"/>
                  <a:pt x="2122371" y="52973"/>
                </a:cubicBezTo>
                <a:cubicBezTo>
                  <a:pt x="2116841" y="52973"/>
                  <a:pt x="2111937" y="54688"/>
                  <a:pt x="2107656" y="58118"/>
                </a:cubicBezTo>
                <a:cubicBezTo>
                  <a:pt x="2103375" y="61545"/>
                  <a:pt x="2100046" y="66525"/>
                  <a:pt x="2097668" y="73055"/>
                </a:cubicBezTo>
                <a:cubicBezTo>
                  <a:pt x="2095290" y="79584"/>
                  <a:pt x="2094100" y="85591"/>
                  <a:pt x="2094100" y="91075"/>
                </a:cubicBezTo>
                <a:cubicBezTo>
                  <a:pt x="2094100" y="97873"/>
                  <a:pt x="2095944" y="103271"/>
                  <a:pt x="2099630" y="107267"/>
                </a:cubicBezTo>
                <a:cubicBezTo>
                  <a:pt x="2103316" y="111262"/>
                  <a:pt x="2107953" y="113259"/>
                  <a:pt x="2113542" y="113259"/>
                </a:cubicBezTo>
                <a:cubicBezTo>
                  <a:pt x="2120557" y="113259"/>
                  <a:pt x="2126443" y="110247"/>
                  <a:pt x="2131199" y="104224"/>
                </a:cubicBezTo>
                <a:cubicBezTo>
                  <a:pt x="2137977" y="95698"/>
                  <a:pt x="2141366" y="85322"/>
                  <a:pt x="2141366" y="73097"/>
                </a:cubicBez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f">
            <a:extLst xmlns:a="http://schemas.openxmlformats.org/drawingml/2006/main">
              <a:ext uri="{FF2B5EF4-FFF2-40B4-BE49-F238E27FC236}">
                <a16:creationId xmlns:a16="http://schemas.microsoft.com/office/drawing/2014/main" id="{D6BE6E59-92F6-4F34-8807-95D75108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274" y="3617889"/>
            <a:ext cx="76160" cy="133057"/>
          </a:xfrm>
          <a:custGeom xmlns:a="http://schemas.openxmlformats.org/drawingml/2006/main">
            <a:pathLst>
              <a:path w="76160" h="133057">
                <a:moveTo>
                  <a:pt x="63496" y="38347"/>
                </a:moveTo>
                <a:lnTo>
                  <a:pt x="59572" y="57075"/>
                </a:lnTo>
                <a:lnTo>
                  <a:pt x="41469" y="57075"/>
                </a:lnTo>
                <a:lnTo>
                  <a:pt x="25595" y="133057"/>
                </a:lnTo>
                <a:lnTo>
                  <a:pt x="0" y="133057"/>
                </a:lnTo>
                <a:lnTo>
                  <a:pt x="15874" y="57075"/>
                </a:lnTo>
                <a:lnTo>
                  <a:pt x="1605" y="57075"/>
                </a:lnTo>
                <a:lnTo>
                  <a:pt x="5529" y="38347"/>
                </a:lnTo>
                <a:lnTo>
                  <a:pt x="19798" y="38347"/>
                </a:lnTo>
                <a:lnTo>
                  <a:pt x="21849" y="28605"/>
                </a:lnTo>
                <a:cubicBezTo>
                  <a:pt x="23514" y="20619"/>
                  <a:pt x="25089" y="15226"/>
                  <a:pt x="26576" y="12424"/>
                </a:cubicBezTo>
                <a:cubicBezTo>
                  <a:pt x="28597" y="8611"/>
                  <a:pt x="31614" y="5588"/>
                  <a:pt x="35627" y="3353"/>
                </a:cubicBezTo>
                <a:cubicBezTo>
                  <a:pt x="39641" y="1118"/>
                  <a:pt x="44887" y="0"/>
                  <a:pt x="51368" y="0"/>
                </a:cubicBezTo>
                <a:cubicBezTo>
                  <a:pt x="59216" y="0"/>
                  <a:pt x="67480" y="1414"/>
                  <a:pt x="76160" y="4242"/>
                </a:cubicBezTo>
                <a:lnTo>
                  <a:pt x="71166" y="22384"/>
                </a:lnTo>
                <a:cubicBezTo>
                  <a:pt x="65042" y="20303"/>
                  <a:pt x="60078" y="19263"/>
                  <a:pt x="56273" y="19263"/>
                </a:cubicBezTo>
                <a:cubicBezTo>
                  <a:pt x="53359" y="19263"/>
                  <a:pt x="51189" y="20205"/>
                  <a:pt x="49763" y="22089"/>
                </a:cubicBezTo>
                <a:cubicBezTo>
                  <a:pt x="48811" y="23304"/>
                  <a:pt x="47830" y="26493"/>
                  <a:pt x="46820" y="31656"/>
                </a:cubicBezTo>
                <a:lnTo>
                  <a:pt x="45393" y="38347"/>
                </a:lnTo>
                <a:lnTo>
                  <a:pt x="63496" y="38347"/>
                </a:ln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abr">
            <a:extLst xmlns:a="http://schemas.openxmlformats.org/drawingml/2006/main">
              <a:ext uri="{FF2B5EF4-FFF2-40B4-BE49-F238E27FC236}">
                <a16:creationId xmlns:a16="http://schemas.microsoft.com/office/drawing/2014/main" id="{F3B32465-7862-4E35-84D0-7FE7591B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4488" y="3620207"/>
            <a:ext cx="291531" cy="133057"/>
          </a:xfrm>
          <a:custGeom xmlns:a="http://schemas.openxmlformats.org/drawingml/2006/main">
            <a:pathLst>
              <a:path w="291531" h="133057">
                <a:moveTo>
                  <a:pt x="35226" y="62783"/>
                </a:moveTo>
                <a:lnTo>
                  <a:pt x="10256" y="60659"/>
                </a:lnTo>
                <a:cubicBezTo>
                  <a:pt x="13109" y="52211"/>
                  <a:pt x="18089" y="45608"/>
                  <a:pt x="25193" y="40850"/>
                </a:cubicBezTo>
                <a:cubicBezTo>
                  <a:pt x="32298" y="36090"/>
                  <a:pt x="41707" y="33710"/>
                  <a:pt x="53419" y="33710"/>
                </a:cubicBezTo>
                <a:cubicBezTo>
                  <a:pt x="65607" y="33710"/>
                  <a:pt x="74614" y="36165"/>
                  <a:pt x="80441" y="41076"/>
                </a:cubicBezTo>
                <a:cubicBezTo>
                  <a:pt x="86267" y="45984"/>
                  <a:pt x="89180" y="51979"/>
                  <a:pt x="89180" y="59060"/>
                </a:cubicBezTo>
                <a:cubicBezTo>
                  <a:pt x="89180" y="61917"/>
                  <a:pt x="88928" y="64953"/>
                  <a:pt x="88422" y="68167"/>
                </a:cubicBezTo>
                <a:cubicBezTo>
                  <a:pt x="87917" y="71379"/>
                  <a:pt x="86148" y="79829"/>
                  <a:pt x="83116" y="93517"/>
                </a:cubicBezTo>
                <a:cubicBezTo>
                  <a:pt x="80619" y="104822"/>
                  <a:pt x="79370" y="112737"/>
                  <a:pt x="79370" y="117261"/>
                </a:cubicBezTo>
                <a:cubicBezTo>
                  <a:pt x="79370" y="121307"/>
                  <a:pt x="80084" y="125800"/>
                  <a:pt x="81511" y="130738"/>
                </a:cubicBezTo>
                <a:lnTo>
                  <a:pt x="56629" y="130738"/>
                </a:lnTo>
                <a:cubicBezTo>
                  <a:pt x="55619" y="127290"/>
                  <a:pt x="54994" y="123723"/>
                  <a:pt x="54757" y="120037"/>
                </a:cubicBezTo>
                <a:cubicBezTo>
                  <a:pt x="51011" y="124198"/>
                  <a:pt x="46701" y="127409"/>
                  <a:pt x="41826" y="129668"/>
                </a:cubicBezTo>
                <a:cubicBezTo>
                  <a:pt x="36950" y="131927"/>
                  <a:pt x="32045" y="133057"/>
                  <a:pt x="27111" y="133057"/>
                </a:cubicBezTo>
                <a:cubicBezTo>
                  <a:pt x="19263" y="133057"/>
                  <a:pt x="12782" y="130482"/>
                  <a:pt x="7669" y="125332"/>
                </a:cubicBezTo>
                <a:cubicBezTo>
                  <a:pt x="2556" y="120181"/>
                  <a:pt x="0" y="113558"/>
                  <a:pt x="0" y="105461"/>
                </a:cubicBezTo>
                <a:cubicBezTo>
                  <a:pt x="0" y="96411"/>
                  <a:pt x="2809" y="89177"/>
                  <a:pt x="8428" y="83760"/>
                </a:cubicBezTo>
                <a:cubicBezTo>
                  <a:pt x="14046" y="78342"/>
                  <a:pt x="24079" y="75067"/>
                  <a:pt x="38526" y="73936"/>
                </a:cubicBezTo>
                <a:cubicBezTo>
                  <a:pt x="50714" y="72923"/>
                  <a:pt x="58859" y="71703"/>
                  <a:pt x="62961" y="70274"/>
                </a:cubicBezTo>
                <a:cubicBezTo>
                  <a:pt x="64031" y="66707"/>
                  <a:pt x="64566" y="63853"/>
                  <a:pt x="64566" y="61713"/>
                </a:cubicBezTo>
                <a:cubicBezTo>
                  <a:pt x="64566" y="58978"/>
                  <a:pt x="63467" y="56689"/>
                  <a:pt x="61267" y="54846"/>
                </a:cubicBezTo>
                <a:cubicBezTo>
                  <a:pt x="59067" y="53003"/>
                  <a:pt x="55797" y="52081"/>
                  <a:pt x="51457" y="52081"/>
                </a:cubicBezTo>
                <a:cubicBezTo>
                  <a:pt x="46879" y="52081"/>
                  <a:pt x="43267" y="53010"/>
                  <a:pt x="40622" y="54868"/>
                </a:cubicBezTo>
                <a:cubicBezTo>
                  <a:pt x="37976" y="56724"/>
                  <a:pt x="36177" y="59362"/>
                  <a:pt x="35226" y="62783"/>
                </a:cubicBezTo>
                <a:moveTo>
                  <a:pt x="59572" y="86505"/>
                </a:moveTo>
                <a:cubicBezTo>
                  <a:pt x="58027" y="86923"/>
                  <a:pt x="55975" y="87310"/>
                  <a:pt x="53419" y="87667"/>
                </a:cubicBezTo>
                <a:cubicBezTo>
                  <a:pt x="40577" y="89218"/>
                  <a:pt x="32194" y="91485"/>
                  <a:pt x="28270" y="94467"/>
                </a:cubicBezTo>
                <a:cubicBezTo>
                  <a:pt x="25476" y="96615"/>
                  <a:pt x="24079" y="99508"/>
                  <a:pt x="24079" y="103148"/>
                </a:cubicBezTo>
                <a:cubicBezTo>
                  <a:pt x="24079" y="106130"/>
                  <a:pt x="25149" y="108650"/>
                  <a:pt x="27289" y="110709"/>
                </a:cubicBezTo>
                <a:cubicBezTo>
                  <a:pt x="29429" y="112766"/>
                  <a:pt x="32254" y="113794"/>
                  <a:pt x="35761" y="113794"/>
                </a:cubicBezTo>
                <a:cubicBezTo>
                  <a:pt x="39626" y="113794"/>
                  <a:pt x="43267" y="112855"/>
                  <a:pt x="46686" y="110976"/>
                </a:cubicBezTo>
                <a:cubicBezTo>
                  <a:pt x="50104" y="109096"/>
                  <a:pt x="52661" y="106680"/>
                  <a:pt x="54355" y="103728"/>
                </a:cubicBezTo>
                <a:cubicBezTo>
                  <a:pt x="56050" y="100776"/>
                  <a:pt x="57551" y="96168"/>
                  <a:pt x="58859" y="89905"/>
                </a:cubicBezTo>
                <a:lnTo>
                  <a:pt x="59572" y="86505"/>
                </a:lnTo>
                <a:close/>
                <a:moveTo>
                  <a:pt x="99980" y="130738"/>
                </a:moveTo>
                <a:lnTo>
                  <a:pt x="127269" y="0"/>
                </a:lnTo>
                <a:lnTo>
                  <a:pt x="152953" y="0"/>
                </a:lnTo>
                <a:lnTo>
                  <a:pt x="143767" y="43656"/>
                </a:lnTo>
                <a:cubicBezTo>
                  <a:pt x="148464" y="40073"/>
                  <a:pt x="152849" y="37519"/>
                  <a:pt x="156921" y="35995"/>
                </a:cubicBezTo>
                <a:cubicBezTo>
                  <a:pt x="160994" y="34472"/>
                  <a:pt x="165438" y="33710"/>
                  <a:pt x="170254" y="33710"/>
                </a:cubicBezTo>
                <a:cubicBezTo>
                  <a:pt x="180242" y="33710"/>
                  <a:pt x="188238" y="37061"/>
                  <a:pt x="194243" y="43762"/>
                </a:cubicBezTo>
                <a:cubicBezTo>
                  <a:pt x="200248" y="50462"/>
                  <a:pt x="203250" y="60214"/>
                  <a:pt x="203250" y="73019"/>
                </a:cubicBezTo>
                <a:cubicBezTo>
                  <a:pt x="203250" y="81657"/>
                  <a:pt x="201838" y="90040"/>
                  <a:pt x="199014" y="98171"/>
                </a:cubicBezTo>
                <a:cubicBezTo>
                  <a:pt x="196190" y="106299"/>
                  <a:pt x="192415" y="112910"/>
                  <a:pt x="187688" y="118002"/>
                </a:cubicBezTo>
                <a:cubicBezTo>
                  <a:pt x="182962" y="123095"/>
                  <a:pt x="177998" y="126877"/>
                  <a:pt x="172795" y="129350"/>
                </a:cubicBezTo>
                <a:cubicBezTo>
                  <a:pt x="167593" y="131821"/>
                  <a:pt x="162138" y="133057"/>
                  <a:pt x="156431" y="133057"/>
                </a:cubicBezTo>
                <a:cubicBezTo>
                  <a:pt x="142875" y="133057"/>
                  <a:pt x="132917" y="127149"/>
                  <a:pt x="126555" y="115332"/>
                </a:cubicBezTo>
                <a:lnTo>
                  <a:pt x="123256" y="130738"/>
                </a:lnTo>
                <a:lnTo>
                  <a:pt x="99980" y="130738"/>
                </a:lnTo>
                <a:moveTo>
                  <a:pt x="134492" y="92240"/>
                </a:moveTo>
                <a:cubicBezTo>
                  <a:pt x="134492" y="98620"/>
                  <a:pt x="136291" y="103808"/>
                  <a:pt x="139888" y="107802"/>
                </a:cubicBezTo>
                <a:cubicBezTo>
                  <a:pt x="143485" y="111797"/>
                  <a:pt x="147721" y="113794"/>
                  <a:pt x="152596" y="113794"/>
                </a:cubicBezTo>
                <a:cubicBezTo>
                  <a:pt x="156877" y="113794"/>
                  <a:pt x="160964" y="112244"/>
                  <a:pt x="164858" y="109143"/>
                </a:cubicBezTo>
                <a:cubicBezTo>
                  <a:pt x="168753" y="106042"/>
                  <a:pt x="171993" y="101093"/>
                  <a:pt x="174579" y="94297"/>
                </a:cubicBezTo>
                <a:cubicBezTo>
                  <a:pt x="177165" y="87499"/>
                  <a:pt x="178458" y="80641"/>
                  <a:pt x="178458" y="73724"/>
                </a:cubicBezTo>
                <a:cubicBezTo>
                  <a:pt x="178458" y="66987"/>
                  <a:pt x="176719" y="61696"/>
                  <a:pt x="173241" y="57850"/>
                </a:cubicBezTo>
                <a:cubicBezTo>
                  <a:pt x="169763" y="54004"/>
                  <a:pt x="165557" y="52081"/>
                  <a:pt x="160622" y="52081"/>
                </a:cubicBezTo>
                <a:cubicBezTo>
                  <a:pt x="154201" y="52081"/>
                  <a:pt x="148672" y="55062"/>
                  <a:pt x="144035" y="61024"/>
                </a:cubicBezTo>
                <a:cubicBezTo>
                  <a:pt x="137673" y="69194"/>
                  <a:pt x="134492" y="79599"/>
                  <a:pt x="134492" y="92240"/>
                </a:cubicBezTo>
                <a:close/>
                <a:moveTo>
                  <a:pt x="230621" y="36029"/>
                </a:moveTo>
                <a:lnTo>
                  <a:pt x="254521" y="36029"/>
                </a:lnTo>
                <a:lnTo>
                  <a:pt x="250687" y="54361"/>
                </a:lnTo>
                <a:cubicBezTo>
                  <a:pt x="259605" y="40594"/>
                  <a:pt x="269266" y="33710"/>
                  <a:pt x="279670" y="33710"/>
                </a:cubicBezTo>
                <a:cubicBezTo>
                  <a:pt x="283356" y="33710"/>
                  <a:pt x="287310" y="34632"/>
                  <a:pt x="291531" y="36475"/>
                </a:cubicBezTo>
                <a:lnTo>
                  <a:pt x="281721" y="57432"/>
                </a:lnTo>
                <a:cubicBezTo>
                  <a:pt x="279403" y="56600"/>
                  <a:pt x="276935" y="56184"/>
                  <a:pt x="274319" y="56184"/>
                </a:cubicBezTo>
                <a:cubicBezTo>
                  <a:pt x="269920" y="56184"/>
                  <a:pt x="265446" y="57852"/>
                  <a:pt x="260898" y="61189"/>
                </a:cubicBezTo>
                <a:cubicBezTo>
                  <a:pt x="256350" y="64524"/>
                  <a:pt x="252797" y="68976"/>
                  <a:pt x="250241" y="74546"/>
                </a:cubicBezTo>
                <a:cubicBezTo>
                  <a:pt x="247684" y="80114"/>
                  <a:pt x="245157" y="88945"/>
                  <a:pt x="242660" y="101038"/>
                </a:cubicBezTo>
                <a:lnTo>
                  <a:pt x="236418" y="130738"/>
                </a:lnTo>
                <a:lnTo>
                  <a:pt x="210823" y="130738"/>
                </a:lnTo>
                <a:lnTo>
                  <a:pt x="230621" y="36029"/>
                </a:ln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icateddecisions">
            <a:extLst xmlns:a="http://schemas.openxmlformats.org/drawingml/2006/main">
              <a:ext uri="{FF2B5EF4-FFF2-40B4-BE49-F238E27FC236}">
                <a16:creationId xmlns:a16="http://schemas.microsoft.com/office/drawing/2014/main" id="{48DFAEC8-0935-4DCF-A605-0A6F49AD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823" y="3620207"/>
            <a:ext cx="1412971" cy="133057"/>
          </a:xfrm>
          <a:custGeom xmlns:a="http://schemas.openxmlformats.org/drawingml/2006/main">
            <a:pathLst>
              <a:path w="1412971" h="133057">
                <a:moveTo>
                  <a:pt x="27289" y="0"/>
                </a:moveTo>
                <a:lnTo>
                  <a:pt x="52884" y="0"/>
                </a:lnTo>
                <a:lnTo>
                  <a:pt x="48068" y="23187"/>
                </a:lnTo>
                <a:lnTo>
                  <a:pt x="22473" y="23187"/>
                </a:lnTo>
                <a:lnTo>
                  <a:pt x="27289" y="0"/>
                </a:lnTo>
                <a:moveTo>
                  <a:pt x="19798" y="36029"/>
                </a:moveTo>
                <a:lnTo>
                  <a:pt x="45393" y="36029"/>
                </a:lnTo>
                <a:lnTo>
                  <a:pt x="25595" y="130738"/>
                </a:lnTo>
                <a:lnTo>
                  <a:pt x="0" y="130738"/>
                </a:lnTo>
                <a:lnTo>
                  <a:pt x="19798" y="36029"/>
                </a:lnTo>
                <a:close/>
                <a:moveTo>
                  <a:pt x="114948" y="95066"/>
                </a:moveTo>
                <a:lnTo>
                  <a:pt x="139829" y="99079"/>
                </a:lnTo>
                <a:cubicBezTo>
                  <a:pt x="135727" y="110167"/>
                  <a:pt x="129663" y="118602"/>
                  <a:pt x="121636" y="124384"/>
                </a:cubicBezTo>
                <a:cubicBezTo>
                  <a:pt x="113610" y="130166"/>
                  <a:pt x="104306" y="133057"/>
                  <a:pt x="93723" y="133057"/>
                </a:cubicBezTo>
                <a:cubicBezTo>
                  <a:pt x="81654" y="133057"/>
                  <a:pt x="72082" y="129453"/>
                  <a:pt x="65007" y="122247"/>
                </a:cubicBezTo>
                <a:cubicBezTo>
                  <a:pt x="57932" y="115040"/>
                  <a:pt x="54394" y="105123"/>
                  <a:pt x="54394" y="92497"/>
                </a:cubicBezTo>
                <a:cubicBezTo>
                  <a:pt x="54394" y="82193"/>
                  <a:pt x="56535" y="72454"/>
                  <a:pt x="60815" y="63282"/>
                </a:cubicBezTo>
                <a:cubicBezTo>
                  <a:pt x="65096" y="54109"/>
                  <a:pt x="71547" y="46887"/>
                  <a:pt x="80168" y="41617"/>
                </a:cubicBezTo>
                <a:cubicBezTo>
                  <a:pt x="88788" y="36346"/>
                  <a:pt x="98241" y="33710"/>
                  <a:pt x="108527" y="33710"/>
                </a:cubicBezTo>
                <a:cubicBezTo>
                  <a:pt x="119704" y="33710"/>
                  <a:pt x="128622" y="36644"/>
                  <a:pt x="135281" y="42511"/>
                </a:cubicBezTo>
                <a:cubicBezTo>
                  <a:pt x="141940" y="48378"/>
                  <a:pt x="145685" y="56102"/>
                  <a:pt x="146518" y="65681"/>
                </a:cubicBezTo>
                <a:lnTo>
                  <a:pt x="122171" y="68312"/>
                </a:lnTo>
                <a:cubicBezTo>
                  <a:pt x="121577" y="62930"/>
                  <a:pt x="119957" y="58969"/>
                  <a:pt x="117311" y="56429"/>
                </a:cubicBezTo>
                <a:cubicBezTo>
                  <a:pt x="114665" y="53887"/>
                  <a:pt x="111202" y="52616"/>
                  <a:pt x="106922" y="52616"/>
                </a:cubicBezTo>
                <a:cubicBezTo>
                  <a:pt x="101987" y="52616"/>
                  <a:pt x="97379" y="54462"/>
                  <a:pt x="93099" y="58154"/>
                </a:cubicBezTo>
                <a:cubicBezTo>
                  <a:pt x="88818" y="61846"/>
                  <a:pt x="85533" y="67368"/>
                  <a:pt x="83244" y="74722"/>
                </a:cubicBezTo>
                <a:cubicBezTo>
                  <a:pt x="80955" y="82076"/>
                  <a:pt x="79811" y="88967"/>
                  <a:pt x="79811" y="95398"/>
                </a:cubicBezTo>
                <a:cubicBezTo>
                  <a:pt x="79811" y="100994"/>
                  <a:pt x="81178" y="105311"/>
                  <a:pt x="83913" y="108348"/>
                </a:cubicBezTo>
                <a:cubicBezTo>
                  <a:pt x="86648" y="111384"/>
                  <a:pt x="90067" y="112902"/>
                  <a:pt x="94169" y="112902"/>
                </a:cubicBezTo>
                <a:cubicBezTo>
                  <a:pt x="98271" y="112902"/>
                  <a:pt x="102225" y="111416"/>
                  <a:pt x="106030" y="108443"/>
                </a:cubicBezTo>
                <a:cubicBezTo>
                  <a:pt x="109835" y="105470"/>
                  <a:pt x="112807" y="101011"/>
                  <a:pt x="114948" y="95066"/>
                </a:cubicBezTo>
                <a:close/>
                <a:moveTo>
                  <a:pt x="188441" y="62783"/>
                </a:moveTo>
                <a:lnTo>
                  <a:pt x="163471" y="60659"/>
                </a:lnTo>
                <a:cubicBezTo>
                  <a:pt x="166325" y="52211"/>
                  <a:pt x="171304" y="45608"/>
                  <a:pt x="178409" y="40850"/>
                </a:cubicBezTo>
                <a:cubicBezTo>
                  <a:pt x="185513" y="36090"/>
                  <a:pt x="194922" y="33710"/>
                  <a:pt x="206634" y="33710"/>
                </a:cubicBezTo>
                <a:cubicBezTo>
                  <a:pt x="218822" y="33710"/>
                  <a:pt x="227829" y="36165"/>
                  <a:pt x="233656" y="41076"/>
                </a:cubicBezTo>
                <a:cubicBezTo>
                  <a:pt x="239482" y="45984"/>
                  <a:pt x="242395" y="51979"/>
                  <a:pt x="242395" y="59060"/>
                </a:cubicBezTo>
                <a:cubicBezTo>
                  <a:pt x="242395" y="61917"/>
                  <a:pt x="242143" y="64953"/>
                  <a:pt x="241637" y="68167"/>
                </a:cubicBezTo>
                <a:cubicBezTo>
                  <a:pt x="241132" y="71379"/>
                  <a:pt x="239363" y="79829"/>
                  <a:pt x="236331" y="93517"/>
                </a:cubicBezTo>
                <a:cubicBezTo>
                  <a:pt x="233834" y="104822"/>
                  <a:pt x="232586" y="112737"/>
                  <a:pt x="232586" y="117261"/>
                </a:cubicBezTo>
                <a:cubicBezTo>
                  <a:pt x="232586" y="121307"/>
                  <a:pt x="233299" y="125800"/>
                  <a:pt x="234726" y="130738"/>
                </a:cubicBezTo>
                <a:lnTo>
                  <a:pt x="209845" y="130738"/>
                </a:lnTo>
                <a:cubicBezTo>
                  <a:pt x="208834" y="127290"/>
                  <a:pt x="208210" y="123723"/>
                  <a:pt x="207972" y="120037"/>
                </a:cubicBezTo>
                <a:cubicBezTo>
                  <a:pt x="204226" y="124198"/>
                  <a:pt x="199916" y="127409"/>
                  <a:pt x="195041" y="129668"/>
                </a:cubicBezTo>
                <a:cubicBezTo>
                  <a:pt x="190165" y="131927"/>
                  <a:pt x="185261" y="133057"/>
                  <a:pt x="180326" y="133057"/>
                </a:cubicBezTo>
                <a:cubicBezTo>
                  <a:pt x="172478" y="133057"/>
                  <a:pt x="165998" y="130482"/>
                  <a:pt x="160885" y="125332"/>
                </a:cubicBezTo>
                <a:cubicBezTo>
                  <a:pt x="155772" y="120181"/>
                  <a:pt x="153215" y="113558"/>
                  <a:pt x="153215" y="105461"/>
                </a:cubicBezTo>
                <a:cubicBezTo>
                  <a:pt x="153215" y="96411"/>
                  <a:pt x="156024" y="89177"/>
                  <a:pt x="161643" y="83760"/>
                </a:cubicBezTo>
                <a:cubicBezTo>
                  <a:pt x="167261" y="78342"/>
                  <a:pt x="177294" y="75067"/>
                  <a:pt x="191741" y="73936"/>
                </a:cubicBezTo>
                <a:cubicBezTo>
                  <a:pt x="203929" y="72923"/>
                  <a:pt x="212074" y="71703"/>
                  <a:pt x="216176" y="70274"/>
                </a:cubicBezTo>
                <a:cubicBezTo>
                  <a:pt x="217247" y="66707"/>
                  <a:pt x="217782" y="63853"/>
                  <a:pt x="217782" y="61713"/>
                </a:cubicBezTo>
                <a:cubicBezTo>
                  <a:pt x="217782" y="58978"/>
                  <a:pt x="216682" y="56689"/>
                  <a:pt x="214482" y="54846"/>
                </a:cubicBezTo>
                <a:cubicBezTo>
                  <a:pt x="212282" y="53003"/>
                  <a:pt x="209012" y="52081"/>
                  <a:pt x="204672" y="52081"/>
                </a:cubicBezTo>
                <a:cubicBezTo>
                  <a:pt x="200094" y="52081"/>
                  <a:pt x="196482" y="53010"/>
                  <a:pt x="193837" y="54868"/>
                </a:cubicBezTo>
                <a:cubicBezTo>
                  <a:pt x="191191" y="56724"/>
                  <a:pt x="189393" y="59362"/>
                  <a:pt x="188441" y="62783"/>
                </a:cubicBezTo>
                <a:moveTo>
                  <a:pt x="212788" y="86505"/>
                </a:moveTo>
                <a:cubicBezTo>
                  <a:pt x="211242" y="86923"/>
                  <a:pt x="209191" y="87310"/>
                  <a:pt x="206634" y="87667"/>
                </a:cubicBezTo>
                <a:cubicBezTo>
                  <a:pt x="193792" y="89218"/>
                  <a:pt x="185409" y="91485"/>
                  <a:pt x="181485" y="94467"/>
                </a:cubicBezTo>
                <a:cubicBezTo>
                  <a:pt x="178691" y="96615"/>
                  <a:pt x="177294" y="99508"/>
                  <a:pt x="177294" y="103148"/>
                </a:cubicBezTo>
                <a:cubicBezTo>
                  <a:pt x="177294" y="106130"/>
                  <a:pt x="178364" y="108650"/>
                  <a:pt x="180504" y="110709"/>
                </a:cubicBezTo>
                <a:cubicBezTo>
                  <a:pt x="182645" y="112766"/>
                  <a:pt x="185469" y="113794"/>
                  <a:pt x="188976" y="113794"/>
                </a:cubicBezTo>
                <a:cubicBezTo>
                  <a:pt x="192841" y="113794"/>
                  <a:pt x="196482" y="112855"/>
                  <a:pt x="199901" y="110976"/>
                </a:cubicBezTo>
                <a:cubicBezTo>
                  <a:pt x="203320" y="109096"/>
                  <a:pt x="205876" y="106680"/>
                  <a:pt x="207570" y="103728"/>
                </a:cubicBezTo>
                <a:cubicBezTo>
                  <a:pt x="209265" y="100776"/>
                  <a:pt x="210766" y="96168"/>
                  <a:pt x="212074" y="89905"/>
                </a:cubicBezTo>
                <a:lnTo>
                  <a:pt x="212788" y="86505"/>
                </a:lnTo>
                <a:close/>
                <a:moveTo>
                  <a:pt x="260330" y="55113"/>
                </a:moveTo>
                <a:lnTo>
                  <a:pt x="264254" y="36029"/>
                </a:lnTo>
                <a:lnTo>
                  <a:pt x="276845" y="36029"/>
                </a:lnTo>
                <a:lnTo>
                  <a:pt x="279955" y="20868"/>
                </a:lnTo>
                <a:lnTo>
                  <a:pt x="309201" y="3210"/>
                </a:lnTo>
                <a:lnTo>
                  <a:pt x="302440" y="36029"/>
                </a:lnTo>
                <a:lnTo>
                  <a:pt x="317941" y="36029"/>
                </a:lnTo>
                <a:lnTo>
                  <a:pt x="314017" y="55113"/>
                </a:lnTo>
                <a:lnTo>
                  <a:pt x="298508" y="55113"/>
                </a:lnTo>
                <a:lnTo>
                  <a:pt x="290027" y="94810"/>
                </a:lnTo>
                <a:cubicBezTo>
                  <a:pt x="288541" y="101994"/>
                  <a:pt x="287798" y="106091"/>
                  <a:pt x="287798" y="107100"/>
                </a:cubicBezTo>
                <a:cubicBezTo>
                  <a:pt x="287798" y="109064"/>
                  <a:pt x="288422" y="110596"/>
                  <a:pt x="289670" y="111698"/>
                </a:cubicBezTo>
                <a:cubicBezTo>
                  <a:pt x="290919" y="112798"/>
                  <a:pt x="293178" y="113348"/>
                  <a:pt x="296448" y="113348"/>
                </a:cubicBezTo>
                <a:cubicBezTo>
                  <a:pt x="297578" y="113348"/>
                  <a:pt x="300402" y="113140"/>
                  <a:pt x="304920" y="112724"/>
                </a:cubicBezTo>
                <a:lnTo>
                  <a:pt x="300907" y="131719"/>
                </a:lnTo>
                <a:cubicBezTo>
                  <a:pt x="296508" y="132611"/>
                  <a:pt x="291989" y="133057"/>
                  <a:pt x="287352" y="133057"/>
                </a:cubicBezTo>
                <a:cubicBezTo>
                  <a:pt x="278315" y="133057"/>
                  <a:pt x="271745" y="131310"/>
                  <a:pt x="267643" y="127818"/>
                </a:cubicBezTo>
                <a:cubicBezTo>
                  <a:pt x="263541" y="124323"/>
                  <a:pt x="261489" y="119470"/>
                  <a:pt x="261489" y="113259"/>
                </a:cubicBezTo>
                <a:cubicBezTo>
                  <a:pt x="261489" y="110346"/>
                  <a:pt x="262589" y="103626"/>
                  <a:pt x="264789" y="93101"/>
                </a:cubicBezTo>
                <a:lnTo>
                  <a:pt x="273052" y="55113"/>
                </a:lnTo>
                <a:lnTo>
                  <a:pt x="260330" y="55113"/>
                </a:lnTo>
                <a:close/>
                <a:moveTo>
                  <a:pt x="406941" y="91321"/>
                </a:moveTo>
                <a:lnTo>
                  <a:pt x="342731" y="91321"/>
                </a:lnTo>
                <a:cubicBezTo>
                  <a:pt x="342672" y="92331"/>
                  <a:pt x="342642" y="93104"/>
                  <a:pt x="342642" y="93639"/>
                </a:cubicBezTo>
                <a:cubicBezTo>
                  <a:pt x="342642" y="99941"/>
                  <a:pt x="344441" y="105025"/>
                  <a:pt x="348038" y="108889"/>
                </a:cubicBezTo>
                <a:cubicBezTo>
                  <a:pt x="351635" y="112754"/>
                  <a:pt x="356019" y="114686"/>
                  <a:pt x="361192" y="114686"/>
                </a:cubicBezTo>
                <a:cubicBezTo>
                  <a:pt x="369694" y="114686"/>
                  <a:pt x="376323" y="110286"/>
                  <a:pt x="381079" y="101487"/>
                </a:cubicBezTo>
                <a:lnTo>
                  <a:pt x="403998" y="105411"/>
                </a:lnTo>
                <a:cubicBezTo>
                  <a:pt x="399539" y="114626"/>
                  <a:pt x="393579" y="121538"/>
                  <a:pt x="386118" y="126145"/>
                </a:cubicBezTo>
                <a:cubicBezTo>
                  <a:pt x="378656" y="130753"/>
                  <a:pt x="370288" y="133057"/>
                  <a:pt x="361013" y="133057"/>
                </a:cubicBezTo>
                <a:cubicBezTo>
                  <a:pt x="348290" y="133057"/>
                  <a:pt x="337945" y="129021"/>
                  <a:pt x="329979" y="120951"/>
                </a:cubicBezTo>
                <a:cubicBezTo>
                  <a:pt x="322012" y="112880"/>
                  <a:pt x="318028" y="102204"/>
                  <a:pt x="318028" y="88924"/>
                </a:cubicBezTo>
                <a:cubicBezTo>
                  <a:pt x="318028" y="75939"/>
                  <a:pt x="321625" y="64383"/>
                  <a:pt x="328819" y="54258"/>
                </a:cubicBezTo>
                <a:cubicBezTo>
                  <a:pt x="338629" y="40559"/>
                  <a:pt x="352630" y="33710"/>
                  <a:pt x="370823" y="33710"/>
                </a:cubicBezTo>
                <a:cubicBezTo>
                  <a:pt x="382417" y="33710"/>
                  <a:pt x="391632" y="37298"/>
                  <a:pt x="398469" y="44473"/>
                </a:cubicBezTo>
                <a:cubicBezTo>
                  <a:pt x="405306" y="51648"/>
                  <a:pt x="408725" y="61697"/>
                  <a:pt x="408725" y="74619"/>
                </a:cubicBezTo>
                <a:cubicBezTo>
                  <a:pt x="408725" y="80811"/>
                  <a:pt x="408130" y="86378"/>
                  <a:pt x="406941" y="91321"/>
                </a:cubicBezTo>
                <a:moveTo>
                  <a:pt x="385359" y="75625"/>
                </a:moveTo>
                <a:cubicBezTo>
                  <a:pt x="385419" y="74499"/>
                  <a:pt x="385449" y="73641"/>
                  <a:pt x="385449" y="73050"/>
                </a:cubicBezTo>
                <a:cubicBezTo>
                  <a:pt x="385449" y="66060"/>
                  <a:pt x="383873" y="60818"/>
                  <a:pt x="380722" y="57323"/>
                </a:cubicBezTo>
                <a:cubicBezTo>
                  <a:pt x="377571" y="53829"/>
                  <a:pt x="373350" y="52081"/>
                  <a:pt x="368059" y="52081"/>
                </a:cubicBezTo>
                <a:cubicBezTo>
                  <a:pt x="362767" y="52081"/>
                  <a:pt x="358026" y="54066"/>
                  <a:pt x="353834" y="58034"/>
                </a:cubicBezTo>
                <a:cubicBezTo>
                  <a:pt x="349643" y="62003"/>
                  <a:pt x="346804" y="67866"/>
                  <a:pt x="345318" y="75625"/>
                </a:cubicBezTo>
                <a:lnTo>
                  <a:pt x="385359" y="75625"/>
                </a:lnTo>
                <a:close/>
                <a:moveTo>
                  <a:pt x="503800" y="130738"/>
                </a:moveTo>
                <a:lnTo>
                  <a:pt x="479543" y="130738"/>
                </a:lnTo>
                <a:lnTo>
                  <a:pt x="481684" y="120491"/>
                </a:lnTo>
                <a:cubicBezTo>
                  <a:pt x="477046" y="124980"/>
                  <a:pt x="472483" y="128197"/>
                  <a:pt x="467995" y="130142"/>
                </a:cubicBezTo>
                <a:cubicBezTo>
                  <a:pt x="463506" y="132085"/>
                  <a:pt x="458437" y="133057"/>
                  <a:pt x="452789" y="133057"/>
                </a:cubicBezTo>
                <a:cubicBezTo>
                  <a:pt x="442979" y="133057"/>
                  <a:pt x="435028" y="129707"/>
                  <a:pt x="428934" y="123007"/>
                </a:cubicBezTo>
                <a:cubicBezTo>
                  <a:pt x="422840" y="116306"/>
                  <a:pt x="419793" y="106403"/>
                  <a:pt x="419793" y="93299"/>
                </a:cubicBezTo>
                <a:cubicBezTo>
                  <a:pt x="419793" y="78113"/>
                  <a:pt x="424073" y="64384"/>
                  <a:pt x="432635" y="52115"/>
                </a:cubicBezTo>
                <a:cubicBezTo>
                  <a:pt x="441196" y="39845"/>
                  <a:pt x="452522" y="33710"/>
                  <a:pt x="466612" y="33710"/>
                </a:cubicBezTo>
                <a:cubicBezTo>
                  <a:pt x="479335" y="33710"/>
                  <a:pt x="488878" y="38764"/>
                  <a:pt x="495239" y="48871"/>
                </a:cubicBezTo>
                <a:lnTo>
                  <a:pt x="505495" y="0"/>
                </a:lnTo>
                <a:lnTo>
                  <a:pt x="531090" y="0"/>
                </a:lnTo>
                <a:lnTo>
                  <a:pt x="503800" y="130738"/>
                </a:lnTo>
                <a:moveTo>
                  <a:pt x="444674" y="92182"/>
                </a:moveTo>
                <a:cubicBezTo>
                  <a:pt x="444674" y="98969"/>
                  <a:pt x="446383" y="104267"/>
                  <a:pt x="449802" y="108078"/>
                </a:cubicBezTo>
                <a:cubicBezTo>
                  <a:pt x="453220" y="111889"/>
                  <a:pt x="457427" y="113794"/>
                  <a:pt x="462421" y="113794"/>
                </a:cubicBezTo>
                <a:cubicBezTo>
                  <a:pt x="467058" y="113794"/>
                  <a:pt x="471383" y="112202"/>
                  <a:pt x="475396" y="109017"/>
                </a:cubicBezTo>
                <a:cubicBezTo>
                  <a:pt x="479410" y="105831"/>
                  <a:pt x="482620" y="100963"/>
                  <a:pt x="485028" y="94414"/>
                </a:cubicBezTo>
                <a:cubicBezTo>
                  <a:pt x="487436" y="87865"/>
                  <a:pt x="488640" y="81583"/>
                  <a:pt x="488640" y="75569"/>
                </a:cubicBezTo>
                <a:cubicBezTo>
                  <a:pt x="488640" y="68723"/>
                  <a:pt x="486797" y="63186"/>
                  <a:pt x="483111" y="58959"/>
                </a:cubicBezTo>
                <a:cubicBezTo>
                  <a:pt x="479424" y="54731"/>
                  <a:pt x="475174" y="52616"/>
                  <a:pt x="470358" y="52616"/>
                </a:cubicBezTo>
                <a:cubicBezTo>
                  <a:pt x="462867" y="52616"/>
                  <a:pt x="456713" y="56785"/>
                  <a:pt x="451898" y="65121"/>
                </a:cubicBezTo>
                <a:cubicBezTo>
                  <a:pt x="447082" y="73456"/>
                  <a:pt x="444674" y="82476"/>
                  <a:pt x="444674" y="92182"/>
                </a:cubicBezTo>
                <a:close/>
                <a:moveTo>
                  <a:pt x="666094" y="130738"/>
                </a:moveTo>
                <a:lnTo>
                  <a:pt x="641837" y="130738"/>
                </a:lnTo>
                <a:lnTo>
                  <a:pt x="643977" y="120491"/>
                </a:lnTo>
                <a:cubicBezTo>
                  <a:pt x="639340" y="124980"/>
                  <a:pt x="634777" y="128197"/>
                  <a:pt x="630288" y="130142"/>
                </a:cubicBezTo>
                <a:cubicBezTo>
                  <a:pt x="625799" y="132085"/>
                  <a:pt x="620731" y="133057"/>
                  <a:pt x="615083" y="133057"/>
                </a:cubicBezTo>
                <a:cubicBezTo>
                  <a:pt x="605273" y="133057"/>
                  <a:pt x="597321" y="129707"/>
                  <a:pt x="591227" y="123007"/>
                </a:cubicBezTo>
                <a:cubicBezTo>
                  <a:pt x="585133" y="116306"/>
                  <a:pt x="582086" y="106403"/>
                  <a:pt x="582086" y="93299"/>
                </a:cubicBezTo>
                <a:cubicBezTo>
                  <a:pt x="582086" y="78113"/>
                  <a:pt x="586367" y="64384"/>
                  <a:pt x="594928" y="52115"/>
                </a:cubicBezTo>
                <a:cubicBezTo>
                  <a:pt x="603489" y="39845"/>
                  <a:pt x="614815" y="33710"/>
                  <a:pt x="628906" y="33710"/>
                </a:cubicBezTo>
                <a:cubicBezTo>
                  <a:pt x="641629" y="33710"/>
                  <a:pt x="651171" y="38764"/>
                  <a:pt x="657533" y="48871"/>
                </a:cubicBezTo>
                <a:lnTo>
                  <a:pt x="667788" y="0"/>
                </a:lnTo>
                <a:lnTo>
                  <a:pt x="693383" y="0"/>
                </a:lnTo>
                <a:lnTo>
                  <a:pt x="666094" y="130738"/>
                </a:lnTo>
                <a:moveTo>
                  <a:pt x="606967" y="92182"/>
                </a:moveTo>
                <a:cubicBezTo>
                  <a:pt x="606967" y="98969"/>
                  <a:pt x="608677" y="104267"/>
                  <a:pt x="612095" y="108078"/>
                </a:cubicBezTo>
                <a:cubicBezTo>
                  <a:pt x="615514" y="111889"/>
                  <a:pt x="619720" y="113794"/>
                  <a:pt x="624714" y="113794"/>
                </a:cubicBezTo>
                <a:cubicBezTo>
                  <a:pt x="629352" y="113794"/>
                  <a:pt x="633677" y="112202"/>
                  <a:pt x="637690" y="109017"/>
                </a:cubicBezTo>
                <a:cubicBezTo>
                  <a:pt x="641703" y="105831"/>
                  <a:pt x="644914" y="100963"/>
                  <a:pt x="647321" y="94414"/>
                </a:cubicBezTo>
                <a:cubicBezTo>
                  <a:pt x="649729" y="87865"/>
                  <a:pt x="650933" y="81583"/>
                  <a:pt x="650933" y="75569"/>
                </a:cubicBezTo>
                <a:cubicBezTo>
                  <a:pt x="650933" y="68723"/>
                  <a:pt x="649090" y="63186"/>
                  <a:pt x="645404" y="58959"/>
                </a:cubicBezTo>
                <a:cubicBezTo>
                  <a:pt x="641718" y="54731"/>
                  <a:pt x="637467" y="52616"/>
                  <a:pt x="632651" y="52616"/>
                </a:cubicBezTo>
                <a:cubicBezTo>
                  <a:pt x="625160" y="52616"/>
                  <a:pt x="619007" y="56785"/>
                  <a:pt x="614191" y="65121"/>
                </a:cubicBezTo>
                <a:cubicBezTo>
                  <a:pt x="609375" y="73456"/>
                  <a:pt x="606967" y="82476"/>
                  <a:pt x="606967" y="92182"/>
                </a:cubicBezTo>
                <a:close/>
                <a:moveTo>
                  <a:pt x="782377" y="91321"/>
                </a:moveTo>
                <a:lnTo>
                  <a:pt x="718167" y="91321"/>
                </a:lnTo>
                <a:cubicBezTo>
                  <a:pt x="718108" y="92331"/>
                  <a:pt x="718078" y="93104"/>
                  <a:pt x="718078" y="93639"/>
                </a:cubicBezTo>
                <a:cubicBezTo>
                  <a:pt x="718078" y="99941"/>
                  <a:pt x="719877" y="105025"/>
                  <a:pt x="723474" y="108889"/>
                </a:cubicBezTo>
                <a:cubicBezTo>
                  <a:pt x="727071" y="112754"/>
                  <a:pt x="731455" y="114686"/>
                  <a:pt x="736628" y="114686"/>
                </a:cubicBezTo>
                <a:cubicBezTo>
                  <a:pt x="745130" y="114686"/>
                  <a:pt x="751759" y="110286"/>
                  <a:pt x="756515" y="101487"/>
                </a:cubicBezTo>
                <a:lnTo>
                  <a:pt x="779434" y="105411"/>
                </a:lnTo>
                <a:cubicBezTo>
                  <a:pt x="774975" y="114626"/>
                  <a:pt x="769015" y="121538"/>
                  <a:pt x="761554" y="126145"/>
                </a:cubicBezTo>
                <a:cubicBezTo>
                  <a:pt x="754092" y="130753"/>
                  <a:pt x="745724" y="133057"/>
                  <a:pt x="736449" y="133057"/>
                </a:cubicBezTo>
                <a:cubicBezTo>
                  <a:pt x="723726" y="133057"/>
                  <a:pt x="713381" y="129021"/>
                  <a:pt x="705415" y="120951"/>
                </a:cubicBezTo>
                <a:cubicBezTo>
                  <a:pt x="697448" y="112880"/>
                  <a:pt x="693464" y="102204"/>
                  <a:pt x="693464" y="88924"/>
                </a:cubicBezTo>
                <a:cubicBezTo>
                  <a:pt x="693464" y="75939"/>
                  <a:pt x="697061" y="64383"/>
                  <a:pt x="704255" y="54258"/>
                </a:cubicBezTo>
                <a:cubicBezTo>
                  <a:pt x="714065" y="40559"/>
                  <a:pt x="728066" y="33710"/>
                  <a:pt x="746259" y="33710"/>
                </a:cubicBezTo>
                <a:cubicBezTo>
                  <a:pt x="757853" y="33710"/>
                  <a:pt x="767068" y="37298"/>
                  <a:pt x="773905" y="44473"/>
                </a:cubicBezTo>
                <a:cubicBezTo>
                  <a:pt x="780742" y="51648"/>
                  <a:pt x="784161" y="61697"/>
                  <a:pt x="784161" y="74619"/>
                </a:cubicBezTo>
                <a:cubicBezTo>
                  <a:pt x="784161" y="80811"/>
                  <a:pt x="783566" y="86378"/>
                  <a:pt x="782377" y="91321"/>
                </a:cubicBezTo>
                <a:moveTo>
                  <a:pt x="760796" y="75625"/>
                </a:moveTo>
                <a:cubicBezTo>
                  <a:pt x="760855" y="74499"/>
                  <a:pt x="760885" y="73641"/>
                  <a:pt x="760885" y="73050"/>
                </a:cubicBezTo>
                <a:cubicBezTo>
                  <a:pt x="760885" y="66060"/>
                  <a:pt x="759309" y="60818"/>
                  <a:pt x="756158" y="57323"/>
                </a:cubicBezTo>
                <a:cubicBezTo>
                  <a:pt x="753007" y="53829"/>
                  <a:pt x="748786" y="52081"/>
                  <a:pt x="743495" y="52081"/>
                </a:cubicBezTo>
                <a:cubicBezTo>
                  <a:pt x="738203" y="52081"/>
                  <a:pt x="733462" y="54066"/>
                  <a:pt x="729270" y="58034"/>
                </a:cubicBezTo>
                <a:cubicBezTo>
                  <a:pt x="725079" y="62003"/>
                  <a:pt x="722240" y="67866"/>
                  <a:pt x="720754" y="75625"/>
                </a:cubicBezTo>
                <a:lnTo>
                  <a:pt x="760796" y="75625"/>
                </a:lnTo>
                <a:close/>
                <a:moveTo>
                  <a:pt x="855961" y="95066"/>
                </a:moveTo>
                <a:lnTo>
                  <a:pt x="880842" y="99079"/>
                </a:lnTo>
                <a:cubicBezTo>
                  <a:pt x="876740" y="110167"/>
                  <a:pt x="870676" y="118602"/>
                  <a:pt x="862650" y="124384"/>
                </a:cubicBezTo>
                <a:cubicBezTo>
                  <a:pt x="854623" y="130166"/>
                  <a:pt x="845319" y="133057"/>
                  <a:pt x="834736" y="133057"/>
                </a:cubicBezTo>
                <a:cubicBezTo>
                  <a:pt x="822667" y="133057"/>
                  <a:pt x="813095" y="129453"/>
                  <a:pt x="806020" y="122247"/>
                </a:cubicBezTo>
                <a:cubicBezTo>
                  <a:pt x="798945" y="115040"/>
                  <a:pt x="795408" y="105123"/>
                  <a:pt x="795408" y="92497"/>
                </a:cubicBezTo>
                <a:cubicBezTo>
                  <a:pt x="795408" y="82193"/>
                  <a:pt x="797548" y="72454"/>
                  <a:pt x="801829" y="63282"/>
                </a:cubicBezTo>
                <a:cubicBezTo>
                  <a:pt x="806109" y="54109"/>
                  <a:pt x="812560" y="46887"/>
                  <a:pt x="821181" y="41617"/>
                </a:cubicBezTo>
                <a:cubicBezTo>
                  <a:pt x="829801" y="36346"/>
                  <a:pt x="839255" y="33710"/>
                  <a:pt x="849540" y="33710"/>
                </a:cubicBezTo>
                <a:cubicBezTo>
                  <a:pt x="860717" y="33710"/>
                  <a:pt x="869635" y="36644"/>
                  <a:pt x="876294" y="42511"/>
                </a:cubicBezTo>
                <a:cubicBezTo>
                  <a:pt x="882953" y="48378"/>
                  <a:pt x="886698" y="56102"/>
                  <a:pt x="887531" y="65681"/>
                </a:cubicBezTo>
                <a:lnTo>
                  <a:pt x="863185" y="68312"/>
                </a:lnTo>
                <a:cubicBezTo>
                  <a:pt x="862590" y="62930"/>
                  <a:pt x="860970" y="58969"/>
                  <a:pt x="858324" y="56429"/>
                </a:cubicBezTo>
                <a:cubicBezTo>
                  <a:pt x="855679" y="53887"/>
                  <a:pt x="852215" y="52616"/>
                  <a:pt x="847935" y="52616"/>
                </a:cubicBezTo>
                <a:cubicBezTo>
                  <a:pt x="843000" y="52616"/>
                  <a:pt x="838392" y="54462"/>
                  <a:pt x="834112" y="58154"/>
                </a:cubicBezTo>
                <a:cubicBezTo>
                  <a:pt x="829831" y="61846"/>
                  <a:pt x="826546" y="67368"/>
                  <a:pt x="824257" y="74722"/>
                </a:cubicBezTo>
                <a:cubicBezTo>
                  <a:pt x="821968" y="82076"/>
                  <a:pt x="820824" y="88967"/>
                  <a:pt x="820824" y="95398"/>
                </a:cubicBezTo>
                <a:cubicBezTo>
                  <a:pt x="820824" y="100994"/>
                  <a:pt x="822191" y="105311"/>
                  <a:pt x="824926" y="108348"/>
                </a:cubicBezTo>
                <a:cubicBezTo>
                  <a:pt x="827661" y="111384"/>
                  <a:pt x="831080" y="112902"/>
                  <a:pt x="835182" y="112902"/>
                </a:cubicBezTo>
                <a:cubicBezTo>
                  <a:pt x="839284" y="112902"/>
                  <a:pt x="843238" y="111416"/>
                  <a:pt x="847043" y="108443"/>
                </a:cubicBezTo>
                <a:cubicBezTo>
                  <a:pt x="850848" y="105470"/>
                  <a:pt x="853821" y="101011"/>
                  <a:pt x="855961" y="95066"/>
                </a:cubicBezTo>
                <a:close/>
                <a:moveTo>
                  <a:pt x="920626" y="0"/>
                </a:moveTo>
                <a:lnTo>
                  <a:pt x="946221" y="0"/>
                </a:lnTo>
                <a:lnTo>
                  <a:pt x="941405" y="23187"/>
                </a:lnTo>
                <a:lnTo>
                  <a:pt x="915810" y="23187"/>
                </a:lnTo>
                <a:lnTo>
                  <a:pt x="920626" y="0"/>
                </a:lnTo>
                <a:moveTo>
                  <a:pt x="913135" y="36029"/>
                </a:moveTo>
                <a:lnTo>
                  <a:pt x="938730" y="36029"/>
                </a:lnTo>
                <a:lnTo>
                  <a:pt x="918932" y="130738"/>
                </a:lnTo>
                <a:lnTo>
                  <a:pt x="893337" y="130738"/>
                </a:lnTo>
                <a:lnTo>
                  <a:pt x="913135" y="36029"/>
                </a:lnTo>
                <a:close/>
                <a:moveTo>
                  <a:pt x="940774" y="104188"/>
                </a:moveTo>
                <a:lnTo>
                  <a:pt x="965566" y="100239"/>
                </a:lnTo>
                <a:cubicBezTo>
                  <a:pt x="967766" y="105502"/>
                  <a:pt x="970501" y="109226"/>
                  <a:pt x="973771" y="111411"/>
                </a:cubicBezTo>
                <a:cubicBezTo>
                  <a:pt x="977041" y="113594"/>
                  <a:pt x="981500" y="114686"/>
                  <a:pt x="987148" y="114686"/>
                </a:cubicBezTo>
                <a:cubicBezTo>
                  <a:pt x="992974" y="114686"/>
                  <a:pt x="997641" y="113381"/>
                  <a:pt x="1001149" y="110773"/>
                </a:cubicBezTo>
                <a:cubicBezTo>
                  <a:pt x="1003587" y="108993"/>
                  <a:pt x="1004805" y="106829"/>
                  <a:pt x="1004805" y="104280"/>
                </a:cubicBezTo>
                <a:cubicBezTo>
                  <a:pt x="1004805" y="102559"/>
                  <a:pt x="1004181" y="101013"/>
                  <a:pt x="1002933" y="99642"/>
                </a:cubicBezTo>
                <a:cubicBezTo>
                  <a:pt x="1001625" y="98332"/>
                  <a:pt x="998087" y="96724"/>
                  <a:pt x="992320" y="94818"/>
                </a:cubicBezTo>
                <a:cubicBezTo>
                  <a:pt x="976862" y="89696"/>
                  <a:pt x="967290" y="85646"/>
                  <a:pt x="963604" y="82670"/>
                </a:cubicBezTo>
                <a:cubicBezTo>
                  <a:pt x="957837" y="78023"/>
                  <a:pt x="954954" y="71948"/>
                  <a:pt x="954954" y="64444"/>
                </a:cubicBezTo>
                <a:cubicBezTo>
                  <a:pt x="954954" y="56940"/>
                  <a:pt x="957748" y="50477"/>
                  <a:pt x="963337" y="45056"/>
                </a:cubicBezTo>
                <a:cubicBezTo>
                  <a:pt x="971125" y="37492"/>
                  <a:pt x="982689" y="33710"/>
                  <a:pt x="998028" y="33710"/>
                </a:cubicBezTo>
                <a:cubicBezTo>
                  <a:pt x="1010216" y="33710"/>
                  <a:pt x="1019431" y="35940"/>
                  <a:pt x="1025674" y="40399"/>
                </a:cubicBezTo>
                <a:cubicBezTo>
                  <a:pt x="1031916" y="44858"/>
                  <a:pt x="1035870" y="50892"/>
                  <a:pt x="1037535" y="58502"/>
                </a:cubicBezTo>
                <a:lnTo>
                  <a:pt x="1013902" y="62605"/>
                </a:lnTo>
                <a:cubicBezTo>
                  <a:pt x="1012653" y="59156"/>
                  <a:pt x="1010632" y="56570"/>
                  <a:pt x="1007838" y="54846"/>
                </a:cubicBezTo>
                <a:cubicBezTo>
                  <a:pt x="1004033" y="52527"/>
                  <a:pt x="999455" y="51368"/>
                  <a:pt x="994104" y="51368"/>
                </a:cubicBezTo>
                <a:cubicBezTo>
                  <a:pt x="988753" y="51368"/>
                  <a:pt x="984903" y="52263"/>
                  <a:pt x="982555" y="54054"/>
                </a:cubicBezTo>
                <a:cubicBezTo>
                  <a:pt x="980207" y="55845"/>
                  <a:pt x="979032" y="57906"/>
                  <a:pt x="979032" y="60236"/>
                </a:cubicBezTo>
                <a:cubicBezTo>
                  <a:pt x="979032" y="62623"/>
                  <a:pt x="980221" y="64592"/>
                  <a:pt x="982600" y="66141"/>
                </a:cubicBezTo>
                <a:cubicBezTo>
                  <a:pt x="984086" y="67094"/>
                  <a:pt x="988872" y="68762"/>
                  <a:pt x="996958" y="71144"/>
                </a:cubicBezTo>
                <a:cubicBezTo>
                  <a:pt x="1009443" y="74778"/>
                  <a:pt x="1017796" y="78351"/>
                  <a:pt x="1022017" y="81865"/>
                </a:cubicBezTo>
                <a:cubicBezTo>
                  <a:pt x="1027963" y="86809"/>
                  <a:pt x="1030935" y="92765"/>
                  <a:pt x="1030935" y="99734"/>
                </a:cubicBezTo>
                <a:cubicBezTo>
                  <a:pt x="1030935" y="108726"/>
                  <a:pt x="1027160" y="116529"/>
                  <a:pt x="1019609" y="123141"/>
                </a:cubicBezTo>
                <a:cubicBezTo>
                  <a:pt x="1012059" y="129752"/>
                  <a:pt x="1001417" y="133057"/>
                  <a:pt x="987683" y="133057"/>
                </a:cubicBezTo>
                <a:cubicBezTo>
                  <a:pt x="974009" y="133057"/>
                  <a:pt x="963441" y="130532"/>
                  <a:pt x="955979" y="125482"/>
                </a:cubicBezTo>
                <a:cubicBezTo>
                  <a:pt x="948518" y="120430"/>
                  <a:pt x="943449" y="113332"/>
                  <a:pt x="940774" y="104188"/>
                </a:cubicBezTo>
                <a:close/>
                <a:moveTo>
                  <a:pt x="1072949" y="0"/>
                </a:moveTo>
                <a:lnTo>
                  <a:pt x="1098543" y="0"/>
                </a:lnTo>
                <a:lnTo>
                  <a:pt x="1093728" y="23187"/>
                </a:lnTo>
                <a:lnTo>
                  <a:pt x="1068133" y="23187"/>
                </a:lnTo>
                <a:lnTo>
                  <a:pt x="1072949" y="0"/>
                </a:lnTo>
                <a:moveTo>
                  <a:pt x="1065458" y="36029"/>
                </a:moveTo>
                <a:lnTo>
                  <a:pt x="1091052" y="36029"/>
                </a:lnTo>
                <a:lnTo>
                  <a:pt x="1071254" y="130738"/>
                </a:lnTo>
                <a:lnTo>
                  <a:pt x="1045660" y="130738"/>
                </a:lnTo>
                <a:lnTo>
                  <a:pt x="1065458" y="36029"/>
                </a:lnTo>
                <a:close/>
                <a:moveTo>
                  <a:pt x="1100143" y="91424"/>
                </a:moveTo>
                <a:cubicBezTo>
                  <a:pt x="1100143" y="73853"/>
                  <a:pt x="1105092" y="59842"/>
                  <a:pt x="1114991" y="49389"/>
                </a:cubicBezTo>
                <a:cubicBezTo>
                  <a:pt x="1124890" y="38936"/>
                  <a:pt x="1137896" y="33710"/>
                  <a:pt x="1154008" y="33710"/>
                </a:cubicBezTo>
                <a:cubicBezTo>
                  <a:pt x="1167979" y="33710"/>
                  <a:pt x="1178889" y="37567"/>
                  <a:pt x="1186737" y="45281"/>
                </a:cubicBezTo>
                <a:cubicBezTo>
                  <a:pt x="1194585" y="52993"/>
                  <a:pt x="1198509" y="63372"/>
                  <a:pt x="1198509" y="76416"/>
                </a:cubicBezTo>
                <a:cubicBezTo>
                  <a:pt x="1198509" y="91781"/>
                  <a:pt x="1193604" y="105063"/>
                  <a:pt x="1183794" y="116260"/>
                </a:cubicBezTo>
                <a:cubicBezTo>
                  <a:pt x="1173984" y="127458"/>
                  <a:pt x="1160845" y="133057"/>
                  <a:pt x="1144376" y="133057"/>
                </a:cubicBezTo>
                <a:cubicBezTo>
                  <a:pt x="1135458" y="133057"/>
                  <a:pt x="1127551" y="131270"/>
                  <a:pt x="1120654" y="127698"/>
                </a:cubicBezTo>
                <a:cubicBezTo>
                  <a:pt x="1113758" y="124123"/>
                  <a:pt x="1108615" y="119060"/>
                  <a:pt x="1105226" y="112509"/>
                </a:cubicBezTo>
                <a:cubicBezTo>
                  <a:pt x="1101837" y="105956"/>
                  <a:pt x="1100143" y="98928"/>
                  <a:pt x="1100143" y="91424"/>
                </a:cubicBezTo>
                <a:moveTo>
                  <a:pt x="1173092" y="73097"/>
                </a:moveTo>
                <a:cubicBezTo>
                  <a:pt x="1173092" y="67016"/>
                  <a:pt x="1171324" y="62142"/>
                  <a:pt x="1167786" y="58474"/>
                </a:cubicBezTo>
                <a:cubicBezTo>
                  <a:pt x="1164249" y="54807"/>
                  <a:pt x="1159686" y="52973"/>
                  <a:pt x="1154097" y="52973"/>
                </a:cubicBezTo>
                <a:cubicBezTo>
                  <a:pt x="1148568" y="52973"/>
                  <a:pt x="1143663" y="54688"/>
                  <a:pt x="1139382" y="58118"/>
                </a:cubicBezTo>
                <a:cubicBezTo>
                  <a:pt x="1135102" y="61545"/>
                  <a:pt x="1131772" y="66525"/>
                  <a:pt x="1129394" y="73055"/>
                </a:cubicBezTo>
                <a:cubicBezTo>
                  <a:pt x="1127016" y="79584"/>
                  <a:pt x="1125827" y="85591"/>
                  <a:pt x="1125827" y="91075"/>
                </a:cubicBezTo>
                <a:cubicBezTo>
                  <a:pt x="1125827" y="97873"/>
                  <a:pt x="1127670" y="103271"/>
                  <a:pt x="1131356" y="107267"/>
                </a:cubicBezTo>
                <a:cubicBezTo>
                  <a:pt x="1135042" y="111262"/>
                  <a:pt x="1139679" y="113259"/>
                  <a:pt x="1145268" y="113259"/>
                </a:cubicBezTo>
                <a:cubicBezTo>
                  <a:pt x="1152284" y="113259"/>
                  <a:pt x="1158169" y="110247"/>
                  <a:pt x="1162926" y="104224"/>
                </a:cubicBezTo>
                <a:cubicBezTo>
                  <a:pt x="1169703" y="95698"/>
                  <a:pt x="1173092" y="85322"/>
                  <a:pt x="1173092" y="73097"/>
                </a:cubicBezTo>
                <a:close/>
                <a:moveTo>
                  <a:pt x="1228109" y="36029"/>
                </a:moveTo>
                <a:lnTo>
                  <a:pt x="1252366" y="36029"/>
                </a:lnTo>
                <a:lnTo>
                  <a:pt x="1249869" y="48355"/>
                </a:lnTo>
                <a:cubicBezTo>
                  <a:pt x="1255933" y="43084"/>
                  <a:pt x="1261596" y="39326"/>
                  <a:pt x="1266858" y="37079"/>
                </a:cubicBezTo>
                <a:cubicBezTo>
                  <a:pt x="1272119" y="34833"/>
                  <a:pt x="1277663" y="33710"/>
                  <a:pt x="1283490" y="33710"/>
                </a:cubicBezTo>
                <a:cubicBezTo>
                  <a:pt x="1291278" y="33710"/>
                  <a:pt x="1297417" y="35947"/>
                  <a:pt x="1301905" y="40421"/>
                </a:cubicBezTo>
                <a:cubicBezTo>
                  <a:pt x="1306394" y="44895"/>
                  <a:pt x="1308639" y="50831"/>
                  <a:pt x="1308639" y="58229"/>
                </a:cubicBezTo>
                <a:cubicBezTo>
                  <a:pt x="1308639" y="61555"/>
                  <a:pt x="1307658" y="67859"/>
                  <a:pt x="1305696" y="77141"/>
                </a:cubicBezTo>
                <a:lnTo>
                  <a:pt x="1294548" y="130738"/>
                </a:lnTo>
                <a:lnTo>
                  <a:pt x="1268953" y="130738"/>
                </a:lnTo>
                <a:lnTo>
                  <a:pt x="1280190" y="76957"/>
                </a:lnTo>
                <a:cubicBezTo>
                  <a:pt x="1281855" y="68921"/>
                  <a:pt x="1282687" y="64132"/>
                  <a:pt x="1282687" y="62588"/>
                </a:cubicBezTo>
                <a:cubicBezTo>
                  <a:pt x="1282687" y="59323"/>
                  <a:pt x="1281721" y="56757"/>
                  <a:pt x="1279789" y="54888"/>
                </a:cubicBezTo>
                <a:cubicBezTo>
                  <a:pt x="1277857" y="53017"/>
                  <a:pt x="1275166" y="52081"/>
                  <a:pt x="1271718" y="52081"/>
                </a:cubicBezTo>
                <a:cubicBezTo>
                  <a:pt x="1267972" y="52081"/>
                  <a:pt x="1263811" y="53657"/>
                  <a:pt x="1259233" y="56808"/>
                </a:cubicBezTo>
                <a:cubicBezTo>
                  <a:pt x="1254655" y="59959"/>
                  <a:pt x="1251058" y="64121"/>
                  <a:pt x="1248442" y="69293"/>
                </a:cubicBezTo>
                <a:cubicBezTo>
                  <a:pt x="1246539" y="72981"/>
                  <a:pt x="1244399" y="80503"/>
                  <a:pt x="1242021" y="91858"/>
                </a:cubicBezTo>
                <a:lnTo>
                  <a:pt x="1233906" y="130738"/>
                </a:lnTo>
                <a:lnTo>
                  <a:pt x="1208311" y="130738"/>
                </a:lnTo>
                <a:lnTo>
                  <a:pt x="1228109" y="36029"/>
                </a:lnTo>
                <a:close/>
                <a:moveTo>
                  <a:pt x="1316211" y="104188"/>
                </a:moveTo>
                <a:lnTo>
                  <a:pt x="1341003" y="100239"/>
                </a:lnTo>
                <a:cubicBezTo>
                  <a:pt x="1343203" y="105502"/>
                  <a:pt x="1345938" y="109226"/>
                  <a:pt x="1349208" y="111411"/>
                </a:cubicBezTo>
                <a:cubicBezTo>
                  <a:pt x="1352478" y="113594"/>
                  <a:pt x="1356937" y="114686"/>
                  <a:pt x="1362585" y="114686"/>
                </a:cubicBezTo>
                <a:cubicBezTo>
                  <a:pt x="1368411" y="114686"/>
                  <a:pt x="1373078" y="113381"/>
                  <a:pt x="1376586" y="110773"/>
                </a:cubicBezTo>
                <a:cubicBezTo>
                  <a:pt x="1379024" y="108993"/>
                  <a:pt x="1380242" y="106829"/>
                  <a:pt x="1380242" y="104280"/>
                </a:cubicBezTo>
                <a:cubicBezTo>
                  <a:pt x="1380242" y="102559"/>
                  <a:pt x="1379618" y="101013"/>
                  <a:pt x="1378370" y="99642"/>
                </a:cubicBezTo>
                <a:cubicBezTo>
                  <a:pt x="1377062" y="98332"/>
                  <a:pt x="1373524" y="96724"/>
                  <a:pt x="1367757" y="94818"/>
                </a:cubicBezTo>
                <a:cubicBezTo>
                  <a:pt x="1352299" y="89696"/>
                  <a:pt x="1342727" y="85646"/>
                  <a:pt x="1339041" y="82670"/>
                </a:cubicBezTo>
                <a:cubicBezTo>
                  <a:pt x="1333274" y="78023"/>
                  <a:pt x="1330391" y="71948"/>
                  <a:pt x="1330391" y="64444"/>
                </a:cubicBezTo>
                <a:cubicBezTo>
                  <a:pt x="1330391" y="56940"/>
                  <a:pt x="1333185" y="50477"/>
                  <a:pt x="1338774" y="45056"/>
                </a:cubicBezTo>
                <a:cubicBezTo>
                  <a:pt x="1346562" y="37492"/>
                  <a:pt x="1358126" y="33710"/>
                  <a:pt x="1373465" y="33710"/>
                </a:cubicBezTo>
                <a:cubicBezTo>
                  <a:pt x="1385653" y="33710"/>
                  <a:pt x="1394868" y="35940"/>
                  <a:pt x="1401111" y="40399"/>
                </a:cubicBezTo>
                <a:cubicBezTo>
                  <a:pt x="1407353" y="44858"/>
                  <a:pt x="1411307" y="50892"/>
                  <a:pt x="1412971" y="58502"/>
                </a:cubicBezTo>
                <a:lnTo>
                  <a:pt x="1389339" y="62605"/>
                </a:lnTo>
                <a:cubicBezTo>
                  <a:pt x="1388090" y="59156"/>
                  <a:pt x="1386069" y="56570"/>
                  <a:pt x="1383274" y="54846"/>
                </a:cubicBezTo>
                <a:cubicBezTo>
                  <a:pt x="1379469" y="52527"/>
                  <a:pt x="1374892" y="51368"/>
                  <a:pt x="1369541" y="51368"/>
                </a:cubicBezTo>
                <a:cubicBezTo>
                  <a:pt x="1364190" y="51368"/>
                  <a:pt x="1360340" y="52263"/>
                  <a:pt x="1357992" y="54054"/>
                </a:cubicBezTo>
                <a:cubicBezTo>
                  <a:pt x="1355643" y="55845"/>
                  <a:pt x="1354469" y="57906"/>
                  <a:pt x="1354469" y="60236"/>
                </a:cubicBezTo>
                <a:cubicBezTo>
                  <a:pt x="1354469" y="62623"/>
                  <a:pt x="1355658" y="64592"/>
                  <a:pt x="1358036" y="66141"/>
                </a:cubicBezTo>
                <a:cubicBezTo>
                  <a:pt x="1359523" y="67094"/>
                  <a:pt x="1364309" y="68762"/>
                  <a:pt x="1372395" y="71144"/>
                </a:cubicBezTo>
                <a:cubicBezTo>
                  <a:pt x="1384880" y="74778"/>
                  <a:pt x="1393233" y="78351"/>
                  <a:pt x="1397454" y="81865"/>
                </a:cubicBezTo>
                <a:cubicBezTo>
                  <a:pt x="1403399" y="86809"/>
                  <a:pt x="1406372" y="92765"/>
                  <a:pt x="1406372" y="99734"/>
                </a:cubicBezTo>
                <a:cubicBezTo>
                  <a:pt x="1406372" y="108726"/>
                  <a:pt x="1402597" y="116529"/>
                  <a:pt x="1395046" y="123141"/>
                </a:cubicBezTo>
                <a:cubicBezTo>
                  <a:pt x="1387496" y="129752"/>
                  <a:pt x="1376854" y="133057"/>
                  <a:pt x="1363120" y="133057"/>
                </a:cubicBezTo>
                <a:cubicBezTo>
                  <a:pt x="1349445" y="133057"/>
                  <a:pt x="1338878" y="130532"/>
                  <a:pt x="1331416" y="125482"/>
                </a:cubicBezTo>
                <a:cubicBezTo>
                  <a:pt x="1323955" y="120430"/>
                  <a:pt x="1318886" y="113332"/>
                  <a:pt x="1316211" y="104188"/>
                </a:cubicBezTo>
                <a:close/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.">
            <a:extLst xmlns:a="http://schemas.openxmlformats.org/drawingml/2006/main">
              <a:ext uri="{FF2B5EF4-FFF2-40B4-BE49-F238E27FC236}">
                <a16:creationId xmlns:a16="http://schemas.microsoft.com/office/drawing/2014/main" id="{74907085-EF88-4891-92FF-C54D2D12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9616" y="3726153"/>
            <a:ext cx="30500" cy="24792"/>
          </a:xfrm>
          <a:custGeom xmlns:a="http://schemas.openxmlformats.org/drawingml/2006/main">
            <a:pathLst>
              <a:path w="30500" h="24792">
                <a:moveTo>
                  <a:pt x="5172" y="0"/>
                </a:moveTo>
                <a:lnTo>
                  <a:pt x="30500" y="0"/>
                </a:lnTo>
                <a:lnTo>
                  <a:pt x="25327" y="24792"/>
                </a:lnTo>
                <a:lnTo>
                  <a:pt x="0" y="24792"/>
                </a:lnTo>
                <a:lnTo>
                  <a:pt x="517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03ADCE-AA82-4927-9261-710141B3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489" y="2024719"/>
            <a:ext cx="678547" cy="415168"/>
          </a:xfrm>
          <a:custGeom xmlns:a="http://schemas.openxmlformats.org/drawingml/2006/main">
            <a:pathLst>
              <a:path w="678547" h="415168" fill="none">
                <a:moveTo>
                  <a:pt x="0" y="415168"/>
                </a:moveTo>
                <a:lnTo>
                  <a:pt x="6785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099" cap="rnd">
            <a:solidFill>
              <a:srgbClr val="000000"/>
            </a:solidFill>
            <a:round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EA5D77-E5E2-4E5C-9E6E-E3921621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439" y="1977792"/>
            <a:ext cx="94292" cy="75689"/>
          </a:xfrm>
          <a:custGeom xmlns:a="http://schemas.openxmlformats.org/drawingml/2006/main">
            <a:pathLst>
              <a:path w="94292" h="75689">
                <a:moveTo>
                  <a:pt x="94292" y="0"/>
                </a:moveTo>
                <a:lnTo>
                  <a:pt x="0" y="18166"/>
                </a:lnTo>
                <a:lnTo>
                  <a:pt x="35194" y="75689"/>
                </a:lnTo>
                <a:lnTo>
                  <a:pt x="94292" y="0"/>
                </a:lnTo>
                <a:close/>
                <a:moveTo>
                  <a:pt x="9429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91D266-D494-49E8-8145-CAE55ACA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438" y="1977792"/>
            <a:ext cx="94296" cy="75689"/>
          </a:xfrm>
          <a:custGeom xmlns:a="http://schemas.openxmlformats.org/drawingml/2006/main">
            <a:pathLst>
              <a:path w="94296" h="75689" fill="none">
                <a:moveTo>
                  <a:pt x="94296" y="0"/>
                </a:moveTo>
                <a:lnTo>
                  <a:pt x="0" y="18166"/>
                </a:lnTo>
                <a:lnTo>
                  <a:pt x="35196" y="75689"/>
                </a:lnTo>
                <a:lnTo>
                  <a:pt x="94296" y="0"/>
                </a:lnTo>
                <a:close/>
                <a:moveTo>
                  <a:pt x="9429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8099" cap="flat">
            <a:solidFill>
              <a:srgbClr val="000000"/>
            </a:solidFill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AF6A2-A54F-4213-8522-8D3B6756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845" y="1038157"/>
            <a:ext cx="389918" cy="33784"/>
          </a:xfrm>
          <a:custGeom xmlns:a="http://schemas.openxmlformats.org/drawingml/2006/main">
            <a:pathLst>
              <a:path w="389918" h="33784" fill="none">
                <a:moveTo>
                  <a:pt x="0" y="0"/>
                </a:moveTo>
                <a:lnTo>
                  <a:pt x="389918" y="33784"/>
                </a:lnTo>
              </a:path>
            </a:pathLst>
          </a:custGeom>
          <a:noFill xmlns:a="http://schemas.openxmlformats.org/drawingml/2006/main"/>
          <a:ln xmlns:a="http://schemas.openxmlformats.org/drawingml/2006/main" w="28099" cap="rnd">
            <a:solidFill>
              <a:srgbClr val="B1001C"/>
            </a:solidFill>
            <a:round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9A23B-16C9-4FA3-9498-A1FED8EB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1854" y="1038349"/>
            <a:ext cx="92487" cy="67185"/>
          </a:xfrm>
          <a:custGeom xmlns:a="http://schemas.openxmlformats.org/drawingml/2006/main">
            <a:pathLst>
              <a:path w="92487" h="67185">
                <a:moveTo>
                  <a:pt x="92487" y="41353"/>
                </a:moveTo>
                <a:lnTo>
                  <a:pt x="5816" y="0"/>
                </a:lnTo>
                <a:lnTo>
                  <a:pt x="0" y="67185"/>
                </a:lnTo>
                <a:lnTo>
                  <a:pt x="92487" y="41353"/>
                </a:lnTo>
                <a:close/>
                <a:moveTo>
                  <a:pt x="92487" y="41353"/>
                </a:moveTo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ED86B6-FFDC-4C13-944F-3A5AA401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1854" y="1038349"/>
            <a:ext cx="92487" cy="67185"/>
          </a:xfrm>
          <a:custGeom xmlns:a="http://schemas.openxmlformats.org/drawingml/2006/main">
            <a:pathLst>
              <a:path w="92487" h="67185" fill="none">
                <a:moveTo>
                  <a:pt x="92487" y="41353"/>
                </a:moveTo>
                <a:lnTo>
                  <a:pt x="5816" y="0"/>
                </a:lnTo>
                <a:lnTo>
                  <a:pt x="0" y="67185"/>
                </a:lnTo>
                <a:lnTo>
                  <a:pt x="92487" y="41353"/>
                </a:lnTo>
                <a:close/>
                <a:moveTo>
                  <a:pt x="92487" y="41353"/>
                </a:moveTo>
              </a:path>
            </a:pathLst>
          </a:custGeom>
          <a:noFill xmlns:a="http://schemas.openxmlformats.org/drawingml/2006/main"/>
          <a:ln xmlns:a="http://schemas.openxmlformats.org/drawingml/2006/main" w="28099" cap="flat">
            <a:solidFill>
              <a:srgbClr val="B1001C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748F4E-1D0A-4BDB-8176-676E7BA8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938" y="1432166"/>
            <a:ext cx="1380008" cy="300516"/>
          </a:xfrm>
          <a:custGeom xmlns:a="http://schemas.openxmlformats.org/drawingml/2006/main">
            <a:pathLst>
              <a:path w="1380008" h="300516" fill="none">
                <a:moveTo>
                  <a:pt x="0" y="300516"/>
                </a:moveTo>
                <a:lnTo>
                  <a:pt x="13800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099" cap="rnd">
            <a:solidFill>
              <a:srgbClr val="B1001C"/>
            </a:solidFill>
            <a:round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128E1D-32C6-4117-8C44-B4A5A4E2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7766" y="1399220"/>
            <a:ext cx="95030" cy="65893"/>
          </a:xfrm>
          <a:custGeom xmlns:a="http://schemas.openxmlformats.org/drawingml/2006/main">
            <a:pathLst>
              <a:path w="95030" h="65893">
                <a:moveTo>
                  <a:pt x="95030" y="13814"/>
                </a:moveTo>
                <a:lnTo>
                  <a:pt x="0" y="0"/>
                </a:lnTo>
                <a:lnTo>
                  <a:pt x="14351" y="65893"/>
                </a:lnTo>
                <a:lnTo>
                  <a:pt x="95030" y="13814"/>
                </a:lnTo>
                <a:close/>
                <a:moveTo>
                  <a:pt x="95030" y="13814"/>
                </a:moveTo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F492C2-2BA8-4E77-8CB8-66E5D205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7767" y="1399220"/>
            <a:ext cx="95030" cy="65893"/>
          </a:xfrm>
          <a:custGeom xmlns:a="http://schemas.openxmlformats.org/drawingml/2006/main">
            <a:pathLst>
              <a:path w="95030" h="65893" fill="none">
                <a:moveTo>
                  <a:pt x="95030" y="13814"/>
                </a:moveTo>
                <a:lnTo>
                  <a:pt x="0" y="0"/>
                </a:lnTo>
                <a:lnTo>
                  <a:pt x="14351" y="65893"/>
                </a:lnTo>
                <a:lnTo>
                  <a:pt x="95030" y="13814"/>
                </a:lnTo>
                <a:close/>
                <a:moveTo>
                  <a:pt x="95030" y="13814"/>
                </a:moveTo>
              </a:path>
            </a:pathLst>
          </a:custGeom>
          <a:noFill xmlns:a="http://schemas.openxmlformats.org/drawingml/2006/main"/>
          <a:ln xmlns:a="http://schemas.openxmlformats.org/drawingml/2006/main" w="28099" cap="flat">
            <a:solidFill>
              <a:srgbClr val="B1001C"/>
            </a:solidFill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2AA4B1-175D-4E4D-B451-E6DE5578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933" y="1554300"/>
            <a:ext cx="1758644" cy="1068013"/>
          </a:xfrm>
          <a:custGeom xmlns:a="http://schemas.openxmlformats.org/drawingml/2006/main">
            <a:pathLst>
              <a:path w="1758644" h="1068013" fill="none">
                <a:moveTo>
                  <a:pt x="0" y="1068013"/>
                </a:moveTo>
                <a:lnTo>
                  <a:pt x="17586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099" cap="rnd">
            <a:solidFill>
              <a:srgbClr val="B1001C"/>
            </a:solidFill>
            <a:round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A65332-4653-40FA-AE26-EBBFBB70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9071" y="1507628"/>
            <a:ext cx="94355" cy="75493"/>
          </a:xfrm>
          <a:custGeom xmlns:a="http://schemas.openxmlformats.org/drawingml/2006/main">
            <a:pathLst>
              <a:path w="94355" h="75493">
                <a:moveTo>
                  <a:pt x="94355" y="0"/>
                </a:moveTo>
                <a:lnTo>
                  <a:pt x="0" y="17852"/>
                </a:lnTo>
                <a:lnTo>
                  <a:pt x="35004" y="75493"/>
                </a:lnTo>
                <a:lnTo>
                  <a:pt x="94355" y="0"/>
                </a:lnTo>
                <a:close/>
                <a:moveTo>
                  <a:pt x="94355" y="0"/>
                </a:moveTo>
              </a:path>
            </a:pathLst>
          </a:custGeom>
          <a:solidFill xmlns:a="http://schemas.openxmlformats.org/drawingml/2006/main">
            <a:srgbClr val="B100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04DD7F-FF27-44C7-AE97-FFB3FA06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9071" y="1507627"/>
            <a:ext cx="94355" cy="75493"/>
          </a:xfrm>
          <a:custGeom xmlns:a="http://schemas.openxmlformats.org/drawingml/2006/main">
            <a:pathLst>
              <a:path w="94355" h="75493" fill="none">
                <a:moveTo>
                  <a:pt x="94355" y="0"/>
                </a:moveTo>
                <a:lnTo>
                  <a:pt x="0" y="17852"/>
                </a:lnTo>
                <a:lnTo>
                  <a:pt x="35004" y="75493"/>
                </a:lnTo>
                <a:lnTo>
                  <a:pt x="94355" y="0"/>
                </a:lnTo>
                <a:close/>
                <a:moveTo>
                  <a:pt x="94355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8099" cap="flat">
            <a:solidFill>
              <a:srgbClr val="B1001C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A1059A-FFD5-449E-BACD-337415A7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531" y="3517011"/>
            <a:ext cx="203854" cy="203854"/>
          </a:xfrm>
          <a:custGeom xmlns:a="http://schemas.openxmlformats.org/drawingml/2006/main">
            <a:pathLst>
              <a:path w="203854" h="203854">
                <a:moveTo>
                  <a:pt x="167589" y="36265"/>
                </a:moveTo>
                <a:cubicBezTo>
                  <a:pt x="203854" y="72529"/>
                  <a:pt x="203854" y="131325"/>
                  <a:pt x="167589" y="167590"/>
                </a:cubicBezTo>
                <a:cubicBezTo>
                  <a:pt x="131325" y="203854"/>
                  <a:pt x="72529" y="203854"/>
                  <a:pt x="36264" y="167590"/>
                </a:cubicBezTo>
                <a:cubicBezTo>
                  <a:pt x="0" y="131325"/>
                  <a:pt x="0" y="72529"/>
                  <a:pt x="36264" y="36265"/>
                </a:cubicBezTo>
                <a:cubicBezTo>
                  <a:pt x="72529" y="0"/>
                  <a:pt x="131325" y="0"/>
                  <a:pt x="167589" y="36265"/>
                </a:cubicBezTo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C8E130-3006-432B-B5C2-9A31B4BB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220" y="3498650"/>
            <a:ext cx="911930" cy="70436"/>
          </a:xfrm>
          <a:custGeom xmlns:a="http://schemas.openxmlformats.org/drawingml/2006/main">
            <a:pathLst>
              <a:path w="911930" h="70436">
                <a:moveTo>
                  <a:pt x="35218" y="0"/>
                </a:moveTo>
                <a:lnTo>
                  <a:pt x="876712" y="0"/>
                </a:lnTo>
                <a:cubicBezTo>
                  <a:pt x="896162" y="0"/>
                  <a:pt x="911930" y="15768"/>
                  <a:pt x="911930" y="35218"/>
                </a:cubicBezTo>
                <a:cubicBezTo>
                  <a:pt x="911930" y="54668"/>
                  <a:pt x="896162" y="70436"/>
                  <a:pt x="876712" y="70436"/>
                </a:cubicBezTo>
                <a:lnTo>
                  <a:pt x="35218" y="70436"/>
                </a:lnTo>
                <a:cubicBezTo>
                  <a:pt x="15768" y="70436"/>
                  <a:pt x="0" y="54668"/>
                  <a:pt x="0" y="35218"/>
                </a:cubicBezTo>
                <a:cubicBezTo>
                  <a:pt x="0" y="15768"/>
                  <a:pt x="15768" y="0"/>
                  <a:pt x="35218" y="0"/>
                </a:cubicBezTo>
                <a:close/>
                <a:moveTo>
                  <a:pt x="35218" y="0"/>
                </a:moveTo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44631-6C16-45C7-96E5-06A13DF9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220" y="3666110"/>
            <a:ext cx="999985" cy="70436"/>
          </a:xfrm>
          <a:custGeom xmlns:a="http://schemas.openxmlformats.org/drawingml/2006/main">
            <a:pathLst>
              <a:path w="999985" h="70436">
                <a:moveTo>
                  <a:pt x="35218" y="0"/>
                </a:moveTo>
                <a:lnTo>
                  <a:pt x="964767" y="0"/>
                </a:lnTo>
                <a:cubicBezTo>
                  <a:pt x="984217" y="0"/>
                  <a:pt x="999985" y="15768"/>
                  <a:pt x="999985" y="35217"/>
                </a:cubicBezTo>
                <a:cubicBezTo>
                  <a:pt x="999985" y="54668"/>
                  <a:pt x="984217" y="70436"/>
                  <a:pt x="964767" y="70436"/>
                </a:cubicBezTo>
                <a:lnTo>
                  <a:pt x="35218" y="70436"/>
                </a:lnTo>
                <a:cubicBezTo>
                  <a:pt x="15768" y="70436"/>
                  <a:pt x="0" y="54668"/>
                  <a:pt x="0" y="35217"/>
                </a:cubicBezTo>
                <a:cubicBezTo>
                  <a:pt x="0" y="15768"/>
                  <a:pt x="15768" y="0"/>
                  <a:pt x="35218" y="0"/>
                </a:cubicBezTo>
                <a:close/>
                <a:moveTo>
                  <a:pt x="35218" y="0"/>
                </a:moveTo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TheExplicitColluders">
            <a:extLst xmlns:a="http://schemas.openxmlformats.org/drawingml/2006/main">
              <a:ext uri="{FF2B5EF4-FFF2-40B4-BE49-F238E27FC236}">
                <a16:creationId xmlns:a16="http://schemas.microsoft.com/office/drawing/2014/main" id="{9B0D1DA2-7628-4105-8723-DBF85AED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535" y="4203596"/>
            <a:ext cx="2051860" cy="182092"/>
          </a:xfrm>
          <a:custGeom xmlns:a="http://schemas.openxmlformats.org/drawingml/2006/main">
            <a:pathLst>
              <a:path w="2051860" h="182092">
                <a:moveTo>
                  <a:pt x="41778" y="143292"/>
                </a:moveTo>
                <a:lnTo>
                  <a:pt x="41778" y="26315"/>
                </a:lnTo>
                <a:lnTo>
                  <a:pt x="0" y="26315"/>
                </a:lnTo>
                <a:lnTo>
                  <a:pt x="0" y="2497"/>
                </a:lnTo>
                <a:lnTo>
                  <a:pt x="111887" y="2497"/>
                </a:lnTo>
                <a:lnTo>
                  <a:pt x="111887" y="26315"/>
                </a:lnTo>
                <a:lnTo>
                  <a:pt x="70205" y="26315"/>
                </a:lnTo>
                <a:lnTo>
                  <a:pt x="70205" y="143292"/>
                </a:lnTo>
                <a:lnTo>
                  <a:pt x="41778" y="143292"/>
                </a:lnTo>
                <a:close/>
                <a:moveTo>
                  <a:pt x="156922" y="2497"/>
                </a:moveTo>
                <a:lnTo>
                  <a:pt x="156922" y="54335"/>
                </a:lnTo>
                <a:cubicBezTo>
                  <a:pt x="165630" y="44106"/>
                  <a:pt x="176034" y="38992"/>
                  <a:pt x="188135" y="38992"/>
                </a:cubicBezTo>
                <a:cubicBezTo>
                  <a:pt x="194346" y="38992"/>
                  <a:pt x="199948" y="40145"/>
                  <a:pt x="204942" y="42450"/>
                </a:cubicBezTo>
                <a:cubicBezTo>
                  <a:pt x="209936" y="44755"/>
                  <a:pt x="213698" y="47700"/>
                  <a:pt x="216227" y="51285"/>
                </a:cubicBezTo>
                <a:cubicBezTo>
                  <a:pt x="218756" y="54871"/>
                  <a:pt x="220485" y="58841"/>
                  <a:pt x="221413" y="63194"/>
                </a:cubicBezTo>
                <a:cubicBezTo>
                  <a:pt x="222341" y="67548"/>
                  <a:pt x="222806" y="74303"/>
                  <a:pt x="222806" y="83459"/>
                </a:cubicBezTo>
                <a:lnTo>
                  <a:pt x="222806" y="143292"/>
                </a:lnTo>
                <a:lnTo>
                  <a:pt x="195818" y="143292"/>
                </a:lnTo>
                <a:lnTo>
                  <a:pt x="195818" y="89476"/>
                </a:lnTo>
                <a:cubicBezTo>
                  <a:pt x="195818" y="78796"/>
                  <a:pt x="195306" y="72017"/>
                  <a:pt x="194282" y="69140"/>
                </a:cubicBezTo>
                <a:cubicBezTo>
                  <a:pt x="193257" y="66261"/>
                  <a:pt x="191448" y="63974"/>
                  <a:pt x="188855" y="62279"/>
                </a:cubicBezTo>
                <a:cubicBezTo>
                  <a:pt x="186262" y="60584"/>
                  <a:pt x="183013" y="59737"/>
                  <a:pt x="179107" y="59737"/>
                </a:cubicBezTo>
                <a:cubicBezTo>
                  <a:pt x="174625" y="59737"/>
                  <a:pt x="170624" y="60824"/>
                  <a:pt x="167102" y="62999"/>
                </a:cubicBezTo>
                <a:cubicBezTo>
                  <a:pt x="163581" y="65174"/>
                  <a:pt x="161004" y="68452"/>
                  <a:pt x="159371" y="72832"/>
                </a:cubicBezTo>
                <a:cubicBezTo>
                  <a:pt x="157738" y="77211"/>
                  <a:pt x="156922" y="83687"/>
                  <a:pt x="156922" y="92259"/>
                </a:cubicBezTo>
                <a:lnTo>
                  <a:pt x="156922" y="143292"/>
                </a:lnTo>
                <a:lnTo>
                  <a:pt x="129935" y="143292"/>
                </a:lnTo>
                <a:lnTo>
                  <a:pt x="129935" y="2497"/>
                </a:lnTo>
                <a:lnTo>
                  <a:pt x="156922" y="2497"/>
                </a:lnTo>
                <a:close/>
                <a:moveTo>
                  <a:pt x="309234" y="110830"/>
                </a:moveTo>
                <a:lnTo>
                  <a:pt x="336125" y="115440"/>
                </a:lnTo>
                <a:cubicBezTo>
                  <a:pt x="332668" y="125268"/>
                  <a:pt x="327209" y="132752"/>
                  <a:pt x="319750" y="137890"/>
                </a:cubicBezTo>
                <a:cubicBezTo>
                  <a:pt x="312291" y="143028"/>
                  <a:pt x="302959" y="145597"/>
                  <a:pt x="291755" y="145597"/>
                </a:cubicBezTo>
                <a:cubicBezTo>
                  <a:pt x="274019" y="145597"/>
                  <a:pt x="260894" y="139803"/>
                  <a:pt x="252378" y="128214"/>
                </a:cubicBezTo>
                <a:cubicBezTo>
                  <a:pt x="245655" y="118930"/>
                  <a:pt x="242294" y="107213"/>
                  <a:pt x="242294" y="93063"/>
                </a:cubicBezTo>
                <a:cubicBezTo>
                  <a:pt x="242294" y="76160"/>
                  <a:pt x="246712" y="62922"/>
                  <a:pt x="255547" y="53350"/>
                </a:cubicBezTo>
                <a:cubicBezTo>
                  <a:pt x="264383" y="43778"/>
                  <a:pt x="275556" y="38992"/>
                  <a:pt x="289065" y="38992"/>
                </a:cubicBezTo>
                <a:cubicBezTo>
                  <a:pt x="304240" y="38992"/>
                  <a:pt x="316213" y="44002"/>
                  <a:pt x="324984" y="54023"/>
                </a:cubicBezTo>
                <a:cubicBezTo>
                  <a:pt x="333756" y="64043"/>
                  <a:pt x="337950" y="79393"/>
                  <a:pt x="337566" y="100074"/>
                </a:cubicBezTo>
                <a:lnTo>
                  <a:pt x="269953" y="100074"/>
                </a:lnTo>
                <a:cubicBezTo>
                  <a:pt x="270145" y="108077"/>
                  <a:pt x="272322" y="114304"/>
                  <a:pt x="276484" y="118754"/>
                </a:cubicBezTo>
                <a:cubicBezTo>
                  <a:pt x="280646" y="123204"/>
                  <a:pt x="285832" y="125429"/>
                  <a:pt x="292043" y="125429"/>
                </a:cubicBezTo>
                <a:cubicBezTo>
                  <a:pt x="296268" y="125429"/>
                  <a:pt x="299822" y="124276"/>
                  <a:pt x="302703" y="121971"/>
                </a:cubicBezTo>
                <a:cubicBezTo>
                  <a:pt x="305584" y="119666"/>
                  <a:pt x="307761" y="115953"/>
                  <a:pt x="309234" y="110830"/>
                </a:cubicBezTo>
                <a:moveTo>
                  <a:pt x="310770" y="83555"/>
                </a:moveTo>
                <a:cubicBezTo>
                  <a:pt x="310578" y="75776"/>
                  <a:pt x="308562" y="69861"/>
                  <a:pt x="304720" y="65812"/>
                </a:cubicBezTo>
                <a:cubicBezTo>
                  <a:pt x="300878" y="61762"/>
                  <a:pt x="296204" y="59737"/>
                  <a:pt x="290698" y="59737"/>
                </a:cubicBezTo>
                <a:cubicBezTo>
                  <a:pt x="284808" y="59737"/>
                  <a:pt x="279942" y="61873"/>
                  <a:pt x="276100" y="66145"/>
                </a:cubicBezTo>
                <a:cubicBezTo>
                  <a:pt x="272258" y="70418"/>
                  <a:pt x="270370" y="76222"/>
                  <a:pt x="270434" y="83555"/>
                </a:cubicBezTo>
                <a:lnTo>
                  <a:pt x="310770" y="83555"/>
                </a:lnTo>
                <a:close/>
                <a:moveTo>
                  <a:pt x="414401" y="143292"/>
                </a:moveTo>
                <a:lnTo>
                  <a:pt x="414401" y="2497"/>
                </a:lnTo>
                <a:lnTo>
                  <a:pt x="518797" y="2497"/>
                </a:lnTo>
                <a:lnTo>
                  <a:pt x="518797" y="26315"/>
                </a:lnTo>
                <a:lnTo>
                  <a:pt x="442829" y="26315"/>
                </a:lnTo>
                <a:lnTo>
                  <a:pt x="442829" y="57432"/>
                </a:lnTo>
                <a:lnTo>
                  <a:pt x="513515" y="57432"/>
                </a:lnTo>
                <a:lnTo>
                  <a:pt x="513515" y="81250"/>
                </a:lnTo>
                <a:lnTo>
                  <a:pt x="442829" y="81250"/>
                </a:lnTo>
                <a:lnTo>
                  <a:pt x="442829" y="119474"/>
                </a:lnTo>
                <a:lnTo>
                  <a:pt x="521486" y="119474"/>
                </a:lnTo>
                <a:lnTo>
                  <a:pt x="521486" y="143292"/>
                </a:lnTo>
                <a:lnTo>
                  <a:pt x="414401" y="143292"/>
                </a:lnTo>
                <a:close/>
                <a:moveTo>
                  <a:pt x="532436" y="143292"/>
                </a:moveTo>
                <a:lnTo>
                  <a:pt x="569219" y="90758"/>
                </a:lnTo>
                <a:lnTo>
                  <a:pt x="533973" y="41297"/>
                </a:lnTo>
                <a:lnTo>
                  <a:pt x="566914" y="41297"/>
                </a:lnTo>
                <a:lnTo>
                  <a:pt x="584970" y="69341"/>
                </a:lnTo>
                <a:lnTo>
                  <a:pt x="603986" y="41297"/>
                </a:lnTo>
                <a:lnTo>
                  <a:pt x="635679" y="41297"/>
                </a:lnTo>
                <a:lnTo>
                  <a:pt x="601105" y="89606"/>
                </a:lnTo>
                <a:lnTo>
                  <a:pt x="638849" y="143292"/>
                </a:lnTo>
                <a:lnTo>
                  <a:pt x="605715" y="143292"/>
                </a:lnTo>
                <a:lnTo>
                  <a:pt x="584970" y="111695"/>
                </a:lnTo>
                <a:lnTo>
                  <a:pt x="564033" y="143292"/>
                </a:lnTo>
                <a:lnTo>
                  <a:pt x="532436" y="143292"/>
                </a:lnTo>
                <a:close/>
                <a:moveTo>
                  <a:pt x="654032" y="41297"/>
                </a:moveTo>
                <a:lnTo>
                  <a:pt x="679195" y="41297"/>
                </a:lnTo>
                <a:lnTo>
                  <a:pt x="679195" y="56280"/>
                </a:lnTo>
                <a:cubicBezTo>
                  <a:pt x="682460" y="51157"/>
                  <a:pt x="686878" y="46996"/>
                  <a:pt x="692448" y="43794"/>
                </a:cubicBezTo>
                <a:cubicBezTo>
                  <a:pt x="698019" y="40593"/>
                  <a:pt x="704197" y="38992"/>
                  <a:pt x="710984" y="38992"/>
                </a:cubicBezTo>
                <a:cubicBezTo>
                  <a:pt x="722829" y="38992"/>
                  <a:pt x="732881" y="43634"/>
                  <a:pt x="741141" y="52918"/>
                </a:cubicBezTo>
                <a:cubicBezTo>
                  <a:pt x="749400" y="62202"/>
                  <a:pt x="753530" y="75135"/>
                  <a:pt x="753530" y="91718"/>
                </a:cubicBezTo>
                <a:cubicBezTo>
                  <a:pt x="753530" y="108750"/>
                  <a:pt x="749368" y="121987"/>
                  <a:pt x="741045" y="131431"/>
                </a:cubicBezTo>
                <a:cubicBezTo>
                  <a:pt x="732721" y="140875"/>
                  <a:pt x="722637" y="145597"/>
                  <a:pt x="710792" y="145597"/>
                </a:cubicBezTo>
                <a:cubicBezTo>
                  <a:pt x="705158" y="145597"/>
                  <a:pt x="700051" y="144477"/>
                  <a:pt x="695474" y="142236"/>
                </a:cubicBezTo>
                <a:cubicBezTo>
                  <a:pt x="690896" y="139995"/>
                  <a:pt x="686078" y="136153"/>
                  <a:pt x="681020" y="130711"/>
                </a:cubicBezTo>
                <a:lnTo>
                  <a:pt x="681020" y="182092"/>
                </a:lnTo>
                <a:lnTo>
                  <a:pt x="654032" y="182092"/>
                </a:lnTo>
                <a:lnTo>
                  <a:pt x="654032" y="41297"/>
                </a:lnTo>
                <a:moveTo>
                  <a:pt x="680731" y="90521"/>
                </a:moveTo>
                <a:cubicBezTo>
                  <a:pt x="680731" y="101964"/>
                  <a:pt x="683004" y="110418"/>
                  <a:pt x="687550" y="115885"/>
                </a:cubicBezTo>
                <a:cubicBezTo>
                  <a:pt x="692096" y="121351"/>
                  <a:pt x="697634" y="124084"/>
                  <a:pt x="704165" y="124084"/>
                </a:cubicBezTo>
                <a:cubicBezTo>
                  <a:pt x="710440" y="124084"/>
                  <a:pt x="715658" y="121575"/>
                  <a:pt x="719820" y="116557"/>
                </a:cubicBezTo>
                <a:cubicBezTo>
                  <a:pt x="723982" y="111539"/>
                  <a:pt x="726062" y="103307"/>
                  <a:pt x="726062" y="91862"/>
                </a:cubicBezTo>
                <a:cubicBezTo>
                  <a:pt x="726062" y="81186"/>
                  <a:pt x="723917" y="73259"/>
                  <a:pt x="719628" y="68081"/>
                </a:cubicBezTo>
                <a:cubicBezTo>
                  <a:pt x="715338" y="62902"/>
                  <a:pt x="710024" y="60313"/>
                  <a:pt x="703685" y="60313"/>
                </a:cubicBezTo>
                <a:cubicBezTo>
                  <a:pt x="697090" y="60313"/>
                  <a:pt x="691616" y="62854"/>
                  <a:pt x="687262" y="67936"/>
                </a:cubicBezTo>
                <a:cubicBezTo>
                  <a:pt x="682908" y="73019"/>
                  <a:pt x="680731" y="80547"/>
                  <a:pt x="680731" y="90521"/>
                </a:cubicBezTo>
                <a:close/>
                <a:moveTo>
                  <a:pt x="774939" y="143292"/>
                </a:moveTo>
                <a:lnTo>
                  <a:pt x="774939" y="2497"/>
                </a:lnTo>
                <a:lnTo>
                  <a:pt x="801926" y="2497"/>
                </a:lnTo>
                <a:lnTo>
                  <a:pt x="801926" y="143292"/>
                </a:lnTo>
                <a:lnTo>
                  <a:pt x="774939" y="143292"/>
                </a:lnTo>
                <a:close/>
                <a:moveTo>
                  <a:pt x="829580" y="27468"/>
                </a:moveTo>
                <a:lnTo>
                  <a:pt x="829580" y="2497"/>
                </a:lnTo>
                <a:lnTo>
                  <a:pt x="856567" y="2497"/>
                </a:lnTo>
                <a:lnTo>
                  <a:pt x="856567" y="27468"/>
                </a:lnTo>
                <a:lnTo>
                  <a:pt x="829580" y="27468"/>
                </a:lnTo>
                <a:moveTo>
                  <a:pt x="829580" y="143292"/>
                </a:moveTo>
                <a:lnTo>
                  <a:pt x="829580" y="41297"/>
                </a:lnTo>
                <a:lnTo>
                  <a:pt x="856567" y="41297"/>
                </a:lnTo>
                <a:lnTo>
                  <a:pt x="856567" y="143292"/>
                </a:lnTo>
                <a:lnTo>
                  <a:pt x="829580" y="143292"/>
                </a:lnTo>
                <a:close/>
                <a:moveTo>
                  <a:pt x="973154" y="71454"/>
                </a:moveTo>
                <a:lnTo>
                  <a:pt x="946550" y="76256"/>
                </a:lnTo>
                <a:cubicBezTo>
                  <a:pt x="945654" y="70974"/>
                  <a:pt x="943621" y="66996"/>
                  <a:pt x="940452" y="64323"/>
                </a:cubicBezTo>
                <a:cubicBezTo>
                  <a:pt x="937283" y="61650"/>
                  <a:pt x="933169" y="60313"/>
                  <a:pt x="928111" y="60313"/>
                </a:cubicBezTo>
                <a:cubicBezTo>
                  <a:pt x="921388" y="60313"/>
                  <a:pt x="916026" y="62627"/>
                  <a:pt x="912024" y="67255"/>
                </a:cubicBezTo>
                <a:cubicBezTo>
                  <a:pt x="908022" y="71883"/>
                  <a:pt x="906021" y="79622"/>
                  <a:pt x="906021" y="90473"/>
                </a:cubicBezTo>
                <a:cubicBezTo>
                  <a:pt x="906021" y="102538"/>
                  <a:pt x="908054" y="111061"/>
                  <a:pt x="912120" y="116041"/>
                </a:cubicBezTo>
                <a:cubicBezTo>
                  <a:pt x="916186" y="121019"/>
                  <a:pt x="921644" y="123508"/>
                  <a:pt x="928495" y="123508"/>
                </a:cubicBezTo>
                <a:cubicBezTo>
                  <a:pt x="933617" y="123508"/>
                  <a:pt x="937811" y="122051"/>
                  <a:pt x="941076" y="119138"/>
                </a:cubicBezTo>
                <a:cubicBezTo>
                  <a:pt x="944342" y="116225"/>
                  <a:pt x="946646" y="111215"/>
                  <a:pt x="947991" y="104108"/>
                </a:cubicBezTo>
                <a:lnTo>
                  <a:pt x="974498" y="108718"/>
                </a:lnTo>
                <a:cubicBezTo>
                  <a:pt x="971745" y="120883"/>
                  <a:pt x="966463" y="130070"/>
                  <a:pt x="958652" y="136281"/>
                </a:cubicBezTo>
                <a:cubicBezTo>
                  <a:pt x="950840" y="142492"/>
                  <a:pt x="940372" y="145597"/>
                  <a:pt x="927246" y="145597"/>
                </a:cubicBezTo>
                <a:cubicBezTo>
                  <a:pt x="912328" y="145597"/>
                  <a:pt x="900435" y="140891"/>
                  <a:pt x="891567" y="131479"/>
                </a:cubicBezTo>
                <a:cubicBezTo>
                  <a:pt x="882700" y="122067"/>
                  <a:pt x="878266" y="109038"/>
                  <a:pt x="878266" y="92391"/>
                </a:cubicBezTo>
                <a:cubicBezTo>
                  <a:pt x="878266" y="75552"/>
                  <a:pt x="882716" y="62442"/>
                  <a:pt x="891615" y="53062"/>
                </a:cubicBezTo>
                <a:cubicBezTo>
                  <a:pt x="900515" y="43682"/>
                  <a:pt x="912552" y="38992"/>
                  <a:pt x="927727" y="38992"/>
                </a:cubicBezTo>
                <a:cubicBezTo>
                  <a:pt x="940148" y="38992"/>
                  <a:pt x="950024" y="41665"/>
                  <a:pt x="957355" y="47012"/>
                </a:cubicBezTo>
                <a:cubicBezTo>
                  <a:pt x="964686" y="52358"/>
                  <a:pt x="969952" y="60505"/>
                  <a:pt x="973154" y="71454"/>
                </a:cubicBezTo>
                <a:close/>
                <a:moveTo>
                  <a:pt x="993619" y="27468"/>
                </a:moveTo>
                <a:lnTo>
                  <a:pt x="993619" y="2497"/>
                </a:lnTo>
                <a:lnTo>
                  <a:pt x="1020607" y="2497"/>
                </a:lnTo>
                <a:lnTo>
                  <a:pt x="1020607" y="27468"/>
                </a:lnTo>
                <a:lnTo>
                  <a:pt x="993619" y="27468"/>
                </a:lnTo>
                <a:moveTo>
                  <a:pt x="993619" y="143292"/>
                </a:moveTo>
                <a:lnTo>
                  <a:pt x="993619" y="41297"/>
                </a:lnTo>
                <a:lnTo>
                  <a:pt x="1020607" y="41297"/>
                </a:lnTo>
                <a:lnTo>
                  <a:pt x="1020607" y="143292"/>
                </a:lnTo>
                <a:lnTo>
                  <a:pt x="993619" y="143292"/>
                </a:lnTo>
                <a:close/>
                <a:moveTo>
                  <a:pt x="1095032" y="41297"/>
                </a:moveTo>
                <a:lnTo>
                  <a:pt x="1095032" y="62810"/>
                </a:lnTo>
                <a:lnTo>
                  <a:pt x="1076592" y="62810"/>
                </a:lnTo>
                <a:lnTo>
                  <a:pt x="1076592" y="103850"/>
                </a:lnTo>
                <a:cubicBezTo>
                  <a:pt x="1076592" y="112161"/>
                  <a:pt x="1076768" y="117004"/>
                  <a:pt x="1077120" y="118379"/>
                </a:cubicBezTo>
                <a:cubicBezTo>
                  <a:pt x="1077473" y="119751"/>
                  <a:pt x="1078273" y="120886"/>
                  <a:pt x="1079521" y="121782"/>
                </a:cubicBezTo>
                <a:cubicBezTo>
                  <a:pt x="1080770" y="122676"/>
                  <a:pt x="1082291" y="123124"/>
                  <a:pt x="1084083" y="123124"/>
                </a:cubicBezTo>
                <a:cubicBezTo>
                  <a:pt x="1086580" y="123124"/>
                  <a:pt x="1090198" y="122259"/>
                  <a:pt x="1094936" y="120530"/>
                </a:cubicBezTo>
                <a:lnTo>
                  <a:pt x="1097241" y="141545"/>
                </a:lnTo>
                <a:cubicBezTo>
                  <a:pt x="1090966" y="144246"/>
                  <a:pt x="1083859" y="145597"/>
                  <a:pt x="1075920" y="145597"/>
                </a:cubicBezTo>
                <a:cubicBezTo>
                  <a:pt x="1071054" y="145597"/>
                  <a:pt x="1066668" y="144781"/>
                  <a:pt x="1062762" y="143148"/>
                </a:cubicBezTo>
                <a:cubicBezTo>
                  <a:pt x="1058857" y="141515"/>
                  <a:pt x="1055992" y="139402"/>
                  <a:pt x="1054167" y="136809"/>
                </a:cubicBezTo>
                <a:cubicBezTo>
                  <a:pt x="1052342" y="134216"/>
                  <a:pt x="1051077" y="130711"/>
                  <a:pt x="1050373" y="126293"/>
                </a:cubicBezTo>
                <a:cubicBezTo>
                  <a:pt x="1049797" y="123156"/>
                  <a:pt x="1049509" y="116817"/>
                  <a:pt x="1049509" y="107277"/>
                </a:cubicBezTo>
                <a:lnTo>
                  <a:pt x="1049509" y="62810"/>
                </a:lnTo>
                <a:lnTo>
                  <a:pt x="1037120" y="62810"/>
                </a:lnTo>
                <a:lnTo>
                  <a:pt x="1037120" y="41297"/>
                </a:lnTo>
                <a:lnTo>
                  <a:pt x="1049509" y="41297"/>
                </a:lnTo>
                <a:lnTo>
                  <a:pt x="1049509" y="20937"/>
                </a:lnTo>
                <a:lnTo>
                  <a:pt x="1076592" y="4994"/>
                </a:lnTo>
                <a:lnTo>
                  <a:pt x="1076592" y="41297"/>
                </a:lnTo>
                <a:lnTo>
                  <a:pt x="1095032" y="41297"/>
                </a:lnTo>
                <a:close/>
                <a:moveTo>
                  <a:pt x="1258676" y="91430"/>
                </a:moveTo>
                <a:lnTo>
                  <a:pt x="1286240" y="100074"/>
                </a:lnTo>
                <a:cubicBezTo>
                  <a:pt x="1282014" y="115538"/>
                  <a:pt x="1274987" y="127024"/>
                  <a:pt x="1265159" y="134531"/>
                </a:cubicBezTo>
                <a:cubicBezTo>
                  <a:pt x="1255331" y="142037"/>
                  <a:pt x="1242862" y="145789"/>
                  <a:pt x="1227751" y="145789"/>
                </a:cubicBezTo>
                <a:cubicBezTo>
                  <a:pt x="1209055" y="145789"/>
                  <a:pt x="1193689" y="139394"/>
                  <a:pt x="1181652" y="126605"/>
                </a:cubicBezTo>
                <a:cubicBezTo>
                  <a:pt x="1169615" y="113814"/>
                  <a:pt x="1163596" y="96327"/>
                  <a:pt x="1163596" y="74146"/>
                </a:cubicBezTo>
                <a:cubicBezTo>
                  <a:pt x="1163596" y="50680"/>
                  <a:pt x="1169647" y="32457"/>
                  <a:pt x="1181748" y="19475"/>
                </a:cubicBezTo>
                <a:cubicBezTo>
                  <a:pt x="1193849" y="6492"/>
                  <a:pt x="1209760" y="0"/>
                  <a:pt x="1229480" y="0"/>
                </a:cubicBezTo>
                <a:cubicBezTo>
                  <a:pt x="1246703" y="0"/>
                  <a:pt x="1260693" y="5102"/>
                  <a:pt x="1271450" y="15306"/>
                </a:cubicBezTo>
                <a:cubicBezTo>
                  <a:pt x="1277852" y="21339"/>
                  <a:pt x="1282654" y="30003"/>
                  <a:pt x="1285856" y="41297"/>
                </a:cubicBezTo>
                <a:lnTo>
                  <a:pt x="1257716" y="48020"/>
                </a:lnTo>
                <a:cubicBezTo>
                  <a:pt x="1256051" y="40721"/>
                  <a:pt x="1252578" y="34959"/>
                  <a:pt x="1247295" y="30733"/>
                </a:cubicBezTo>
                <a:cubicBezTo>
                  <a:pt x="1242013" y="26507"/>
                  <a:pt x="1235595" y="24394"/>
                  <a:pt x="1228039" y="24394"/>
                </a:cubicBezTo>
                <a:cubicBezTo>
                  <a:pt x="1217603" y="24394"/>
                  <a:pt x="1209135" y="28140"/>
                  <a:pt x="1202637" y="35631"/>
                </a:cubicBezTo>
                <a:cubicBezTo>
                  <a:pt x="1196138" y="43122"/>
                  <a:pt x="1192889" y="55255"/>
                  <a:pt x="1192889" y="72030"/>
                </a:cubicBezTo>
                <a:cubicBezTo>
                  <a:pt x="1192889" y="89830"/>
                  <a:pt x="1196090" y="102507"/>
                  <a:pt x="1202493" y="110062"/>
                </a:cubicBezTo>
                <a:cubicBezTo>
                  <a:pt x="1208895" y="117617"/>
                  <a:pt x="1217219" y="121395"/>
                  <a:pt x="1227463" y="121395"/>
                </a:cubicBezTo>
                <a:cubicBezTo>
                  <a:pt x="1235018" y="121395"/>
                  <a:pt x="1241517" y="118987"/>
                  <a:pt x="1246959" y="114171"/>
                </a:cubicBezTo>
                <a:cubicBezTo>
                  <a:pt x="1252402" y="109353"/>
                  <a:pt x="1256307" y="101773"/>
                  <a:pt x="1258676" y="91430"/>
                </a:cubicBezTo>
                <a:close/>
                <a:moveTo>
                  <a:pt x="1304206" y="90854"/>
                </a:moveTo>
                <a:cubicBezTo>
                  <a:pt x="1304206" y="81890"/>
                  <a:pt x="1306415" y="73215"/>
                  <a:pt x="1310833" y="64827"/>
                </a:cubicBezTo>
                <a:cubicBezTo>
                  <a:pt x="1315250" y="56440"/>
                  <a:pt x="1321509" y="50037"/>
                  <a:pt x="1329608" y="45619"/>
                </a:cubicBezTo>
                <a:cubicBezTo>
                  <a:pt x="1337708" y="41201"/>
                  <a:pt x="1346752" y="38992"/>
                  <a:pt x="1356740" y="38992"/>
                </a:cubicBezTo>
                <a:cubicBezTo>
                  <a:pt x="1372170" y="38992"/>
                  <a:pt x="1384816" y="44002"/>
                  <a:pt x="1394676" y="54023"/>
                </a:cubicBezTo>
                <a:cubicBezTo>
                  <a:pt x="1404536" y="64043"/>
                  <a:pt x="1409466" y="76704"/>
                  <a:pt x="1409466" y="92007"/>
                </a:cubicBezTo>
                <a:cubicBezTo>
                  <a:pt x="1409466" y="107437"/>
                  <a:pt x="1404488" y="120226"/>
                  <a:pt x="1394532" y="130375"/>
                </a:cubicBezTo>
                <a:cubicBezTo>
                  <a:pt x="1384576" y="140523"/>
                  <a:pt x="1372042" y="145597"/>
                  <a:pt x="1356932" y="145597"/>
                </a:cubicBezTo>
                <a:cubicBezTo>
                  <a:pt x="1347584" y="145597"/>
                  <a:pt x="1338668" y="143484"/>
                  <a:pt x="1330185" y="139258"/>
                </a:cubicBezTo>
                <a:cubicBezTo>
                  <a:pt x="1321701" y="135033"/>
                  <a:pt x="1315250" y="128838"/>
                  <a:pt x="1310833" y="120675"/>
                </a:cubicBezTo>
                <a:cubicBezTo>
                  <a:pt x="1306415" y="112511"/>
                  <a:pt x="1304206" y="102571"/>
                  <a:pt x="1304206" y="90854"/>
                </a:cubicBezTo>
                <a:moveTo>
                  <a:pt x="1331865" y="92295"/>
                </a:moveTo>
                <a:cubicBezTo>
                  <a:pt x="1331865" y="102379"/>
                  <a:pt x="1334266" y="110102"/>
                  <a:pt x="1339068" y="115464"/>
                </a:cubicBezTo>
                <a:cubicBezTo>
                  <a:pt x="1343870" y="120827"/>
                  <a:pt x="1349793" y="123508"/>
                  <a:pt x="1356836" y="123508"/>
                </a:cubicBezTo>
                <a:cubicBezTo>
                  <a:pt x="1363879" y="123508"/>
                  <a:pt x="1369785" y="120827"/>
                  <a:pt x="1374555" y="115464"/>
                </a:cubicBezTo>
                <a:cubicBezTo>
                  <a:pt x="1379325" y="110102"/>
                  <a:pt x="1381710" y="102315"/>
                  <a:pt x="1381710" y="92103"/>
                </a:cubicBezTo>
                <a:cubicBezTo>
                  <a:pt x="1381710" y="82146"/>
                  <a:pt x="1379325" y="74487"/>
                  <a:pt x="1374555" y="69125"/>
                </a:cubicBezTo>
                <a:cubicBezTo>
                  <a:pt x="1369785" y="63763"/>
                  <a:pt x="1363879" y="61082"/>
                  <a:pt x="1356836" y="61082"/>
                </a:cubicBezTo>
                <a:cubicBezTo>
                  <a:pt x="1349793" y="61082"/>
                  <a:pt x="1343870" y="63763"/>
                  <a:pt x="1339068" y="69125"/>
                </a:cubicBezTo>
                <a:cubicBezTo>
                  <a:pt x="1334266" y="74487"/>
                  <a:pt x="1331865" y="82210"/>
                  <a:pt x="1331865" y="92295"/>
                </a:cubicBezTo>
                <a:close/>
                <a:moveTo>
                  <a:pt x="1430587" y="143292"/>
                </a:moveTo>
                <a:lnTo>
                  <a:pt x="1430587" y="2497"/>
                </a:lnTo>
                <a:lnTo>
                  <a:pt x="1457574" y="2497"/>
                </a:lnTo>
                <a:lnTo>
                  <a:pt x="1457574" y="143292"/>
                </a:lnTo>
                <a:lnTo>
                  <a:pt x="1430587" y="143292"/>
                </a:lnTo>
                <a:close/>
                <a:moveTo>
                  <a:pt x="1485227" y="143292"/>
                </a:moveTo>
                <a:lnTo>
                  <a:pt x="1485227" y="2497"/>
                </a:lnTo>
                <a:lnTo>
                  <a:pt x="1512215" y="2497"/>
                </a:lnTo>
                <a:lnTo>
                  <a:pt x="1512215" y="143292"/>
                </a:lnTo>
                <a:lnTo>
                  <a:pt x="1485227" y="143292"/>
                </a:lnTo>
                <a:close/>
                <a:moveTo>
                  <a:pt x="1607000" y="143292"/>
                </a:moveTo>
                <a:lnTo>
                  <a:pt x="1607000" y="128022"/>
                </a:lnTo>
                <a:cubicBezTo>
                  <a:pt x="1603286" y="133464"/>
                  <a:pt x="1598404" y="137754"/>
                  <a:pt x="1592354" y="140891"/>
                </a:cubicBezTo>
                <a:cubicBezTo>
                  <a:pt x="1586303" y="144028"/>
                  <a:pt x="1579916" y="145597"/>
                  <a:pt x="1573194" y="145597"/>
                </a:cubicBezTo>
                <a:cubicBezTo>
                  <a:pt x="1566343" y="145597"/>
                  <a:pt x="1560196" y="144092"/>
                  <a:pt x="1554754" y="141083"/>
                </a:cubicBezTo>
                <a:cubicBezTo>
                  <a:pt x="1549312" y="138074"/>
                  <a:pt x="1545374" y="133848"/>
                  <a:pt x="1542941" y="128406"/>
                </a:cubicBezTo>
                <a:cubicBezTo>
                  <a:pt x="1540508" y="122964"/>
                  <a:pt x="1539291" y="115440"/>
                  <a:pt x="1539291" y="105836"/>
                </a:cubicBezTo>
                <a:lnTo>
                  <a:pt x="1539291" y="41297"/>
                </a:lnTo>
                <a:lnTo>
                  <a:pt x="1566279" y="41297"/>
                </a:lnTo>
                <a:lnTo>
                  <a:pt x="1566279" y="88057"/>
                </a:lnTo>
                <a:cubicBezTo>
                  <a:pt x="1566279" y="102367"/>
                  <a:pt x="1566775" y="111135"/>
                  <a:pt x="1567767" y="114360"/>
                </a:cubicBezTo>
                <a:cubicBezTo>
                  <a:pt x="1568760" y="117585"/>
                  <a:pt x="1570569" y="120140"/>
                  <a:pt x="1573194" y="122025"/>
                </a:cubicBezTo>
                <a:cubicBezTo>
                  <a:pt x="1575819" y="123910"/>
                  <a:pt x="1579148" y="124852"/>
                  <a:pt x="1583182" y="124852"/>
                </a:cubicBezTo>
                <a:cubicBezTo>
                  <a:pt x="1587792" y="124852"/>
                  <a:pt x="1591922" y="123591"/>
                  <a:pt x="1595571" y="121068"/>
                </a:cubicBezTo>
                <a:cubicBezTo>
                  <a:pt x="1599221" y="118545"/>
                  <a:pt x="1601718" y="115414"/>
                  <a:pt x="1603062" y="111677"/>
                </a:cubicBezTo>
                <a:cubicBezTo>
                  <a:pt x="1604407" y="107939"/>
                  <a:pt x="1605079" y="98788"/>
                  <a:pt x="1605079" y="84224"/>
                </a:cubicBezTo>
                <a:lnTo>
                  <a:pt x="1605079" y="41297"/>
                </a:lnTo>
                <a:lnTo>
                  <a:pt x="1632066" y="41297"/>
                </a:lnTo>
                <a:lnTo>
                  <a:pt x="1632066" y="143292"/>
                </a:lnTo>
                <a:lnTo>
                  <a:pt x="1607000" y="143292"/>
                </a:lnTo>
                <a:close/>
                <a:moveTo>
                  <a:pt x="1753549" y="143292"/>
                </a:moveTo>
                <a:lnTo>
                  <a:pt x="1728483" y="143292"/>
                </a:lnTo>
                <a:lnTo>
                  <a:pt x="1728483" y="128310"/>
                </a:lnTo>
                <a:cubicBezTo>
                  <a:pt x="1724321" y="134136"/>
                  <a:pt x="1719407" y="138474"/>
                  <a:pt x="1713741" y="141323"/>
                </a:cubicBezTo>
                <a:cubicBezTo>
                  <a:pt x="1708074" y="144172"/>
                  <a:pt x="1702360" y="145597"/>
                  <a:pt x="1696597" y="145597"/>
                </a:cubicBezTo>
                <a:cubicBezTo>
                  <a:pt x="1684881" y="145597"/>
                  <a:pt x="1674844" y="140875"/>
                  <a:pt x="1666489" y="131431"/>
                </a:cubicBezTo>
                <a:cubicBezTo>
                  <a:pt x="1658133" y="121987"/>
                  <a:pt x="1653956" y="108814"/>
                  <a:pt x="1653956" y="91911"/>
                </a:cubicBezTo>
                <a:cubicBezTo>
                  <a:pt x="1653956" y="74623"/>
                  <a:pt x="1658021" y="61482"/>
                  <a:pt x="1666153" y="52486"/>
                </a:cubicBezTo>
                <a:cubicBezTo>
                  <a:pt x="1674284" y="43490"/>
                  <a:pt x="1684560" y="38992"/>
                  <a:pt x="1696982" y="38992"/>
                </a:cubicBezTo>
                <a:cubicBezTo>
                  <a:pt x="1708378" y="38992"/>
                  <a:pt x="1718239" y="43730"/>
                  <a:pt x="1726562" y="53206"/>
                </a:cubicBezTo>
                <a:lnTo>
                  <a:pt x="1726562" y="2497"/>
                </a:lnTo>
                <a:lnTo>
                  <a:pt x="1753549" y="2497"/>
                </a:lnTo>
                <a:lnTo>
                  <a:pt x="1753549" y="143292"/>
                </a:lnTo>
                <a:moveTo>
                  <a:pt x="1681519" y="90137"/>
                </a:moveTo>
                <a:cubicBezTo>
                  <a:pt x="1681519" y="101005"/>
                  <a:pt x="1683024" y="108869"/>
                  <a:pt x="1686033" y="113727"/>
                </a:cubicBezTo>
                <a:cubicBezTo>
                  <a:pt x="1690387" y="120760"/>
                  <a:pt x="1696469" y="124276"/>
                  <a:pt x="1704281" y="124276"/>
                </a:cubicBezTo>
                <a:cubicBezTo>
                  <a:pt x="1710491" y="124276"/>
                  <a:pt x="1715774" y="121639"/>
                  <a:pt x="1720127" y="116365"/>
                </a:cubicBezTo>
                <a:cubicBezTo>
                  <a:pt x="1724481" y="111091"/>
                  <a:pt x="1726658" y="103211"/>
                  <a:pt x="1726658" y="92727"/>
                </a:cubicBezTo>
                <a:cubicBezTo>
                  <a:pt x="1726658" y="81026"/>
                  <a:pt x="1724545" y="72602"/>
                  <a:pt x="1720319" y="67456"/>
                </a:cubicBezTo>
                <a:cubicBezTo>
                  <a:pt x="1716094" y="62310"/>
                  <a:pt x="1710683" y="59737"/>
                  <a:pt x="1704089" y="59737"/>
                </a:cubicBezTo>
                <a:cubicBezTo>
                  <a:pt x="1697686" y="59737"/>
                  <a:pt x="1692324" y="62278"/>
                  <a:pt x="1688002" y="67360"/>
                </a:cubicBezTo>
                <a:cubicBezTo>
                  <a:pt x="1683680" y="72442"/>
                  <a:pt x="1681519" y="80035"/>
                  <a:pt x="1681519" y="90137"/>
                </a:cubicBezTo>
                <a:close/>
                <a:moveTo>
                  <a:pt x="1839209" y="110830"/>
                </a:moveTo>
                <a:lnTo>
                  <a:pt x="1866101" y="115440"/>
                </a:lnTo>
                <a:cubicBezTo>
                  <a:pt x="1862643" y="125268"/>
                  <a:pt x="1857185" y="132752"/>
                  <a:pt x="1849726" y="137890"/>
                </a:cubicBezTo>
                <a:cubicBezTo>
                  <a:pt x="1842267" y="143028"/>
                  <a:pt x="1832935" y="145597"/>
                  <a:pt x="1821730" y="145597"/>
                </a:cubicBezTo>
                <a:cubicBezTo>
                  <a:pt x="1803995" y="145597"/>
                  <a:pt x="1790869" y="139803"/>
                  <a:pt x="1782354" y="128214"/>
                </a:cubicBezTo>
                <a:cubicBezTo>
                  <a:pt x="1775631" y="118930"/>
                  <a:pt x="1772269" y="107213"/>
                  <a:pt x="1772269" y="93063"/>
                </a:cubicBezTo>
                <a:cubicBezTo>
                  <a:pt x="1772269" y="76160"/>
                  <a:pt x="1776687" y="62922"/>
                  <a:pt x="1785523" y="53350"/>
                </a:cubicBezTo>
                <a:cubicBezTo>
                  <a:pt x="1794359" y="43778"/>
                  <a:pt x="1805531" y="38992"/>
                  <a:pt x="1819041" y="38992"/>
                </a:cubicBezTo>
                <a:cubicBezTo>
                  <a:pt x="1834215" y="38992"/>
                  <a:pt x="1846188" y="44002"/>
                  <a:pt x="1854960" y="54023"/>
                </a:cubicBezTo>
                <a:cubicBezTo>
                  <a:pt x="1863732" y="64043"/>
                  <a:pt x="1867925" y="79393"/>
                  <a:pt x="1867541" y="100074"/>
                </a:cubicBezTo>
                <a:lnTo>
                  <a:pt x="1799929" y="100074"/>
                </a:lnTo>
                <a:cubicBezTo>
                  <a:pt x="1800121" y="108077"/>
                  <a:pt x="1802298" y="114304"/>
                  <a:pt x="1806460" y="118754"/>
                </a:cubicBezTo>
                <a:cubicBezTo>
                  <a:pt x="1810621" y="123204"/>
                  <a:pt x="1815808" y="125429"/>
                  <a:pt x="1822018" y="125429"/>
                </a:cubicBezTo>
                <a:cubicBezTo>
                  <a:pt x="1826244" y="125429"/>
                  <a:pt x="1829797" y="124276"/>
                  <a:pt x="1832679" y="121971"/>
                </a:cubicBezTo>
                <a:cubicBezTo>
                  <a:pt x="1835560" y="119666"/>
                  <a:pt x="1837737" y="115953"/>
                  <a:pt x="1839209" y="110830"/>
                </a:cubicBezTo>
                <a:moveTo>
                  <a:pt x="1840746" y="83555"/>
                </a:moveTo>
                <a:cubicBezTo>
                  <a:pt x="1840554" y="75776"/>
                  <a:pt x="1838537" y="69861"/>
                  <a:pt x="1834695" y="65812"/>
                </a:cubicBezTo>
                <a:cubicBezTo>
                  <a:pt x="1830854" y="61762"/>
                  <a:pt x="1826180" y="59737"/>
                  <a:pt x="1820674" y="59737"/>
                </a:cubicBezTo>
                <a:cubicBezTo>
                  <a:pt x="1814783" y="59737"/>
                  <a:pt x="1809917" y="61873"/>
                  <a:pt x="1806075" y="66145"/>
                </a:cubicBezTo>
                <a:cubicBezTo>
                  <a:pt x="1802234" y="70418"/>
                  <a:pt x="1800345" y="76222"/>
                  <a:pt x="1800409" y="83555"/>
                </a:cubicBezTo>
                <a:lnTo>
                  <a:pt x="1840746" y="83555"/>
                </a:lnTo>
                <a:close/>
                <a:moveTo>
                  <a:pt x="1915379" y="143292"/>
                </a:moveTo>
                <a:lnTo>
                  <a:pt x="1888392" y="143292"/>
                </a:lnTo>
                <a:lnTo>
                  <a:pt x="1888392" y="41297"/>
                </a:lnTo>
                <a:lnTo>
                  <a:pt x="1913458" y="41297"/>
                </a:lnTo>
                <a:lnTo>
                  <a:pt x="1913458" y="55799"/>
                </a:lnTo>
                <a:cubicBezTo>
                  <a:pt x="1917748" y="48949"/>
                  <a:pt x="1921605" y="44435"/>
                  <a:pt x="1925031" y="42258"/>
                </a:cubicBezTo>
                <a:cubicBezTo>
                  <a:pt x="1928456" y="40081"/>
                  <a:pt x="1932346" y="38992"/>
                  <a:pt x="1936700" y="38992"/>
                </a:cubicBezTo>
                <a:cubicBezTo>
                  <a:pt x="1942846" y="38992"/>
                  <a:pt x="1948769" y="40689"/>
                  <a:pt x="1954467" y="44082"/>
                </a:cubicBezTo>
                <a:lnTo>
                  <a:pt x="1946112" y="67612"/>
                </a:lnTo>
                <a:cubicBezTo>
                  <a:pt x="1941566" y="64667"/>
                  <a:pt x="1937340" y="63194"/>
                  <a:pt x="1933434" y="63194"/>
                </a:cubicBezTo>
                <a:cubicBezTo>
                  <a:pt x="1929657" y="63194"/>
                  <a:pt x="1926455" y="64235"/>
                  <a:pt x="1923830" y="66316"/>
                </a:cubicBezTo>
                <a:cubicBezTo>
                  <a:pt x="1921205" y="68397"/>
                  <a:pt x="1919140" y="72158"/>
                  <a:pt x="1917636" y="77601"/>
                </a:cubicBezTo>
                <a:cubicBezTo>
                  <a:pt x="1916131" y="83043"/>
                  <a:pt x="1915379" y="94440"/>
                  <a:pt x="1915379" y="111791"/>
                </a:cubicBezTo>
                <a:lnTo>
                  <a:pt x="1915379" y="143292"/>
                </a:lnTo>
                <a:close/>
                <a:moveTo>
                  <a:pt x="1956588" y="114288"/>
                </a:moveTo>
                <a:lnTo>
                  <a:pt x="1983671" y="110062"/>
                </a:lnTo>
                <a:cubicBezTo>
                  <a:pt x="1984824" y="115280"/>
                  <a:pt x="1987161" y="119242"/>
                  <a:pt x="1990682" y="121947"/>
                </a:cubicBezTo>
                <a:cubicBezTo>
                  <a:pt x="1994204" y="124652"/>
                  <a:pt x="1999134" y="126005"/>
                  <a:pt x="2005473" y="126005"/>
                </a:cubicBezTo>
                <a:cubicBezTo>
                  <a:pt x="2012452" y="126005"/>
                  <a:pt x="2017702" y="124726"/>
                  <a:pt x="2021223" y="122169"/>
                </a:cubicBezTo>
                <a:cubicBezTo>
                  <a:pt x="2023592" y="120378"/>
                  <a:pt x="2024777" y="117980"/>
                  <a:pt x="2024777" y="114975"/>
                </a:cubicBezTo>
                <a:cubicBezTo>
                  <a:pt x="2024777" y="112928"/>
                  <a:pt x="2024136" y="111234"/>
                  <a:pt x="2022856" y="109891"/>
                </a:cubicBezTo>
                <a:cubicBezTo>
                  <a:pt x="2021511" y="108612"/>
                  <a:pt x="2018502" y="107430"/>
                  <a:pt x="2013828" y="106344"/>
                </a:cubicBezTo>
                <a:cubicBezTo>
                  <a:pt x="1992059" y="101550"/>
                  <a:pt x="1978261" y="97170"/>
                  <a:pt x="1972435" y="93204"/>
                </a:cubicBezTo>
                <a:cubicBezTo>
                  <a:pt x="1964367" y="87702"/>
                  <a:pt x="1960334" y="80058"/>
                  <a:pt x="1960334" y="70271"/>
                </a:cubicBezTo>
                <a:cubicBezTo>
                  <a:pt x="1960334" y="61444"/>
                  <a:pt x="1963823" y="54024"/>
                  <a:pt x="1970802" y="48011"/>
                </a:cubicBezTo>
                <a:cubicBezTo>
                  <a:pt x="1977781" y="41999"/>
                  <a:pt x="1988602" y="38992"/>
                  <a:pt x="2003264" y="38992"/>
                </a:cubicBezTo>
                <a:cubicBezTo>
                  <a:pt x="2017222" y="38992"/>
                  <a:pt x="2027594" y="41257"/>
                  <a:pt x="2034381" y="45787"/>
                </a:cubicBezTo>
                <a:cubicBezTo>
                  <a:pt x="2041168" y="50317"/>
                  <a:pt x="2045842" y="57016"/>
                  <a:pt x="2048403" y="65884"/>
                </a:cubicBezTo>
                <a:lnTo>
                  <a:pt x="2022952" y="70686"/>
                </a:lnTo>
                <a:cubicBezTo>
                  <a:pt x="2021863" y="66716"/>
                  <a:pt x="2019799" y="63675"/>
                  <a:pt x="2016757" y="61562"/>
                </a:cubicBezTo>
                <a:cubicBezTo>
                  <a:pt x="2013716" y="59449"/>
                  <a:pt x="2009378" y="58392"/>
                  <a:pt x="2003744" y="58392"/>
                </a:cubicBezTo>
                <a:cubicBezTo>
                  <a:pt x="1996637" y="58392"/>
                  <a:pt x="1991547" y="59384"/>
                  <a:pt x="1988474" y="61367"/>
                </a:cubicBezTo>
                <a:cubicBezTo>
                  <a:pt x="1986425" y="62771"/>
                  <a:pt x="1985400" y="64593"/>
                  <a:pt x="1985400" y="66832"/>
                </a:cubicBezTo>
                <a:cubicBezTo>
                  <a:pt x="1985400" y="68749"/>
                  <a:pt x="1986297" y="70378"/>
                  <a:pt x="1988089" y="71721"/>
                </a:cubicBezTo>
                <a:cubicBezTo>
                  <a:pt x="1990522" y="73512"/>
                  <a:pt x="1998926" y="76038"/>
                  <a:pt x="2013300" y="79299"/>
                </a:cubicBezTo>
                <a:cubicBezTo>
                  <a:pt x="2027674" y="82561"/>
                  <a:pt x="2037710" y="86561"/>
                  <a:pt x="2043409" y="91301"/>
                </a:cubicBezTo>
                <a:cubicBezTo>
                  <a:pt x="2049043" y="96107"/>
                  <a:pt x="2051860" y="102802"/>
                  <a:pt x="2051860" y="111386"/>
                </a:cubicBezTo>
                <a:cubicBezTo>
                  <a:pt x="2051860" y="120740"/>
                  <a:pt x="2047954" y="128780"/>
                  <a:pt x="2040143" y="135507"/>
                </a:cubicBezTo>
                <a:cubicBezTo>
                  <a:pt x="2032332" y="142234"/>
                  <a:pt x="2020775" y="145597"/>
                  <a:pt x="2005473" y="145597"/>
                </a:cubicBezTo>
                <a:cubicBezTo>
                  <a:pt x="1991579" y="145597"/>
                  <a:pt x="1980582" y="142789"/>
                  <a:pt x="1972483" y="137172"/>
                </a:cubicBezTo>
                <a:cubicBezTo>
                  <a:pt x="1964383" y="131554"/>
                  <a:pt x="1959085" y="123926"/>
                  <a:pt x="1956588" y="1142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47F18-7553-474E-A0A9-C8C29E7E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" y="3955416"/>
            <a:ext cx="3716318" cy="223793"/>
          </a:xfrm>
          <a:custGeom xmlns:a="http://schemas.openxmlformats.org/drawingml/2006/main">
            <a:pathLst>
              <a:path w="3716318" h="223793" fill="none">
                <a:moveTo>
                  <a:pt x="0" y="0"/>
                </a:moveTo>
                <a:lnTo>
                  <a:pt x="94009" y="94942"/>
                </a:lnTo>
                <a:lnTo>
                  <a:pt x="3676254" y="108506"/>
                </a:lnTo>
                <a:lnTo>
                  <a:pt x="3716318" y="223793"/>
                </a:lnTo>
              </a:path>
            </a:pathLst>
          </a:custGeom>
          <a:noFill xmlns:a="http://schemas.openxmlformats.org/drawingml/2006/main"/>
          <a:ln xmlns:a="http://schemas.openxmlformats.org/drawingml/2006/main" w="21074" cap="rnd">
            <a:solidFill>
              <a:srgbClr val="000000"/>
            </a:solidFill>
            <a:round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3DC8D2-FDD2-4A97-BF81-CD19075D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380" y="3928291"/>
            <a:ext cx="3727282" cy="250919"/>
          </a:xfrm>
          <a:custGeom xmlns:a="http://schemas.openxmlformats.org/drawingml/2006/main">
            <a:pathLst>
              <a:path w="3727282" h="250919" fill="none">
                <a:moveTo>
                  <a:pt x="3727282" y="0"/>
                </a:moveTo>
                <a:lnTo>
                  <a:pt x="3673959" y="108505"/>
                </a:lnTo>
                <a:lnTo>
                  <a:pt x="35475" y="128850"/>
                </a:lnTo>
                <a:lnTo>
                  <a:pt x="0" y="250919"/>
                </a:lnTo>
              </a:path>
            </a:pathLst>
          </a:custGeom>
          <a:noFill xmlns:a="http://schemas.openxmlformats.org/drawingml/2006/main"/>
          <a:ln xmlns:a="http://schemas.openxmlformats.org/drawingml/2006/main" w="21074" cap="rnd">
            <a:solidFill>
              <a:srgbClr val="000000"/>
            </a:solidFill>
            <a:round/>
          </a:ln>
        </p:spPr>
      </p:sp>
      <p:sp>
        <p:nvSpPr>
          <p:cNvPr id="189" name="Text Police:Victim">
            <a:extLst xmlns:a="http://schemas.openxmlformats.org/drawingml/2006/main">
              <a:ext uri="{FF2B5EF4-FFF2-40B4-BE49-F238E27FC236}">
                <a16:creationId xmlns:a16="http://schemas.microsoft.com/office/drawing/2014/main" id="{B24FD6A4-33ED-4B38-A928-B7BE6A24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6290" y="1060059"/>
            <a:ext cx="1025935" cy="127768"/>
          </a:xfrm>
          <a:custGeom xmlns:a="http://schemas.openxmlformats.org/drawingml/2006/main">
            <a:pathLst>
              <a:path w="1025935" h="127768">
                <a:moveTo>
                  <a:pt x="0" y="125710"/>
                </a:moveTo>
                <a:lnTo>
                  <a:pt x="0" y="0"/>
                </a:lnTo>
                <a:lnTo>
                  <a:pt x="47420" y="0"/>
                </a:lnTo>
                <a:cubicBezTo>
                  <a:pt x="55766" y="0"/>
                  <a:pt x="62140" y="400"/>
                  <a:pt x="66542" y="1200"/>
                </a:cubicBezTo>
                <a:cubicBezTo>
                  <a:pt x="72716" y="2230"/>
                  <a:pt x="77890" y="4187"/>
                  <a:pt x="82063" y="7074"/>
                </a:cubicBezTo>
                <a:cubicBezTo>
                  <a:pt x="86236" y="9961"/>
                  <a:pt x="89595" y="14006"/>
                  <a:pt x="92139" y="19208"/>
                </a:cubicBezTo>
                <a:cubicBezTo>
                  <a:pt x="94683" y="24410"/>
                  <a:pt x="95954" y="30127"/>
                  <a:pt x="95954" y="36358"/>
                </a:cubicBezTo>
                <a:cubicBezTo>
                  <a:pt x="95954" y="47048"/>
                  <a:pt x="92553" y="56095"/>
                  <a:pt x="85750" y="63498"/>
                </a:cubicBezTo>
                <a:cubicBezTo>
                  <a:pt x="78947" y="70901"/>
                  <a:pt x="66656" y="74603"/>
                  <a:pt x="48878" y="74603"/>
                </a:cubicBezTo>
                <a:lnTo>
                  <a:pt x="16636" y="74603"/>
                </a:lnTo>
                <a:lnTo>
                  <a:pt x="16636" y="125710"/>
                </a:lnTo>
                <a:lnTo>
                  <a:pt x="0" y="125710"/>
                </a:lnTo>
                <a:moveTo>
                  <a:pt x="16636" y="59682"/>
                </a:moveTo>
                <a:lnTo>
                  <a:pt x="49135" y="59682"/>
                </a:lnTo>
                <a:cubicBezTo>
                  <a:pt x="59882" y="59682"/>
                  <a:pt x="67514" y="57689"/>
                  <a:pt x="72030" y="53704"/>
                </a:cubicBezTo>
                <a:cubicBezTo>
                  <a:pt x="76546" y="49716"/>
                  <a:pt x="78804" y="44107"/>
                  <a:pt x="78804" y="36875"/>
                </a:cubicBezTo>
                <a:cubicBezTo>
                  <a:pt x="78804" y="31636"/>
                  <a:pt x="77475" y="27151"/>
                  <a:pt x="74817" y="23421"/>
                </a:cubicBezTo>
                <a:cubicBezTo>
                  <a:pt x="72159" y="19690"/>
                  <a:pt x="68657" y="17227"/>
                  <a:pt x="64313" y="16030"/>
                </a:cubicBezTo>
                <a:cubicBezTo>
                  <a:pt x="61511" y="15290"/>
                  <a:pt x="56338" y="14921"/>
                  <a:pt x="48792" y="14921"/>
                </a:cubicBezTo>
                <a:lnTo>
                  <a:pt x="16636" y="14921"/>
                </a:lnTo>
                <a:lnTo>
                  <a:pt x="16636" y="59682"/>
                </a:lnTo>
                <a:close/>
                <a:moveTo>
                  <a:pt x="109418" y="80176"/>
                </a:moveTo>
                <a:cubicBezTo>
                  <a:pt x="109418" y="63312"/>
                  <a:pt x="114106" y="50821"/>
                  <a:pt x="123481" y="42704"/>
                </a:cubicBezTo>
                <a:cubicBezTo>
                  <a:pt x="131313" y="35958"/>
                  <a:pt x="140860" y="32585"/>
                  <a:pt x="152122" y="32585"/>
                </a:cubicBezTo>
                <a:cubicBezTo>
                  <a:pt x="164641" y="32585"/>
                  <a:pt x="174874" y="36687"/>
                  <a:pt x="182820" y="44890"/>
                </a:cubicBezTo>
                <a:cubicBezTo>
                  <a:pt x="190767" y="53094"/>
                  <a:pt x="194740" y="64427"/>
                  <a:pt x="194740" y="78890"/>
                </a:cubicBezTo>
                <a:cubicBezTo>
                  <a:pt x="194740" y="90609"/>
                  <a:pt x="192982" y="99828"/>
                  <a:pt x="189466" y="106545"/>
                </a:cubicBezTo>
                <a:cubicBezTo>
                  <a:pt x="185950" y="113262"/>
                  <a:pt x="180834" y="118478"/>
                  <a:pt x="174117" y="122194"/>
                </a:cubicBezTo>
                <a:cubicBezTo>
                  <a:pt x="167400" y="125910"/>
                  <a:pt x="160068" y="127768"/>
                  <a:pt x="152122" y="127768"/>
                </a:cubicBezTo>
                <a:cubicBezTo>
                  <a:pt x="139374" y="127768"/>
                  <a:pt x="129069" y="123680"/>
                  <a:pt x="121209" y="115506"/>
                </a:cubicBezTo>
                <a:cubicBezTo>
                  <a:pt x="113348" y="107331"/>
                  <a:pt x="109418" y="95554"/>
                  <a:pt x="109418" y="80176"/>
                </a:cubicBezTo>
                <a:moveTo>
                  <a:pt x="125282" y="80219"/>
                </a:moveTo>
                <a:cubicBezTo>
                  <a:pt x="125282" y="91867"/>
                  <a:pt x="127826" y="100589"/>
                  <a:pt x="132914" y="106384"/>
                </a:cubicBezTo>
                <a:cubicBezTo>
                  <a:pt x="138002" y="112179"/>
                  <a:pt x="144404" y="115077"/>
                  <a:pt x="152122" y="115077"/>
                </a:cubicBezTo>
                <a:cubicBezTo>
                  <a:pt x="159782" y="115077"/>
                  <a:pt x="166156" y="112165"/>
                  <a:pt x="171244" y="106341"/>
                </a:cubicBezTo>
                <a:cubicBezTo>
                  <a:pt x="176332" y="100517"/>
                  <a:pt x="178876" y="91638"/>
                  <a:pt x="178876" y="79705"/>
                </a:cubicBezTo>
                <a:cubicBezTo>
                  <a:pt x="178876" y="68457"/>
                  <a:pt x="176318" y="59936"/>
                  <a:pt x="171201" y="54141"/>
                </a:cubicBezTo>
                <a:cubicBezTo>
                  <a:pt x="166085" y="48345"/>
                  <a:pt x="159725" y="45448"/>
                  <a:pt x="152122" y="45448"/>
                </a:cubicBezTo>
                <a:cubicBezTo>
                  <a:pt x="144404" y="45448"/>
                  <a:pt x="138002" y="48331"/>
                  <a:pt x="132914" y="54098"/>
                </a:cubicBezTo>
                <a:cubicBezTo>
                  <a:pt x="127826" y="59864"/>
                  <a:pt x="125282" y="68572"/>
                  <a:pt x="125282" y="80219"/>
                </a:cubicBezTo>
                <a:close/>
                <a:moveTo>
                  <a:pt x="212498" y="125710"/>
                </a:moveTo>
                <a:lnTo>
                  <a:pt x="212498" y="0"/>
                </a:lnTo>
                <a:lnTo>
                  <a:pt x="227933" y="0"/>
                </a:lnTo>
                <a:lnTo>
                  <a:pt x="227933" y="125710"/>
                </a:lnTo>
                <a:lnTo>
                  <a:pt x="212498" y="125710"/>
                </a:lnTo>
                <a:close/>
                <a:moveTo>
                  <a:pt x="251949" y="17665"/>
                </a:moveTo>
                <a:lnTo>
                  <a:pt x="251949" y="0"/>
                </a:lnTo>
                <a:lnTo>
                  <a:pt x="267384" y="0"/>
                </a:lnTo>
                <a:lnTo>
                  <a:pt x="267384" y="17665"/>
                </a:lnTo>
                <a:lnTo>
                  <a:pt x="251949" y="17665"/>
                </a:lnTo>
                <a:moveTo>
                  <a:pt x="251949" y="125710"/>
                </a:moveTo>
                <a:lnTo>
                  <a:pt x="251949" y="34643"/>
                </a:lnTo>
                <a:lnTo>
                  <a:pt x="267384" y="34643"/>
                </a:lnTo>
                <a:lnTo>
                  <a:pt x="267384" y="125710"/>
                </a:lnTo>
                <a:lnTo>
                  <a:pt x="251949" y="125710"/>
                </a:lnTo>
                <a:close/>
                <a:moveTo>
                  <a:pt x="350310" y="92267"/>
                </a:moveTo>
                <a:lnTo>
                  <a:pt x="365488" y="94325"/>
                </a:lnTo>
                <a:cubicBezTo>
                  <a:pt x="363830" y="104787"/>
                  <a:pt x="359586" y="112976"/>
                  <a:pt x="352754" y="118893"/>
                </a:cubicBezTo>
                <a:cubicBezTo>
                  <a:pt x="345923" y="124809"/>
                  <a:pt x="337534" y="127768"/>
                  <a:pt x="327587" y="127768"/>
                </a:cubicBezTo>
                <a:cubicBezTo>
                  <a:pt x="315124" y="127768"/>
                  <a:pt x="305106" y="123695"/>
                  <a:pt x="297531" y="115548"/>
                </a:cubicBezTo>
                <a:cubicBezTo>
                  <a:pt x="289957" y="107402"/>
                  <a:pt x="286169" y="95726"/>
                  <a:pt x="286169" y="80519"/>
                </a:cubicBezTo>
                <a:cubicBezTo>
                  <a:pt x="286169" y="70687"/>
                  <a:pt x="287798" y="62083"/>
                  <a:pt x="291057" y="54709"/>
                </a:cubicBezTo>
                <a:cubicBezTo>
                  <a:pt x="294315" y="47334"/>
                  <a:pt x="299275" y="41803"/>
                  <a:pt x="305935" y="38116"/>
                </a:cubicBezTo>
                <a:cubicBezTo>
                  <a:pt x="312595" y="34429"/>
                  <a:pt x="319840" y="32585"/>
                  <a:pt x="327672" y="32585"/>
                </a:cubicBezTo>
                <a:cubicBezTo>
                  <a:pt x="337562" y="32585"/>
                  <a:pt x="345651" y="35072"/>
                  <a:pt x="351940" y="40045"/>
                </a:cubicBezTo>
                <a:cubicBezTo>
                  <a:pt x="358228" y="45017"/>
                  <a:pt x="362258" y="52077"/>
                  <a:pt x="364030" y="61226"/>
                </a:cubicBezTo>
                <a:lnTo>
                  <a:pt x="349024" y="63627"/>
                </a:lnTo>
                <a:cubicBezTo>
                  <a:pt x="347595" y="57538"/>
                  <a:pt x="345065" y="52958"/>
                  <a:pt x="341435" y="49885"/>
                </a:cubicBezTo>
                <a:cubicBezTo>
                  <a:pt x="337805" y="46812"/>
                  <a:pt x="333418" y="45276"/>
                  <a:pt x="328273" y="45276"/>
                </a:cubicBezTo>
                <a:cubicBezTo>
                  <a:pt x="320498" y="45276"/>
                  <a:pt x="314181" y="48063"/>
                  <a:pt x="309322" y="53637"/>
                </a:cubicBezTo>
                <a:cubicBezTo>
                  <a:pt x="304463" y="59211"/>
                  <a:pt x="302033" y="68028"/>
                  <a:pt x="302033" y="80091"/>
                </a:cubicBezTo>
                <a:cubicBezTo>
                  <a:pt x="302033" y="92324"/>
                  <a:pt x="304377" y="101214"/>
                  <a:pt x="309065" y="106759"/>
                </a:cubicBezTo>
                <a:cubicBezTo>
                  <a:pt x="313752" y="112304"/>
                  <a:pt x="319869" y="115077"/>
                  <a:pt x="327415" y="115077"/>
                </a:cubicBezTo>
                <a:cubicBezTo>
                  <a:pt x="333475" y="115077"/>
                  <a:pt x="338534" y="113212"/>
                  <a:pt x="342593" y="109482"/>
                </a:cubicBezTo>
                <a:cubicBezTo>
                  <a:pt x="346652" y="105751"/>
                  <a:pt x="349224" y="100013"/>
                  <a:pt x="350310" y="92267"/>
                </a:cubicBezTo>
                <a:close/>
                <a:moveTo>
                  <a:pt x="441035" y="96212"/>
                </a:moveTo>
                <a:lnTo>
                  <a:pt x="456984" y="98270"/>
                </a:lnTo>
                <a:cubicBezTo>
                  <a:pt x="454469" y="107615"/>
                  <a:pt x="449810" y="114868"/>
                  <a:pt x="443007" y="120029"/>
                </a:cubicBezTo>
                <a:cubicBezTo>
                  <a:pt x="436204" y="125188"/>
                  <a:pt x="427515" y="127768"/>
                  <a:pt x="416939" y="127768"/>
                </a:cubicBezTo>
                <a:cubicBezTo>
                  <a:pt x="403619" y="127768"/>
                  <a:pt x="393057" y="123666"/>
                  <a:pt x="385254" y="115463"/>
                </a:cubicBezTo>
                <a:cubicBezTo>
                  <a:pt x="377451" y="107259"/>
                  <a:pt x="373549" y="95754"/>
                  <a:pt x="373549" y="80948"/>
                </a:cubicBezTo>
                <a:cubicBezTo>
                  <a:pt x="373549" y="65627"/>
                  <a:pt x="377494" y="53737"/>
                  <a:pt x="385383" y="45276"/>
                </a:cubicBezTo>
                <a:cubicBezTo>
                  <a:pt x="393272" y="36815"/>
                  <a:pt x="403505" y="32585"/>
                  <a:pt x="416081" y="32585"/>
                </a:cubicBezTo>
                <a:cubicBezTo>
                  <a:pt x="428258" y="32585"/>
                  <a:pt x="438205" y="36723"/>
                  <a:pt x="445922" y="45000"/>
                </a:cubicBezTo>
                <a:cubicBezTo>
                  <a:pt x="453640" y="53275"/>
                  <a:pt x="457499" y="64917"/>
                  <a:pt x="457499" y="79927"/>
                </a:cubicBezTo>
                <a:cubicBezTo>
                  <a:pt x="457499" y="80840"/>
                  <a:pt x="457470" y="82209"/>
                  <a:pt x="457413" y="84035"/>
                </a:cubicBezTo>
                <a:lnTo>
                  <a:pt x="389499" y="84035"/>
                </a:lnTo>
                <a:cubicBezTo>
                  <a:pt x="390070" y="94068"/>
                  <a:pt x="392900" y="101750"/>
                  <a:pt x="397988" y="107081"/>
                </a:cubicBezTo>
                <a:cubicBezTo>
                  <a:pt x="403076" y="112411"/>
                  <a:pt x="409421" y="115077"/>
                  <a:pt x="417025" y="115077"/>
                </a:cubicBezTo>
                <a:cubicBezTo>
                  <a:pt x="422684" y="115077"/>
                  <a:pt x="427515" y="113577"/>
                  <a:pt x="431516" y="110578"/>
                </a:cubicBezTo>
                <a:cubicBezTo>
                  <a:pt x="435518" y="107576"/>
                  <a:pt x="438691" y="102788"/>
                  <a:pt x="441035" y="96212"/>
                </a:cubicBezTo>
                <a:moveTo>
                  <a:pt x="390356" y="71344"/>
                </a:moveTo>
                <a:lnTo>
                  <a:pt x="441206" y="71344"/>
                </a:lnTo>
                <a:cubicBezTo>
                  <a:pt x="440520" y="63709"/>
                  <a:pt x="438576" y="57982"/>
                  <a:pt x="435375" y="54165"/>
                </a:cubicBezTo>
                <a:cubicBezTo>
                  <a:pt x="430459" y="48239"/>
                  <a:pt x="424085" y="45276"/>
                  <a:pt x="416253" y="45276"/>
                </a:cubicBezTo>
                <a:cubicBezTo>
                  <a:pt x="409164" y="45276"/>
                  <a:pt x="403204" y="47641"/>
                  <a:pt x="398374" y="52372"/>
                </a:cubicBezTo>
                <a:cubicBezTo>
                  <a:pt x="393543" y="57101"/>
                  <a:pt x="390871" y="63425"/>
                  <a:pt x="390356" y="71344"/>
                </a:cubicBezTo>
                <a:close/>
                <a:moveTo>
                  <a:pt x="480660" y="52308"/>
                </a:moveTo>
                <a:lnTo>
                  <a:pt x="480660" y="34643"/>
                </a:lnTo>
                <a:lnTo>
                  <a:pt x="498238" y="34643"/>
                </a:lnTo>
                <a:lnTo>
                  <a:pt x="498238" y="52308"/>
                </a:lnTo>
                <a:lnTo>
                  <a:pt x="480660" y="52308"/>
                </a:lnTo>
                <a:moveTo>
                  <a:pt x="480660" y="125710"/>
                </a:moveTo>
                <a:lnTo>
                  <a:pt x="480660" y="108045"/>
                </a:lnTo>
                <a:lnTo>
                  <a:pt x="498238" y="108045"/>
                </a:lnTo>
                <a:lnTo>
                  <a:pt x="498238" y="125710"/>
                </a:lnTo>
                <a:lnTo>
                  <a:pt x="480660" y="125710"/>
                </a:lnTo>
                <a:close/>
                <a:moveTo>
                  <a:pt x="611846" y="125710"/>
                </a:moveTo>
                <a:lnTo>
                  <a:pt x="563140" y="0"/>
                </a:lnTo>
                <a:lnTo>
                  <a:pt x="581148" y="0"/>
                </a:lnTo>
                <a:lnTo>
                  <a:pt x="613818" y="91324"/>
                </a:lnTo>
                <a:cubicBezTo>
                  <a:pt x="616448" y="98641"/>
                  <a:pt x="618649" y="105501"/>
                  <a:pt x="620421" y="111904"/>
                </a:cubicBezTo>
                <a:cubicBezTo>
                  <a:pt x="622365" y="105044"/>
                  <a:pt x="624623" y="98184"/>
                  <a:pt x="627195" y="91324"/>
                </a:cubicBezTo>
                <a:lnTo>
                  <a:pt x="661153" y="0"/>
                </a:lnTo>
                <a:lnTo>
                  <a:pt x="678131" y="0"/>
                </a:lnTo>
                <a:lnTo>
                  <a:pt x="628910" y="125710"/>
                </a:lnTo>
                <a:lnTo>
                  <a:pt x="611846" y="125710"/>
                </a:lnTo>
                <a:close/>
                <a:moveTo>
                  <a:pt x="687988" y="17665"/>
                </a:moveTo>
                <a:lnTo>
                  <a:pt x="687988" y="0"/>
                </a:lnTo>
                <a:lnTo>
                  <a:pt x="703423" y="0"/>
                </a:lnTo>
                <a:lnTo>
                  <a:pt x="703423" y="17665"/>
                </a:lnTo>
                <a:lnTo>
                  <a:pt x="687988" y="17665"/>
                </a:lnTo>
                <a:moveTo>
                  <a:pt x="687988" y="125710"/>
                </a:moveTo>
                <a:lnTo>
                  <a:pt x="687988" y="34643"/>
                </a:lnTo>
                <a:lnTo>
                  <a:pt x="703423" y="34643"/>
                </a:lnTo>
                <a:lnTo>
                  <a:pt x="703423" y="125710"/>
                </a:lnTo>
                <a:lnTo>
                  <a:pt x="687988" y="125710"/>
                </a:lnTo>
                <a:close/>
                <a:moveTo>
                  <a:pt x="786349" y="92267"/>
                </a:moveTo>
                <a:lnTo>
                  <a:pt x="801527" y="94325"/>
                </a:lnTo>
                <a:cubicBezTo>
                  <a:pt x="799869" y="104787"/>
                  <a:pt x="795624" y="112976"/>
                  <a:pt x="788793" y="118893"/>
                </a:cubicBezTo>
                <a:cubicBezTo>
                  <a:pt x="781961" y="124809"/>
                  <a:pt x="773572" y="127768"/>
                  <a:pt x="763625" y="127768"/>
                </a:cubicBezTo>
                <a:cubicBezTo>
                  <a:pt x="751163" y="127768"/>
                  <a:pt x="741144" y="123695"/>
                  <a:pt x="733570" y="115548"/>
                </a:cubicBezTo>
                <a:cubicBezTo>
                  <a:pt x="725995" y="107402"/>
                  <a:pt x="722208" y="95726"/>
                  <a:pt x="722208" y="80519"/>
                </a:cubicBezTo>
                <a:cubicBezTo>
                  <a:pt x="722208" y="70687"/>
                  <a:pt x="723837" y="62083"/>
                  <a:pt x="727095" y="54709"/>
                </a:cubicBezTo>
                <a:cubicBezTo>
                  <a:pt x="730354" y="47334"/>
                  <a:pt x="735313" y="41803"/>
                  <a:pt x="741973" y="38116"/>
                </a:cubicBezTo>
                <a:cubicBezTo>
                  <a:pt x="748633" y="34429"/>
                  <a:pt x="755879" y="32585"/>
                  <a:pt x="763711" y="32585"/>
                </a:cubicBezTo>
                <a:cubicBezTo>
                  <a:pt x="773601" y="32585"/>
                  <a:pt x="781690" y="35072"/>
                  <a:pt x="787978" y="40045"/>
                </a:cubicBezTo>
                <a:cubicBezTo>
                  <a:pt x="794266" y="45017"/>
                  <a:pt x="798297" y="52077"/>
                  <a:pt x="800069" y="61226"/>
                </a:cubicBezTo>
                <a:lnTo>
                  <a:pt x="785063" y="63627"/>
                </a:lnTo>
                <a:cubicBezTo>
                  <a:pt x="783633" y="57538"/>
                  <a:pt x="781104" y="52958"/>
                  <a:pt x="777474" y="49885"/>
                </a:cubicBezTo>
                <a:cubicBezTo>
                  <a:pt x="773844" y="46812"/>
                  <a:pt x="769456" y="45276"/>
                  <a:pt x="764311" y="45276"/>
                </a:cubicBezTo>
                <a:cubicBezTo>
                  <a:pt x="756536" y="45276"/>
                  <a:pt x="750219" y="48063"/>
                  <a:pt x="745360" y="53637"/>
                </a:cubicBezTo>
                <a:cubicBezTo>
                  <a:pt x="740501" y="59211"/>
                  <a:pt x="738072" y="68028"/>
                  <a:pt x="738072" y="80091"/>
                </a:cubicBezTo>
                <a:cubicBezTo>
                  <a:pt x="738072" y="92324"/>
                  <a:pt x="740415" y="101214"/>
                  <a:pt x="745103" y="106759"/>
                </a:cubicBezTo>
                <a:cubicBezTo>
                  <a:pt x="749791" y="112304"/>
                  <a:pt x="755908" y="115077"/>
                  <a:pt x="763454" y="115077"/>
                </a:cubicBezTo>
                <a:cubicBezTo>
                  <a:pt x="769513" y="115077"/>
                  <a:pt x="774573" y="113212"/>
                  <a:pt x="778631" y="109482"/>
                </a:cubicBezTo>
                <a:cubicBezTo>
                  <a:pt x="782690" y="105751"/>
                  <a:pt x="785263" y="100013"/>
                  <a:pt x="786349" y="92267"/>
                </a:cubicBezTo>
                <a:close/>
                <a:moveTo>
                  <a:pt x="848432" y="111904"/>
                </a:moveTo>
                <a:lnTo>
                  <a:pt x="850661" y="125538"/>
                </a:lnTo>
                <a:cubicBezTo>
                  <a:pt x="846316" y="126453"/>
                  <a:pt x="842429" y="126910"/>
                  <a:pt x="838999" y="126910"/>
                </a:cubicBezTo>
                <a:cubicBezTo>
                  <a:pt x="833397" y="126910"/>
                  <a:pt x="829052" y="126024"/>
                  <a:pt x="825965" y="124252"/>
                </a:cubicBezTo>
                <a:cubicBezTo>
                  <a:pt x="822878" y="122480"/>
                  <a:pt x="820706" y="120150"/>
                  <a:pt x="819448" y="117263"/>
                </a:cubicBezTo>
                <a:cubicBezTo>
                  <a:pt x="818190" y="114376"/>
                  <a:pt x="817562" y="108303"/>
                  <a:pt x="817562" y="99041"/>
                </a:cubicBezTo>
                <a:lnTo>
                  <a:pt x="817562" y="46648"/>
                </a:lnTo>
                <a:lnTo>
                  <a:pt x="806243" y="46648"/>
                </a:lnTo>
                <a:lnTo>
                  <a:pt x="806243" y="34643"/>
                </a:lnTo>
                <a:lnTo>
                  <a:pt x="817562" y="34643"/>
                </a:lnTo>
                <a:lnTo>
                  <a:pt x="817562" y="12091"/>
                </a:lnTo>
                <a:lnTo>
                  <a:pt x="832911" y="2830"/>
                </a:lnTo>
                <a:lnTo>
                  <a:pt x="832911" y="34643"/>
                </a:lnTo>
                <a:lnTo>
                  <a:pt x="848432" y="34643"/>
                </a:lnTo>
                <a:lnTo>
                  <a:pt x="848432" y="46648"/>
                </a:lnTo>
                <a:lnTo>
                  <a:pt x="832911" y="46648"/>
                </a:lnTo>
                <a:lnTo>
                  <a:pt x="832911" y="99899"/>
                </a:lnTo>
                <a:cubicBezTo>
                  <a:pt x="832911" y="104301"/>
                  <a:pt x="833182" y="107131"/>
                  <a:pt x="833725" y="108388"/>
                </a:cubicBezTo>
                <a:cubicBezTo>
                  <a:pt x="834269" y="109646"/>
                  <a:pt x="835155" y="110646"/>
                  <a:pt x="836384" y="111390"/>
                </a:cubicBezTo>
                <a:cubicBezTo>
                  <a:pt x="837613" y="112133"/>
                  <a:pt x="839371" y="112504"/>
                  <a:pt x="841657" y="112504"/>
                </a:cubicBezTo>
                <a:cubicBezTo>
                  <a:pt x="843372" y="112504"/>
                  <a:pt x="845630" y="112304"/>
                  <a:pt x="848432" y="111904"/>
                </a:cubicBezTo>
                <a:close/>
                <a:moveTo>
                  <a:pt x="863604" y="17665"/>
                </a:moveTo>
                <a:lnTo>
                  <a:pt x="863604" y="0"/>
                </a:lnTo>
                <a:lnTo>
                  <a:pt x="879039" y="0"/>
                </a:lnTo>
                <a:lnTo>
                  <a:pt x="879039" y="17665"/>
                </a:lnTo>
                <a:lnTo>
                  <a:pt x="863604" y="17665"/>
                </a:lnTo>
                <a:moveTo>
                  <a:pt x="863604" y="125710"/>
                </a:moveTo>
                <a:lnTo>
                  <a:pt x="863604" y="34643"/>
                </a:lnTo>
                <a:lnTo>
                  <a:pt x="879039" y="34643"/>
                </a:lnTo>
                <a:lnTo>
                  <a:pt x="879039" y="125710"/>
                </a:lnTo>
                <a:lnTo>
                  <a:pt x="863604" y="125710"/>
                </a:lnTo>
                <a:close/>
                <a:moveTo>
                  <a:pt x="902540" y="125710"/>
                </a:moveTo>
                <a:lnTo>
                  <a:pt x="902540" y="34643"/>
                </a:lnTo>
                <a:lnTo>
                  <a:pt x="916346" y="34643"/>
                </a:lnTo>
                <a:lnTo>
                  <a:pt x="916346" y="47420"/>
                </a:lnTo>
                <a:cubicBezTo>
                  <a:pt x="919204" y="42961"/>
                  <a:pt x="923006" y="39374"/>
                  <a:pt x="927751" y="36658"/>
                </a:cubicBezTo>
                <a:cubicBezTo>
                  <a:pt x="932496" y="33943"/>
                  <a:pt x="937898" y="32585"/>
                  <a:pt x="943958" y="32585"/>
                </a:cubicBezTo>
                <a:cubicBezTo>
                  <a:pt x="950703" y="32585"/>
                  <a:pt x="956234" y="33986"/>
                  <a:pt x="960550" y="36787"/>
                </a:cubicBezTo>
                <a:cubicBezTo>
                  <a:pt x="964866" y="39588"/>
                  <a:pt x="967910" y="43504"/>
                  <a:pt x="969683" y="48535"/>
                </a:cubicBezTo>
                <a:cubicBezTo>
                  <a:pt x="976886" y="37902"/>
                  <a:pt x="986261" y="32585"/>
                  <a:pt x="997809" y="32585"/>
                </a:cubicBezTo>
                <a:cubicBezTo>
                  <a:pt x="1006841" y="32585"/>
                  <a:pt x="1013787" y="35086"/>
                  <a:pt x="1018646" y="40088"/>
                </a:cubicBezTo>
                <a:cubicBezTo>
                  <a:pt x="1023505" y="45090"/>
                  <a:pt x="1025935" y="52794"/>
                  <a:pt x="1025935" y="63198"/>
                </a:cubicBezTo>
                <a:lnTo>
                  <a:pt x="1025935" y="125710"/>
                </a:lnTo>
                <a:lnTo>
                  <a:pt x="1010585" y="125710"/>
                </a:lnTo>
                <a:lnTo>
                  <a:pt x="1010585" y="68343"/>
                </a:lnTo>
                <a:cubicBezTo>
                  <a:pt x="1010585" y="62169"/>
                  <a:pt x="1010085" y="57724"/>
                  <a:pt x="1009085" y="55009"/>
                </a:cubicBezTo>
                <a:cubicBezTo>
                  <a:pt x="1008084" y="52293"/>
                  <a:pt x="1006269" y="50107"/>
                  <a:pt x="1003640" y="48449"/>
                </a:cubicBezTo>
                <a:cubicBezTo>
                  <a:pt x="1001010" y="46791"/>
                  <a:pt x="997923" y="45962"/>
                  <a:pt x="994379" y="45962"/>
                </a:cubicBezTo>
                <a:cubicBezTo>
                  <a:pt x="987976" y="45962"/>
                  <a:pt x="982660" y="48092"/>
                  <a:pt x="978429" y="52351"/>
                </a:cubicBezTo>
                <a:cubicBezTo>
                  <a:pt x="974199" y="56609"/>
                  <a:pt x="972084" y="63427"/>
                  <a:pt x="972084" y="72802"/>
                </a:cubicBezTo>
                <a:lnTo>
                  <a:pt x="972084" y="125710"/>
                </a:lnTo>
                <a:lnTo>
                  <a:pt x="956649" y="125710"/>
                </a:lnTo>
                <a:lnTo>
                  <a:pt x="956649" y="66542"/>
                </a:lnTo>
                <a:cubicBezTo>
                  <a:pt x="956649" y="59682"/>
                  <a:pt x="955391" y="54537"/>
                  <a:pt x="952876" y="51107"/>
                </a:cubicBezTo>
                <a:cubicBezTo>
                  <a:pt x="950360" y="47677"/>
                  <a:pt x="946244" y="45962"/>
                  <a:pt x="940528" y="45962"/>
                </a:cubicBezTo>
                <a:cubicBezTo>
                  <a:pt x="936183" y="45962"/>
                  <a:pt x="932167" y="47105"/>
                  <a:pt x="928480" y="49392"/>
                </a:cubicBezTo>
                <a:cubicBezTo>
                  <a:pt x="924792" y="51679"/>
                  <a:pt x="922120" y="55023"/>
                  <a:pt x="920462" y="59425"/>
                </a:cubicBezTo>
                <a:cubicBezTo>
                  <a:pt x="918804" y="63827"/>
                  <a:pt x="917975" y="70172"/>
                  <a:pt x="917975" y="78461"/>
                </a:cubicBezTo>
                <a:lnTo>
                  <a:pt x="917975" y="125710"/>
                </a:lnTo>
                <a:lnTo>
                  <a:pt x="902540" y="12571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foundat(DateX).">
            <a:extLst xmlns:a="http://schemas.openxmlformats.org/drawingml/2006/main">
              <a:ext uri="{FF2B5EF4-FFF2-40B4-BE49-F238E27FC236}">
                <a16:creationId xmlns:a16="http://schemas.microsoft.com/office/drawing/2014/main" id="{52222860-17B6-4701-ACEB-A1C0F33C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371" y="1260265"/>
            <a:ext cx="1369290" cy="164983"/>
          </a:xfrm>
          <a:custGeom xmlns:a="http://schemas.openxmlformats.org/drawingml/2006/main">
            <a:pathLst>
              <a:path w="1369290" h="164983">
                <a:moveTo>
                  <a:pt x="13634" y="127939"/>
                </a:moveTo>
                <a:lnTo>
                  <a:pt x="13634" y="48878"/>
                </a:lnTo>
                <a:lnTo>
                  <a:pt x="0" y="48878"/>
                </a:lnTo>
                <a:lnTo>
                  <a:pt x="0" y="36873"/>
                </a:lnTo>
                <a:lnTo>
                  <a:pt x="13634" y="36873"/>
                </a:lnTo>
                <a:lnTo>
                  <a:pt x="13634" y="27204"/>
                </a:lnTo>
                <a:cubicBezTo>
                  <a:pt x="13634" y="21102"/>
                  <a:pt x="14177" y="16568"/>
                  <a:pt x="15264" y="13602"/>
                </a:cubicBezTo>
                <a:cubicBezTo>
                  <a:pt x="16750" y="9611"/>
                  <a:pt x="19365" y="6375"/>
                  <a:pt x="23110" y="3894"/>
                </a:cubicBezTo>
                <a:cubicBezTo>
                  <a:pt x="26854" y="1412"/>
                  <a:pt x="32099" y="171"/>
                  <a:pt x="38845" y="171"/>
                </a:cubicBezTo>
                <a:cubicBezTo>
                  <a:pt x="43190" y="171"/>
                  <a:pt x="47992" y="689"/>
                  <a:pt x="53251" y="1723"/>
                </a:cubicBezTo>
                <a:lnTo>
                  <a:pt x="50936" y="15258"/>
                </a:lnTo>
                <a:cubicBezTo>
                  <a:pt x="47734" y="14690"/>
                  <a:pt x="44704" y="14406"/>
                  <a:pt x="41846" y="14406"/>
                </a:cubicBezTo>
                <a:cubicBezTo>
                  <a:pt x="37158" y="14406"/>
                  <a:pt x="33843" y="15399"/>
                  <a:pt x="31899" y="17386"/>
                </a:cubicBezTo>
                <a:cubicBezTo>
                  <a:pt x="29955" y="19371"/>
                  <a:pt x="28984" y="23086"/>
                  <a:pt x="28984" y="28533"/>
                </a:cubicBezTo>
                <a:lnTo>
                  <a:pt x="28984" y="36873"/>
                </a:lnTo>
                <a:lnTo>
                  <a:pt x="46734" y="36873"/>
                </a:lnTo>
                <a:lnTo>
                  <a:pt x="46734" y="48878"/>
                </a:lnTo>
                <a:lnTo>
                  <a:pt x="28984" y="48878"/>
                </a:lnTo>
                <a:lnTo>
                  <a:pt x="28984" y="127939"/>
                </a:lnTo>
                <a:lnTo>
                  <a:pt x="13634" y="127939"/>
                </a:lnTo>
                <a:close/>
                <a:moveTo>
                  <a:pt x="52988" y="82406"/>
                </a:moveTo>
                <a:cubicBezTo>
                  <a:pt x="52988" y="65542"/>
                  <a:pt x="57676" y="53051"/>
                  <a:pt x="67051" y="44933"/>
                </a:cubicBezTo>
                <a:cubicBezTo>
                  <a:pt x="74883" y="38187"/>
                  <a:pt x="84430" y="34815"/>
                  <a:pt x="95692" y="34815"/>
                </a:cubicBezTo>
                <a:cubicBezTo>
                  <a:pt x="108211" y="34815"/>
                  <a:pt x="118444" y="38916"/>
                  <a:pt x="126390" y="47120"/>
                </a:cubicBezTo>
                <a:cubicBezTo>
                  <a:pt x="134337" y="55323"/>
                  <a:pt x="138310" y="66656"/>
                  <a:pt x="138310" y="81120"/>
                </a:cubicBezTo>
                <a:cubicBezTo>
                  <a:pt x="138310" y="92839"/>
                  <a:pt x="136552" y="102057"/>
                  <a:pt x="133036" y="108774"/>
                </a:cubicBezTo>
                <a:cubicBezTo>
                  <a:pt x="129520" y="115491"/>
                  <a:pt x="124404" y="120708"/>
                  <a:pt x="117687" y="124424"/>
                </a:cubicBezTo>
                <a:cubicBezTo>
                  <a:pt x="110970" y="128139"/>
                  <a:pt x="103638" y="129997"/>
                  <a:pt x="95692" y="129997"/>
                </a:cubicBezTo>
                <a:cubicBezTo>
                  <a:pt x="82944" y="129997"/>
                  <a:pt x="72639" y="125910"/>
                  <a:pt x="64779" y="117735"/>
                </a:cubicBezTo>
                <a:cubicBezTo>
                  <a:pt x="56918" y="109560"/>
                  <a:pt x="52988" y="97784"/>
                  <a:pt x="52988" y="82406"/>
                </a:cubicBezTo>
                <a:moveTo>
                  <a:pt x="68852" y="82449"/>
                </a:moveTo>
                <a:cubicBezTo>
                  <a:pt x="68852" y="94097"/>
                  <a:pt x="71396" y="102818"/>
                  <a:pt x="76484" y="108613"/>
                </a:cubicBezTo>
                <a:cubicBezTo>
                  <a:pt x="81572" y="114409"/>
                  <a:pt x="87974" y="117306"/>
                  <a:pt x="95692" y="117306"/>
                </a:cubicBezTo>
                <a:cubicBezTo>
                  <a:pt x="103352" y="117306"/>
                  <a:pt x="109726" y="114394"/>
                  <a:pt x="114814" y="108570"/>
                </a:cubicBezTo>
                <a:cubicBezTo>
                  <a:pt x="119902" y="102747"/>
                  <a:pt x="122446" y="93868"/>
                  <a:pt x="122446" y="81934"/>
                </a:cubicBezTo>
                <a:cubicBezTo>
                  <a:pt x="122446" y="70687"/>
                  <a:pt x="119888" y="62165"/>
                  <a:pt x="114771" y="56370"/>
                </a:cubicBezTo>
                <a:cubicBezTo>
                  <a:pt x="109655" y="50575"/>
                  <a:pt x="103295" y="47677"/>
                  <a:pt x="95692" y="47677"/>
                </a:cubicBezTo>
                <a:cubicBezTo>
                  <a:pt x="87974" y="47677"/>
                  <a:pt x="81572" y="50560"/>
                  <a:pt x="76484" y="56327"/>
                </a:cubicBezTo>
                <a:cubicBezTo>
                  <a:pt x="71396" y="62094"/>
                  <a:pt x="68852" y="70801"/>
                  <a:pt x="68852" y="82449"/>
                </a:cubicBezTo>
                <a:close/>
                <a:moveTo>
                  <a:pt x="216093" y="127939"/>
                </a:moveTo>
                <a:lnTo>
                  <a:pt x="216093" y="114479"/>
                </a:lnTo>
                <a:cubicBezTo>
                  <a:pt x="209005" y="124825"/>
                  <a:pt x="199372" y="129997"/>
                  <a:pt x="187196" y="129997"/>
                </a:cubicBezTo>
                <a:cubicBezTo>
                  <a:pt x="181822" y="129997"/>
                  <a:pt x="176806" y="128968"/>
                  <a:pt x="172146" y="126910"/>
                </a:cubicBezTo>
                <a:cubicBezTo>
                  <a:pt x="167487" y="124852"/>
                  <a:pt x="164029" y="122266"/>
                  <a:pt x="161771" y="119150"/>
                </a:cubicBezTo>
                <a:cubicBezTo>
                  <a:pt x="159513" y="116034"/>
                  <a:pt x="157926" y="112218"/>
                  <a:pt x="157012" y="107702"/>
                </a:cubicBezTo>
                <a:cubicBezTo>
                  <a:pt x="156383" y="104672"/>
                  <a:pt x="156068" y="99870"/>
                  <a:pt x="156068" y="93296"/>
                </a:cubicBezTo>
                <a:lnTo>
                  <a:pt x="156068" y="36873"/>
                </a:lnTo>
                <a:lnTo>
                  <a:pt x="171503" y="36873"/>
                </a:lnTo>
                <a:lnTo>
                  <a:pt x="171503" y="87326"/>
                </a:lnTo>
                <a:cubicBezTo>
                  <a:pt x="171503" y="95377"/>
                  <a:pt x="171818" y="100802"/>
                  <a:pt x="172447" y="103600"/>
                </a:cubicBezTo>
                <a:cubicBezTo>
                  <a:pt x="173418" y="107655"/>
                  <a:pt x="175476" y="110839"/>
                  <a:pt x="178621" y="113153"/>
                </a:cubicBezTo>
                <a:cubicBezTo>
                  <a:pt x="181765" y="115464"/>
                  <a:pt x="185652" y="116620"/>
                  <a:pt x="190283" y="116620"/>
                </a:cubicBezTo>
                <a:cubicBezTo>
                  <a:pt x="194913" y="116620"/>
                  <a:pt x="199258" y="115436"/>
                  <a:pt x="203317" y="113067"/>
                </a:cubicBezTo>
                <a:cubicBezTo>
                  <a:pt x="207376" y="110696"/>
                  <a:pt x="210248" y="107470"/>
                  <a:pt x="211935" y="103388"/>
                </a:cubicBezTo>
                <a:cubicBezTo>
                  <a:pt x="213621" y="99304"/>
                  <a:pt x="214464" y="93379"/>
                  <a:pt x="214464" y="85614"/>
                </a:cubicBezTo>
                <a:lnTo>
                  <a:pt x="214464" y="36873"/>
                </a:lnTo>
                <a:lnTo>
                  <a:pt x="229899" y="36873"/>
                </a:lnTo>
                <a:lnTo>
                  <a:pt x="229899" y="127939"/>
                </a:lnTo>
                <a:lnTo>
                  <a:pt x="216093" y="127939"/>
                </a:lnTo>
                <a:close/>
                <a:moveTo>
                  <a:pt x="254090" y="127939"/>
                </a:moveTo>
                <a:lnTo>
                  <a:pt x="254090" y="36873"/>
                </a:lnTo>
                <a:lnTo>
                  <a:pt x="267981" y="36873"/>
                </a:lnTo>
                <a:lnTo>
                  <a:pt x="267981" y="49821"/>
                </a:lnTo>
                <a:cubicBezTo>
                  <a:pt x="274670" y="39817"/>
                  <a:pt x="284331" y="34815"/>
                  <a:pt x="296965" y="34815"/>
                </a:cubicBezTo>
                <a:cubicBezTo>
                  <a:pt x="302453" y="34815"/>
                  <a:pt x="307498" y="35801"/>
                  <a:pt x="312100" y="37773"/>
                </a:cubicBezTo>
                <a:cubicBezTo>
                  <a:pt x="316701" y="39745"/>
                  <a:pt x="320146" y="42332"/>
                  <a:pt x="322432" y="45533"/>
                </a:cubicBezTo>
                <a:cubicBezTo>
                  <a:pt x="324719" y="48735"/>
                  <a:pt x="326320" y="52536"/>
                  <a:pt x="327234" y="56938"/>
                </a:cubicBezTo>
                <a:cubicBezTo>
                  <a:pt x="327806" y="59796"/>
                  <a:pt x="328092" y="64799"/>
                  <a:pt x="328092" y="71944"/>
                </a:cubicBezTo>
                <a:lnTo>
                  <a:pt x="328092" y="127939"/>
                </a:lnTo>
                <a:lnTo>
                  <a:pt x="312657" y="127939"/>
                </a:lnTo>
                <a:lnTo>
                  <a:pt x="312657" y="72545"/>
                </a:lnTo>
                <a:cubicBezTo>
                  <a:pt x="312657" y="66256"/>
                  <a:pt x="312057" y="61554"/>
                  <a:pt x="310856" y="58439"/>
                </a:cubicBezTo>
                <a:cubicBezTo>
                  <a:pt x="309656" y="55323"/>
                  <a:pt x="307526" y="52836"/>
                  <a:pt x="304468" y="50978"/>
                </a:cubicBezTo>
                <a:cubicBezTo>
                  <a:pt x="301409" y="49121"/>
                  <a:pt x="297822" y="48192"/>
                  <a:pt x="293706" y="48192"/>
                </a:cubicBezTo>
                <a:cubicBezTo>
                  <a:pt x="287132" y="48192"/>
                  <a:pt x="281458" y="50278"/>
                  <a:pt x="276685" y="54451"/>
                </a:cubicBezTo>
                <a:cubicBezTo>
                  <a:pt x="271911" y="58625"/>
                  <a:pt x="269525" y="66542"/>
                  <a:pt x="269525" y="78204"/>
                </a:cubicBezTo>
                <a:lnTo>
                  <a:pt x="269525" y="127939"/>
                </a:lnTo>
                <a:lnTo>
                  <a:pt x="254090" y="127939"/>
                </a:lnTo>
                <a:close/>
                <a:moveTo>
                  <a:pt x="410849" y="127939"/>
                </a:moveTo>
                <a:lnTo>
                  <a:pt x="410849" y="116449"/>
                </a:lnTo>
                <a:cubicBezTo>
                  <a:pt x="405076" y="125481"/>
                  <a:pt x="396586" y="129997"/>
                  <a:pt x="385382" y="129997"/>
                </a:cubicBezTo>
                <a:cubicBezTo>
                  <a:pt x="378121" y="129997"/>
                  <a:pt x="371447" y="127996"/>
                  <a:pt x="365359" y="123995"/>
                </a:cubicBezTo>
                <a:cubicBezTo>
                  <a:pt x="359271" y="119993"/>
                  <a:pt x="354554" y="114405"/>
                  <a:pt x="351210" y="107231"/>
                </a:cubicBezTo>
                <a:cubicBezTo>
                  <a:pt x="347866" y="100056"/>
                  <a:pt x="346194" y="91810"/>
                  <a:pt x="346194" y="82492"/>
                </a:cubicBezTo>
                <a:cubicBezTo>
                  <a:pt x="346194" y="73402"/>
                  <a:pt x="347709" y="65156"/>
                  <a:pt x="350738" y="57753"/>
                </a:cubicBezTo>
                <a:cubicBezTo>
                  <a:pt x="353768" y="50350"/>
                  <a:pt x="358313" y="44676"/>
                  <a:pt x="364373" y="40731"/>
                </a:cubicBezTo>
                <a:cubicBezTo>
                  <a:pt x="370432" y="36787"/>
                  <a:pt x="377207" y="34815"/>
                  <a:pt x="384696" y="34815"/>
                </a:cubicBezTo>
                <a:cubicBezTo>
                  <a:pt x="390184" y="34815"/>
                  <a:pt x="395071" y="35980"/>
                  <a:pt x="399359" y="38312"/>
                </a:cubicBezTo>
                <a:cubicBezTo>
                  <a:pt x="403646" y="40641"/>
                  <a:pt x="407134" y="43676"/>
                  <a:pt x="409820" y="47417"/>
                </a:cubicBezTo>
                <a:lnTo>
                  <a:pt x="409820" y="2230"/>
                </a:lnTo>
                <a:lnTo>
                  <a:pt x="425170" y="2230"/>
                </a:lnTo>
                <a:lnTo>
                  <a:pt x="425170" y="127939"/>
                </a:lnTo>
                <a:lnTo>
                  <a:pt x="410849" y="127939"/>
                </a:lnTo>
                <a:moveTo>
                  <a:pt x="362057" y="82535"/>
                </a:moveTo>
                <a:cubicBezTo>
                  <a:pt x="362057" y="94182"/>
                  <a:pt x="364516" y="102890"/>
                  <a:pt x="369432" y="108656"/>
                </a:cubicBezTo>
                <a:cubicBezTo>
                  <a:pt x="374348" y="114423"/>
                  <a:pt x="380151" y="117306"/>
                  <a:pt x="386839" y="117306"/>
                </a:cubicBezTo>
                <a:cubicBezTo>
                  <a:pt x="393585" y="117306"/>
                  <a:pt x="399316" y="114552"/>
                  <a:pt x="404032" y="109042"/>
                </a:cubicBezTo>
                <a:cubicBezTo>
                  <a:pt x="408748" y="103533"/>
                  <a:pt x="411107" y="95125"/>
                  <a:pt x="411107" y="83818"/>
                </a:cubicBezTo>
                <a:cubicBezTo>
                  <a:pt x="411107" y="71372"/>
                  <a:pt x="408706" y="62237"/>
                  <a:pt x="403904" y="56413"/>
                </a:cubicBezTo>
                <a:cubicBezTo>
                  <a:pt x="399102" y="50589"/>
                  <a:pt x="393185" y="47677"/>
                  <a:pt x="386153" y="47677"/>
                </a:cubicBezTo>
                <a:cubicBezTo>
                  <a:pt x="379293" y="47677"/>
                  <a:pt x="373562" y="50475"/>
                  <a:pt x="368960" y="56070"/>
                </a:cubicBezTo>
                <a:cubicBezTo>
                  <a:pt x="364358" y="61665"/>
                  <a:pt x="362057" y="70487"/>
                  <a:pt x="362057" y="82535"/>
                </a:cubicBezTo>
                <a:close/>
                <a:moveTo>
                  <a:pt x="557657" y="116449"/>
                </a:moveTo>
                <a:cubicBezTo>
                  <a:pt x="551940" y="121403"/>
                  <a:pt x="546438" y="124900"/>
                  <a:pt x="541150" y="126940"/>
                </a:cubicBezTo>
                <a:cubicBezTo>
                  <a:pt x="535862" y="128978"/>
                  <a:pt x="530188" y="129997"/>
                  <a:pt x="524128" y="129997"/>
                </a:cubicBezTo>
                <a:cubicBezTo>
                  <a:pt x="514124" y="129997"/>
                  <a:pt x="506435" y="127553"/>
                  <a:pt x="501062" y="122666"/>
                </a:cubicBezTo>
                <a:cubicBezTo>
                  <a:pt x="495688" y="117778"/>
                  <a:pt x="493001" y="111532"/>
                  <a:pt x="493001" y="103929"/>
                </a:cubicBezTo>
                <a:cubicBezTo>
                  <a:pt x="493001" y="99470"/>
                  <a:pt x="494016" y="95397"/>
                  <a:pt x="496045" y="91710"/>
                </a:cubicBezTo>
                <a:cubicBezTo>
                  <a:pt x="498075" y="88023"/>
                  <a:pt x="500733" y="85064"/>
                  <a:pt x="504020" y="82835"/>
                </a:cubicBezTo>
                <a:cubicBezTo>
                  <a:pt x="507307" y="80605"/>
                  <a:pt x="511009" y="78919"/>
                  <a:pt x="515125" y="77775"/>
                </a:cubicBezTo>
                <a:cubicBezTo>
                  <a:pt x="518154" y="76975"/>
                  <a:pt x="522728" y="76203"/>
                  <a:pt x="528845" y="75460"/>
                </a:cubicBezTo>
                <a:cubicBezTo>
                  <a:pt x="541307" y="73974"/>
                  <a:pt x="550482" y="72202"/>
                  <a:pt x="556370" y="70144"/>
                </a:cubicBezTo>
                <a:cubicBezTo>
                  <a:pt x="556428" y="68037"/>
                  <a:pt x="556456" y="66699"/>
                  <a:pt x="556456" y="66129"/>
                </a:cubicBezTo>
                <a:cubicBezTo>
                  <a:pt x="556456" y="59864"/>
                  <a:pt x="554998" y="55451"/>
                  <a:pt x="552083" y="52889"/>
                </a:cubicBezTo>
                <a:cubicBezTo>
                  <a:pt x="548138" y="49414"/>
                  <a:pt x="542279" y="47677"/>
                  <a:pt x="534504" y="47677"/>
                </a:cubicBezTo>
                <a:cubicBezTo>
                  <a:pt x="527244" y="47677"/>
                  <a:pt x="521885" y="48949"/>
                  <a:pt x="518426" y="51493"/>
                </a:cubicBezTo>
                <a:cubicBezTo>
                  <a:pt x="514967" y="54037"/>
                  <a:pt x="512409" y="58539"/>
                  <a:pt x="510751" y="64999"/>
                </a:cubicBezTo>
                <a:lnTo>
                  <a:pt x="495659" y="62941"/>
                </a:lnTo>
                <a:cubicBezTo>
                  <a:pt x="497031" y="56461"/>
                  <a:pt x="499289" y="51229"/>
                  <a:pt x="502434" y="47243"/>
                </a:cubicBezTo>
                <a:cubicBezTo>
                  <a:pt x="505578" y="43257"/>
                  <a:pt x="510122" y="40190"/>
                  <a:pt x="516068" y="38041"/>
                </a:cubicBezTo>
                <a:cubicBezTo>
                  <a:pt x="522013" y="35890"/>
                  <a:pt x="528902" y="34815"/>
                  <a:pt x="536734" y="34815"/>
                </a:cubicBezTo>
                <a:cubicBezTo>
                  <a:pt x="544508" y="34815"/>
                  <a:pt x="550825" y="35733"/>
                  <a:pt x="555684" y="37569"/>
                </a:cubicBezTo>
                <a:cubicBezTo>
                  <a:pt x="560544" y="39404"/>
                  <a:pt x="564117" y="41713"/>
                  <a:pt x="566403" y="44496"/>
                </a:cubicBezTo>
                <a:cubicBezTo>
                  <a:pt x="568690" y="47278"/>
                  <a:pt x="570291" y="50792"/>
                  <a:pt x="571205" y="55038"/>
                </a:cubicBezTo>
                <a:cubicBezTo>
                  <a:pt x="571720" y="57677"/>
                  <a:pt x="571977" y="62416"/>
                  <a:pt x="571977" y="69257"/>
                </a:cubicBezTo>
                <a:lnTo>
                  <a:pt x="571977" y="89778"/>
                </a:lnTo>
                <a:cubicBezTo>
                  <a:pt x="571977" y="104086"/>
                  <a:pt x="572306" y="113147"/>
                  <a:pt x="572963" y="116963"/>
                </a:cubicBezTo>
                <a:cubicBezTo>
                  <a:pt x="573620" y="120779"/>
                  <a:pt x="574921" y="124438"/>
                  <a:pt x="576865" y="127939"/>
                </a:cubicBezTo>
                <a:lnTo>
                  <a:pt x="560744" y="127939"/>
                </a:lnTo>
                <a:cubicBezTo>
                  <a:pt x="559143" y="124665"/>
                  <a:pt x="558114" y="120835"/>
                  <a:pt x="557657" y="116449"/>
                </a:cubicBezTo>
                <a:moveTo>
                  <a:pt x="556370" y="82320"/>
                </a:moveTo>
                <a:cubicBezTo>
                  <a:pt x="550768" y="84596"/>
                  <a:pt x="542365" y="86531"/>
                  <a:pt x="531160" y="88124"/>
                </a:cubicBezTo>
                <a:cubicBezTo>
                  <a:pt x="524814" y="89034"/>
                  <a:pt x="520327" y="90057"/>
                  <a:pt x="517697" y="91195"/>
                </a:cubicBezTo>
                <a:cubicBezTo>
                  <a:pt x="515067" y="92333"/>
                  <a:pt x="513038" y="93997"/>
                  <a:pt x="511609" y="96188"/>
                </a:cubicBezTo>
                <a:cubicBezTo>
                  <a:pt x="510180" y="98378"/>
                  <a:pt x="509465" y="100810"/>
                  <a:pt x="509465" y="103484"/>
                </a:cubicBezTo>
                <a:cubicBezTo>
                  <a:pt x="509465" y="107581"/>
                  <a:pt x="511023" y="110995"/>
                  <a:pt x="514138" y="113726"/>
                </a:cubicBezTo>
                <a:cubicBezTo>
                  <a:pt x="517254" y="116456"/>
                  <a:pt x="521813" y="117821"/>
                  <a:pt x="527816" y="117821"/>
                </a:cubicBezTo>
                <a:cubicBezTo>
                  <a:pt x="533761" y="117821"/>
                  <a:pt x="539049" y="116525"/>
                  <a:pt x="543679" y="113933"/>
                </a:cubicBezTo>
                <a:cubicBezTo>
                  <a:pt x="548310" y="111339"/>
                  <a:pt x="551711" y="107795"/>
                  <a:pt x="553884" y="103302"/>
                </a:cubicBezTo>
                <a:cubicBezTo>
                  <a:pt x="555541" y="99835"/>
                  <a:pt x="556370" y="94717"/>
                  <a:pt x="556370" y="87950"/>
                </a:cubicBezTo>
                <a:lnTo>
                  <a:pt x="556370" y="82320"/>
                </a:lnTo>
                <a:close/>
                <a:moveTo>
                  <a:pt x="629610" y="114134"/>
                </a:moveTo>
                <a:lnTo>
                  <a:pt x="631839" y="127768"/>
                </a:lnTo>
                <a:cubicBezTo>
                  <a:pt x="627494" y="128682"/>
                  <a:pt x="623607" y="129140"/>
                  <a:pt x="620177" y="129140"/>
                </a:cubicBezTo>
                <a:cubicBezTo>
                  <a:pt x="614575" y="129140"/>
                  <a:pt x="610230" y="128254"/>
                  <a:pt x="607143" y="126482"/>
                </a:cubicBezTo>
                <a:cubicBezTo>
                  <a:pt x="604056" y="124709"/>
                  <a:pt x="601884" y="122380"/>
                  <a:pt x="600626" y="119493"/>
                </a:cubicBezTo>
                <a:cubicBezTo>
                  <a:pt x="599368" y="116606"/>
                  <a:pt x="598739" y="110532"/>
                  <a:pt x="598739" y="101271"/>
                </a:cubicBezTo>
                <a:lnTo>
                  <a:pt x="598739" y="48878"/>
                </a:lnTo>
                <a:lnTo>
                  <a:pt x="587420" y="48878"/>
                </a:lnTo>
                <a:lnTo>
                  <a:pt x="587420" y="36873"/>
                </a:lnTo>
                <a:lnTo>
                  <a:pt x="598739" y="36873"/>
                </a:lnTo>
                <a:lnTo>
                  <a:pt x="598739" y="14320"/>
                </a:lnTo>
                <a:lnTo>
                  <a:pt x="614089" y="5059"/>
                </a:lnTo>
                <a:lnTo>
                  <a:pt x="614089" y="36873"/>
                </a:lnTo>
                <a:lnTo>
                  <a:pt x="629610" y="36873"/>
                </a:lnTo>
                <a:lnTo>
                  <a:pt x="629610" y="48878"/>
                </a:lnTo>
                <a:lnTo>
                  <a:pt x="614089" y="48878"/>
                </a:lnTo>
                <a:lnTo>
                  <a:pt x="614089" y="102128"/>
                </a:lnTo>
                <a:cubicBezTo>
                  <a:pt x="614089" y="106530"/>
                  <a:pt x="614360" y="109360"/>
                  <a:pt x="614903" y="110618"/>
                </a:cubicBezTo>
                <a:cubicBezTo>
                  <a:pt x="615446" y="111875"/>
                  <a:pt x="616333" y="112876"/>
                  <a:pt x="617562" y="113619"/>
                </a:cubicBezTo>
                <a:cubicBezTo>
                  <a:pt x="618791" y="114362"/>
                  <a:pt x="620549" y="114734"/>
                  <a:pt x="622835" y="114734"/>
                </a:cubicBezTo>
                <a:cubicBezTo>
                  <a:pt x="624550" y="114734"/>
                  <a:pt x="626808" y="114534"/>
                  <a:pt x="629610" y="114134"/>
                </a:cubicBezTo>
                <a:close/>
                <a:moveTo>
                  <a:pt x="722980" y="164983"/>
                </a:moveTo>
                <a:cubicBezTo>
                  <a:pt x="714462" y="154225"/>
                  <a:pt x="707259" y="141636"/>
                  <a:pt x="701371" y="127216"/>
                </a:cubicBezTo>
                <a:cubicBezTo>
                  <a:pt x="695483" y="112794"/>
                  <a:pt x="692539" y="97857"/>
                  <a:pt x="692539" y="82406"/>
                </a:cubicBezTo>
                <a:cubicBezTo>
                  <a:pt x="692539" y="68786"/>
                  <a:pt x="694740" y="55739"/>
                  <a:pt x="699142" y="43264"/>
                </a:cubicBezTo>
                <a:cubicBezTo>
                  <a:pt x="704287" y="28784"/>
                  <a:pt x="712233" y="14363"/>
                  <a:pt x="722980" y="0"/>
                </a:cubicBezTo>
                <a:lnTo>
                  <a:pt x="734042" y="0"/>
                </a:lnTo>
                <a:cubicBezTo>
                  <a:pt x="727125" y="11903"/>
                  <a:pt x="722551" y="20401"/>
                  <a:pt x="720322" y="25495"/>
                </a:cubicBezTo>
                <a:cubicBezTo>
                  <a:pt x="716835" y="33391"/>
                  <a:pt x="714091" y="41631"/>
                  <a:pt x="712090" y="50215"/>
                </a:cubicBezTo>
                <a:cubicBezTo>
                  <a:pt x="709632" y="60917"/>
                  <a:pt x="708403" y="71676"/>
                  <a:pt x="708403" y="82492"/>
                </a:cubicBezTo>
                <a:cubicBezTo>
                  <a:pt x="708403" y="110018"/>
                  <a:pt x="716949" y="137515"/>
                  <a:pt x="734042" y="164983"/>
                </a:cubicBezTo>
                <a:lnTo>
                  <a:pt x="722980" y="164983"/>
                </a:lnTo>
                <a:close/>
                <a:moveTo>
                  <a:pt x="753935" y="127939"/>
                </a:moveTo>
                <a:lnTo>
                  <a:pt x="753935" y="2230"/>
                </a:lnTo>
                <a:lnTo>
                  <a:pt x="797239" y="2230"/>
                </a:lnTo>
                <a:cubicBezTo>
                  <a:pt x="807014" y="2230"/>
                  <a:pt x="814475" y="2830"/>
                  <a:pt x="819620" y="4030"/>
                </a:cubicBezTo>
                <a:cubicBezTo>
                  <a:pt x="826823" y="5688"/>
                  <a:pt x="832968" y="8689"/>
                  <a:pt x="838056" y="13034"/>
                </a:cubicBezTo>
                <a:cubicBezTo>
                  <a:pt x="844687" y="18636"/>
                  <a:pt x="849646" y="25797"/>
                  <a:pt x="852934" y="34514"/>
                </a:cubicBezTo>
                <a:cubicBezTo>
                  <a:pt x="856221" y="43232"/>
                  <a:pt x="857864" y="53194"/>
                  <a:pt x="857864" y="64398"/>
                </a:cubicBezTo>
                <a:cubicBezTo>
                  <a:pt x="857864" y="73945"/>
                  <a:pt x="856749" y="82406"/>
                  <a:pt x="854520" y="89780"/>
                </a:cubicBezTo>
                <a:cubicBezTo>
                  <a:pt x="852290" y="97155"/>
                  <a:pt x="849432" y="103258"/>
                  <a:pt x="845945" y="108088"/>
                </a:cubicBezTo>
                <a:cubicBezTo>
                  <a:pt x="842458" y="112919"/>
                  <a:pt x="838642" y="116720"/>
                  <a:pt x="834497" y="119493"/>
                </a:cubicBezTo>
                <a:cubicBezTo>
                  <a:pt x="830353" y="122266"/>
                  <a:pt x="825351" y="124366"/>
                  <a:pt x="819491" y="125796"/>
                </a:cubicBezTo>
                <a:cubicBezTo>
                  <a:pt x="813631" y="127225"/>
                  <a:pt x="806900" y="127939"/>
                  <a:pt x="799297" y="127939"/>
                </a:cubicBezTo>
                <a:lnTo>
                  <a:pt x="753935" y="127939"/>
                </a:lnTo>
                <a:moveTo>
                  <a:pt x="770570" y="113019"/>
                </a:moveTo>
                <a:lnTo>
                  <a:pt x="797410" y="113019"/>
                </a:lnTo>
                <a:cubicBezTo>
                  <a:pt x="805699" y="113019"/>
                  <a:pt x="812202" y="112249"/>
                  <a:pt x="816918" y="110709"/>
                </a:cubicBezTo>
                <a:cubicBezTo>
                  <a:pt x="821635" y="109167"/>
                  <a:pt x="825393" y="106998"/>
                  <a:pt x="828195" y="104203"/>
                </a:cubicBezTo>
                <a:cubicBezTo>
                  <a:pt x="832139" y="100265"/>
                  <a:pt x="835212" y="94973"/>
                  <a:pt x="837413" y="88325"/>
                </a:cubicBezTo>
                <a:cubicBezTo>
                  <a:pt x="839614" y="81676"/>
                  <a:pt x="840714" y="73616"/>
                  <a:pt x="840714" y="64144"/>
                </a:cubicBezTo>
                <a:cubicBezTo>
                  <a:pt x="840714" y="51019"/>
                  <a:pt x="838556" y="40932"/>
                  <a:pt x="834240" y="33885"/>
                </a:cubicBezTo>
                <a:cubicBezTo>
                  <a:pt x="829924" y="26837"/>
                  <a:pt x="824679" y="22115"/>
                  <a:pt x="818505" y="19717"/>
                </a:cubicBezTo>
                <a:cubicBezTo>
                  <a:pt x="814046" y="18006"/>
                  <a:pt x="806871" y="17150"/>
                  <a:pt x="796981" y="17150"/>
                </a:cubicBezTo>
                <a:lnTo>
                  <a:pt x="770570" y="17150"/>
                </a:lnTo>
                <a:lnTo>
                  <a:pt x="770570" y="113019"/>
                </a:lnTo>
                <a:close/>
                <a:moveTo>
                  <a:pt x="938218" y="116449"/>
                </a:moveTo>
                <a:cubicBezTo>
                  <a:pt x="932501" y="121403"/>
                  <a:pt x="926999" y="124900"/>
                  <a:pt x="921711" y="126940"/>
                </a:cubicBezTo>
                <a:cubicBezTo>
                  <a:pt x="916423" y="128978"/>
                  <a:pt x="910749" y="129997"/>
                  <a:pt x="904690" y="129997"/>
                </a:cubicBezTo>
                <a:cubicBezTo>
                  <a:pt x="894685" y="129997"/>
                  <a:pt x="886996" y="127553"/>
                  <a:pt x="881623" y="122666"/>
                </a:cubicBezTo>
                <a:cubicBezTo>
                  <a:pt x="876249" y="117778"/>
                  <a:pt x="873562" y="111532"/>
                  <a:pt x="873562" y="103929"/>
                </a:cubicBezTo>
                <a:cubicBezTo>
                  <a:pt x="873562" y="99470"/>
                  <a:pt x="874577" y="95397"/>
                  <a:pt x="876606" y="91710"/>
                </a:cubicBezTo>
                <a:cubicBezTo>
                  <a:pt x="878636" y="88023"/>
                  <a:pt x="881294" y="85064"/>
                  <a:pt x="884581" y="82835"/>
                </a:cubicBezTo>
                <a:cubicBezTo>
                  <a:pt x="887868" y="80605"/>
                  <a:pt x="891570" y="78919"/>
                  <a:pt x="895686" y="77775"/>
                </a:cubicBezTo>
                <a:cubicBezTo>
                  <a:pt x="898716" y="76975"/>
                  <a:pt x="903289" y="76203"/>
                  <a:pt x="909406" y="75460"/>
                </a:cubicBezTo>
                <a:cubicBezTo>
                  <a:pt x="921868" y="73974"/>
                  <a:pt x="931044" y="72202"/>
                  <a:pt x="936932" y="70144"/>
                </a:cubicBezTo>
                <a:cubicBezTo>
                  <a:pt x="936989" y="68037"/>
                  <a:pt x="937017" y="66699"/>
                  <a:pt x="937017" y="66129"/>
                </a:cubicBezTo>
                <a:cubicBezTo>
                  <a:pt x="937017" y="59864"/>
                  <a:pt x="935560" y="55451"/>
                  <a:pt x="932644" y="52889"/>
                </a:cubicBezTo>
                <a:cubicBezTo>
                  <a:pt x="928700" y="49414"/>
                  <a:pt x="922840" y="47677"/>
                  <a:pt x="915065" y="47677"/>
                </a:cubicBezTo>
                <a:cubicBezTo>
                  <a:pt x="907805" y="47677"/>
                  <a:pt x="902446" y="48949"/>
                  <a:pt x="898987" y="51493"/>
                </a:cubicBezTo>
                <a:cubicBezTo>
                  <a:pt x="895529" y="54037"/>
                  <a:pt x="892970" y="58539"/>
                  <a:pt x="891313" y="64999"/>
                </a:cubicBezTo>
                <a:lnTo>
                  <a:pt x="876221" y="62941"/>
                </a:lnTo>
                <a:cubicBezTo>
                  <a:pt x="877593" y="56461"/>
                  <a:pt x="879851" y="51229"/>
                  <a:pt x="882995" y="47243"/>
                </a:cubicBezTo>
                <a:cubicBezTo>
                  <a:pt x="886139" y="43257"/>
                  <a:pt x="890684" y="40190"/>
                  <a:pt x="896629" y="38041"/>
                </a:cubicBezTo>
                <a:cubicBezTo>
                  <a:pt x="902574" y="35890"/>
                  <a:pt x="909463" y="34815"/>
                  <a:pt x="917295" y="34815"/>
                </a:cubicBezTo>
                <a:cubicBezTo>
                  <a:pt x="925070" y="34815"/>
                  <a:pt x="931387" y="35733"/>
                  <a:pt x="936246" y="37569"/>
                </a:cubicBezTo>
                <a:cubicBezTo>
                  <a:pt x="941105" y="39404"/>
                  <a:pt x="944678" y="41713"/>
                  <a:pt x="946964" y="44496"/>
                </a:cubicBezTo>
                <a:cubicBezTo>
                  <a:pt x="949251" y="47278"/>
                  <a:pt x="950852" y="50792"/>
                  <a:pt x="951766" y="55038"/>
                </a:cubicBezTo>
                <a:cubicBezTo>
                  <a:pt x="952281" y="57677"/>
                  <a:pt x="952538" y="62416"/>
                  <a:pt x="952538" y="69257"/>
                </a:cubicBezTo>
                <a:lnTo>
                  <a:pt x="952538" y="89778"/>
                </a:lnTo>
                <a:cubicBezTo>
                  <a:pt x="952538" y="104086"/>
                  <a:pt x="952867" y="113147"/>
                  <a:pt x="953524" y="116963"/>
                </a:cubicBezTo>
                <a:cubicBezTo>
                  <a:pt x="954182" y="120779"/>
                  <a:pt x="955482" y="124438"/>
                  <a:pt x="957426" y="127939"/>
                </a:cubicBezTo>
                <a:lnTo>
                  <a:pt x="941305" y="127939"/>
                </a:lnTo>
                <a:cubicBezTo>
                  <a:pt x="939704" y="124665"/>
                  <a:pt x="938675" y="120835"/>
                  <a:pt x="938218" y="116449"/>
                </a:cubicBezTo>
                <a:moveTo>
                  <a:pt x="936932" y="82320"/>
                </a:moveTo>
                <a:cubicBezTo>
                  <a:pt x="931329" y="84596"/>
                  <a:pt x="922926" y="86531"/>
                  <a:pt x="911721" y="88124"/>
                </a:cubicBezTo>
                <a:cubicBezTo>
                  <a:pt x="905376" y="89034"/>
                  <a:pt x="900888" y="90057"/>
                  <a:pt x="898258" y="91195"/>
                </a:cubicBezTo>
                <a:cubicBezTo>
                  <a:pt x="895629" y="92333"/>
                  <a:pt x="893599" y="93997"/>
                  <a:pt x="892170" y="96188"/>
                </a:cubicBezTo>
                <a:cubicBezTo>
                  <a:pt x="890741" y="98378"/>
                  <a:pt x="890026" y="100810"/>
                  <a:pt x="890026" y="103484"/>
                </a:cubicBezTo>
                <a:cubicBezTo>
                  <a:pt x="890026" y="107581"/>
                  <a:pt x="891584" y="110995"/>
                  <a:pt x="894700" y="113726"/>
                </a:cubicBezTo>
                <a:cubicBezTo>
                  <a:pt x="897815" y="116456"/>
                  <a:pt x="902374" y="117821"/>
                  <a:pt x="908377" y="117821"/>
                </a:cubicBezTo>
                <a:cubicBezTo>
                  <a:pt x="914322" y="117821"/>
                  <a:pt x="919610" y="116525"/>
                  <a:pt x="924241" y="113933"/>
                </a:cubicBezTo>
                <a:cubicBezTo>
                  <a:pt x="928871" y="111339"/>
                  <a:pt x="932273" y="107795"/>
                  <a:pt x="934445" y="103302"/>
                </a:cubicBezTo>
                <a:cubicBezTo>
                  <a:pt x="936103" y="99835"/>
                  <a:pt x="936932" y="94717"/>
                  <a:pt x="936932" y="87950"/>
                </a:cubicBezTo>
                <a:lnTo>
                  <a:pt x="936932" y="82320"/>
                </a:lnTo>
                <a:close/>
                <a:moveTo>
                  <a:pt x="1010171" y="114134"/>
                </a:moveTo>
                <a:lnTo>
                  <a:pt x="1012400" y="127768"/>
                </a:lnTo>
                <a:cubicBezTo>
                  <a:pt x="1008056" y="128682"/>
                  <a:pt x="1004168" y="129140"/>
                  <a:pt x="1000738" y="129140"/>
                </a:cubicBezTo>
                <a:cubicBezTo>
                  <a:pt x="995136" y="129140"/>
                  <a:pt x="990791" y="128254"/>
                  <a:pt x="987704" y="126482"/>
                </a:cubicBezTo>
                <a:cubicBezTo>
                  <a:pt x="984617" y="124709"/>
                  <a:pt x="982445" y="122380"/>
                  <a:pt x="981187" y="119493"/>
                </a:cubicBezTo>
                <a:cubicBezTo>
                  <a:pt x="979930" y="116606"/>
                  <a:pt x="979301" y="110532"/>
                  <a:pt x="979301" y="101271"/>
                </a:cubicBezTo>
                <a:lnTo>
                  <a:pt x="979301" y="48878"/>
                </a:lnTo>
                <a:lnTo>
                  <a:pt x="967982" y="48878"/>
                </a:lnTo>
                <a:lnTo>
                  <a:pt x="967982" y="36873"/>
                </a:lnTo>
                <a:lnTo>
                  <a:pt x="979301" y="36873"/>
                </a:lnTo>
                <a:lnTo>
                  <a:pt x="979301" y="14320"/>
                </a:lnTo>
                <a:lnTo>
                  <a:pt x="994650" y="5059"/>
                </a:lnTo>
                <a:lnTo>
                  <a:pt x="994650" y="36873"/>
                </a:lnTo>
                <a:lnTo>
                  <a:pt x="1010171" y="36873"/>
                </a:lnTo>
                <a:lnTo>
                  <a:pt x="1010171" y="48878"/>
                </a:lnTo>
                <a:lnTo>
                  <a:pt x="994650" y="48878"/>
                </a:lnTo>
                <a:lnTo>
                  <a:pt x="994650" y="102128"/>
                </a:lnTo>
                <a:cubicBezTo>
                  <a:pt x="994650" y="106530"/>
                  <a:pt x="994922" y="109360"/>
                  <a:pt x="995465" y="110618"/>
                </a:cubicBezTo>
                <a:cubicBezTo>
                  <a:pt x="996008" y="111875"/>
                  <a:pt x="996894" y="112876"/>
                  <a:pt x="998123" y="113619"/>
                </a:cubicBezTo>
                <a:cubicBezTo>
                  <a:pt x="999352" y="114362"/>
                  <a:pt x="1001110" y="114734"/>
                  <a:pt x="1003397" y="114734"/>
                </a:cubicBezTo>
                <a:cubicBezTo>
                  <a:pt x="1005112" y="114734"/>
                  <a:pt x="1007370" y="114534"/>
                  <a:pt x="1010171" y="114134"/>
                </a:cubicBezTo>
                <a:close/>
                <a:moveTo>
                  <a:pt x="1087598" y="98441"/>
                </a:moveTo>
                <a:lnTo>
                  <a:pt x="1103547" y="100499"/>
                </a:lnTo>
                <a:cubicBezTo>
                  <a:pt x="1101032" y="109844"/>
                  <a:pt x="1096373" y="117097"/>
                  <a:pt x="1089570" y="122258"/>
                </a:cubicBezTo>
                <a:cubicBezTo>
                  <a:pt x="1082767" y="127418"/>
                  <a:pt x="1074078" y="129997"/>
                  <a:pt x="1063502" y="129997"/>
                </a:cubicBezTo>
                <a:cubicBezTo>
                  <a:pt x="1050182" y="129997"/>
                  <a:pt x="1039621" y="125896"/>
                  <a:pt x="1031817" y="117692"/>
                </a:cubicBezTo>
                <a:cubicBezTo>
                  <a:pt x="1024014" y="109489"/>
                  <a:pt x="1020112" y="97984"/>
                  <a:pt x="1020112" y="83178"/>
                </a:cubicBezTo>
                <a:cubicBezTo>
                  <a:pt x="1020112" y="67857"/>
                  <a:pt x="1024057" y="55966"/>
                  <a:pt x="1031946" y="47506"/>
                </a:cubicBezTo>
                <a:cubicBezTo>
                  <a:pt x="1039835" y="39045"/>
                  <a:pt x="1050068" y="34815"/>
                  <a:pt x="1062644" y="34815"/>
                </a:cubicBezTo>
                <a:cubicBezTo>
                  <a:pt x="1074821" y="34815"/>
                  <a:pt x="1084768" y="38953"/>
                  <a:pt x="1092486" y="47230"/>
                </a:cubicBezTo>
                <a:cubicBezTo>
                  <a:pt x="1100203" y="55504"/>
                  <a:pt x="1104062" y="67147"/>
                  <a:pt x="1104062" y="82157"/>
                </a:cubicBezTo>
                <a:cubicBezTo>
                  <a:pt x="1104062" y="83070"/>
                  <a:pt x="1104033" y="84439"/>
                  <a:pt x="1103976" y="86265"/>
                </a:cubicBezTo>
                <a:lnTo>
                  <a:pt x="1036062" y="86265"/>
                </a:lnTo>
                <a:cubicBezTo>
                  <a:pt x="1036634" y="96297"/>
                  <a:pt x="1039463" y="103979"/>
                  <a:pt x="1044551" y="109310"/>
                </a:cubicBezTo>
                <a:cubicBezTo>
                  <a:pt x="1049639" y="114641"/>
                  <a:pt x="1055985" y="117306"/>
                  <a:pt x="1063588" y="117306"/>
                </a:cubicBezTo>
                <a:cubicBezTo>
                  <a:pt x="1069247" y="117306"/>
                  <a:pt x="1074078" y="115807"/>
                  <a:pt x="1078079" y="112807"/>
                </a:cubicBezTo>
                <a:cubicBezTo>
                  <a:pt x="1082081" y="109806"/>
                  <a:pt x="1085254" y="105017"/>
                  <a:pt x="1087598" y="98441"/>
                </a:cubicBezTo>
                <a:moveTo>
                  <a:pt x="1036919" y="73574"/>
                </a:moveTo>
                <a:lnTo>
                  <a:pt x="1087769" y="73574"/>
                </a:lnTo>
                <a:cubicBezTo>
                  <a:pt x="1087083" y="65938"/>
                  <a:pt x="1085140" y="60212"/>
                  <a:pt x="1081938" y="56394"/>
                </a:cubicBezTo>
                <a:cubicBezTo>
                  <a:pt x="1077022" y="50468"/>
                  <a:pt x="1070648" y="47506"/>
                  <a:pt x="1062816" y="47506"/>
                </a:cubicBezTo>
                <a:cubicBezTo>
                  <a:pt x="1055727" y="47506"/>
                  <a:pt x="1049768" y="49871"/>
                  <a:pt x="1044937" y="54601"/>
                </a:cubicBezTo>
                <a:cubicBezTo>
                  <a:pt x="1040106" y="59330"/>
                  <a:pt x="1037434" y="65654"/>
                  <a:pt x="1036919" y="73574"/>
                </a:cubicBezTo>
                <a:close/>
                <a:moveTo>
                  <a:pt x="1160917" y="127939"/>
                </a:moveTo>
                <a:lnTo>
                  <a:pt x="1209495" y="62783"/>
                </a:lnTo>
                <a:lnTo>
                  <a:pt x="1166662" y="2230"/>
                </a:lnTo>
                <a:lnTo>
                  <a:pt x="1186471" y="2230"/>
                </a:lnTo>
                <a:lnTo>
                  <a:pt x="1209280" y="34380"/>
                </a:lnTo>
                <a:cubicBezTo>
                  <a:pt x="1214025" y="41055"/>
                  <a:pt x="1217398" y="46225"/>
                  <a:pt x="1219399" y="49891"/>
                </a:cubicBezTo>
                <a:cubicBezTo>
                  <a:pt x="1222200" y="45385"/>
                  <a:pt x="1225516" y="40651"/>
                  <a:pt x="1229346" y="35688"/>
                </a:cubicBezTo>
                <a:lnTo>
                  <a:pt x="1254642" y="2230"/>
                </a:lnTo>
                <a:lnTo>
                  <a:pt x="1272735" y="2230"/>
                </a:lnTo>
                <a:lnTo>
                  <a:pt x="1229094" y="61968"/>
                </a:lnTo>
                <a:lnTo>
                  <a:pt x="1276165" y="127939"/>
                </a:lnTo>
                <a:lnTo>
                  <a:pt x="1255585" y="127939"/>
                </a:lnTo>
                <a:lnTo>
                  <a:pt x="1223944" y="83129"/>
                </a:lnTo>
                <a:cubicBezTo>
                  <a:pt x="1222171" y="80580"/>
                  <a:pt x="1220342" y="77926"/>
                  <a:pt x="1218456" y="75168"/>
                </a:cubicBezTo>
                <a:cubicBezTo>
                  <a:pt x="1215654" y="79591"/>
                  <a:pt x="1213654" y="82648"/>
                  <a:pt x="1212453" y="84338"/>
                </a:cubicBezTo>
                <a:lnTo>
                  <a:pt x="1180897" y="127939"/>
                </a:lnTo>
                <a:lnTo>
                  <a:pt x="1160917" y="127939"/>
                </a:lnTo>
                <a:close/>
                <a:moveTo>
                  <a:pt x="1298977" y="164983"/>
                </a:moveTo>
                <a:lnTo>
                  <a:pt x="1287915" y="164983"/>
                </a:lnTo>
                <a:cubicBezTo>
                  <a:pt x="1305008" y="137515"/>
                  <a:pt x="1313554" y="110018"/>
                  <a:pt x="1313554" y="82492"/>
                </a:cubicBezTo>
                <a:cubicBezTo>
                  <a:pt x="1313554" y="71734"/>
                  <a:pt x="1312325" y="61061"/>
                  <a:pt x="1309867" y="50475"/>
                </a:cubicBezTo>
                <a:cubicBezTo>
                  <a:pt x="1307923" y="41891"/>
                  <a:pt x="1305208" y="33650"/>
                  <a:pt x="1301721" y="25752"/>
                </a:cubicBezTo>
                <a:cubicBezTo>
                  <a:pt x="1299491" y="20601"/>
                  <a:pt x="1294889" y="12018"/>
                  <a:pt x="1287915" y="0"/>
                </a:cubicBezTo>
                <a:lnTo>
                  <a:pt x="1298977" y="0"/>
                </a:lnTo>
                <a:cubicBezTo>
                  <a:pt x="1309724" y="14363"/>
                  <a:pt x="1317670" y="28784"/>
                  <a:pt x="1322815" y="43264"/>
                </a:cubicBezTo>
                <a:cubicBezTo>
                  <a:pt x="1327217" y="55739"/>
                  <a:pt x="1329418" y="68786"/>
                  <a:pt x="1329418" y="82406"/>
                </a:cubicBezTo>
                <a:cubicBezTo>
                  <a:pt x="1329418" y="97857"/>
                  <a:pt x="1326459" y="112794"/>
                  <a:pt x="1320543" y="127216"/>
                </a:cubicBezTo>
                <a:cubicBezTo>
                  <a:pt x="1314626" y="141636"/>
                  <a:pt x="1307437" y="154225"/>
                  <a:pt x="1298977" y="164983"/>
                </a:cubicBezTo>
                <a:close/>
                <a:moveTo>
                  <a:pt x="1351711" y="127939"/>
                </a:moveTo>
                <a:lnTo>
                  <a:pt x="1351711" y="110275"/>
                </a:lnTo>
                <a:lnTo>
                  <a:pt x="1369290" y="110275"/>
                </a:lnTo>
                <a:lnTo>
                  <a:pt x="1369290" y="127939"/>
                </a:lnTo>
                <a:lnTo>
                  <a:pt x="1351711" y="1279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2C893-4347-40CE-9914-B2184CF8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966" y="747851"/>
            <a:ext cx="1193868" cy="461405"/>
          </a:xfrm>
          <a:custGeom xmlns:a="http://schemas.openxmlformats.org/drawingml/2006/main">
            <a:pathLst>
              <a:path w="1193868" h="461405">
                <a:moveTo>
                  <a:pt x="0" y="461405"/>
                </a:moveTo>
                <a:lnTo>
                  <a:pt x="1193868" y="461405"/>
                </a:lnTo>
                <a:lnTo>
                  <a:pt x="1193868" y="0"/>
                </a:lnTo>
                <a:lnTo>
                  <a:pt x="0" y="0"/>
                </a:lnTo>
                <a:lnTo>
                  <a:pt x="0" y="461405"/>
                </a:lnTo>
                <a:close/>
              </a:path>
            </a:pathLst>
          </a:custGeom>
          <a:solidFill xmlns:a="http://schemas.openxmlformats.org/drawingml/2006/main">
            <a:srgbClr val="ECECE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BeliefinLie:">
            <a:extLst xmlns:a="http://schemas.openxmlformats.org/drawingml/2006/main">
              <a:ext uri="{FF2B5EF4-FFF2-40B4-BE49-F238E27FC236}">
                <a16:creationId xmlns:a16="http://schemas.microsoft.com/office/drawing/2014/main" id="{49E9779A-46D2-4074-BDD2-0B2FACF5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041" y="793535"/>
            <a:ext cx="1135752" cy="145597"/>
          </a:xfrm>
          <a:custGeom xmlns:a="http://schemas.openxmlformats.org/drawingml/2006/main">
            <a:pathLst>
              <a:path w="1135752" h="145597">
                <a:moveTo>
                  <a:pt x="0" y="2497"/>
                </a:moveTo>
                <a:lnTo>
                  <a:pt x="56280" y="2497"/>
                </a:lnTo>
                <a:cubicBezTo>
                  <a:pt x="67420" y="2497"/>
                  <a:pt x="75728" y="2961"/>
                  <a:pt x="81202" y="3890"/>
                </a:cubicBezTo>
                <a:cubicBezTo>
                  <a:pt x="86676" y="4816"/>
                  <a:pt x="91574" y="6750"/>
                  <a:pt x="95896" y="9691"/>
                </a:cubicBezTo>
                <a:cubicBezTo>
                  <a:pt x="100218" y="12630"/>
                  <a:pt x="103819" y="16546"/>
                  <a:pt x="106701" y="21438"/>
                </a:cubicBezTo>
                <a:cubicBezTo>
                  <a:pt x="109582" y="26328"/>
                  <a:pt x="111023" y="31810"/>
                  <a:pt x="111023" y="37885"/>
                </a:cubicBezTo>
                <a:cubicBezTo>
                  <a:pt x="111023" y="44470"/>
                  <a:pt x="109246" y="50511"/>
                  <a:pt x="105692" y="56009"/>
                </a:cubicBezTo>
                <a:cubicBezTo>
                  <a:pt x="102139" y="61508"/>
                  <a:pt x="97321" y="65631"/>
                  <a:pt x="91238" y="68381"/>
                </a:cubicBezTo>
                <a:cubicBezTo>
                  <a:pt x="99818" y="70882"/>
                  <a:pt x="106413" y="75145"/>
                  <a:pt x="111023" y="81172"/>
                </a:cubicBezTo>
                <a:cubicBezTo>
                  <a:pt x="115632" y="87197"/>
                  <a:pt x="117937" y="94280"/>
                  <a:pt x="117937" y="102424"/>
                </a:cubicBezTo>
                <a:cubicBezTo>
                  <a:pt x="117937" y="108835"/>
                  <a:pt x="116449" y="115069"/>
                  <a:pt x="113472" y="121128"/>
                </a:cubicBezTo>
                <a:cubicBezTo>
                  <a:pt x="110494" y="127184"/>
                  <a:pt x="106429" y="132024"/>
                  <a:pt x="101274" y="135648"/>
                </a:cubicBezTo>
                <a:cubicBezTo>
                  <a:pt x="96120" y="139269"/>
                  <a:pt x="89766" y="141497"/>
                  <a:pt x="82210" y="142332"/>
                </a:cubicBezTo>
                <a:cubicBezTo>
                  <a:pt x="77472" y="142844"/>
                  <a:pt x="66044" y="143164"/>
                  <a:pt x="47924" y="143292"/>
                </a:cubicBezTo>
                <a:lnTo>
                  <a:pt x="0" y="143292"/>
                </a:lnTo>
                <a:lnTo>
                  <a:pt x="0" y="2497"/>
                </a:lnTo>
                <a:moveTo>
                  <a:pt x="28428" y="25931"/>
                </a:moveTo>
                <a:lnTo>
                  <a:pt x="28428" y="58392"/>
                </a:lnTo>
                <a:lnTo>
                  <a:pt x="47060" y="58392"/>
                </a:lnTo>
                <a:cubicBezTo>
                  <a:pt x="58136" y="58392"/>
                  <a:pt x="65019" y="58232"/>
                  <a:pt x="67708" y="57912"/>
                </a:cubicBezTo>
                <a:cubicBezTo>
                  <a:pt x="72574" y="57338"/>
                  <a:pt x="76400" y="55663"/>
                  <a:pt x="79185" y="52888"/>
                </a:cubicBezTo>
                <a:cubicBezTo>
                  <a:pt x="81970" y="50111"/>
                  <a:pt x="83363" y="46455"/>
                  <a:pt x="83363" y="41922"/>
                </a:cubicBezTo>
                <a:cubicBezTo>
                  <a:pt x="83363" y="37582"/>
                  <a:pt x="82162" y="34055"/>
                  <a:pt x="79761" y="31342"/>
                </a:cubicBezTo>
                <a:cubicBezTo>
                  <a:pt x="77360" y="28629"/>
                  <a:pt x="73791" y="26985"/>
                  <a:pt x="69053" y="26411"/>
                </a:cubicBezTo>
                <a:cubicBezTo>
                  <a:pt x="66236" y="26091"/>
                  <a:pt x="58136" y="25931"/>
                  <a:pt x="44755" y="25931"/>
                </a:cubicBezTo>
                <a:lnTo>
                  <a:pt x="28428" y="25931"/>
                </a:lnTo>
                <a:moveTo>
                  <a:pt x="28428" y="81826"/>
                </a:moveTo>
                <a:lnTo>
                  <a:pt x="28428" y="119474"/>
                </a:lnTo>
                <a:lnTo>
                  <a:pt x="54743" y="119474"/>
                </a:lnTo>
                <a:cubicBezTo>
                  <a:pt x="64987" y="119474"/>
                  <a:pt x="71486" y="119186"/>
                  <a:pt x="74239" y="118610"/>
                </a:cubicBezTo>
                <a:cubicBezTo>
                  <a:pt x="78465" y="117841"/>
                  <a:pt x="81906" y="115969"/>
                  <a:pt x="84563" y="112991"/>
                </a:cubicBezTo>
                <a:cubicBezTo>
                  <a:pt x="87221" y="110014"/>
                  <a:pt x="88549" y="106028"/>
                  <a:pt x="88549" y="101034"/>
                </a:cubicBezTo>
                <a:cubicBezTo>
                  <a:pt x="88549" y="96809"/>
                  <a:pt x="87525" y="93223"/>
                  <a:pt x="85476" y="90278"/>
                </a:cubicBezTo>
                <a:cubicBezTo>
                  <a:pt x="83427" y="87333"/>
                  <a:pt x="80466" y="85188"/>
                  <a:pt x="76592" y="83843"/>
                </a:cubicBezTo>
                <a:cubicBezTo>
                  <a:pt x="72718" y="82499"/>
                  <a:pt x="64315" y="81826"/>
                  <a:pt x="51382" y="81826"/>
                </a:cubicBezTo>
                <a:lnTo>
                  <a:pt x="28428" y="81826"/>
                </a:lnTo>
                <a:close/>
                <a:moveTo>
                  <a:pt x="200827" y="110830"/>
                </a:moveTo>
                <a:lnTo>
                  <a:pt x="227718" y="115440"/>
                </a:lnTo>
                <a:cubicBezTo>
                  <a:pt x="224260" y="125268"/>
                  <a:pt x="218802" y="132752"/>
                  <a:pt x="211343" y="137890"/>
                </a:cubicBezTo>
                <a:cubicBezTo>
                  <a:pt x="203884" y="143028"/>
                  <a:pt x="194552" y="145597"/>
                  <a:pt x="183347" y="145597"/>
                </a:cubicBezTo>
                <a:cubicBezTo>
                  <a:pt x="165612" y="145597"/>
                  <a:pt x="152486" y="139803"/>
                  <a:pt x="143971" y="128214"/>
                </a:cubicBezTo>
                <a:cubicBezTo>
                  <a:pt x="137248" y="118930"/>
                  <a:pt x="133887" y="107213"/>
                  <a:pt x="133887" y="93063"/>
                </a:cubicBezTo>
                <a:cubicBezTo>
                  <a:pt x="133887" y="76160"/>
                  <a:pt x="138304" y="62922"/>
                  <a:pt x="147140" y="53350"/>
                </a:cubicBezTo>
                <a:cubicBezTo>
                  <a:pt x="155976" y="43778"/>
                  <a:pt x="167149" y="38992"/>
                  <a:pt x="180658" y="38992"/>
                </a:cubicBezTo>
                <a:cubicBezTo>
                  <a:pt x="195833" y="38992"/>
                  <a:pt x="207806" y="44002"/>
                  <a:pt x="216577" y="54023"/>
                </a:cubicBezTo>
                <a:cubicBezTo>
                  <a:pt x="225349" y="64043"/>
                  <a:pt x="229543" y="79393"/>
                  <a:pt x="229159" y="100074"/>
                </a:cubicBezTo>
                <a:lnTo>
                  <a:pt x="161546" y="100074"/>
                </a:lnTo>
                <a:cubicBezTo>
                  <a:pt x="161738" y="108077"/>
                  <a:pt x="163915" y="114304"/>
                  <a:pt x="168077" y="118754"/>
                </a:cubicBezTo>
                <a:cubicBezTo>
                  <a:pt x="172239" y="123204"/>
                  <a:pt x="177425" y="125429"/>
                  <a:pt x="183635" y="125429"/>
                </a:cubicBezTo>
                <a:cubicBezTo>
                  <a:pt x="187861" y="125429"/>
                  <a:pt x="191415" y="124276"/>
                  <a:pt x="194296" y="121971"/>
                </a:cubicBezTo>
                <a:cubicBezTo>
                  <a:pt x="197177" y="119666"/>
                  <a:pt x="199354" y="115953"/>
                  <a:pt x="200827" y="110830"/>
                </a:cubicBezTo>
                <a:moveTo>
                  <a:pt x="202363" y="83555"/>
                </a:moveTo>
                <a:cubicBezTo>
                  <a:pt x="202171" y="75776"/>
                  <a:pt x="200154" y="69861"/>
                  <a:pt x="196313" y="65812"/>
                </a:cubicBezTo>
                <a:cubicBezTo>
                  <a:pt x="192471" y="61762"/>
                  <a:pt x="187797" y="59737"/>
                  <a:pt x="182291" y="59737"/>
                </a:cubicBezTo>
                <a:cubicBezTo>
                  <a:pt x="176400" y="59737"/>
                  <a:pt x="171534" y="61873"/>
                  <a:pt x="167693" y="66145"/>
                </a:cubicBezTo>
                <a:cubicBezTo>
                  <a:pt x="163851" y="70418"/>
                  <a:pt x="161962" y="76222"/>
                  <a:pt x="162026" y="83555"/>
                </a:cubicBezTo>
                <a:lnTo>
                  <a:pt x="202363" y="83555"/>
                </a:lnTo>
                <a:close/>
                <a:moveTo>
                  <a:pt x="251161" y="143292"/>
                </a:moveTo>
                <a:lnTo>
                  <a:pt x="251161" y="2497"/>
                </a:lnTo>
                <a:lnTo>
                  <a:pt x="278148" y="2497"/>
                </a:lnTo>
                <a:lnTo>
                  <a:pt x="278148" y="143292"/>
                </a:lnTo>
                <a:lnTo>
                  <a:pt x="251161" y="143292"/>
                </a:lnTo>
                <a:close/>
                <a:moveTo>
                  <a:pt x="305802" y="27468"/>
                </a:moveTo>
                <a:lnTo>
                  <a:pt x="305802" y="2497"/>
                </a:lnTo>
                <a:lnTo>
                  <a:pt x="332789" y="2497"/>
                </a:lnTo>
                <a:lnTo>
                  <a:pt x="332789" y="27468"/>
                </a:lnTo>
                <a:lnTo>
                  <a:pt x="305802" y="27468"/>
                </a:lnTo>
                <a:moveTo>
                  <a:pt x="305802" y="143292"/>
                </a:moveTo>
                <a:lnTo>
                  <a:pt x="305802" y="41297"/>
                </a:lnTo>
                <a:lnTo>
                  <a:pt x="332789" y="41297"/>
                </a:lnTo>
                <a:lnTo>
                  <a:pt x="332789" y="143292"/>
                </a:lnTo>
                <a:lnTo>
                  <a:pt x="305802" y="143292"/>
                </a:lnTo>
                <a:close/>
                <a:moveTo>
                  <a:pt x="419507" y="110830"/>
                </a:moveTo>
                <a:lnTo>
                  <a:pt x="446398" y="115440"/>
                </a:lnTo>
                <a:cubicBezTo>
                  <a:pt x="442941" y="125268"/>
                  <a:pt x="437483" y="132752"/>
                  <a:pt x="430024" y="137890"/>
                </a:cubicBezTo>
                <a:cubicBezTo>
                  <a:pt x="422564" y="143028"/>
                  <a:pt x="413233" y="145597"/>
                  <a:pt x="402028" y="145597"/>
                </a:cubicBezTo>
                <a:cubicBezTo>
                  <a:pt x="384292" y="145597"/>
                  <a:pt x="371167" y="139803"/>
                  <a:pt x="362651" y="128214"/>
                </a:cubicBezTo>
                <a:cubicBezTo>
                  <a:pt x="355929" y="118930"/>
                  <a:pt x="352567" y="107213"/>
                  <a:pt x="352567" y="93063"/>
                </a:cubicBezTo>
                <a:cubicBezTo>
                  <a:pt x="352567" y="76160"/>
                  <a:pt x="356985" y="62922"/>
                  <a:pt x="365821" y="53350"/>
                </a:cubicBezTo>
                <a:cubicBezTo>
                  <a:pt x="374656" y="43778"/>
                  <a:pt x="385829" y="38992"/>
                  <a:pt x="399339" y="38992"/>
                </a:cubicBezTo>
                <a:cubicBezTo>
                  <a:pt x="414513" y="38992"/>
                  <a:pt x="426486" y="44002"/>
                  <a:pt x="435258" y="54023"/>
                </a:cubicBezTo>
                <a:cubicBezTo>
                  <a:pt x="444029" y="64043"/>
                  <a:pt x="448223" y="79393"/>
                  <a:pt x="447839" y="100074"/>
                </a:cubicBezTo>
                <a:lnTo>
                  <a:pt x="380227" y="100074"/>
                </a:lnTo>
                <a:cubicBezTo>
                  <a:pt x="380419" y="108077"/>
                  <a:pt x="382596" y="114304"/>
                  <a:pt x="386757" y="118754"/>
                </a:cubicBezTo>
                <a:cubicBezTo>
                  <a:pt x="390919" y="123204"/>
                  <a:pt x="396105" y="125429"/>
                  <a:pt x="402316" y="125429"/>
                </a:cubicBezTo>
                <a:cubicBezTo>
                  <a:pt x="406542" y="125429"/>
                  <a:pt x="410095" y="124276"/>
                  <a:pt x="412976" y="121971"/>
                </a:cubicBezTo>
                <a:cubicBezTo>
                  <a:pt x="415858" y="119666"/>
                  <a:pt x="418035" y="115953"/>
                  <a:pt x="419507" y="110830"/>
                </a:cubicBezTo>
                <a:moveTo>
                  <a:pt x="421044" y="83555"/>
                </a:moveTo>
                <a:cubicBezTo>
                  <a:pt x="420852" y="75776"/>
                  <a:pt x="418835" y="69861"/>
                  <a:pt x="414993" y="65812"/>
                </a:cubicBezTo>
                <a:cubicBezTo>
                  <a:pt x="411152" y="61762"/>
                  <a:pt x="406478" y="59737"/>
                  <a:pt x="400971" y="59737"/>
                </a:cubicBezTo>
                <a:cubicBezTo>
                  <a:pt x="395081" y="59737"/>
                  <a:pt x="390215" y="61873"/>
                  <a:pt x="386373" y="66145"/>
                </a:cubicBezTo>
                <a:cubicBezTo>
                  <a:pt x="382532" y="70418"/>
                  <a:pt x="380643" y="76222"/>
                  <a:pt x="380707" y="83555"/>
                </a:cubicBezTo>
                <a:lnTo>
                  <a:pt x="421044" y="83555"/>
                </a:lnTo>
                <a:close/>
                <a:moveTo>
                  <a:pt x="458029" y="41297"/>
                </a:moveTo>
                <a:lnTo>
                  <a:pt x="473012" y="41297"/>
                </a:lnTo>
                <a:lnTo>
                  <a:pt x="473012" y="33596"/>
                </a:lnTo>
                <a:cubicBezTo>
                  <a:pt x="473012" y="24996"/>
                  <a:pt x="473924" y="18579"/>
                  <a:pt x="475749" y="14343"/>
                </a:cubicBezTo>
                <a:cubicBezTo>
                  <a:pt x="477574" y="10107"/>
                  <a:pt x="480935" y="6658"/>
                  <a:pt x="485833" y="3995"/>
                </a:cubicBezTo>
                <a:cubicBezTo>
                  <a:pt x="490731" y="1332"/>
                  <a:pt x="496926" y="0"/>
                  <a:pt x="504417" y="0"/>
                </a:cubicBezTo>
                <a:cubicBezTo>
                  <a:pt x="512100" y="0"/>
                  <a:pt x="519623" y="1152"/>
                  <a:pt x="526986" y="3457"/>
                </a:cubicBezTo>
                <a:lnTo>
                  <a:pt x="523337" y="22281"/>
                </a:lnTo>
                <a:cubicBezTo>
                  <a:pt x="519047" y="21257"/>
                  <a:pt x="514917" y="20745"/>
                  <a:pt x="510948" y="20745"/>
                </a:cubicBezTo>
                <a:cubicBezTo>
                  <a:pt x="507042" y="20745"/>
                  <a:pt x="504241" y="21662"/>
                  <a:pt x="502544" y="23497"/>
                </a:cubicBezTo>
                <a:cubicBezTo>
                  <a:pt x="500847" y="25330"/>
                  <a:pt x="499999" y="28851"/>
                  <a:pt x="499999" y="34061"/>
                </a:cubicBezTo>
                <a:lnTo>
                  <a:pt x="499999" y="41297"/>
                </a:lnTo>
                <a:lnTo>
                  <a:pt x="520167" y="41297"/>
                </a:lnTo>
                <a:lnTo>
                  <a:pt x="520167" y="62618"/>
                </a:lnTo>
                <a:lnTo>
                  <a:pt x="499999" y="62618"/>
                </a:lnTo>
                <a:lnTo>
                  <a:pt x="499999" y="143292"/>
                </a:lnTo>
                <a:lnTo>
                  <a:pt x="473012" y="143292"/>
                </a:lnTo>
                <a:lnTo>
                  <a:pt x="473012" y="62618"/>
                </a:lnTo>
                <a:lnTo>
                  <a:pt x="458029" y="62618"/>
                </a:lnTo>
                <a:lnTo>
                  <a:pt x="458029" y="41297"/>
                </a:lnTo>
                <a:close/>
                <a:moveTo>
                  <a:pt x="589980" y="27468"/>
                </a:moveTo>
                <a:lnTo>
                  <a:pt x="589980" y="2497"/>
                </a:lnTo>
                <a:lnTo>
                  <a:pt x="616967" y="2497"/>
                </a:lnTo>
                <a:lnTo>
                  <a:pt x="616967" y="27468"/>
                </a:lnTo>
                <a:lnTo>
                  <a:pt x="589980" y="27468"/>
                </a:lnTo>
                <a:moveTo>
                  <a:pt x="589980" y="143292"/>
                </a:moveTo>
                <a:lnTo>
                  <a:pt x="589980" y="41297"/>
                </a:lnTo>
                <a:lnTo>
                  <a:pt x="616967" y="41297"/>
                </a:lnTo>
                <a:lnTo>
                  <a:pt x="616967" y="143292"/>
                </a:lnTo>
                <a:lnTo>
                  <a:pt x="589980" y="143292"/>
                </a:lnTo>
                <a:close/>
                <a:moveTo>
                  <a:pt x="737395" y="143292"/>
                </a:moveTo>
                <a:lnTo>
                  <a:pt x="710408" y="143292"/>
                </a:lnTo>
                <a:lnTo>
                  <a:pt x="710408" y="91298"/>
                </a:lnTo>
                <a:cubicBezTo>
                  <a:pt x="710408" y="80298"/>
                  <a:pt x="709832" y="73183"/>
                  <a:pt x="708679" y="69953"/>
                </a:cubicBezTo>
                <a:cubicBezTo>
                  <a:pt x="707527" y="66724"/>
                  <a:pt x="705654" y="64214"/>
                  <a:pt x="703061" y="62423"/>
                </a:cubicBezTo>
                <a:cubicBezTo>
                  <a:pt x="700468" y="60632"/>
                  <a:pt x="697346" y="59737"/>
                  <a:pt x="693697" y="59737"/>
                </a:cubicBezTo>
                <a:cubicBezTo>
                  <a:pt x="689023" y="59737"/>
                  <a:pt x="684829" y="61017"/>
                  <a:pt x="681115" y="63576"/>
                </a:cubicBezTo>
                <a:cubicBezTo>
                  <a:pt x="677402" y="66133"/>
                  <a:pt x="674857" y="69522"/>
                  <a:pt x="673480" y="73744"/>
                </a:cubicBezTo>
                <a:cubicBezTo>
                  <a:pt x="672104" y="77964"/>
                  <a:pt x="671415" y="85766"/>
                  <a:pt x="671415" y="97151"/>
                </a:cubicBezTo>
                <a:lnTo>
                  <a:pt x="671415" y="143292"/>
                </a:lnTo>
                <a:lnTo>
                  <a:pt x="644428" y="143292"/>
                </a:lnTo>
                <a:lnTo>
                  <a:pt x="644428" y="41297"/>
                </a:lnTo>
                <a:lnTo>
                  <a:pt x="669495" y="41297"/>
                </a:lnTo>
                <a:lnTo>
                  <a:pt x="669495" y="56280"/>
                </a:lnTo>
                <a:cubicBezTo>
                  <a:pt x="678394" y="44755"/>
                  <a:pt x="689599" y="38992"/>
                  <a:pt x="703109" y="38992"/>
                </a:cubicBezTo>
                <a:cubicBezTo>
                  <a:pt x="709063" y="38992"/>
                  <a:pt x="714505" y="40065"/>
                  <a:pt x="719436" y="42210"/>
                </a:cubicBezTo>
                <a:cubicBezTo>
                  <a:pt x="724366" y="44355"/>
                  <a:pt x="728095" y="47092"/>
                  <a:pt x="730624" y="50421"/>
                </a:cubicBezTo>
                <a:cubicBezTo>
                  <a:pt x="733153" y="53751"/>
                  <a:pt x="734914" y="57528"/>
                  <a:pt x="735906" y="61754"/>
                </a:cubicBezTo>
                <a:cubicBezTo>
                  <a:pt x="736899" y="65980"/>
                  <a:pt x="737395" y="72030"/>
                  <a:pt x="737395" y="79905"/>
                </a:cubicBezTo>
                <a:lnTo>
                  <a:pt x="737395" y="143292"/>
                </a:lnTo>
                <a:close/>
                <a:moveTo>
                  <a:pt x="820360" y="143292"/>
                </a:moveTo>
                <a:lnTo>
                  <a:pt x="820360" y="3650"/>
                </a:lnTo>
                <a:lnTo>
                  <a:pt x="848788" y="3650"/>
                </a:lnTo>
                <a:lnTo>
                  <a:pt x="848788" y="119474"/>
                </a:lnTo>
                <a:lnTo>
                  <a:pt x="919473" y="119474"/>
                </a:lnTo>
                <a:lnTo>
                  <a:pt x="919473" y="143292"/>
                </a:lnTo>
                <a:lnTo>
                  <a:pt x="820360" y="143292"/>
                </a:lnTo>
                <a:close/>
                <a:moveTo>
                  <a:pt x="939538" y="27468"/>
                </a:moveTo>
                <a:lnTo>
                  <a:pt x="939538" y="2497"/>
                </a:lnTo>
                <a:lnTo>
                  <a:pt x="966525" y="2497"/>
                </a:lnTo>
                <a:lnTo>
                  <a:pt x="966525" y="27468"/>
                </a:lnTo>
                <a:lnTo>
                  <a:pt x="939538" y="27468"/>
                </a:lnTo>
                <a:moveTo>
                  <a:pt x="939538" y="143292"/>
                </a:moveTo>
                <a:lnTo>
                  <a:pt x="939538" y="41297"/>
                </a:lnTo>
                <a:lnTo>
                  <a:pt x="966525" y="41297"/>
                </a:lnTo>
                <a:lnTo>
                  <a:pt x="966525" y="143292"/>
                </a:lnTo>
                <a:lnTo>
                  <a:pt x="939538" y="143292"/>
                </a:lnTo>
                <a:close/>
                <a:moveTo>
                  <a:pt x="1053244" y="110830"/>
                </a:moveTo>
                <a:lnTo>
                  <a:pt x="1080135" y="115440"/>
                </a:lnTo>
                <a:cubicBezTo>
                  <a:pt x="1076678" y="125268"/>
                  <a:pt x="1071219" y="132752"/>
                  <a:pt x="1063760" y="137890"/>
                </a:cubicBezTo>
                <a:cubicBezTo>
                  <a:pt x="1056301" y="143028"/>
                  <a:pt x="1046969" y="145597"/>
                  <a:pt x="1035764" y="145597"/>
                </a:cubicBezTo>
                <a:cubicBezTo>
                  <a:pt x="1018029" y="145597"/>
                  <a:pt x="1004904" y="139803"/>
                  <a:pt x="996388" y="128214"/>
                </a:cubicBezTo>
                <a:cubicBezTo>
                  <a:pt x="989665" y="118930"/>
                  <a:pt x="986304" y="107213"/>
                  <a:pt x="986304" y="93063"/>
                </a:cubicBezTo>
                <a:cubicBezTo>
                  <a:pt x="986304" y="76160"/>
                  <a:pt x="990722" y="62922"/>
                  <a:pt x="999557" y="53350"/>
                </a:cubicBezTo>
                <a:cubicBezTo>
                  <a:pt x="1008393" y="43778"/>
                  <a:pt x="1019566" y="38992"/>
                  <a:pt x="1033075" y="38992"/>
                </a:cubicBezTo>
                <a:cubicBezTo>
                  <a:pt x="1048250" y="38992"/>
                  <a:pt x="1060223" y="44002"/>
                  <a:pt x="1068994" y="54023"/>
                </a:cubicBezTo>
                <a:cubicBezTo>
                  <a:pt x="1077766" y="64043"/>
                  <a:pt x="1081960" y="79393"/>
                  <a:pt x="1081576" y="100074"/>
                </a:cubicBezTo>
                <a:lnTo>
                  <a:pt x="1013963" y="100074"/>
                </a:lnTo>
                <a:cubicBezTo>
                  <a:pt x="1014155" y="108077"/>
                  <a:pt x="1016332" y="114304"/>
                  <a:pt x="1020494" y="118754"/>
                </a:cubicBezTo>
                <a:cubicBezTo>
                  <a:pt x="1024656" y="123204"/>
                  <a:pt x="1029842" y="125429"/>
                  <a:pt x="1036053" y="125429"/>
                </a:cubicBezTo>
                <a:cubicBezTo>
                  <a:pt x="1040278" y="125429"/>
                  <a:pt x="1043832" y="124276"/>
                  <a:pt x="1046713" y="121971"/>
                </a:cubicBezTo>
                <a:cubicBezTo>
                  <a:pt x="1049594" y="119666"/>
                  <a:pt x="1051771" y="115953"/>
                  <a:pt x="1053244" y="110830"/>
                </a:cubicBezTo>
                <a:moveTo>
                  <a:pt x="1054780" y="83555"/>
                </a:moveTo>
                <a:cubicBezTo>
                  <a:pt x="1054588" y="75776"/>
                  <a:pt x="1052571" y="69861"/>
                  <a:pt x="1048730" y="65812"/>
                </a:cubicBezTo>
                <a:cubicBezTo>
                  <a:pt x="1044888" y="61762"/>
                  <a:pt x="1040214" y="59737"/>
                  <a:pt x="1034708" y="59737"/>
                </a:cubicBezTo>
                <a:cubicBezTo>
                  <a:pt x="1028818" y="59737"/>
                  <a:pt x="1023952" y="61873"/>
                  <a:pt x="1020110" y="66145"/>
                </a:cubicBezTo>
                <a:cubicBezTo>
                  <a:pt x="1016268" y="70418"/>
                  <a:pt x="1014379" y="76222"/>
                  <a:pt x="1014444" y="83555"/>
                </a:cubicBezTo>
                <a:lnTo>
                  <a:pt x="1054780" y="83555"/>
                </a:lnTo>
                <a:close/>
                <a:moveTo>
                  <a:pt x="1108764" y="68381"/>
                </a:moveTo>
                <a:lnTo>
                  <a:pt x="1108764" y="41297"/>
                </a:lnTo>
                <a:lnTo>
                  <a:pt x="1135752" y="41297"/>
                </a:lnTo>
                <a:lnTo>
                  <a:pt x="1135752" y="68381"/>
                </a:lnTo>
                <a:lnTo>
                  <a:pt x="1108764" y="68381"/>
                </a:lnTo>
                <a:moveTo>
                  <a:pt x="1108764" y="143292"/>
                </a:moveTo>
                <a:lnTo>
                  <a:pt x="1108764" y="116209"/>
                </a:lnTo>
                <a:lnTo>
                  <a:pt x="1135752" y="116209"/>
                </a:lnTo>
                <a:lnTo>
                  <a:pt x="1135752" y="143292"/>
                </a:lnTo>
                <a:lnTo>
                  <a:pt x="1108764" y="1432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92%(High)">
            <a:extLst xmlns:a="http://schemas.openxmlformats.org/drawingml/2006/main">
              <a:ext uri="{FF2B5EF4-FFF2-40B4-BE49-F238E27FC236}">
                <a16:creationId xmlns:a16="http://schemas.microsoft.com/office/drawing/2014/main" id="{13728100-937E-4BA9-8C37-DECB774F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422" y="1017734"/>
            <a:ext cx="999879" cy="184781"/>
          </a:xfrm>
          <a:custGeom xmlns:a="http://schemas.openxmlformats.org/drawingml/2006/main">
            <a:pathLst>
              <a:path w="999879" h="184781">
                <a:moveTo>
                  <a:pt x="2689" y="110656"/>
                </a:moveTo>
                <a:lnTo>
                  <a:pt x="28812" y="107757"/>
                </a:lnTo>
                <a:cubicBezTo>
                  <a:pt x="29452" y="113103"/>
                  <a:pt x="31117" y="117065"/>
                  <a:pt x="33806" y="119642"/>
                </a:cubicBezTo>
                <a:cubicBezTo>
                  <a:pt x="36495" y="122219"/>
                  <a:pt x="40049" y="123508"/>
                  <a:pt x="44467" y="123508"/>
                </a:cubicBezTo>
                <a:cubicBezTo>
                  <a:pt x="50037" y="123508"/>
                  <a:pt x="54775" y="120938"/>
                  <a:pt x="58681" y="115798"/>
                </a:cubicBezTo>
                <a:cubicBezTo>
                  <a:pt x="62586" y="110657"/>
                  <a:pt x="65083" y="100006"/>
                  <a:pt x="66172" y="83843"/>
                </a:cubicBezTo>
                <a:cubicBezTo>
                  <a:pt x="59385" y="91718"/>
                  <a:pt x="50901" y="95656"/>
                  <a:pt x="40721" y="95656"/>
                </a:cubicBezTo>
                <a:cubicBezTo>
                  <a:pt x="29644" y="95656"/>
                  <a:pt x="20088" y="91387"/>
                  <a:pt x="12053" y="82850"/>
                </a:cubicBezTo>
                <a:cubicBezTo>
                  <a:pt x="4018" y="74310"/>
                  <a:pt x="0" y="63196"/>
                  <a:pt x="0" y="49509"/>
                </a:cubicBezTo>
                <a:cubicBezTo>
                  <a:pt x="0" y="35245"/>
                  <a:pt x="4242" y="23748"/>
                  <a:pt x="12725" y="15018"/>
                </a:cubicBezTo>
                <a:cubicBezTo>
                  <a:pt x="21209" y="6287"/>
                  <a:pt x="32013" y="1921"/>
                  <a:pt x="45139" y="1921"/>
                </a:cubicBezTo>
                <a:cubicBezTo>
                  <a:pt x="59417" y="1921"/>
                  <a:pt x="71134" y="7451"/>
                  <a:pt x="80290" y="18512"/>
                </a:cubicBezTo>
                <a:cubicBezTo>
                  <a:pt x="89445" y="29570"/>
                  <a:pt x="94023" y="47762"/>
                  <a:pt x="94023" y="73087"/>
                </a:cubicBezTo>
                <a:cubicBezTo>
                  <a:pt x="94023" y="98859"/>
                  <a:pt x="89253" y="117452"/>
                  <a:pt x="79713" y="128865"/>
                </a:cubicBezTo>
                <a:cubicBezTo>
                  <a:pt x="70173" y="140276"/>
                  <a:pt x="57752" y="145981"/>
                  <a:pt x="42450" y="145981"/>
                </a:cubicBezTo>
                <a:cubicBezTo>
                  <a:pt x="31437" y="145981"/>
                  <a:pt x="22537" y="143030"/>
                  <a:pt x="15751" y="137127"/>
                </a:cubicBezTo>
                <a:cubicBezTo>
                  <a:pt x="8964" y="131223"/>
                  <a:pt x="4610" y="122399"/>
                  <a:pt x="2689" y="110656"/>
                </a:cubicBezTo>
                <a:moveTo>
                  <a:pt x="63771" y="51760"/>
                </a:moveTo>
                <a:cubicBezTo>
                  <a:pt x="63771" y="43084"/>
                  <a:pt x="61770" y="36354"/>
                  <a:pt x="57768" y="31570"/>
                </a:cubicBezTo>
                <a:cubicBezTo>
                  <a:pt x="53767" y="26786"/>
                  <a:pt x="49141" y="24394"/>
                  <a:pt x="43890" y="24394"/>
                </a:cubicBezTo>
                <a:cubicBezTo>
                  <a:pt x="38896" y="24394"/>
                  <a:pt x="34751" y="26356"/>
                  <a:pt x="31453" y="30280"/>
                </a:cubicBezTo>
                <a:cubicBezTo>
                  <a:pt x="28156" y="34201"/>
                  <a:pt x="26507" y="40628"/>
                  <a:pt x="26507" y="49560"/>
                </a:cubicBezTo>
                <a:cubicBezTo>
                  <a:pt x="26507" y="58618"/>
                  <a:pt x="28300" y="65267"/>
                  <a:pt x="31885" y="69509"/>
                </a:cubicBezTo>
                <a:cubicBezTo>
                  <a:pt x="35471" y="73751"/>
                  <a:pt x="39953" y="75872"/>
                  <a:pt x="45331" y="75872"/>
                </a:cubicBezTo>
                <a:cubicBezTo>
                  <a:pt x="50517" y="75872"/>
                  <a:pt x="54887" y="73831"/>
                  <a:pt x="58440" y="69749"/>
                </a:cubicBezTo>
                <a:cubicBezTo>
                  <a:pt x="61994" y="65666"/>
                  <a:pt x="63771" y="59669"/>
                  <a:pt x="63771" y="51760"/>
                </a:cubicBezTo>
                <a:close/>
                <a:moveTo>
                  <a:pt x="202654" y="118129"/>
                </a:moveTo>
                <a:lnTo>
                  <a:pt x="202654" y="143292"/>
                </a:lnTo>
                <a:lnTo>
                  <a:pt x="108055" y="143292"/>
                </a:lnTo>
                <a:cubicBezTo>
                  <a:pt x="109079" y="133824"/>
                  <a:pt x="112152" y="124852"/>
                  <a:pt x="117274" y="116377"/>
                </a:cubicBezTo>
                <a:cubicBezTo>
                  <a:pt x="122397" y="107899"/>
                  <a:pt x="132513" y="96654"/>
                  <a:pt x="147623" y="82643"/>
                </a:cubicBezTo>
                <a:cubicBezTo>
                  <a:pt x="159788" y="71320"/>
                  <a:pt x="167247" y="63644"/>
                  <a:pt x="170000" y="59614"/>
                </a:cubicBezTo>
                <a:cubicBezTo>
                  <a:pt x="173714" y="54048"/>
                  <a:pt x="175571" y="48545"/>
                  <a:pt x="175571" y="43107"/>
                </a:cubicBezTo>
                <a:cubicBezTo>
                  <a:pt x="175571" y="37093"/>
                  <a:pt x="173954" y="32471"/>
                  <a:pt x="170721" y="29241"/>
                </a:cubicBezTo>
                <a:cubicBezTo>
                  <a:pt x="167487" y="26010"/>
                  <a:pt x="163022" y="24394"/>
                  <a:pt x="157323" y="24394"/>
                </a:cubicBezTo>
                <a:cubicBezTo>
                  <a:pt x="151689" y="24394"/>
                  <a:pt x="147207" y="26099"/>
                  <a:pt x="143878" y="29508"/>
                </a:cubicBezTo>
                <a:cubicBezTo>
                  <a:pt x="140548" y="32916"/>
                  <a:pt x="138627" y="38574"/>
                  <a:pt x="138115" y="46483"/>
                </a:cubicBezTo>
                <a:lnTo>
                  <a:pt x="111224" y="43782"/>
                </a:lnTo>
                <a:cubicBezTo>
                  <a:pt x="112825" y="28864"/>
                  <a:pt x="117851" y="18158"/>
                  <a:pt x="126302" y="11663"/>
                </a:cubicBezTo>
                <a:cubicBezTo>
                  <a:pt x="134754" y="5168"/>
                  <a:pt x="145318" y="1921"/>
                  <a:pt x="157995" y="1921"/>
                </a:cubicBezTo>
                <a:cubicBezTo>
                  <a:pt x="171889" y="1921"/>
                  <a:pt x="182806" y="5663"/>
                  <a:pt x="190745" y="13148"/>
                </a:cubicBezTo>
                <a:cubicBezTo>
                  <a:pt x="198685" y="20634"/>
                  <a:pt x="202654" y="29942"/>
                  <a:pt x="202654" y="41072"/>
                </a:cubicBezTo>
                <a:cubicBezTo>
                  <a:pt x="202654" y="47407"/>
                  <a:pt x="201518" y="53437"/>
                  <a:pt x="199245" y="59164"/>
                </a:cubicBezTo>
                <a:cubicBezTo>
                  <a:pt x="196972" y="64888"/>
                  <a:pt x="193370" y="70885"/>
                  <a:pt x="188440" y="77153"/>
                </a:cubicBezTo>
                <a:cubicBezTo>
                  <a:pt x="185175" y="81313"/>
                  <a:pt x="179284" y="87296"/>
                  <a:pt x="170769" y="95101"/>
                </a:cubicBezTo>
                <a:cubicBezTo>
                  <a:pt x="162253" y="102904"/>
                  <a:pt x="156859" y="108085"/>
                  <a:pt x="154586" y="110644"/>
                </a:cubicBezTo>
                <a:cubicBezTo>
                  <a:pt x="152313" y="113203"/>
                  <a:pt x="150472" y="115698"/>
                  <a:pt x="149064" y="118129"/>
                </a:cubicBezTo>
                <a:lnTo>
                  <a:pt x="202654" y="118129"/>
                </a:lnTo>
                <a:close/>
                <a:moveTo>
                  <a:pt x="221104" y="37072"/>
                </a:moveTo>
                <a:cubicBezTo>
                  <a:pt x="221104" y="24490"/>
                  <a:pt x="223873" y="15166"/>
                  <a:pt x="229412" y="9100"/>
                </a:cubicBezTo>
                <a:cubicBezTo>
                  <a:pt x="234950" y="3033"/>
                  <a:pt x="242457" y="0"/>
                  <a:pt x="251933" y="0"/>
                </a:cubicBezTo>
                <a:cubicBezTo>
                  <a:pt x="261729" y="0"/>
                  <a:pt x="269396" y="3017"/>
                  <a:pt x="274935" y="9052"/>
                </a:cubicBezTo>
                <a:cubicBezTo>
                  <a:pt x="280473" y="15086"/>
                  <a:pt x="283242" y="24426"/>
                  <a:pt x="283242" y="37072"/>
                </a:cubicBezTo>
                <a:cubicBezTo>
                  <a:pt x="283242" y="49653"/>
                  <a:pt x="280473" y="58977"/>
                  <a:pt x="274935" y="65043"/>
                </a:cubicBezTo>
                <a:cubicBezTo>
                  <a:pt x="269396" y="71110"/>
                  <a:pt x="261889" y="74143"/>
                  <a:pt x="252413" y="74143"/>
                </a:cubicBezTo>
                <a:cubicBezTo>
                  <a:pt x="242617" y="74143"/>
                  <a:pt x="234950" y="71126"/>
                  <a:pt x="229412" y="65091"/>
                </a:cubicBezTo>
                <a:cubicBezTo>
                  <a:pt x="223873" y="59057"/>
                  <a:pt x="221104" y="49717"/>
                  <a:pt x="221104" y="37072"/>
                </a:cubicBezTo>
                <a:moveTo>
                  <a:pt x="242137" y="37072"/>
                </a:moveTo>
                <a:cubicBezTo>
                  <a:pt x="242137" y="46147"/>
                  <a:pt x="243193" y="52240"/>
                  <a:pt x="245306" y="55349"/>
                </a:cubicBezTo>
                <a:cubicBezTo>
                  <a:pt x="246907" y="57634"/>
                  <a:pt x="249116" y="58777"/>
                  <a:pt x="251933" y="58777"/>
                </a:cubicBezTo>
                <a:cubicBezTo>
                  <a:pt x="254814" y="58777"/>
                  <a:pt x="257055" y="57634"/>
                  <a:pt x="258656" y="55349"/>
                </a:cubicBezTo>
                <a:cubicBezTo>
                  <a:pt x="260705" y="52240"/>
                  <a:pt x="261729" y="46147"/>
                  <a:pt x="261729" y="37072"/>
                </a:cubicBezTo>
                <a:cubicBezTo>
                  <a:pt x="261729" y="27996"/>
                  <a:pt x="260705" y="21935"/>
                  <a:pt x="258656" y="18890"/>
                </a:cubicBezTo>
                <a:cubicBezTo>
                  <a:pt x="257055" y="16541"/>
                  <a:pt x="254814" y="15366"/>
                  <a:pt x="251933" y="15366"/>
                </a:cubicBezTo>
                <a:cubicBezTo>
                  <a:pt x="249116" y="15366"/>
                  <a:pt x="246907" y="16509"/>
                  <a:pt x="245306" y="18794"/>
                </a:cubicBezTo>
                <a:cubicBezTo>
                  <a:pt x="243193" y="21903"/>
                  <a:pt x="242137" y="27996"/>
                  <a:pt x="242137" y="37072"/>
                </a:cubicBezTo>
                <a:moveTo>
                  <a:pt x="272486" y="148670"/>
                </a:moveTo>
                <a:lnTo>
                  <a:pt x="252509" y="148670"/>
                </a:lnTo>
                <a:lnTo>
                  <a:pt x="327517" y="0"/>
                </a:lnTo>
                <a:lnTo>
                  <a:pt x="346917" y="0"/>
                </a:lnTo>
                <a:lnTo>
                  <a:pt x="272486" y="148670"/>
                </a:lnTo>
                <a:moveTo>
                  <a:pt x="316088" y="111647"/>
                </a:moveTo>
                <a:cubicBezTo>
                  <a:pt x="316088" y="98985"/>
                  <a:pt x="318857" y="89602"/>
                  <a:pt x="324395" y="83495"/>
                </a:cubicBezTo>
                <a:cubicBezTo>
                  <a:pt x="329934" y="77388"/>
                  <a:pt x="337505" y="74335"/>
                  <a:pt x="347109" y="74335"/>
                </a:cubicBezTo>
                <a:cubicBezTo>
                  <a:pt x="356777" y="74335"/>
                  <a:pt x="364380" y="77388"/>
                  <a:pt x="369918" y="83495"/>
                </a:cubicBezTo>
                <a:cubicBezTo>
                  <a:pt x="375457" y="89602"/>
                  <a:pt x="378226" y="98985"/>
                  <a:pt x="378226" y="111647"/>
                </a:cubicBezTo>
                <a:cubicBezTo>
                  <a:pt x="378226" y="124372"/>
                  <a:pt x="375457" y="133788"/>
                  <a:pt x="369918" y="139895"/>
                </a:cubicBezTo>
                <a:cubicBezTo>
                  <a:pt x="364380" y="146001"/>
                  <a:pt x="356873" y="149054"/>
                  <a:pt x="347397" y="149054"/>
                </a:cubicBezTo>
                <a:cubicBezTo>
                  <a:pt x="337601" y="149054"/>
                  <a:pt x="329934" y="146001"/>
                  <a:pt x="324395" y="139895"/>
                </a:cubicBezTo>
                <a:cubicBezTo>
                  <a:pt x="318857" y="133788"/>
                  <a:pt x="316088" y="124372"/>
                  <a:pt x="316088" y="111647"/>
                </a:cubicBezTo>
                <a:moveTo>
                  <a:pt x="337121" y="111695"/>
                </a:moveTo>
                <a:cubicBezTo>
                  <a:pt x="337121" y="120891"/>
                  <a:pt x="338177" y="127032"/>
                  <a:pt x="340290" y="130120"/>
                </a:cubicBezTo>
                <a:cubicBezTo>
                  <a:pt x="341891" y="132499"/>
                  <a:pt x="344100" y="133688"/>
                  <a:pt x="346917" y="133688"/>
                </a:cubicBezTo>
                <a:cubicBezTo>
                  <a:pt x="349798" y="133688"/>
                  <a:pt x="352007" y="132531"/>
                  <a:pt x="353544" y="130216"/>
                </a:cubicBezTo>
                <a:cubicBezTo>
                  <a:pt x="355656" y="127064"/>
                  <a:pt x="356713" y="120891"/>
                  <a:pt x="356713" y="111695"/>
                </a:cubicBezTo>
                <a:cubicBezTo>
                  <a:pt x="356713" y="102499"/>
                  <a:pt x="355688" y="96325"/>
                  <a:pt x="353640" y="93174"/>
                </a:cubicBezTo>
                <a:cubicBezTo>
                  <a:pt x="352039" y="90859"/>
                  <a:pt x="349798" y="89702"/>
                  <a:pt x="346917" y="89702"/>
                </a:cubicBezTo>
                <a:cubicBezTo>
                  <a:pt x="344036" y="89702"/>
                  <a:pt x="341827" y="90859"/>
                  <a:pt x="340290" y="93174"/>
                </a:cubicBezTo>
                <a:cubicBezTo>
                  <a:pt x="338177" y="96325"/>
                  <a:pt x="337121" y="102499"/>
                  <a:pt x="337121" y="111695"/>
                </a:cubicBezTo>
                <a:close/>
                <a:moveTo>
                  <a:pt x="500967" y="184781"/>
                </a:moveTo>
                <a:lnTo>
                  <a:pt x="482431" y="184781"/>
                </a:lnTo>
                <a:cubicBezTo>
                  <a:pt x="472635" y="169975"/>
                  <a:pt x="465176" y="154593"/>
                  <a:pt x="460054" y="138634"/>
                </a:cubicBezTo>
                <a:cubicBezTo>
                  <a:pt x="454931" y="122675"/>
                  <a:pt x="452370" y="107229"/>
                  <a:pt x="452370" y="92295"/>
                </a:cubicBezTo>
                <a:cubicBezTo>
                  <a:pt x="452370" y="73771"/>
                  <a:pt x="455540" y="56242"/>
                  <a:pt x="461878" y="39707"/>
                </a:cubicBezTo>
                <a:cubicBezTo>
                  <a:pt x="467385" y="25349"/>
                  <a:pt x="474364" y="12113"/>
                  <a:pt x="482815" y="0"/>
                </a:cubicBezTo>
                <a:lnTo>
                  <a:pt x="501255" y="0"/>
                </a:lnTo>
                <a:cubicBezTo>
                  <a:pt x="492483" y="19420"/>
                  <a:pt x="486449" y="35940"/>
                  <a:pt x="483151" y="49560"/>
                </a:cubicBezTo>
                <a:cubicBezTo>
                  <a:pt x="479854" y="63179"/>
                  <a:pt x="478205" y="77617"/>
                  <a:pt x="478205" y="92871"/>
                </a:cubicBezTo>
                <a:cubicBezTo>
                  <a:pt x="478205" y="103383"/>
                  <a:pt x="479182" y="114152"/>
                  <a:pt x="481134" y="125176"/>
                </a:cubicBezTo>
                <a:cubicBezTo>
                  <a:pt x="483087" y="136199"/>
                  <a:pt x="485760" y="146677"/>
                  <a:pt x="489154" y="156612"/>
                </a:cubicBezTo>
                <a:cubicBezTo>
                  <a:pt x="491395" y="163150"/>
                  <a:pt x="495332" y="172540"/>
                  <a:pt x="500967" y="184781"/>
                </a:cubicBezTo>
                <a:close/>
                <a:moveTo>
                  <a:pt x="521998" y="143292"/>
                </a:moveTo>
                <a:lnTo>
                  <a:pt x="521998" y="2497"/>
                </a:lnTo>
                <a:lnTo>
                  <a:pt x="550426" y="2497"/>
                </a:lnTo>
                <a:lnTo>
                  <a:pt x="550426" y="57816"/>
                </a:lnTo>
                <a:lnTo>
                  <a:pt x="606129" y="57816"/>
                </a:lnTo>
                <a:lnTo>
                  <a:pt x="606129" y="2497"/>
                </a:lnTo>
                <a:lnTo>
                  <a:pt x="634557" y="2497"/>
                </a:lnTo>
                <a:lnTo>
                  <a:pt x="634557" y="143292"/>
                </a:lnTo>
                <a:lnTo>
                  <a:pt x="606129" y="143292"/>
                </a:lnTo>
                <a:lnTo>
                  <a:pt x="606129" y="81634"/>
                </a:lnTo>
                <a:lnTo>
                  <a:pt x="550426" y="81634"/>
                </a:lnTo>
                <a:lnTo>
                  <a:pt x="550426" y="143292"/>
                </a:lnTo>
                <a:lnTo>
                  <a:pt x="521998" y="143292"/>
                </a:lnTo>
                <a:close/>
                <a:moveTo>
                  <a:pt x="663760" y="27468"/>
                </a:moveTo>
                <a:lnTo>
                  <a:pt x="663760" y="2497"/>
                </a:lnTo>
                <a:lnTo>
                  <a:pt x="690747" y="2497"/>
                </a:lnTo>
                <a:lnTo>
                  <a:pt x="690747" y="27468"/>
                </a:lnTo>
                <a:lnTo>
                  <a:pt x="663760" y="27468"/>
                </a:lnTo>
                <a:moveTo>
                  <a:pt x="663760" y="143292"/>
                </a:moveTo>
                <a:lnTo>
                  <a:pt x="663760" y="41297"/>
                </a:lnTo>
                <a:lnTo>
                  <a:pt x="690747" y="41297"/>
                </a:lnTo>
                <a:lnTo>
                  <a:pt x="690747" y="143292"/>
                </a:lnTo>
                <a:lnTo>
                  <a:pt x="663760" y="143292"/>
                </a:lnTo>
                <a:close/>
                <a:moveTo>
                  <a:pt x="715903" y="149823"/>
                </a:moveTo>
                <a:lnTo>
                  <a:pt x="746732" y="153664"/>
                </a:lnTo>
                <a:cubicBezTo>
                  <a:pt x="747244" y="157284"/>
                  <a:pt x="748429" y="159772"/>
                  <a:pt x="750285" y="161129"/>
                </a:cubicBezTo>
                <a:cubicBezTo>
                  <a:pt x="752847" y="163067"/>
                  <a:pt x="756880" y="164037"/>
                  <a:pt x="762387" y="164037"/>
                </a:cubicBezTo>
                <a:cubicBezTo>
                  <a:pt x="769429" y="164037"/>
                  <a:pt x="774712" y="162972"/>
                  <a:pt x="778233" y="160843"/>
                </a:cubicBezTo>
                <a:cubicBezTo>
                  <a:pt x="780602" y="159425"/>
                  <a:pt x="782395" y="157136"/>
                  <a:pt x="783611" y="153977"/>
                </a:cubicBezTo>
                <a:cubicBezTo>
                  <a:pt x="784444" y="151720"/>
                  <a:pt x="784860" y="147561"/>
                  <a:pt x="784860" y="141500"/>
                </a:cubicBezTo>
                <a:lnTo>
                  <a:pt x="784860" y="126506"/>
                </a:lnTo>
                <a:cubicBezTo>
                  <a:pt x="776793" y="137697"/>
                  <a:pt x="766612" y="143292"/>
                  <a:pt x="754319" y="143292"/>
                </a:cubicBezTo>
                <a:cubicBezTo>
                  <a:pt x="740617" y="143292"/>
                  <a:pt x="729765" y="137498"/>
                  <a:pt x="721762" y="125909"/>
                </a:cubicBezTo>
                <a:cubicBezTo>
                  <a:pt x="715487" y="116753"/>
                  <a:pt x="712350" y="105356"/>
                  <a:pt x="712350" y="91718"/>
                </a:cubicBezTo>
                <a:cubicBezTo>
                  <a:pt x="712350" y="74623"/>
                  <a:pt x="716463" y="61562"/>
                  <a:pt x="724691" y="52534"/>
                </a:cubicBezTo>
                <a:cubicBezTo>
                  <a:pt x="732918" y="43506"/>
                  <a:pt x="743146" y="38992"/>
                  <a:pt x="755376" y="38992"/>
                </a:cubicBezTo>
                <a:cubicBezTo>
                  <a:pt x="767989" y="38992"/>
                  <a:pt x="778393" y="44557"/>
                  <a:pt x="786589" y="55685"/>
                </a:cubicBezTo>
                <a:lnTo>
                  <a:pt x="786589" y="41297"/>
                </a:lnTo>
                <a:lnTo>
                  <a:pt x="811847" y="41297"/>
                </a:lnTo>
                <a:lnTo>
                  <a:pt x="811847" y="132884"/>
                </a:lnTo>
                <a:cubicBezTo>
                  <a:pt x="811847" y="144929"/>
                  <a:pt x="810855" y="153930"/>
                  <a:pt x="808870" y="159889"/>
                </a:cubicBezTo>
                <a:cubicBezTo>
                  <a:pt x="806885" y="165847"/>
                  <a:pt x="804100" y="170524"/>
                  <a:pt x="800515" y="173920"/>
                </a:cubicBezTo>
                <a:cubicBezTo>
                  <a:pt x="796929" y="177317"/>
                  <a:pt x="792143" y="179976"/>
                  <a:pt x="786156" y="181897"/>
                </a:cubicBezTo>
                <a:cubicBezTo>
                  <a:pt x="780170" y="183820"/>
                  <a:pt x="772599" y="184781"/>
                  <a:pt x="763443" y="184781"/>
                </a:cubicBezTo>
                <a:cubicBezTo>
                  <a:pt x="746156" y="184781"/>
                  <a:pt x="733895" y="181795"/>
                  <a:pt x="726660" y="175823"/>
                </a:cubicBezTo>
                <a:cubicBezTo>
                  <a:pt x="719425" y="169852"/>
                  <a:pt x="715807" y="162283"/>
                  <a:pt x="715807" y="153115"/>
                </a:cubicBezTo>
                <a:cubicBezTo>
                  <a:pt x="715807" y="152211"/>
                  <a:pt x="715839" y="151113"/>
                  <a:pt x="715903" y="149823"/>
                </a:cubicBezTo>
                <a:moveTo>
                  <a:pt x="740009" y="90182"/>
                </a:moveTo>
                <a:cubicBezTo>
                  <a:pt x="740009" y="100970"/>
                  <a:pt x="742106" y="108870"/>
                  <a:pt x="746300" y="113880"/>
                </a:cubicBezTo>
                <a:cubicBezTo>
                  <a:pt x="750494" y="118890"/>
                  <a:pt x="755664" y="121395"/>
                  <a:pt x="761810" y="121395"/>
                </a:cubicBezTo>
                <a:cubicBezTo>
                  <a:pt x="768405" y="121395"/>
                  <a:pt x="773975" y="118826"/>
                  <a:pt x="778521" y="113688"/>
                </a:cubicBezTo>
                <a:cubicBezTo>
                  <a:pt x="783067" y="108549"/>
                  <a:pt x="785340" y="100938"/>
                  <a:pt x="785340" y="90854"/>
                </a:cubicBezTo>
                <a:cubicBezTo>
                  <a:pt x="785340" y="80322"/>
                  <a:pt x="783163" y="72502"/>
                  <a:pt x="778809" y="67396"/>
                </a:cubicBezTo>
                <a:cubicBezTo>
                  <a:pt x="774456" y="62290"/>
                  <a:pt x="768949" y="59737"/>
                  <a:pt x="762290" y="59737"/>
                </a:cubicBezTo>
                <a:cubicBezTo>
                  <a:pt x="755824" y="59737"/>
                  <a:pt x="750494" y="62242"/>
                  <a:pt x="746300" y="67252"/>
                </a:cubicBezTo>
                <a:cubicBezTo>
                  <a:pt x="742106" y="72262"/>
                  <a:pt x="740009" y="79905"/>
                  <a:pt x="740009" y="90182"/>
                </a:cubicBezTo>
                <a:close/>
                <a:moveTo>
                  <a:pt x="865430" y="2497"/>
                </a:moveTo>
                <a:lnTo>
                  <a:pt x="865430" y="54335"/>
                </a:lnTo>
                <a:cubicBezTo>
                  <a:pt x="874137" y="44106"/>
                  <a:pt x="884542" y="38992"/>
                  <a:pt x="896643" y="38992"/>
                </a:cubicBezTo>
                <a:cubicBezTo>
                  <a:pt x="902853" y="38992"/>
                  <a:pt x="908456" y="40145"/>
                  <a:pt x="913450" y="42450"/>
                </a:cubicBezTo>
                <a:cubicBezTo>
                  <a:pt x="918444" y="44755"/>
                  <a:pt x="922206" y="47700"/>
                  <a:pt x="924735" y="51285"/>
                </a:cubicBezTo>
                <a:cubicBezTo>
                  <a:pt x="927264" y="54871"/>
                  <a:pt x="928992" y="58841"/>
                  <a:pt x="929921" y="63194"/>
                </a:cubicBezTo>
                <a:cubicBezTo>
                  <a:pt x="930849" y="67548"/>
                  <a:pt x="931313" y="74303"/>
                  <a:pt x="931313" y="83459"/>
                </a:cubicBezTo>
                <a:lnTo>
                  <a:pt x="931313" y="143292"/>
                </a:lnTo>
                <a:lnTo>
                  <a:pt x="904326" y="143292"/>
                </a:lnTo>
                <a:lnTo>
                  <a:pt x="904326" y="89476"/>
                </a:lnTo>
                <a:cubicBezTo>
                  <a:pt x="904326" y="78796"/>
                  <a:pt x="903814" y="72017"/>
                  <a:pt x="902789" y="69140"/>
                </a:cubicBezTo>
                <a:cubicBezTo>
                  <a:pt x="901765" y="66261"/>
                  <a:pt x="899956" y="63974"/>
                  <a:pt x="897363" y="62279"/>
                </a:cubicBezTo>
                <a:cubicBezTo>
                  <a:pt x="894770" y="60584"/>
                  <a:pt x="891521" y="59737"/>
                  <a:pt x="887615" y="59737"/>
                </a:cubicBezTo>
                <a:cubicBezTo>
                  <a:pt x="883133" y="59737"/>
                  <a:pt x="879132" y="60824"/>
                  <a:pt x="875610" y="62999"/>
                </a:cubicBezTo>
                <a:cubicBezTo>
                  <a:pt x="872089" y="65174"/>
                  <a:pt x="869512" y="68452"/>
                  <a:pt x="867879" y="72832"/>
                </a:cubicBezTo>
                <a:cubicBezTo>
                  <a:pt x="866246" y="77211"/>
                  <a:pt x="865430" y="83687"/>
                  <a:pt x="865430" y="92259"/>
                </a:cubicBezTo>
                <a:lnTo>
                  <a:pt x="865430" y="143292"/>
                </a:lnTo>
                <a:lnTo>
                  <a:pt x="838443" y="143292"/>
                </a:lnTo>
                <a:lnTo>
                  <a:pt x="838443" y="2497"/>
                </a:lnTo>
                <a:lnTo>
                  <a:pt x="865430" y="2497"/>
                </a:lnTo>
                <a:close/>
                <a:moveTo>
                  <a:pt x="951186" y="184781"/>
                </a:moveTo>
                <a:cubicBezTo>
                  <a:pt x="956501" y="173373"/>
                  <a:pt x="960246" y="164624"/>
                  <a:pt x="962423" y="158535"/>
                </a:cubicBezTo>
                <a:cubicBezTo>
                  <a:pt x="964600" y="152447"/>
                  <a:pt x="966617" y="145429"/>
                  <a:pt x="968474" y="137482"/>
                </a:cubicBezTo>
                <a:cubicBezTo>
                  <a:pt x="970330" y="129532"/>
                  <a:pt x="971707" y="121985"/>
                  <a:pt x="972603" y="114840"/>
                </a:cubicBezTo>
                <a:cubicBezTo>
                  <a:pt x="973500" y="107693"/>
                  <a:pt x="973948" y="100370"/>
                  <a:pt x="973948" y="92871"/>
                </a:cubicBezTo>
                <a:cubicBezTo>
                  <a:pt x="973948" y="77617"/>
                  <a:pt x="972315" y="63179"/>
                  <a:pt x="969050" y="49560"/>
                </a:cubicBezTo>
                <a:cubicBezTo>
                  <a:pt x="965785" y="35940"/>
                  <a:pt x="959766" y="19420"/>
                  <a:pt x="950994" y="0"/>
                </a:cubicBezTo>
                <a:lnTo>
                  <a:pt x="969338" y="0"/>
                </a:lnTo>
                <a:cubicBezTo>
                  <a:pt x="979006" y="13780"/>
                  <a:pt x="986513" y="28393"/>
                  <a:pt x="991859" y="43839"/>
                </a:cubicBezTo>
                <a:cubicBezTo>
                  <a:pt x="997206" y="59286"/>
                  <a:pt x="999879" y="74956"/>
                  <a:pt x="999879" y="90851"/>
                </a:cubicBezTo>
                <a:cubicBezTo>
                  <a:pt x="999879" y="104247"/>
                  <a:pt x="997766" y="118604"/>
                  <a:pt x="993540" y="133922"/>
                </a:cubicBezTo>
                <a:cubicBezTo>
                  <a:pt x="988738" y="151099"/>
                  <a:pt x="980831" y="168052"/>
                  <a:pt x="969818" y="184781"/>
                </a:cubicBezTo>
                <a:lnTo>
                  <a:pt x="951186" y="1847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554463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2026-09-08T02:01:45.4990000Z</dcterms:created>
  <dcterms:modified xsi:type="dcterms:W3CDTF">2026-09-08T02:01:45.4990000Z</dcterms:modified>
</coreProperties>
</file>