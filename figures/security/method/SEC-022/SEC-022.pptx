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c198c69db4052" /><Relationship Type="http://schemas.openxmlformats.org/officeDocument/2006/relationships/extended-properties" Target="/docProps/app.xml" Id="R8687ec6038b64b88" /><Relationship Type="http://schemas.openxmlformats.org/officeDocument/2006/relationships/officeDocument" Target="/ppt/presentation.xml" Id="R6be69bce351c4b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cba0b540974f3b"/>
  </p:sldMasterIdLst>
  <p:notesMasterIdLst>
    <p:notesMasterId xmlns:r="http://schemas.openxmlformats.org/officeDocument/2006/relationships" r:id="R68d9f2fea9164378"/>
  </p:notesMasterIdLst>
  <p:sldIdLst>
    <p:sldId xmlns:r="http://schemas.openxmlformats.org/officeDocument/2006/relationships" id="256" r:id="Rf03a520e77d44217"/>
  </p:sldIdLst>
  <p:sldSz cx="10029825" cy="8601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12a8acebbe4252" /><Relationship Type="http://schemas.openxmlformats.org/officeDocument/2006/relationships/slideMaster" Target="/ppt/slideMasters/slideMaster1.xml" Id="R94cba0b540974f3b" /><Relationship Type="http://schemas.openxmlformats.org/officeDocument/2006/relationships/notesMaster" Target="/ppt/notesMasters/notesMaster1.xml" Id="R68d9f2fea9164378" /><Relationship Type="http://schemas.openxmlformats.org/officeDocument/2006/relationships/presProps" Target="/ppt/presProps.xml" Id="Re87b1ec516384cc5" /><Relationship Type="http://schemas.openxmlformats.org/officeDocument/2006/relationships/tableStyles" Target="/ppt/tableStyles.xml" Id="R5f5bf6d13611493b" /><Relationship Type="http://schemas.openxmlformats.org/officeDocument/2006/relationships/slide" Target="/ppt/slides/slide1.xml" Id="Rf03a520e77d442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8f12596a45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158ac593f64d8d" /><Relationship Type="http://schemas.openxmlformats.org/officeDocument/2006/relationships/notesMaster" Target="/ppt/notesMasters/notesMaster1.xml" Id="Rdfa7fee035fe4d7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素材ID：SEC-022</ns1:t>
            </ns1:r>
          </ns1:p>
          <ns1:p>
            <ns1:r>
              <ns1:t>论文：QueryCheetah: Fast Automated Discovery of Attribute Inference Attacks Against Query-Based Systems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4，PDF第9页</ns1:t>
            </ns1:r>
          </ns1:p>
          <ns1:p>
            <ns1:r>
              <ns1:t>类型：方法流程</ns1:t>
            </ns1:r>
          </ns1:p>
          <ns1:p>
            <ns1:r>
              <ns1:t>借鉴点：每一阶段用红绿矩阵表示启用维度，并用层次括号表达选择关系，适合搜索、约束扩展和组合方法。</ns1:t>
            </ns1:r>
          </ns1:p>
          <ns1:p>
            <ns1:r>
              <ns1:t>论文URL：https://arxiv.org/pdf/2409.01992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228508fdc4b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58caa4fee4e3f" /><Relationship Type="http://schemas.openxmlformats.org/officeDocument/2006/relationships/slideLayout" Target="/ppt/slideLayouts/slideLayout1.xml" Id="R0566421c63d84a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6421c63d84a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ccdff9e7c4e21" /><Relationship Type="http://schemas.openxmlformats.org/officeDocument/2006/relationships/notesSlide" Target="/ppt/notesSlides/notesSlide1.xml" Id="Rce34a17c418240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76BC6F-966C-4C58-8EF0-B2110E8B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727"/>
            <a:ext cx="9932361" cy="8503974"/>
          </a:xfrm>
          <a:custGeom xmlns:a="http://schemas.openxmlformats.org/drawingml/2006/main">
            <a:pathLst>
              <a:path w="9932361" h="8503974">
                <a:moveTo>
                  <a:pt x="9932361" y="0"/>
                </a:moveTo>
                <a:lnTo>
                  <a:pt x="9932361" y="8503974"/>
                </a:lnTo>
                <a:lnTo>
                  <a:pt x="0" y="8503974"/>
                </a:lnTo>
                <a:lnTo>
                  <a:pt x="0" y="0"/>
                </a:lnTo>
                <a:lnTo>
                  <a:pt x="993236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B6642-31E6-4AEF-8617-9E8BA699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727"/>
            <a:ext cx="5381011" cy="481490"/>
          </a:xfrm>
          <a:custGeom xmlns:a="http://schemas.openxmlformats.org/drawingml/2006/main">
            <a:pathLst>
              <a:path w="5381011" h="481490">
                <a:moveTo>
                  <a:pt x="5381011" y="481490"/>
                </a:moveTo>
                <a:lnTo>
                  <a:pt x="0" y="481490"/>
                </a:lnTo>
                <a:lnTo>
                  <a:pt x="0" y="0"/>
                </a:lnTo>
                <a:lnTo>
                  <a:pt x="5381011" y="0"/>
                </a:lnTo>
                <a:lnTo>
                  <a:pt x="5381011" y="4814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73A84-2C8D-4F81-B242-B0612C7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9" y="128104"/>
            <a:ext cx="869160" cy="326964"/>
          </a:xfrm>
          <a:custGeom xmlns:a="http://schemas.openxmlformats.org/drawingml/2006/main">
            <a:pathLst>
              <a:path w="869160" h="326964">
                <a:moveTo>
                  <a:pt x="0" y="0"/>
                </a:moveTo>
                <a:lnTo>
                  <a:pt x="869160" y="0"/>
                </a:lnTo>
                <a:lnTo>
                  <a:pt x="869160" y="326964"/>
                </a:lnTo>
                <a:lnTo>
                  <a:pt x="0" y="326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Stage1:Searchthelimitedsyntax">
            <a:extLst xmlns:a="http://schemas.openxmlformats.org/drawingml/2006/main">
              <a:ext uri="{FF2B5EF4-FFF2-40B4-BE49-F238E27FC236}">
                <a16:creationId xmlns:a16="http://schemas.microsoft.com/office/drawing/2014/main" id="{E2809A0B-E38E-43CF-B48A-72877AF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" y="191444"/>
            <a:ext cx="3790833" cy="242595"/>
          </a:xfrm>
          <a:custGeom xmlns:a="http://schemas.openxmlformats.org/drawingml/2006/main">
            <a:pathLst>
              <a:path w="3790833" h="242595">
                <a:moveTo>
                  <a:pt x="69928" y="0"/>
                </a:moveTo>
                <a:cubicBezTo>
                  <a:pt x="89775" y="0"/>
                  <a:pt x="106117" y="5131"/>
                  <a:pt x="118954" y="15392"/>
                </a:cubicBezTo>
                <a:cubicBezTo>
                  <a:pt x="131791" y="25653"/>
                  <a:pt x="138209" y="39736"/>
                  <a:pt x="138209" y="57640"/>
                </a:cubicBezTo>
                <a:lnTo>
                  <a:pt x="120727" y="57640"/>
                </a:lnTo>
                <a:cubicBezTo>
                  <a:pt x="119967" y="44127"/>
                  <a:pt x="114837" y="33655"/>
                  <a:pt x="105336" y="26223"/>
                </a:cubicBezTo>
                <a:cubicBezTo>
                  <a:pt x="95834" y="18791"/>
                  <a:pt x="84116" y="15075"/>
                  <a:pt x="70181" y="15075"/>
                </a:cubicBezTo>
                <a:cubicBezTo>
                  <a:pt x="55571" y="15075"/>
                  <a:pt x="44170" y="18221"/>
                  <a:pt x="35977" y="24513"/>
                </a:cubicBezTo>
                <a:cubicBezTo>
                  <a:pt x="27785" y="30805"/>
                  <a:pt x="23689" y="39905"/>
                  <a:pt x="23689" y="51813"/>
                </a:cubicBezTo>
                <a:cubicBezTo>
                  <a:pt x="23689" y="58822"/>
                  <a:pt x="25780" y="64671"/>
                  <a:pt x="29960" y="69358"/>
                </a:cubicBezTo>
                <a:cubicBezTo>
                  <a:pt x="34141" y="74045"/>
                  <a:pt x="41763" y="77740"/>
                  <a:pt x="52826" y="80443"/>
                </a:cubicBezTo>
                <a:lnTo>
                  <a:pt x="95011" y="90830"/>
                </a:lnTo>
                <a:cubicBezTo>
                  <a:pt x="112409" y="95138"/>
                  <a:pt x="125077" y="101261"/>
                  <a:pt x="133015" y="109199"/>
                </a:cubicBezTo>
                <a:cubicBezTo>
                  <a:pt x="140954" y="117138"/>
                  <a:pt x="144923" y="127399"/>
                  <a:pt x="144923" y="139983"/>
                </a:cubicBezTo>
                <a:cubicBezTo>
                  <a:pt x="144923" y="155522"/>
                  <a:pt x="138969" y="168254"/>
                  <a:pt x="127061" y="178177"/>
                </a:cubicBezTo>
                <a:cubicBezTo>
                  <a:pt x="115153" y="188101"/>
                  <a:pt x="97502" y="193062"/>
                  <a:pt x="74109" y="193062"/>
                </a:cubicBezTo>
                <a:cubicBezTo>
                  <a:pt x="51053" y="193062"/>
                  <a:pt x="32937" y="187868"/>
                  <a:pt x="19762" y="177481"/>
                </a:cubicBezTo>
                <a:cubicBezTo>
                  <a:pt x="6587" y="167093"/>
                  <a:pt x="0" y="152060"/>
                  <a:pt x="0" y="132382"/>
                </a:cubicBezTo>
                <a:lnTo>
                  <a:pt x="0" y="128201"/>
                </a:lnTo>
                <a:lnTo>
                  <a:pt x="17735" y="128201"/>
                </a:lnTo>
                <a:lnTo>
                  <a:pt x="17735" y="129468"/>
                </a:lnTo>
                <a:cubicBezTo>
                  <a:pt x="17735" y="145852"/>
                  <a:pt x="22866" y="158035"/>
                  <a:pt x="33127" y="166016"/>
                </a:cubicBezTo>
                <a:cubicBezTo>
                  <a:pt x="43388" y="173997"/>
                  <a:pt x="58316" y="177987"/>
                  <a:pt x="77909" y="177987"/>
                </a:cubicBezTo>
                <a:cubicBezTo>
                  <a:pt x="90662" y="177987"/>
                  <a:pt x="102063" y="174630"/>
                  <a:pt x="112113" y="167916"/>
                </a:cubicBezTo>
                <a:cubicBezTo>
                  <a:pt x="122163" y="161202"/>
                  <a:pt x="127188" y="152018"/>
                  <a:pt x="127188" y="140363"/>
                </a:cubicBezTo>
                <a:cubicBezTo>
                  <a:pt x="127188" y="124401"/>
                  <a:pt x="115153" y="113422"/>
                  <a:pt x="91084" y="107426"/>
                </a:cubicBezTo>
                <a:cubicBezTo>
                  <a:pt x="66930" y="101514"/>
                  <a:pt x="52531" y="97967"/>
                  <a:pt x="47886" y="96785"/>
                </a:cubicBezTo>
                <a:cubicBezTo>
                  <a:pt x="33106" y="93153"/>
                  <a:pt x="22444" y="87748"/>
                  <a:pt x="15899" y="80569"/>
                </a:cubicBezTo>
                <a:cubicBezTo>
                  <a:pt x="9353" y="73391"/>
                  <a:pt x="6081" y="63974"/>
                  <a:pt x="6081" y="52319"/>
                </a:cubicBezTo>
                <a:cubicBezTo>
                  <a:pt x="6081" y="37962"/>
                  <a:pt x="11549" y="25653"/>
                  <a:pt x="22486" y="15392"/>
                </a:cubicBezTo>
                <a:cubicBezTo>
                  <a:pt x="33423" y="5131"/>
                  <a:pt x="49237" y="0"/>
                  <a:pt x="69928" y="0"/>
                </a:cubicBezTo>
                <a:close/>
                <a:moveTo>
                  <a:pt x="194969" y="15075"/>
                </a:moveTo>
                <a:lnTo>
                  <a:pt x="194969" y="55233"/>
                </a:lnTo>
                <a:lnTo>
                  <a:pt x="222205" y="55233"/>
                </a:lnTo>
                <a:lnTo>
                  <a:pt x="222205" y="69041"/>
                </a:lnTo>
                <a:lnTo>
                  <a:pt x="194969" y="69041"/>
                </a:lnTo>
                <a:lnTo>
                  <a:pt x="194969" y="160379"/>
                </a:lnTo>
                <a:cubicBezTo>
                  <a:pt x="194969" y="167219"/>
                  <a:pt x="196257" y="171695"/>
                  <a:pt x="198832" y="173807"/>
                </a:cubicBezTo>
                <a:cubicBezTo>
                  <a:pt x="201408" y="175918"/>
                  <a:pt x="204723" y="176974"/>
                  <a:pt x="208777" y="176974"/>
                </a:cubicBezTo>
                <a:cubicBezTo>
                  <a:pt x="210466" y="176974"/>
                  <a:pt x="212472" y="176910"/>
                  <a:pt x="214794" y="176784"/>
                </a:cubicBezTo>
                <a:cubicBezTo>
                  <a:pt x="217117" y="176657"/>
                  <a:pt x="219587" y="176467"/>
                  <a:pt x="222205" y="176214"/>
                </a:cubicBezTo>
                <a:lnTo>
                  <a:pt x="222205" y="190149"/>
                </a:lnTo>
                <a:cubicBezTo>
                  <a:pt x="219840" y="190318"/>
                  <a:pt x="217455" y="190444"/>
                  <a:pt x="215048" y="190529"/>
                </a:cubicBezTo>
                <a:cubicBezTo>
                  <a:pt x="212641" y="190613"/>
                  <a:pt x="210213" y="190655"/>
                  <a:pt x="207763" y="190655"/>
                </a:cubicBezTo>
                <a:cubicBezTo>
                  <a:pt x="196869" y="190655"/>
                  <a:pt x="189289" y="188586"/>
                  <a:pt x="185024" y="184448"/>
                </a:cubicBezTo>
                <a:cubicBezTo>
                  <a:pt x="180759" y="180310"/>
                  <a:pt x="178627" y="172878"/>
                  <a:pt x="178627" y="162152"/>
                </a:cubicBezTo>
                <a:lnTo>
                  <a:pt x="178627" y="69041"/>
                </a:lnTo>
                <a:lnTo>
                  <a:pt x="155191" y="69041"/>
                </a:lnTo>
                <a:lnTo>
                  <a:pt x="155191" y="55233"/>
                </a:lnTo>
                <a:lnTo>
                  <a:pt x="178627" y="55233"/>
                </a:lnTo>
                <a:lnTo>
                  <a:pt x="178627" y="15075"/>
                </a:lnTo>
                <a:lnTo>
                  <a:pt x="194969" y="15075"/>
                </a:lnTo>
                <a:close/>
                <a:moveTo>
                  <a:pt x="298361" y="51433"/>
                </a:moveTo>
                <a:cubicBezTo>
                  <a:pt x="315252" y="51433"/>
                  <a:pt x="327666" y="55085"/>
                  <a:pt x="335605" y="62391"/>
                </a:cubicBezTo>
                <a:cubicBezTo>
                  <a:pt x="343544" y="69696"/>
                  <a:pt x="347513" y="80020"/>
                  <a:pt x="347513" y="93364"/>
                </a:cubicBezTo>
                <a:lnTo>
                  <a:pt x="347513" y="166079"/>
                </a:lnTo>
                <a:cubicBezTo>
                  <a:pt x="347513" y="168782"/>
                  <a:pt x="348273" y="170999"/>
                  <a:pt x="349793" y="172730"/>
                </a:cubicBezTo>
                <a:cubicBezTo>
                  <a:pt x="351314" y="174461"/>
                  <a:pt x="353763" y="175327"/>
                  <a:pt x="357141" y="175327"/>
                </a:cubicBezTo>
                <a:cubicBezTo>
                  <a:pt x="358070" y="175327"/>
                  <a:pt x="358957" y="175264"/>
                  <a:pt x="359801" y="175137"/>
                </a:cubicBezTo>
                <a:cubicBezTo>
                  <a:pt x="360646" y="175010"/>
                  <a:pt x="361448" y="174736"/>
                  <a:pt x="362208" y="174313"/>
                </a:cubicBezTo>
                <a:lnTo>
                  <a:pt x="362208" y="188122"/>
                </a:lnTo>
                <a:cubicBezTo>
                  <a:pt x="360181" y="188544"/>
                  <a:pt x="358387" y="188818"/>
                  <a:pt x="356824" y="188945"/>
                </a:cubicBezTo>
                <a:cubicBezTo>
                  <a:pt x="355262" y="189072"/>
                  <a:pt x="353594" y="189135"/>
                  <a:pt x="351820" y="189135"/>
                </a:cubicBezTo>
                <a:cubicBezTo>
                  <a:pt x="344726" y="189135"/>
                  <a:pt x="339722" y="187425"/>
                  <a:pt x="336809" y="184005"/>
                </a:cubicBezTo>
                <a:cubicBezTo>
                  <a:pt x="333895" y="180584"/>
                  <a:pt x="332438" y="174989"/>
                  <a:pt x="332438" y="167219"/>
                </a:cubicBezTo>
                <a:lnTo>
                  <a:pt x="332438" y="165826"/>
                </a:lnTo>
                <a:lnTo>
                  <a:pt x="331931" y="165826"/>
                </a:lnTo>
                <a:cubicBezTo>
                  <a:pt x="325259" y="175960"/>
                  <a:pt x="318271" y="183033"/>
                  <a:pt x="310966" y="187045"/>
                </a:cubicBezTo>
                <a:cubicBezTo>
                  <a:pt x="303660" y="191057"/>
                  <a:pt x="294434" y="193062"/>
                  <a:pt x="283286" y="193062"/>
                </a:cubicBezTo>
                <a:cubicBezTo>
                  <a:pt x="269689" y="193062"/>
                  <a:pt x="258794" y="189663"/>
                  <a:pt x="250602" y="182864"/>
                </a:cubicBezTo>
                <a:cubicBezTo>
                  <a:pt x="242410" y="176066"/>
                  <a:pt x="238314" y="166375"/>
                  <a:pt x="238314" y="153791"/>
                </a:cubicBezTo>
                <a:cubicBezTo>
                  <a:pt x="238314" y="140870"/>
                  <a:pt x="242811" y="131136"/>
                  <a:pt x="251805" y="124591"/>
                </a:cubicBezTo>
                <a:cubicBezTo>
                  <a:pt x="260800" y="118046"/>
                  <a:pt x="280879" y="113380"/>
                  <a:pt x="312042" y="110593"/>
                </a:cubicBezTo>
                <a:cubicBezTo>
                  <a:pt x="319137" y="110002"/>
                  <a:pt x="324098" y="108376"/>
                  <a:pt x="326927" y="105716"/>
                </a:cubicBezTo>
                <a:cubicBezTo>
                  <a:pt x="329757" y="103055"/>
                  <a:pt x="331171" y="98685"/>
                  <a:pt x="331171" y="92604"/>
                </a:cubicBezTo>
                <a:cubicBezTo>
                  <a:pt x="331171" y="83567"/>
                  <a:pt x="328427" y="76727"/>
                  <a:pt x="322937" y="72082"/>
                </a:cubicBezTo>
                <a:cubicBezTo>
                  <a:pt x="317447" y="67437"/>
                  <a:pt x="308538" y="65114"/>
                  <a:pt x="296207" y="65114"/>
                </a:cubicBezTo>
                <a:cubicBezTo>
                  <a:pt x="284975" y="65114"/>
                  <a:pt x="276276" y="67774"/>
                  <a:pt x="270111" y="73095"/>
                </a:cubicBezTo>
                <a:cubicBezTo>
                  <a:pt x="263946" y="78416"/>
                  <a:pt x="260694" y="86143"/>
                  <a:pt x="260356" y="96278"/>
                </a:cubicBezTo>
                <a:lnTo>
                  <a:pt x="244015" y="96278"/>
                </a:lnTo>
                <a:cubicBezTo>
                  <a:pt x="244775" y="81583"/>
                  <a:pt x="249821" y="70435"/>
                  <a:pt x="259153" y="62834"/>
                </a:cubicBezTo>
                <a:cubicBezTo>
                  <a:pt x="268485" y="55233"/>
                  <a:pt x="281554" y="51433"/>
                  <a:pt x="298361" y="51433"/>
                </a:cubicBezTo>
                <a:moveTo>
                  <a:pt x="330665" y="115913"/>
                </a:moveTo>
                <a:cubicBezTo>
                  <a:pt x="328975" y="118954"/>
                  <a:pt x="323782" y="121065"/>
                  <a:pt x="315083" y="122247"/>
                </a:cubicBezTo>
                <a:cubicBezTo>
                  <a:pt x="306468" y="123430"/>
                  <a:pt x="296925" y="124929"/>
                  <a:pt x="286453" y="126745"/>
                </a:cubicBezTo>
                <a:cubicBezTo>
                  <a:pt x="275980" y="128560"/>
                  <a:pt x="268063" y="131537"/>
                  <a:pt x="262700" y="135676"/>
                </a:cubicBezTo>
                <a:cubicBezTo>
                  <a:pt x="257337" y="139814"/>
                  <a:pt x="254656" y="145515"/>
                  <a:pt x="254656" y="152778"/>
                </a:cubicBezTo>
                <a:cubicBezTo>
                  <a:pt x="254656" y="160716"/>
                  <a:pt x="257612" y="167114"/>
                  <a:pt x="263523" y="171970"/>
                </a:cubicBezTo>
                <a:cubicBezTo>
                  <a:pt x="269435" y="176826"/>
                  <a:pt x="276445" y="179254"/>
                  <a:pt x="284553" y="179254"/>
                </a:cubicBezTo>
                <a:cubicBezTo>
                  <a:pt x="297896" y="179254"/>
                  <a:pt x="309002" y="175285"/>
                  <a:pt x="317870" y="167346"/>
                </a:cubicBezTo>
                <a:cubicBezTo>
                  <a:pt x="326737" y="159407"/>
                  <a:pt x="331171" y="149611"/>
                  <a:pt x="331171" y="137956"/>
                </a:cubicBezTo>
                <a:lnTo>
                  <a:pt x="331171" y="115913"/>
                </a:lnTo>
                <a:lnTo>
                  <a:pt x="330665" y="115913"/>
                </a:lnTo>
                <a:close/>
                <a:moveTo>
                  <a:pt x="433772" y="51433"/>
                </a:moveTo>
                <a:cubicBezTo>
                  <a:pt x="443231" y="51433"/>
                  <a:pt x="451845" y="53966"/>
                  <a:pt x="459615" y="59033"/>
                </a:cubicBezTo>
                <a:cubicBezTo>
                  <a:pt x="467385" y="64101"/>
                  <a:pt x="473001" y="70561"/>
                  <a:pt x="476464" y="78416"/>
                </a:cubicBezTo>
                <a:lnTo>
                  <a:pt x="476970" y="78416"/>
                </a:lnTo>
                <a:lnTo>
                  <a:pt x="476970" y="55233"/>
                </a:lnTo>
                <a:lnTo>
                  <a:pt x="493312" y="55233"/>
                </a:lnTo>
                <a:lnTo>
                  <a:pt x="493312" y="179634"/>
                </a:lnTo>
                <a:cubicBezTo>
                  <a:pt x="493312" y="200241"/>
                  <a:pt x="488498" y="215886"/>
                  <a:pt x="478871" y="226570"/>
                </a:cubicBezTo>
                <a:cubicBezTo>
                  <a:pt x="469243" y="237253"/>
                  <a:pt x="454294" y="242595"/>
                  <a:pt x="434025" y="242595"/>
                </a:cubicBezTo>
                <a:cubicBezTo>
                  <a:pt x="418824" y="242595"/>
                  <a:pt x="406008" y="239069"/>
                  <a:pt x="395578" y="232017"/>
                </a:cubicBezTo>
                <a:cubicBezTo>
                  <a:pt x="385148" y="224965"/>
                  <a:pt x="379426" y="214978"/>
                  <a:pt x="378412" y="202057"/>
                </a:cubicBezTo>
                <a:lnTo>
                  <a:pt x="394754" y="202057"/>
                </a:lnTo>
                <a:cubicBezTo>
                  <a:pt x="396105" y="210502"/>
                  <a:pt x="400223" y="217068"/>
                  <a:pt x="407106" y="221756"/>
                </a:cubicBezTo>
                <a:cubicBezTo>
                  <a:pt x="413989" y="226443"/>
                  <a:pt x="422920" y="228786"/>
                  <a:pt x="433899" y="228786"/>
                </a:cubicBezTo>
                <a:cubicBezTo>
                  <a:pt x="448425" y="228786"/>
                  <a:pt x="459235" y="224648"/>
                  <a:pt x="466329" y="216372"/>
                </a:cubicBezTo>
                <a:cubicBezTo>
                  <a:pt x="473423" y="208095"/>
                  <a:pt x="476970" y="195807"/>
                  <a:pt x="476970" y="179507"/>
                </a:cubicBezTo>
                <a:lnTo>
                  <a:pt x="476970" y="160125"/>
                </a:lnTo>
                <a:lnTo>
                  <a:pt x="476464" y="160125"/>
                </a:lnTo>
                <a:cubicBezTo>
                  <a:pt x="472410" y="168824"/>
                  <a:pt x="466604" y="175580"/>
                  <a:pt x="459045" y="180394"/>
                </a:cubicBezTo>
                <a:cubicBezTo>
                  <a:pt x="451486" y="185208"/>
                  <a:pt x="443062" y="187615"/>
                  <a:pt x="433772" y="187615"/>
                </a:cubicBezTo>
                <a:cubicBezTo>
                  <a:pt x="414685" y="187615"/>
                  <a:pt x="399864" y="181598"/>
                  <a:pt x="389307" y="169563"/>
                </a:cubicBezTo>
                <a:cubicBezTo>
                  <a:pt x="378750" y="157528"/>
                  <a:pt x="373472" y="140658"/>
                  <a:pt x="373472" y="118954"/>
                </a:cubicBezTo>
                <a:cubicBezTo>
                  <a:pt x="373472" y="99360"/>
                  <a:pt x="378940" y="83208"/>
                  <a:pt x="389877" y="70498"/>
                </a:cubicBezTo>
                <a:cubicBezTo>
                  <a:pt x="400814" y="57788"/>
                  <a:pt x="415445" y="51433"/>
                  <a:pt x="433772" y="51433"/>
                </a:cubicBezTo>
                <a:moveTo>
                  <a:pt x="389814" y="120601"/>
                </a:moveTo>
                <a:cubicBezTo>
                  <a:pt x="389814" y="136394"/>
                  <a:pt x="393804" y="149209"/>
                  <a:pt x="401785" y="159048"/>
                </a:cubicBezTo>
                <a:cubicBezTo>
                  <a:pt x="409766" y="168887"/>
                  <a:pt x="420470" y="173807"/>
                  <a:pt x="433899" y="173807"/>
                </a:cubicBezTo>
                <a:cubicBezTo>
                  <a:pt x="446820" y="173807"/>
                  <a:pt x="457229" y="168697"/>
                  <a:pt x="465126" y="158478"/>
                </a:cubicBezTo>
                <a:cubicBezTo>
                  <a:pt x="473022" y="148259"/>
                  <a:pt x="476970" y="135633"/>
                  <a:pt x="476970" y="120601"/>
                </a:cubicBezTo>
                <a:cubicBezTo>
                  <a:pt x="476970" y="104723"/>
                  <a:pt x="473170" y="91506"/>
                  <a:pt x="465569" y="80949"/>
                </a:cubicBezTo>
                <a:cubicBezTo>
                  <a:pt x="457968" y="70393"/>
                  <a:pt x="447327" y="65114"/>
                  <a:pt x="433645" y="65114"/>
                </a:cubicBezTo>
                <a:cubicBezTo>
                  <a:pt x="420217" y="65114"/>
                  <a:pt x="409555" y="70245"/>
                  <a:pt x="401658" y="80506"/>
                </a:cubicBezTo>
                <a:cubicBezTo>
                  <a:pt x="393762" y="90767"/>
                  <a:pt x="389814" y="104132"/>
                  <a:pt x="389814" y="120601"/>
                </a:cubicBezTo>
                <a:close/>
                <a:moveTo>
                  <a:pt x="578149" y="51433"/>
                </a:moveTo>
                <a:cubicBezTo>
                  <a:pt x="596307" y="51433"/>
                  <a:pt x="610664" y="58020"/>
                  <a:pt x="621221" y="71195"/>
                </a:cubicBezTo>
                <a:cubicBezTo>
                  <a:pt x="631778" y="84370"/>
                  <a:pt x="637056" y="101936"/>
                  <a:pt x="637056" y="123894"/>
                </a:cubicBezTo>
                <a:lnTo>
                  <a:pt x="637056" y="126555"/>
                </a:lnTo>
                <a:lnTo>
                  <a:pt x="534064" y="126555"/>
                </a:lnTo>
                <a:cubicBezTo>
                  <a:pt x="534317" y="142094"/>
                  <a:pt x="538477" y="154762"/>
                  <a:pt x="546542" y="164559"/>
                </a:cubicBezTo>
                <a:cubicBezTo>
                  <a:pt x="554608" y="174356"/>
                  <a:pt x="565143" y="179254"/>
                  <a:pt x="578149" y="179254"/>
                </a:cubicBezTo>
                <a:cubicBezTo>
                  <a:pt x="589044" y="179254"/>
                  <a:pt x="597996" y="176446"/>
                  <a:pt x="605006" y="170830"/>
                </a:cubicBezTo>
                <a:cubicBezTo>
                  <a:pt x="612015" y="165214"/>
                  <a:pt x="617083" y="156620"/>
                  <a:pt x="620207" y="145050"/>
                </a:cubicBezTo>
                <a:lnTo>
                  <a:pt x="636549" y="145050"/>
                </a:lnTo>
                <a:cubicBezTo>
                  <a:pt x="632749" y="161181"/>
                  <a:pt x="626077" y="173216"/>
                  <a:pt x="616534" y="181154"/>
                </a:cubicBezTo>
                <a:cubicBezTo>
                  <a:pt x="606990" y="189093"/>
                  <a:pt x="594196" y="193062"/>
                  <a:pt x="578149" y="193062"/>
                </a:cubicBezTo>
                <a:cubicBezTo>
                  <a:pt x="559231" y="193062"/>
                  <a:pt x="544431" y="186728"/>
                  <a:pt x="533747" y="174060"/>
                </a:cubicBezTo>
                <a:cubicBezTo>
                  <a:pt x="523064" y="161392"/>
                  <a:pt x="517722" y="144121"/>
                  <a:pt x="517722" y="122247"/>
                </a:cubicBezTo>
                <a:cubicBezTo>
                  <a:pt x="517722" y="101472"/>
                  <a:pt x="523085" y="84475"/>
                  <a:pt x="533811" y="71258"/>
                </a:cubicBezTo>
                <a:cubicBezTo>
                  <a:pt x="544536" y="58041"/>
                  <a:pt x="559316" y="51433"/>
                  <a:pt x="578149" y="51433"/>
                </a:cubicBezTo>
                <a:moveTo>
                  <a:pt x="620714" y="112873"/>
                </a:moveTo>
                <a:cubicBezTo>
                  <a:pt x="620292" y="99614"/>
                  <a:pt x="616132" y="88339"/>
                  <a:pt x="608236" y="79049"/>
                </a:cubicBezTo>
                <a:cubicBezTo>
                  <a:pt x="600340" y="69759"/>
                  <a:pt x="590226" y="65114"/>
                  <a:pt x="577896" y="65114"/>
                </a:cubicBezTo>
                <a:cubicBezTo>
                  <a:pt x="566326" y="65114"/>
                  <a:pt x="556592" y="69421"/>
                  <a:pt x="548696" y="78036"/>
                </a:cubicBezTo>
                <a:cubicBezTo>
                  <a:pt x="540799" y="86650"/>
                  <a:pt x="535922" y="98262"/>
                  <a:pt x="534064" y="112873"/>
                </a:cubicBezTo>
                <a:lnTo>
                  <a:pt x="620714" y="112873"/>
                </a:lnTo>
                <a:close/>
                <a:moveTo>
                  <a:pt x="791634" y="7474"/>
                </a:moveTo>
                <a:lnTo>
                  <a:pt x="804935" y="7474"/>
                </a:lnTo>
                <a:lnTo>
                  <a:pt x="804935" y="189135"/>
                </a:lnTo>
                <a:lnTo>
                  <a:pt x="788593" y="189135"/>
                </a:lnTo>
                <a:lnTo>
                  <a:pt x="788593" y="54220"/>
                </a:lnTo>
                <a:lnTo>
                  <a:pt x="740581" y="54220"/>
                </a:lnTo>
                <a:lnTo>
                  <a:pt x="740581" y="42565"/>
                </a:lnTo>
                <a:cubicBezTo>
                  <a:pt x="755445" y="42312"/>
                  <a:pt x="765791" y="41024"/>
                  <a:pt x="771618" y="38701"/>
                </a:cubicBezTo>
                <a:cubicBezTo>
                  <a:pt x="777445" y="36379"/>
                  <a:pt x="781942" y="32747"/>
                  <a:pt x="785110" y="27807"/>
                </a:cubicBezTo>
                <a:cubicBezTo>
                  <a:pt x="788277" y="22866"/>
                  <a:pt x="790451" y="16089"/>
                  <a:pt x="791634" y="7474"/>
                </a:cubicBezTo>
                <a:close/>
                <a:moveTo>
                  <a:pt x="907165" y="59414"/>
                </a:moveTo>
                <a:lnTo>
                  <a:pt x="907165" y="86903"/>
                </a:lnTo>
                <a:lnTo>
                  <a:pt x="885376" y="86903"/>
                </a:lnTo>
                <a:lnTo>
                  <a:pt x="885376" y="59414"/>
                </a:lnTo>
                <a:lnTo>
                  <a:pt x="907165" y="59414"/>
                </a:lnTo>
                <a:moveTo>
                  <a:pt x="907165" y="161645"/>
                </a:moveTo>
                <a:lnTo>
                  <a:pt x="907165" y="189135"/>
                </a:lnTo>
                <a:lnTo>
                  <a:pt x="885376" y="189135"/>
                </a:lnTo>
                <a:lnTo>
                  <a:pt x="885376" y="161645"/>
                </a:lnTo>
                <a:lnTo>
                  <a:pt x="907165" y="161645"/>
                </a:lnTo>
                <a:close/>
                <a:moveTo>
                  <a:pt x="1082820" y="0"/>
                </a:moveTo>
                <a:cubicBezTo>
                  <a:pt x="1102667" y="0"/>
                  <a:pt x="1119009" y="5131"/>
                  <a:pt x="1131846" y="15392"/>
                </a:cubicBezTo>
                <a:cubicBezTo>
                  <a:pt x="1144683" y="25653"/>
                  <a:pt x="1151101" y="39736"/>
                  <a:pt x="1151101" y="57640"/>
                </a:cubicBezTo>
                <a:lnTo>
                  <a:pt x="1133619" y="57640"/>
                </a:lnTo>
                <a:cubicBezTo>
                  <a:pt x="1132859" y="44127"/>
                  <a:pt x="1127729" y="33655"/>
                  <a:pt x="1118228" y="26223"/>
                </a:cubicBezTo>
                <a:cubicBezTo>
                  <a:pt x="1108727" y="18791"/>
                  <a:pt x="1097009" y="15075"/>
                  <a:pt x="1083074" y="15075"/>
                </a:cubicBezTo>
                <a:cubicBezTo>
                  <a:pt x="1068463" y="15075"/>
                  <a:pt x="1057062" y="18221"/>
                  <a:pt x="1048870" y="24513"/>
                </a:cubicBezTo>
                <a:cubicBezTo>
                  <a:pt x="1040678" y="30805"/>
                  <a:pt x="1036582" y="39905"/>
                  <a:pt x="1036582" y="51813"/>
                </a:cubicBezTo>
                <a:cubicBezTo>
                  <a:pt x="1036582" y="58822"/>
                  <a:pt x="1038672" y="64671"/>
                  <a:pt x="1042852" y="69358"/>
                </a:cubicBezTo>
                <a:cubicBezTo>
                  <a:pt x="1047033" y="74045"/>
                  <a:pt x="1054655" y="77740"/>
                  <a:pt x="1065718" y="80443"/>
                </a:cubicBezTo>
                <a:lnTo>
                  <a:pt x="1107903" y="90830"/>
                </a:lnTo>
                <a:cubicBezTo>
                  <a:pt x="1125301" y="95138"/>
                  <a:pt x="1137969" y="101261"/>
                  <a:pt x="1145908" y="109199"/>
                </a:cubicBezTo>
                <a:cubicBezTo>
                  <a:pt x="1153846" y="117138"/>
                  <a:pt x="1157816" y="127399"/>
                  <a:pt x="1157816" y="139983"/>
                </a:cubicBezTo>
                <a:cubicBezTo>
                  <a:pt x="1157816" y="155522"/>
                  <a:pt x="1151862" y="168254"/>
                  <a:pt x="1139953" y="178177"/>
                </a:cubicBezTo>
                <a:cubicBezTo>
                  <a:pt x="1128045" y="188101"/>
                  <a:pt x="1110395" y="193062"/>
                  <a:pt x="1087001" y="193062"/>
                </a:cubicBezTo>
                <a:cubicBezTo>
                  <a:pt x="1063945" y="193062"/>
                  <a:pt x="1045829" y="187868"/>
                  <a:pt x="1032654" y="177481"/>
                </a:cubicBezTo>
                <a:cubicBezTo>
                  <a:pt x="1019480" y="167093"/>
                  <a:pt x="1012892" y="152060"/>
                  <a:pt x="1012892" y="132382"/>
                </a:cubicBezTo>
                <a:lnTo>
                  <a:pt x="1012892" y="128201"/>
                </a:lnTo>
                <a:lnTo>
                  <a:pt x="1030628" y="128201"/>
                </a:lnTo>
                <a:lnTo>
                  <a:pt x="1030628" y="129468"/>
                </a:lnTo>
                <a:cubicBezTo>
                  <a:pt x="1030628" y="145852"/>
                  <a:pt x="1035758" y="158035"/>
                  <a:pt x="1046019" y="166016"/>
                </a:cubicBezTo>
                <a:cubicBezTo>
                  <a:pt x="1056280" y="173997"/>
                  <a:pt x="1071208" y="177987"/>
                  <a:pt x="1090801" y="177987"/>
                </a:cubicBezTo>
                <a:cubicBezTo>
                  <a:pt x="1103554" y="177987"/>
                  <a:pt x="1114955" y="174630"/>
                  <a:pt x="1125005" y="167916"/>
                </a:cubicBezTo>
                <a:cubicBezTo>
                  <a:pt x="1135055" y="161202"/>
                  <a:pt x="1140080" y="152018"/>
                  <a:pt x="1140080" y="140363"/>
                </a:cubicBezTo>
                <a:cubicBezTo>
                  <a:pt x="1140080" y="124401"/>
                  <a:pt x="1128045" y="113422"/>
                  <a:pt x="1103976" y="107426"/>
                </a:cubicBezTo>
                <a:cubicBezTo>
                  <a:pt x="1079822" y="101514"/>
                  <a:pt x="1065423" y="97967"/>
                  <a:pt x="1060778" y="96785"/>
                </a:cubicBezTo>
                <a:cubicBezTo>
                  <a:pt x="1045998" y="93153"/>
                  <a:pt x="1035336" y="87748"/>
                  <a:pt x="1028791" y="80569"/>
                </a:cubicBezTo>
                <a:cubicBezTo>
                  <a:pt x="1022245" y="73391"/>
                  <a:pt x="1018973" y="63974"/>
                  <a:pt x="1018973" y="52319"/>
                </a:cubicBezTo>
                <a:cubicBezTo>
                  <a:pt x="1018973" y="37962"/>
                  <a:pt x="1024441" y="25653"/>
                  <a:pt x="1035378" y="15392"/>
                </a:cubicBezTo>
                <a:cubicBezTo>
                  <a:pt x="1046315" y="5131"/>
                  <a:pt x="1062129" y="0"/>
                  <a:pt x="1082820" y="0"/>
                </a:cubicBezTo>
                <a:close/>
                <a:moveTo>
                  <a:pt x="1236382" y="51433"/>
                </a:moveTo>
                <a:cubicBezTo>
                  <a:pt x="1254540" y="51433"/>
                  <a:pt x="1268897" y="58020"/>
                  <a:pt x="1279454" y="71195"/>
                </a:cubicBezTo>
                <a:cubicBezTo>
                  <a:pt x="1290011" y="84370"/>
                  <a:pt x="1295289" y="101936"/>
                  <a:pt x="1295289" y="123894"/>
                </a:cubicBezTo>
                <a:lnTo>
                  <a:pt x="1295289" y="126555"/>
                </a:lnTo>
                <a:lnTo>
                  <a:pt x="1192297" y="126555"/>
                </a:lnTo>
                <a:cubicBezTo>
                  <a:pt x="1192551" y="142094"/>
                  <a:pt x="1196710" y="154762"/>
                  <a:pt x="1204775" y="164559"/>
                </a:cubicBezTo>
                <a:cubicBezTo>
                  <a:pt x="1212841" y="174356"/>
                  <a:pt x="1223376" y="179254"/>
                  <a:pt x="1236382" y="179254"/>
                </a:cubicBezTo>
                <a:cubicBezTo>
                  <a:pt x="1247277" y="179254"/>
                  <a:pt x="1256229" y="176446"/>
                  <a:pt x="1263239" y="170830"/>
                </a:cubicBezTo>
                <a:cubicBezTo>
                  <a:pt x="1270248" y="165214"/>
                  <a:pt x="1275316" y="156620"/>
                  <a:pt x="1278440" y="145050"/>
                </a:cubicBezTo>
                <a:lnTo>
                  <a:pt x="1294782" y="145050"/>
                </a:lnTo>
                <a:cubicBezTo>
                  <a:pt x="1290982" y="161181"/>
                  <a:pt x="1284310" y="173216"/>
                  <a:pt x="1274767" y="181154"/>
                </a:cubicBezTo>
                <a:cubicBezTo>
                  <a:pt x="1265223" y="189093"/>
                  <a:pt x="1252429" y="193062"/>
                  <a:pt x="1236382" y="193062"/>
                </a:cubicBezTo>
                <a:cubicBezTo>
                  <a:pt x="1217465" y="193062"/>
                  <a:pt x="1202664" y="186728"/>
                  <a:pt x="1191980" y="174060"/>
                </a:cubicBezTo>
                <a:cubicBezTo>
                  <a:pt x="1181297" y="161392"/>
                  <a:pt x="1175955" y="144121"/>
                  <a:pt x="1175955" y="122247"/>
                </a:cubicBezTo>
                <a:cubicBezTo>
                  <a:pt x="1175955" y="101472"/>
                  <a:pt x="1181318" y="84475"/>
                  <a:pt x="1192044" y="71258"/>
                </a:cubicBezTo>
                <a:cubicBezTo>
                  <a:pt x="1202769" y="58041"/>
                  <a:pt x="1217549" y="51433"/>
                  <a:pt x="1236382" y="51433"/>
                </a:cubicBezTo>
                <a:moveTo>
                  <a:pt x="1278947" y="112873"/>
                </a:moveTo>
                <a:cubicBezTo>
                  <a:pt x="1278525" y="99614"/>
                  <a:pt x="1274366" y="88339"/>
                  <a:pt x="1266469" y="79049"/>
                </a:cubicBezTo>
                <a:cubicBezTo>
                  <a:pt x="1258573" y="69759"/>
                  <a:pt x="1248459" y="65114"/>
                  <a:pt x="1236129" y="65114"/>
                </a:cubicBezTo>
                <a:cubicBezTo>
                  <a:pt x="1224559" y="65114"/>
                  <a:pt x="1214825" y="69421"/>
                  <a:pt x="1206929" y="78036"/>
                </a:cubicBezTo>
                <a:cubicBezTo>
                  <a:pt x="1199032" y="86650"/>
                  <a:pt x="1194155" y="98262"/>
                  <a:pt x="1192297" y="112873"/>
                </a:cubicBezTo>
                <a:lnTo>
                  <a:pt x="1278947" y="112873"/>
                </a:lnTo>
                <a:close/>
                <a:moveTo>
                  <a:pt x="1370147" y="51433"/>
                </a:moveTo>
                <a:cubicBezTo>
                  <a:pt x="1387038" y="51433"/>
                  <a:pt x="1399452" y="55085"/>
                  <a:pt x="1407391" y="62391"/>
                </a:cubicBezTo>
                <a:cubicBezTo>
                  <a:pt x="1415330" y="69696"/>
                  <a:pt x="1419299" y="80020"/>
                  <a:pt x="1419299" y="93364"/>
                </a:cubicBezTo>
                <a:lnTo>
                  <a:pt x="1419299" y="166079"/>
                </a:lnTo>
                <a:cubicBezTo>
                  <a:pt x="1419299" y="168782"/>
                  <a:pt x="1420059" y="170999"/>
                  <a:pt x="1421579" y="172730"/>
                </a:cubicBezTo>
                <a:cubicBezTo>
                  <a:pt x="1423100" y="174461"/>
                  <a:pt x="1425549" y="175327"/>
                  <a:pt x="1428927" y="175327"/>
                </a:cubicBezTo>
                <a:cubicBezTo>
                  <a:pt x="1429856" y="175327"/>
                  <a:pt x="1430743" y="175264"/>
                  <a:pt x="1431587" y="175137"/>
                </a:cubicBezTo>
                <a:cubicBezTo>
                  <a:pt x="1432432" y="175010"/>
                  <a:pt x="1433234" y="174736"/>
                  <a:pt x="1433994" y="174313"/>
                </a:cubicBezTo>
                <a:lnTo>
                  <a:pt x="1433994" y="188122"/>
                </a:lnTo>
                <a:cubicBezTo>
                  <a:pt x="1431967" y="188544"/>
                  <a:pt x="1430173" y="188818"/>
                  <a:pt x="1428610" y="188945"/>
                </a:cubicBezTo>
                <a:cubicBezTo>
                  <a:pt x="1427048" y="189072"/>
                  <a:pt x="1425380" y="189135"/>
                  <a:pt x="1423606" y="189135"/>
                </a:cubicBezTo>
                <a:cubicBezTo>
                  <a:pt x="1416512" y="189135"/>
                  <a:pt x="1411508" y="187425"/>
                  <a:pt x="1408594" y="184005"/>
                </a:cubicBezTo>
                <a:cubicBezTo>
                  <a:pt x="1405681" y="180584"/>
                  <a:pt x="1404224" y="174989"/>
                  <a:pt x="1404224" y="167219"/>
                </a:cubicBezTo>
                <a:lnTo>
                  <a:pt x="1404224" y="165826"/>
                </a:lnTo>
                <a:lnTo>
                  <a:pt x="1403717" y="165826"/>
                </a:lnTo>
                <a:cubicBezTo>
                  <a:pt x="1397045" y="175960"/>
                  <a:pt x="1390057" y="183033"/>
                  <a:pt x="1382752" y="187045"/>
                </a:cubicBezTo>
                <a:cubicBezTo>
                  <a:pt x="1375446" y="191057"/>
                  <a:pt x="1366220" y="193062"/>
                  <a:pt x="1355072" y="193062"/>
                </a:cubicBezTo>
                <a:cubicBezTo>
                  <a:pt x="1341475" y="193062"/>
                  <a:pt x="1330580" y="189663"/>
                  <a:pt x="1322388" y="182864"/>
                </a:cubicBezTo>
                <a:cubicBezTo>
                  <a:pt x="1314196" y="176066"/>
                  <a:pt x="1310100" y="166375"/>
                  <a:pt x="1310100" y="153791"/>
                </a:cubicBezTo>
                <a:cubicBezTo>
                  <a:pt x="1310100" y="140870"/>
                  <a:pt x="1314597" y="131136"/>
                  <a:pt x="1323591" y="124591"/>
                </a:cubicBezTo>
                <a:cubicBezTo>
                  <a:pt x="1332586" y="118046"/>
                  <a:pt x="1352665" y="113380"/>
                  <a:pt x="1383828" y="110593"/>
                </a:cubicBezTo>
                <a:cubicBezTo>
                  <a:pt x="1390922" y="110002"/>
                  <a:pt x="1395884" y="108376"/>
                  <a:pt x="1398713" y="105716"/>
                </a:cubicBezTo>
                <a:cubicBezTo>
                  <a:pt x="1401543" y="103055"/>
                  <a:pt x="1402957" y="98685"/>
                  <a:pt x="1402957" y="92604"/>
                </a:cubicBezTo>
                <a:cubicBezTo>
                  <a:pt x="1402957" y="83567"/>
                  <a:pt x="1400212" y="76727"/>
                  <a:pt x="1394723" y="72082"/>
                </a:cubicBezTo>
                <a:cubicBezTo>
                  <a:pt x="1389233" y="67437"/>
                  <a:pt x="1380323" y="65114"/>
                  <a:pt x="1367993" y="65114"/>
                </a:cubicBezTo>
                <a:cubicBezTo>
                  <a:pt x="1356761" y="65114"/>
                  <a:pt x="1348062" y="67774"/>
                  <a:pt x="1341897" y="73095"/>
                </a:cubicBezTo>
                <a:cubicBezTo>
                  <a:pt x="1335732" y="78416"/>
                  <a:pt x="1332480" y="86143"/>
                  <a:pt x="1332142" y="96278"/>
                </a:cubicBezTo>
                <a:lnTo>
                  <a:pt x="1315800" y="96278"/>
                </a:lnTo>
                <a:cubicBezTo>
                  <a:pt x="1316561" y="81583"/>
                  <a:pt x="1321607" y="70435"/>
                  <a:pt x="1330939" y="62834"/>
                </a:cubicBezTo>
                <a:cubicBezTo>
                  <a:pt x="1340271" y="55233"/>
                  <a:pt x="1353340" y="51433"/>
                  <a:pt x="1370147" y="51433"/>
                </a:cubicBezTo>
                <a:moveTo>
                  <a:pt x="1402450" y="115913"/>
                </a:moveTo>
                <a:cubicBezTo>
                  <a:pt x="1400761" y="118954"/>
                  <a:pt x="1395567" y="121065"/>
                  <a:pt x="1386869" y="122247"/>
                </a:cubicBezTo>
                <a:cubicBezTo>
                  <a:pt x="1378254" y="123430"/>
                  <a:pt x="1368711" y="124929"/>
                  <a:pt x="1358239" y="126745"/>
                </a:cubicBezTo>
                <a:cubicBezTo>
                  <a:pt x="1347766" y="128560"/>
                  <a:pt x="1339849" y="131537"/>
                  <a:pt x="1334486" y="135676"/>
                </a:cubicBezTo>
                <a:cubicBezTo>
                  <a:pt x="1329123" y="139814"/>
                  <a:pt x="1326442" y="145515"/>
                  <a:pt x="1326442" y="152778"/>
                </a:cubicBezTo>
                <a:cubicBezTo>
                  <a:pt x="1326442" y="160716"/>
                  <a:pt x="1329398" y="167114"/>
                  <a:pt x="1335309" y="171970"/>
                </a:cubicBezTo>
                <a:cubicBezTo>
                  <a:pt x="1341221" y="176826"/>
                  <a:pt x="1348231" y="179254"/>
                  <a:pt x="1356338" y="179254"/>
                </a:cubicBezTo>
                <a:cubicBezTo>
                  <a:pt x="1369682" y="179254"/>
                  <a:pt x="1380788" y="175285"/>
                  <a:pt x="1389656" y="167346"/>
                </a:cubicBezTo>
                <a:cubicBezTo>
                  <a:pt x="1398523" y="159407"/>
                  <a:pt x="1402957" y="149611"/>
                  <a:pt x="1402957" y="137956"/>
                </a:cubicBezTo>
                <a:lnTo>
                  <a:pt x="1402957" y="115913"/>
                </a:lnTo>
                <a:lnTo>
                  <a:pt x="1402450" y="115913"/>
                </a:lnTo>
                <a:close/>
                <a:moveTo>
                  <a:pt x="1514045" y="53460"/>
                </a:moveTo>
                <a:lnTo>
                  <a:pt x="1518099" y="53460"/>
                </a:lnTo>
                <a:lnTo>
                  <a:pt x="1518099" y="69801"/>
                </a:lnTo>
                <a:lnTo>
                  <a:pt x="1516199" y="69801"/>
                </a:lnTo>
                <a:cubicBezTo>
                  <a:pt x="1501757" y="69801"/>
                  <a:pt x="1490166" y="74425"/>
                  <a:pt x="1481425" y="83673"/>
                </a:cubicBezTo>
                <a:cubicBezTo>
                  <a:pt x="1472684" y="92921"/>
                  <a:pt x="1468314" y="104428"/>
                  <a:pt x="1468314" y="118194"/>
                </a:cubicBezTo>
                <a:lnTo>
                  <a:pt x="1468314" y="189135"/>
                </a:lnTo>
                <a:lnTo>
                  <a:pt x="1451972" y="189135"/>
                </a:lnTo>
                <a:lnTo>
                  <a:pt x="1451972" y="55233"/>
                </a:lnTo>
                <a:lnTo>
                  <a:pt x="1467047" y="55233"/>
                </a:lnTo>
                <a:lnTo>
                  <a:pt x="1467047" y="86650"/>
                </a:lnTo>
                <a:lnTo>
                  <a:pt x="1467553" y="86650"/>
                </a:lnTo>
                <a:cubicBezTo>
                  <a:pt x="1471607" y="76178"/>
                  <a:pt x="1477751" y="68028"/>
                  <a:pt x="1485986" y="62201"/>
                </a:cubicBezTo>
                <a:cubicBezTo>
                  <a:pt x="1494220" y="56373"/>
                  <a:pt x="1503573" y="53460"/>
                  <a:pt x="1514045" y="53460"/>
                </a:cubicBezTo>
                <a:close/>
                <a:moveTo>
                  <a:pt x="1586823" y="51433"/>
                </a:moveTo>
                <a:cubicBezTo>
                  <a:pt x="1602532" y="51433"/>
                  <a:pt x="1615052" y="55486"/>
                  <a:pt x="1624384" y="63594"/>
                </a:cubicBezTo>
                <a:cubicBezTo>
                  <a:pt x="1633717" y="71702"/>
                  <a:pt x="1639269" y="82934"/>
                  <a:pt x="1641043" y="97291"/>
                </a:cubicBezTo>
                <a:lnTo>
                  <a:pt x="1624701" y="97291"/>
                </a:lnTo>
                <a:cubicBezTo>
                  <a:pt x="1622336" y="86650"/>
                  <a:pt x="1617987" y="78627"/>
                  <a:pt x="1611653" y="73222"/>
                </a:cubicBezTo>
                <a:cubicBezTo>
                  <a:pt x="1605319" y="67817"/>
                  <a:pt x="1597042" y="65114"/>
                  <a:pt x="1586823" y="65114"/>
                </a:cubicBezTo>
                <a:cubicBezTo>
                  <a:pt x="1572804" y="65114"/>
                  <a:pt x="1561487" y="70625"/>
                  <a:pt x="1552873" y="81646"/>
                </a:cubicBezTo>
                <a:cubicBezTo>
                  <a:pt x="1544258" y="92667"/>
                  <a:pt x="1539951" y="106201"/>
                  <a:pt x="1539951" y="122247"/>
                </a:cubicBezTo>
                <a:cubicBezTo>
                  <a:pt x="1539951" y="138125"/>
                  <a:pt x="1544258" y="151595"/>
                  <a:pt x="1552873" y="162659"/>
                </a:cubicBezTo>
                <a:cubicBezTo>
                  <a:pt x="1561487" y="173722"/>
                  <a:pt x="1572804" y="179254"/>
                  <a:pt x="1586823" y="179254"/>
                </a:cubicBezTo>
                <a:cubicBezTo>
                  <a:pt x="1596620" y="179254"/>
                  <a:pt x="1605234" y="175791"/>
                  <a:pt x="1612666" y="168866"/>
                </a:cubicBezTo>
                <a:cubicBezTo>
                  <a:pt x="1620098" y="161941"/>
                  <a:pt x="1624490" y="152693"/>
                  <a:pt x="1625841" y="141123"/>
                </a:cubicBezTo>
                <a:lnTo>
                  <a:pt x="1642183" y="141123"/>
                </a:lnTo>
                <a:cubicBezTo>
                  <a:pt x="1639649" y="157760"/>
                  <a:pt x="1633527" y="170576"/>
                  <a:pt x="1623814" y="179571"/>
                </a:cubicBezTo>
                <a:cubicBezTo>
                  <a:pt x="1614102" y="188565"/>
                  <a:pt x="1601772" y="193062"/>
                  <a:pt x="1586823" y="193062"/>
                </a:cubicBezTo>
                <a:cubicBezTo>
                  <a:pt x="1567906" y="193062"/>
                  <a:pt x="1552641" y="186412"/>
                  <a:pt x="1541028" y="173110"/>
                </a:cubicBezTo>
                <a:cubicBezTo>
                  <a:pt x="1529416" y="159808"/>
                  <a:pt x="1523609" y="142854"/>
                  <a:pt x="1523609" y="122247"/>
                </a:cubicBezTo>
                <a:cubicBezTo>
                  <a:pt x="1523609" y="101556"/>
                  <a:pt x="1529395" y="84581"/>
                  <a:pt x="1540965" y="71322"/>
                </a:cubicBezTo>
                <a:cubicBezTo>
                  <a:pt x="1552535" y="58062"/>
                  <a:pt x="1567821" y="51433"/>
                  <a:pt x="1586823" y="51433"/>
                </a:cubicBezTo>
                <a:close/>
                <a:moveTo>
                  <a:pt x="1681063" y="3927"/>
                </a:moveTo>
                <a:lnTo>
                  <a:pt x="1681063" y="78416"/>
                </a:lnTo>
                <a:lnTo>
                  <a:pt x="1681570" y="78416"/>
                </a:lnTo>
                <a:cubicBezTo>
                  <a:pt x="1684695" y="70393"/>
                  <a:pt x="1690184" y="63890"/>
                  <a:pt x="1698039" y="58907"/>
                </a:cubicBezTo>
                <a:cubicBezTo>
                  <a:pt x="1705893" y="53924"/>
                  <a:pt x="1714718" y="51433"/>
                  <a:pt x="1724515" y="51433"/>
                </a:cubicBezTo>
                <a:cubicBezTo>
                  <a:pt x="1741659" y="51433"/>
                  <a:pt x="1754095" y="55613"/>
                  <a:pt x="1761823" y="63974"/>
                </a:cubicBezTo>
                <a:cubicBezTo>
                  <a:pt x="1769550" y="72335"/>
                  <a:pt x="1773414" y="84919"/>
                  <a:pt x="1773414" y="101725"/>
                </a:cubicBezTo>
                <a:lnTo>
                  <a:pt x="1773414" y="189135"/>
                </a:lnTo>
                <a:lnTo>
                  <a:pt x="1757072" y="189135"/>
                </a:lnTo>
                <a:lnTo>
                  <a:pt x="1757072" y="104512"/>
                </a:lnTo>
                <a:cubicBezTo>
                  <a:pt x="1757072" y="91591"/>
                  <a:pt x="1754264" y="81794"/>
                  <a:pt x="1748648" y="75122"/>
                </a:cubicBezTo>
                <a:cubicBezTo>
                  <a:pt x="1743031" y="68450"/>
                  <a:pt x="1734523" y="65114"/>
                  <a:pt x="1723121" y="65114"/>
                </a:cubicBezTo>
                <a:cubicBezTo>
                  <a:pt x="1714169" y="65114"/>
                  <a:pt x="1706463" y="67289"/>
                  <a:pt x="1700002" y="71638"/>
                </a:cubicBezTo>
                <a:cubicBezTo>
                  <a:pt x="1693541" y="75988"/>
                  <a:pt x="1688770" y="81815"/>
                  <a:pt x="1685687" y="89120"/>
                </a:cubicBezTo>
                <a:cubicBezTo>
                  <a:pt x="1682605" y="96426"/>
                  <a:pt x="1681063" y="103668"/>
                  <a:pt x="1681063" y="110846"/>
                </a:cubicBezTo>
                <a:lnTo>
                  <a:pt x="1681063" y="189135"/>
                </a:lnTo>
                <a:lnTo>
                  <a:pt x="1664721" y="189135"/>
                </a:lnTo>
                <a:lnTo>
                  <a:pt x="1664721" y="3927"/>
                </a:lnTo>
                <a:lnTo>
                  <a:pt x="1681063" y="3927"/>
                </a:lnTo>
                <a:close/>
                <a:moveTo>
                  <a:pt x="1902131" y="15075"/>
                </a:moveTo>
                <a:lnTo>
                  <a:pt x="1902131" y="55233"/>
                </a:lnTo>
                <a:lnTo>
                  <a:pt x="1929368" y="55233"/>
                </a:lnTo>
                <a:lnTo>
                  <a:pt x="1929368" y="69041"/>
                </a:lnTo>
                <a:lnTo>
                  <a:pt x="1902131" y="69041"/>
                </a:lnTo>
                <a:lnTo>
                  <a:pt x="1902131" y="160379"/>
                </a:lnTo>
                <a:cubicBezTo>
                  <a:pt x="1902131" y="167219"/>
                  <a:pt x="1903419" y="171695"/>
                  <a:pt x="1905995" y="173807"/>
                </a:cubicBezTo>
                <a:cubicBezTo>
                  <a:pt x="1908571" y="175918"/>
                  <a:pt x="1911886" y="176974"/>
                  <a:pt x="1915939" y="176974"/>
                </a:cubicBezTo>
                <a:cubicBezTo>
                  <a:pt x="1917628" y="176974"/>
                  <a:pt x="1919634" y="176910"/>
                  <a:pt x="1921957" y="176784"/>
                </a:cubicBezTo>
                <a:cubicBezTo>
                  <a:pt x="1924279" y="176657"/>
                  <a:pt x="1926749" y="176467"/>
                  <a:pt x="1929368" y="176214"/>
                </a:cubicBezTo>
                <a:lnTo>
                  <a:pt x="1929368" y="190149"/>
                </a:lnTo>
                <a:cubicBezTo>
                  <a:pt x="1927003" y="190318"/>
                  <a:pt x="1924617" y="190444"/>
                  <a:pt x="1922210" y="190529"/>
                </a:cubicBezTo>
                <a:cubicBezTo>
                  <a:pt x="1919803" y="190613"/>
                  <a:pt x="1917375" y="190655"/>
                  <a:pt x="1914926" y="190655"/>
                </a:cubicBezTo>
                <a:cubicBezTo>
                  <a:pt x="1904031" y="190655"/>
                  <a:pt x="1896451" y="188586"/>
                  <a:pt x="1892187" y="184448"/>
                </a:cubicBezTo>
                <a:cubicBezTo>
                  <a:pt x="1887922" y="180310"/>
                  <a:pt x="1885789" y="172878"/>
                  <a:pt x="1885789" y="162152"/>
                </a:cubicBezTo>
                <a:lnTo>
                  <a:pt x="1885789" y="69041"/>
                </a:lnTo>
                <a:lnTo>
                  <a:pt x="1862353" y="69041"/>
                </a:lnTo>
                <a:lnTo>
                  <a:pt x="1862353" y="55233"/>
                </a:lnTo>
                <a:lnTo>
                  <a:pt x="1885789" y="55233"/>
                </a:lnTo>
                <a:lnTo>
                  <a:pt x="1885789" y="15075"/>
                </a:lnTo>
                <a:lnTo>
                  <a:pt x="1902131" y="15075"/>
                </a:lnTo>
                <a:close/>
                <a:moveTo>
                  <a:pt x="1968786" y="3927"/>
                </a:moveTo>
                <a:lnTo>
                  <a:pt x="1968786" y="78416"/>
                </a:lnTo>
                <a:lnTo>
                  <a:pt x="1969292" y="78416"/>
                </a:lnTo>
                <a:cubicBezTo>
                  <a:pt x="1972417" y="70393"/>
                  <a:pt x="1977907" y="63890"/>
                  <a:pt x="1985761" y="58907"/>
                </a:cubicBezTo>
                <a:cubicBezTo>
                  <a:pt x="1993615" y="53924"/>
                  <a:pt x="2002441" y="51433"/>
                  <a:pt x="2012237" y="51433"/>
                </a:cubicBezTo>
                <a:cubicBezTo>
                  <a:pt x="2029382" y="51433"/>
                  <a:pt x="2041818" y="55613"/>
                  <a:pt x="2049545" y="63974"/>
                </a:cubicBezTo>
                <a:cubicBezTo>
                  <a:pt x="2057273" y="72335"/>
                  <a:pt x="2061136" y="84919"/>
                  <a:pt x="2061136" y="101725"/>
                </a:cubicBezTo>
                <a:lnTo>
                  <a:pt x="2061136" y="189135"/>
                </a:lnTo>
                <a:lnTo>
                  <a:pt x="2044795" y="189135"/>
                </a:lnTo>
                <a:lnTo>
                  <a:pt x="2044795" y="104512"/>
                </a:lnTo>
                <a:cubicBezTo>
                  <a:pt x="2044795" y="91591"/>
                  <a:pt x="2041986" y="81794"/>
                  <a:pt x="2036370" y="75122"/>
                </a:cubicBezTo>
                <a:cubicBezTo>
                  <a:pt x="2030754" y="68450"/>
                  <a:pt x="2022245" y="65114"/>
                  <a:pt x="2010844" y="65114"/>
                </a:cubicBezTo>
                <a:cubicBezTo>
                  <a:pt x="2001892" y="65114"/>
                  <a:pt x="1994185" y="67289"/>
                  <a:pt x="1987725" y="71638"/>
                </a:cubicBezTo>
                <a:cubicBezTo>
                  <a:pt x="1981264" y="75988"/>
                  <a:pt x="1976492" y="81815"/>
                  <a:pt x="1973410" y="89120"/>
                </a:cubicBezTo>
                <a:cubicBezTo>
                  <a:pt x="1970327" y="96426"/>
                  <a:pt x="1968786" y="103668"/>
                  <a:pt x="1968786" y="110846"/>
                </a:cubicBezTo>
                <a:lnTo>
                  <a:pt x="1968786" y="189135"/>
                </a:lnTo>
                <a:lnTo>
                  <a:pt x="1952444" y="189135"/>
                </a:lnTo>
                <a:lnTo>
                  <a:pt x="1952444" y="3927"/>
                </a:lnTo>
                <a:lnTo>
                  <a:pt x="1968786" y="3927"/>
                </a:lnTo>
                <a:close/>
                <a:moveTo>
                  <a:pt x="2145731" y="51433"/>
                </a:moveTo>
                <a:cubicBezTo>
                  <a:pt x="2163889" y="51433"/>
                  <a:pt x="2178246" y="58020"/>
                  <a:pt x="2188803" y="71195"/>
                </a:cubicBezTo>
                <a:cubicBezTo>
                  <a:pt x="2199360" y="84370"/>
                  <a:pt x="2204638" y="101936"/>
                  <a:pt x="2204638" y="123894"/>
                </a:cubicBezTo>
                <a:lnTo>
                  <a:pt x="2204638" y="126555"/>
                </a:lnTo>
                <a:lnTo>
                  <a:pt x="2101646" y="126555"/>
                </a:lnTo>
                <a:cubicBezTo>
                  <a:pt x="2101899" y="142094"/>
                  <a:pt x="2106059" y="154762"/>
                  <a:pt x="2114124" y="164559"/>
                </a:cubicBezTo>
                <a:cubicBezTo>
                  <a:pt x="2122190" y="174356"/>
                  <a:pt x="2132725" y="179254"/>
                  <a:pt x="2145731" y="179254"/>
                </a:cubicBezTo>
                <a:cubicBezTo>
                  <a:pt x="2156626" y="179254"/>
                  <a:pt x="2165578" y="176446"/>
                  <a:pt x="2172588" y="170830"/>
                </a:cubicBezTo>
                <a:cubicBezTo>
                  <a:pt x="2179597" y="165214"/>
                  <a:pt x="2184665" y="156620"/>
                  <a:pt x="2187789" y="145050"/>
                </a:cubicBezTo>
                <a:lnTo>
                  <a:pt x="2204131" y="145050"/>
                </a:lnTo>
                <a:cubicBezTo>
                  <a:pt x="2200331" y="161181"/>
                  <a:pt x="2193659" y="173216"/>
                  <a:pt x="2184116" y="181154"/>
                </a:cubicBezTo>
                <a:cubicBezTo>
                  <a:pt x="2174572" y="189093"/>
                  <a:pt x="2161778" y="193062"/>
                  <a:pt x="2145731" y="193062"/>
                </a:cubicBezTo>
                <a:cubicBezTo>
                  <a:pt x="2126813" y="193062"/>
                  <a:pt x="2112013" y="186728"/>
                  <a:pt x="2101329" y="174060"/>
                </a:cubicBezTo>
                <a:cubicBezTo>
                  <a:pt x="2090646" y="161392"/>
                  <a:pt x="2085304" y="144121"/>
                  <a:pt x="2085304" y="122247"/>
                </a:cubicBezTo>
                <a:cubicBezTo>
                  <a:pt x="2085304" y="101472"/>
                  <a:pt x="2090667" y="84475"/>
                  <a:pt x="2101393" y="71258"/>
                </a:cubicBezTo>
                <a:cubicBezTo>
                  <a:pt x="2112118" y="58041"/>
                  <a:pt x="2126898" y="51433"/>
                  <a:pt x="2145731" y="51433"/>
                </a:cubicBezTo>
                <a:moveTo>
                  <a:pt x="2188296" y="112873"/>
                </a:moveTo>
                <a:cubicBezTo>
                  <a:pt x="2187874" y="99614"/>
                  <a:pt x="2183715" y="88339"/>
                  <a:pt x="2175818" y="79049"/>
                </a:cubicBezTo>
                <a:cubicBezTo>
                  <a:pt x="2167922" y="69759"/>
                  <a:pt x="2157808" y="65114"/>
                  <a:pt x="2145478" y="65114"/>
                </a:cubicBezTo>
                <a:cubicBezTo>
                  <a:pt x="2133908" y="65114"/>
                  <a:pt x="2124174" y="69421"/>
                  <a:pt x="2116278" y="78036"/>
                </a:cubicBezTo>
                <a:cubicBezTo>
                  <a:pt x="2108381" y="86650"/>
                  <a:pt x="2103504" y="98262"/>
                  <a:pt x="2101646" y="112873"/>
                </a:cubicBezTo>
                <a:lnTo>
                  <a:pt x="2188296" y="112873"/>
                </a:lnTo>
                <a:close/>
                <a:moveTo>
                  <a:pt x="2315131" y="3927"/>
                </a:moveTo>
                <a:lnTo>
                  <a:pt x="2315131" y="189135"/>
                </a:lnTo>
                <a:lnTo>
                  <a:pt x="2298789" y="189135"/>
                </a:lnTo>
                <a:lnTo>
                  <a:pt x="2298789" y="3927"/>
                </a:lnTo>
                <a:lnTo>
                  <a:pt x="2315131" y="3927"/>
                </a:lnTo>
                <a:close/>
                <a:moveTo>
                  <a:pt x="2363127" y="3927"/>
                </a:moveTo>
                <a:lnTo>
                  <a:pt x="2363127" y="30150"/>
                </a:lnTo>
                <a:lnTo>
                  <a:pt x="2346786" y="30150"/>
                </a:lnTo>
                <a:lnTo>
                  <a:pt x="2346786" y="3927"/>
                </a:lnTo>
                <a:lnTo>
                  <a:pt x="2363127" y="3927"/>
                </a:lnTo>
                <a:moveTo>
                  <a:pt x="2363127" y="55233"/>
                </a:moveTo>
                <a:lnTo>
                  <a:pt x="2363127" y="189135"/>
                </a:lnTo>
                <a:lnTo>
                  <a:pt x="2346786" y="189135"/>
                </a:lnTo>
                <a:lnTo>
                  <a:pt x="2346786" y="55233"/>
                </a:lnTo>
                <a:lnTo>
                  <a:pt x="2363127" y="55233"/>
                </a:lnTo>
                <a:close/>
                <a:moveTo>
                  <a:pt x="2454196" y="51433"/>
                </a:moveTo>
                <a:cubicBezTo>
                  <a:pt x="2463486" y="51433"/>
                  <a:pt x="2471551" y="53650"/>
                  <a:pt x="2478392" y="58083"/>
                </a:cubicBezTo>
                <a:cubicBezTo>
                  <a:pt x="2485233" y="62517"/>
                  <a:pt x="2489962" y="68999"/>
                  <a:pt x="2492580" y="77529"/>
                </a:cubicBezTo>
                <a:cubicBezTo>
                  <a:pt x="2496719" y="68999"/>
                  <a:pt x="2502525" y="62517"/>
                  <a:pt x="2509999" y="58083"/>
                </a:cubicBezTo>
                <a:cubicBezTo>
                  <a:pt x="2517473" y="53650"/>
                  <a:pt x="2525898" y="51433"/>
                  <a:pt x="2535272" y="51433"/>
                </a:cubicBezTo>
                <a:cubicBezTo>
                  <a:pt x="2550136" y="51433"/>
                  <a:pt x="2561221" y="55381"/>
                  <a:pt x="2568526" y="63277"/>
                </a:cubicBezTo>
                <a:cubicBezTo>
                  <a:pt x="2575831" y="71174"/>
                  <a:pt x="2579484" y="82470"/>
                  <a:pt x="2579484" y="97165"/>
                </a:cubicBezTo>
                <a:lnTo>
                  <a:pt x="2579484" y="189135"/>
                </a:lnTo>
                <a:lnTo>
                  <a:pt x="2563142" y="189135"/>
                </a:lnTo>
                <a:lnTo>
                  <a:pt x="2563142" y="98051"/>
                </a:lnTo>
                <a:cubicBezTo>
                  <a:pt x="2563142" y="86734"/>
                  <a:pt x="2560608" y="78416"/>
                  <a:pt x="2555541" y="73095"/>
                </a:cubicBezTo>
                <a:cubicBezTo>
                  <a:pt x="2550474" y="67774"/>
                  <a:pt x="2542493" y="65114"/>
                  <a:pt x="2531598" y="65114"/>
                </a:cubicBezTo>
                <a:cubicBezTo>
                  <a:pt x="2519690" y="65114"/>
                  <a:pt x="2510654" y="69210"/>
                  <a:pt x="2504488" y="77402"/>
                </a:cubicBezTo>
                <a:cubicBezTo>
                  <a:pt x="2498323" y="85594"/>
                  <a:pt x="2495241" y="97165"/>
                  <a:pt x="2495241" y="112113"/>
                </a:cubicBezTo>
                <a:lnTo>
                  <a:pt x="2495241" y="189135"/>
                </a:lnTo>
                <a:lnTo>
                  <a:pt x="2478772" y="189135"/>
                </a:lnTo>
                <a:lnTo>
                  <a:pt x="2478772" y="97418"/>
                </a:lnTo>
                <a:cubicBezTo>
                  <a:pt x="2478772" y="87368"/>
                  <a:pt x="2476450" y="79471"/>
                  <a:pt x="2471805" y="73729"/>
                </a:cubicBezTo>
                <a:cubicBezTo>
                  <a:pt x="2467160" y="67986"/>
                  <a:pt x="2460150" y="65114"/>
                  <a:pt x="2450776" y="65114"/>
                </a:cubicBezTo>
                <a:cubicBezTo>
                  <a:pt x="2437770" y="65114"/>
                  <a:pt x="2427867" y="69527"/>
                  <a:pt x="2421069" y="78352"/>
                </a:cubicBezTo>
                <a:cubicBezTo>
                  <a:pt x="2414270" y="87178"/>
                  <a:pt x="2410871" y="98811"/>
                  <a:pt x="2410871" y="113253"/>
                </a:cubicBezTo>
                <a:lnTo>
                  <a:pt x="2410871" y="189135"/>
                </a:lnTo>
                <a:lnTo>
                  <a:pt x="2394529" y="189135"/>
                </a:lnTo>
                <a:lnTo>
                  <a:pt x="2394529" y="55233"/>
                </a:lnTo>
                <a:lnTo>
                  <a:pt x="2409604" y="55233"/>
                </a:lnTo>
                <a:lnTo>
                  <a:pt x="2409604" y="77782"/>
                </a:lnTo>
                <a:lnTo>
                  <a:pt x="2410364" y="77782"/>
                </a:lnTo>
                <a:cubicBezTo>
                  <a:pt x="2415009" y="68999"/>
                  <a:pt x="2420984" y="62412"/>
                  <a:pt x="2428290" y="58020"/>
                </a:cubicBezTo>
                <a:cubicBezTo>
                  <a:pt x="2435595" y="53628"/>
                  <a:pt x="2444230" y="51433"/>
                  <a:pt x="2454196" y="51433"/>
                </a:cubicBezTo>
                <a:close/>
                <a:moveTo>
                  <a:pt x="2627241" y="3927"/>
                </a:moveTo>
                <a:lnTo>
                  <a:pt x="2627241" y="30150"/>
                </a:lnTo>
                <a:lnTo>
                  <a:pt x="2610899" y="30150"/>
                </a:lnTo>
                <a:lnTo>
                  <a:pt x="2610899" y="3927"/>
                </a:lnTo>
                <a:lnTo>
                  <a:pt x="2627241" y="3927"/>
                </a:lnTo>
                <a:moveTo>
                  <a:pt x="2627241" y="55233"/>
                </a:moveTo>
                <a:lnTo>
                  <a:pt x="2627241" y="189135"/>
                </a:lnTo>
                <a:lnTo>
                  <a:pt x="2610899" y="189135"/>
                </a:lnTo>
                <a:lnTo>
                  <a:pt x="2610899" y="55233"/>
                </a:lnTo>
                <a:lnTo>
                  <a:pt x="2627241" y="55233"/>
                </a:lnTo>
                <a:close/>
                <a:moveTo>
                  <a:pt x="2684612" y="15075"/>
                </a:moveTo>
                <a:lnTo>
                  <a:pt x="2684612" y="55233"/>
                </a:lnTo>
                <a:lnTo>
                  <a:pt x="2711849" y="55233"/>
                </a:lnTo>
                <a:lnTo>
                  <a:pt x="2711849" y="69041"/>
                </a:lnTo>
                <a:lnTo>
                  <a:pt x="2684612" y="69041"/>
                </a:lnTo>
                <a:lnTo>
                  <a:pt x="2684612" y="160379"/>
                </a:lnTo>
                <a:cubicBezTo>
                  <a:pt x="2684612" y="167219"/>
                  <a:pt x="2685900" y="171695"/>
                  <a:pt x="2688476" y="173807"/>
                </a:cubicBezTo>
                <a:cubicBezTo>
                  <a:pt x="2691052" y="175918"/>
                  <a:pt x="2694367" y="176974"/>
                  <a:pt x="2698421" y="176974"/>
                </a:cubicBezTo>
                <a:cubicBezTo>
                  <a:pt x="2700110" y="176974"/>
                  <a:pt x="2702115" y="176910"/>
                  <a:pt x="2704438" y="176784"/>
                </a:cubicBezTo>
                <a:cubicBezTo>
                  <a:pt x="2706760" y="176657"/>
                  <a:pt x="2709231" y="176467"/>
                  <a:pt x="2711849" y="176214"/>
                </a:cubicBezTo>
                <a:lnTo>
                  <a:pt x="2711849" y="190149"/>
                </a:lnTo>
                <a:cubicBezTo>
                  <a:pt x="2709484" y="190318"/>
                  <a:pt x="2707098" y="190444"/>
                  <a:pt x="2704691" y="190529"/>
                </a:cubicBezTo>
                <a:cubicBezTo>
                  <a:pt x="2702284" y="190613"/>
                  <a:pt x="2699856" y="190655"/>
                  <a:pt x="2697407" y="190655"/>
                </a:cubicBezTo>
                <a:cubicBezTo>
                  <a:pt x="2686512" y="190655"/>
                  <a:pt x="2678933" y="188586"/>
                  <a:pt x="2674668" y="184448"/>
                </a:cubicBezTo>
                <a:cubicBezTo>
                  <a:pt x="2670403" y="180310"/>
                  <a:pt x="2668270" y="172878"/>
                  <a:pt x="2668270" y="162152"/>
                </a:cubicBezTo>
                <a:lnTo>
                  <a:pt x="2668270" y="69041"/>
                </a:lnTo>
                <a:lnTo>
                  <a:pt x="2644834" y="69041"/>
                </a:lnTo>
                <a:lnTo>
                  <a:pt x="2644834" y="55233"/>
                </a:lnTo>
                <a:lnTo>
                  <a:pt x="2668270" y="55233"/>
                </a:lnTo>
                <a:lnTo>
                  <a:pt x="2668270" y="15075"/>
                </a:lnTo>
                <a:lnTo>
                  <a:pt x="2684612" y="15075"/>
                </a:lnTo>
                <a:close/>
                <a:moveTo>
                  <a:pt x="2785259" y="51433"/>
                </a:moveTo>
                <a:cubicBezTo>
                  <a:pt x="2803417" y="51433"/>
                  <a:pt x="2817774" y="58020"/>
                  <a:pt x="2828331" y="71195"/>
                </a:cubicBezTo>
                <a:cubicBezTo>
                  <a:pt x="2838887" y="84370"/>
                  <a:pt x="2844166" y="101936"/>
                  <a:pt x="2844166" y="123894"/>
                </a:cubicBezTo>
                <a:lnTo>
                  <a:pt x="2844166" y="126555"/>
                </a:lnTo>
                <a:lnTo>
                  <a:pt x="2741174" y="126555"/>
                </a:lnTo>
                <a:cubicBezTo>
                  <a:pt x="2741427" y="142094"/>
                  <a:pt x="2745587" y="154762"/>
                  <a:pt x="2753652" y="164559"/>
                </a:cubicBezTo>
                <a:cubicBezTo>
                  <a:pt x="2761717" y="174356"/>
                  <a:pt x="2772253" y="179254"/>
                  <a:pt x="2785259" y="179254"/>
                </a:cubicBezTo>
                <a:cubicBezTo>
                  <a:pt x="2796153" y="179254"/>
                  <a:pt x="2805106" y="176446"/>
                  <a:pt x="2812115" y="170830"/>
                </a:cubicBezTo>
                <a:cubicBezTo>
                  <a:pt x="2819125" y="165214"/>
                  <a:pt x="2824192" y="156620"/>
                  <a:pt x="2827317" y="145050"/>
                </a:cubicBezTo>
                <a:lnTo>
                  <a:pt x="2843659" y="145050"/>
                </a:lnTo>
                <a:cubicBezTo>
                  <a:pt x="2839859" y="161181"/>
                  <a:pt x="2833187" y="173216"/>
                  <a:pt x="2823643" y="181154"/>
                </a:cubicBezTo>
                <a:cubicBezTo>
                  <a:pt x="2814100" y="189093"/>
                  <a:pt x="2801305" y="193062"/>
                  <a:pt x="2785259" y="193062"/>
                </a:cubicBezTo>
                <a:cubicBezTo>
                  <a:pt x="2766341" y="193062"/>
                  <a:pt x="2751541" y="186728"/>
                  <a:pt x="2740857" y="174060"/>
                </a:cubicBezTo>
                <a:cubicBezTo>
                  <a:pt x="2730174" y="161392"/>
                  <a:pt x="2724832" y="144121"/>
                  <a:pt x="2724832" y="122247"/>
                </a:cubicBezTo>
                <a:cubicBezTo>
                  <a:pt x="2724832" y="101472"/>
                  <a:pt x="2730195" y="84475"/>
                  <a:pt x="2740920" y="71258"/>
                </a:cubicBezTo>
                <a:cubicBezTo>
                  <a:pt x="2751646" y="58041"/>
                  <a:pt x="2766426" y="51433"/>
                  <a:pt x="2785259" y="51433"/>
                </a:cubicBezTo>
                <a:moveTo>
                  <a:pt x="2827824" y="112873"/>
                </a:moveTo>
                <a:cubicBezTo>
                  <a:pt x="2827402" y="99614"/>
                  <a:pt x="2823242" y="88339"/>
                  <a:pt x="2815346" y="79049"/>
                </a:cubicBezTo>
                <a:cubicBezTo>
                  <a:pt x="2807449" y="69759"/>
                  <a:pt x="2797336" y="65114"/>
                  <a:pt x="2785006" y="65114"/>
                </a:cubicBezTo>
                <a:cubicBezTo>
                  <a:pt x="2773435" y="65114"/>
                  <a:pt x="2763702" y="69421"/>
                  <a:pt x="2755805" y="78036"/>
                </a:cubicBezTo>
                <a:cubicBezTo>
                  <a:pt x="2747909" y="86650"/>
                  <a:pt x="2743032" y="98262"/>
                  <a:pt x="2741174" y="112873"/>
                </a:cubicBezTo>
                <a:lnTo>
                  <a:pt x="2827824" y="112873"/>
                </a:lnTo>
                <a:close/>
                <a:moveTo>
                  <a:pt x="2984011" y="3927"/>
                </a:moveTo>
                <a:lnTo>
                  <a:pt x="2984011" y="189135"/>
                </a:lnTo>
                <a:lnTo>
                  <a:pt x="2968936" y="189135"/>
                </a:lnTo>
                <a:lnTo>
                  <a:pt x="2968936" y="163672"/>
                </a:lnTo>
                <a:lnTo>
                  <a:pt x="2968429" y="163672"/>
                </a:lnTo>
                <a:cubicBezTo>
                  <a:pt x="2964628" y="172624"/>
                  <a:pt x="2958126" y="179761"/>
                  <a:pt x="2948920" y="185081"/>
                </a:cubicBezTo>
                <a:cubicBezTo>
                  <a:pt x="2939714" y="190402"/>
                  <a:pt x="2930256" y="193062"/>
                  <a:pt x="2920543" y="193062"/>
                </a:cubicBezTo>
                <a:cubicBezTo>
                  <a:pt x="2902301" y="193062"/>
                  <a:pt x="2887733" y="186644"/>
                  <a:pt x="2876838" y="173807"/>
                </a:cubicBezTo>
                <a:cubicBezTo>
                  <a:pt x="2865944" y="160970"/>
                  <a:pt x="2860496" y="143783"/>
                  <a:pt x="2860496" y="122247"/>
                </a:cubicBezTo>
                <a:cubicBezTo>
                  <a:pt x="2860496" y="100881"/>
                  <a:pt x="2865902" y="83736"/>
                  <a:pt x="2876712" y="70815"/>
                </a:cubicBezTo>
                <a:cubicBezTo>
                  <a:pt x="2887522" y="57893"/>
                  <a:pt x="2902132" y="51433"/>
                  <a:pt x="2920543" y="51433"/>
                </a:cubicBezTo>
                <a:cubicBezTo>
                  <a:pt x="2931016" y="51433"/>
                  <a:pt x="2940517" y="53966"/>
                  <a:pt x="2949047" y="59033"/>
                </a:cubicBezTo>
                <a:cubicBezTo>
                  <a:pt x="2957577" y="64101"/>
                  <a:pt x="2963615" y="71322"/>
                  <a:pt x="2967162" y="80696"/>
                </a:cubicBezTo>
                <a:lnTo>
                  <a:pt x="2967669" y="80696"/>
                </a:lnTo>
                <a:lnTo>
                  <a:pt x="2967669" y="3927"/>
                </a:lnTo>
                <a:lnTo>
                  <a:pt x="2984011" y="3927"/>
                </a:lnTo>
                <a:moveTo>
                  <a:pt x="2876838" y="122247"/>
                </a:moveTo>
                <a:cubicBezTo>
                  <a:pt x="2876838" y="138800"/>
                  <a:pt x="2880744" y="152440"/>
                  <a:pt x="2888556" y="163166"/>
                </a:cubicBezTo>
                <a:cubicBezTo>
                  <a:pt x="2896368" y="173891"/>
                  <a:pt x="2907073" y="179254"/>
                  <a:pt x="2920670" y="179254"/>
                </a:cubicBezTo>
                <a:cubicBezTo>
                  <a:pt x="2935618" y="179254"/>
                  <a:pt x="2947189" y="173933"/>
                  <a:pt x="2955381" y="163292"/>
                </a:cubicBezTo>
                <a:cubicBezTo>
                  <a:pt x="2963573" y="152651"/>
                  <a:pt x="2967669" y="138969"/>
                  <a:pt x="2967669" y="122247"/>
                </a:cubicBezTo>
                <a:cubicBezTo>
                  <a:pt x="2967669" y="105441"/>
                  <a:pt x="2963594" y="91717"/>
                  <a:pt x="2955444" y="81076"/>
                </a:cubicBezTo>
                <a:cubicBezTo>
                  <a:pt x="2947294" y="70435"/>
                  <a:pt x="2935661" y="65114"/>
                  <a:pt x="2920543" y="65114"/>
                </a:cubicBezTo>
                <a:cubicBezTo>
                  <a:pt x="2907284" y="65114"/>
                  <a:pt x="2896685" y="70371"/>
                  <a:pt x="2888746" y="80886"/>
                </a:cubicBezTo>
                <a:cubicBezTo>
                  <a:pt x="2880808" y="91401"/>
                  <a:pt x="2876838" y="105188"/>
                  <a:pt x="2876838" y="122247"/>
                </a:cubicBezTo>
                <a:close/>
                <a:moveTo>
                  <a:pt x="3134489" y="51433"/>
                </a:moveTo>
                <a:cubicBezTo>
                  <a:pt x="3149015" y="51433"/>
                  <a:pt x="3160607" y="55149"/>
                  <a:pt x="3169263" y="62581"/>
                </a:cubicBezTo>
                <a:cubicBezTo>
                  <a:pt x="3177920" y="70013"/>
                  <a:pt x="3182670" y="80612"/>
                  <a:pt x="3183515" y="94378"/>
                </a:cubicBezTo>
                <a:lnTo>
                  <a:pt x="3167173" y="94378"/>
                </a:lnTo>
                <a:cubicBezTo>
                  <a:pt x="3166666" y="84919"/>
                  <a:pt x="3163225" y="77677"/>
                  <a:pt x="3156848" y="72652"/>
                </a:cubicBezTo>
                <a:cubicBezTo>
                  <a:pt x="3150472" y="67627"/>
                  <a:pt x="3142217" y="65114"/>
                  <a:pt x="3132082" y="65114"/>
                </a:cubicBezTo>
                <a:cubicBezTo>
                  <a:pt x="3122623" y="65114"/>
                  <a:pt x="3114980" y="67141"/>
                  <a:pt x="3109153" y="71195"/>
                </a:cubicBezTo>
                <a:cubicBezTo>
                  <a:pt x="3103325" y="75249"/>
                  <a:pt x="3100412" y="80907"/>
                  <a:pt x="3100412" y="88170"/>
                </a:cubicBezTo>
                <a:cubicBezTo>
                  <a:pt x="3100412" y="93913"/>
                  <a:pt x="3103009" y="98664"/>
                  <a:pt x="3108203" y="102422"/>
                </a:cubicBezTo>
                <a:cubicBezTo>
                  <a:pt x="3113397" y="106180"/>
                  <a:pt x="3120090" y="108988"/>
                  <a:pt x="3128282" y="110846"/>
                </a:cubicBezTo>
                <a:lnTo>
                  <a:pt x="3156278" y="117054"/>
                </a:lnTo>
                <a:cubicBezTo>
                  <a:pt x="3165484" y="119165"/>
                  <a:pt x="3173106" y="123303"/>
                  <a:pt x="3179144" y="129468"/>
                </a:cubicBezTo>
                <a:cubicBezTo>
                  <a:pt x="3185183" y="135633"/>
                  <a:pt x="3188202" y="143403"/>
                  <a:pt x="3188202" y="152778"/>
                </a:cubicBezTo>
                <a:cubicBezTo>
                  <a:pt x="3188202" y="165277"/>
                  <a:pt x="3183071" y="175116"/>
                  <a:pt x="3172810" y="182294"/>
                </a:cubicBezTo>
                <a:cubicBezTo>
                  <a:pt x="3162549" y="189473"/>
                  <a:pt x="3149733" y="193062"/>
                  <a:pt x="3134362" y="193062"/>
                </a:cubicBezTo>
                <a:cubicBezTo>
                  <a:pt x="3117809" y="193062"/>
                  <a:pt x="3104846" y="189093"/>
                  <a:pt x="3095471" y="181154"/>
                </a:cubicBezTo>
                <a:cubicBezTo>
                  <a:pt x="3086097" y="173216"/>
                  <a:pt x="3080734" y="161434"/>
                  <a:pt x="3079383" y="145810"/>
                </a:cubicBezTo>
                <a:lnTo>
                  <a:pt x="3095851" y="145810"/>
                </a:lnTo>
                <a:cubicBezTo>
                  <a:pt x="3096442" y="156367"/>
                  <a:pt x="3100306" y="164580"/>
                  <a:pt x="3107443" y="170450"/>
                </a:cubicBezTo>
                <a:cubicBezTo>
                  <a:pt x="3114579" y="176319"/>
                  <a:pt x="3123848" y="179254"/>
                  <a:pt x="3135249" y="179254"/>
                </a:cubicBezTo>
                <a:cubicBezTo>
                  <a:pt x="3145384" y="179254"/>
                  <a:pt x="3154019" y="176974"/>
                  <a:pt x="3161155" y="172413"/>
                </a:cubicBezTo>
                <a:cubicBezTo>
                  <a:pt x="3168292" y="167853"/>
                  <a:pt x="3171860" y="161645"/>
                  <a:pt x="3171860" y="153791"/>
                </a:cubicBezTo>
                <a:cubicBezTo>
                  <a:pt x="3171860" y="147795"/>
                  <a:pt x="3169559" y="142812"/>
                  <a:pt x="3164956" y="138843"/>
                </a:cubicBezTo>
                <a:cubicBezTo>
                  <a:pt x="3160353" y="134873"/>
                  <a:pt x="3152689" y="131706"/>
                  <a:pt x="3141963" y="129342"/>
                </a:cubicBezTo>
                <a:lnTo>
                  <a:pt x="3121441" y="124781"/>
                </a:lnTo>
                <a:cubicBezTo>
                  <a:pt x="3109702" y="122247"/>
                  <a:pt x="3100538" y="118151"/>
                  <a:pt x="3093951" y="112493"/>
                </a:cubicBezTo>
                <a:cubicBezTo>
                  <a:pt x="3087364" y="106835"/>
                  <a:pt x="3084070" y="98980"/>
                  <a:pt x="3084070" y="88930"/>
                </a:cubicBezTo>
                <a:cubicBezTo>
                  <a:pt x="3084070" y="77360"/>
                  <a:pt x="3088799" y="68218"/>
                  <a:pt x="3098258" y="61504"/>
                </a:cubicBezTo>
                <a:cubicBezTo>
                  <a:pt x="3107717" y="54790"/>
                  <a:pt x="3119794" y="51433"/>
                  <a:pt x="3134489" y="51433"/>
                </a:cubicBezTo>
                <a:close/>
                <a:moveTo>
                  <a:pt x="3213797" y="55233"/>
                </a:moveTo>
                <a:lnTo>
                  <a:pt x="3257882" y="169246"/>
                </a:lnTo>
                <a:lnTo>
                  <a:pt x="3299180" y="55233"/>
                </a:lnTo>
                <a:lnTo>
                  <a:pt x="3315522" y="55233"/>
                </a:lnTo>
                <a:lnTo>
                  <a:pt x="3257882" y="208264"/>
                </a:lnTo>
                <a:cubicBezTo>
                  <a:pt x="3254081" y="218652"/>
                  <a:pt x="3249880" y="226316"/>
                  <a:pt x="3245277" y="231257"/>
                </a:cubicBezTo>
                <a:cubicBezTo>
                  <a:pt x="3240674" y="236197"/>
                  <a:pt x="3233137" y="238668"/>
                  <a:pt x="3222664" y="238668"/>
                </a:cubicBezTo>
                <a:cubicBezTo>
                  <a:pt x="3222242" y="238668"/>
                  <a:pt x="3220321" y="238583"/>
                  <a:pt x="3216900" y="238414"/>
                </a:cubicBezTo>
                <a:cubicBezTo>
                  <a:pt x="3213480" y="238245"/>
                  <a:pt x="3211094" y="237907"/>
                  <a:pt x="3209743" y="237401"/>
                </a:cubicBezTo>
                <a:lnTo>
                  <a:pt x="3209743" y="223593"/>
                </a:lnTo>
                <a:lnTo>
                  <a:pt x="3209996" y="223593"/>
                </a:lnTo>
                <a:cubicBezTo>
                  <a:pt x="3210587" y="223846"/>
                  <a:pt x="3212107" y="224141"/>
                  <a:pt x="3214557" y="224479"/>
                </a:cubicBezTo>
                <a:cubicBezTo>
                  <a:pt x="3217006" y="224817"/>
                  <a:pt x="3219117" y="224986"/>
                  <a:pt x="3220891" y="224986"/>
                </a:cubicBezTo>
                <a:cubicBezTo>
                  <a:pt x="3227647" y="224986"/>
                  <a:pt x="3232778" y="222917"/>
                  <a:pt x="3236282" y="218779"/>
                </a:cubicBezTo>
                <a:cubicBezTo>
                  <a:pt x="3239787" y="214640"/>
                  <a:pt x="3244327" y="204590"/>
                  <a:pt x="3249901" y="188628"/>
                </a:cubicBezTo>
                <a:lnTo>
                  <a:pt x="3196441" y="55233"/>
                </a:lnTo>
                <a:lnTo>
                  <a:pt x="3213797" y="55233"/>
                </a:lnTo>
                <a:close/>
                <a:moveTo>
                  <a:pt x="3390919" y="51433"/>
                </a:moveTo>
                <a:cubicBezTo>
                  <a:pt x="3408064" y="51433"/>
                  <a:pt x="3420499" y="55613"/>
                  <a:pt x="3428227" y="63974"/>
                </a:cubicBezTo>
                <a:cubicBezTo>
                  <a:pt x="3435955" y="72335"/>
                  <a:pt x="3439818" y="84919"/>
                  <a:pt x="3439818" y="101725"/>
                </a:cubicBezTo>
                <a:lnTo>
                  <a:pt x="3439818" y="189135"/>
                </a:lnTo>
                <a:lnTo>
                  <a:pt x="3423477" y="189135"/>
                </a:lnTo>
                <a:lnTo>
                  <a:pt x="3423477" y="104512"/>
                </a:lnTo>
                <a:cubicBezTo>
                  <a:pt x="3423477" y="91591"/>
                  <a:pt x="3420668" y="81794"/>
                  <a:pt x="3415052" y="75122"/>
                </a:cubicBezTo>
                <a:cubicBezTo>
                  <a:pt x="3409436" y="68450"/>
                  <a:pt x="3400927" y="65114"/>
                  <a:pt x="3389526" y="65114"/>
                </a:cubicBezTo>
                <a:cubicBezTo>
                  <a:pt x="3380574" y="65114"/>
                  <a:pt x="3372867" y="67289"/>
                  <a:pt x="3366407" y="71638"/>
                </a:cubicBezTo>
                <a:cubicBezTo>
                  <a:pt x="3359946" y="75988"/>
                  <a:pt x="3355174" y="81815"/>
                  <a:pt x="3352092" y="89120"/>
                </a:cubicBezTo>
                <a:cubicBezTo>
                  <a:pt x="3349009" y="96426"/>
                  <a:pt x="3347468" y="103668"/>
                  <a:pt x="3347468" y="110846"/>
                </a:cubicBezTo>
                <a:lnTo>
                  <a:pt x="3347468" y="189135"/>
                </a:lnTo>
                <a:lnTo>
                  <a:pt x="3331126" y="189135"/>
                </a:lnTo>
                <a:lnTo>
                  <a:pt x="3331126" y="55233"/>
                </a:lnTo>
                <a:lnTo>
                  <a:pt x="3347468" y="55233"/>
                </a:lnTo>
                <a:lnTo>
                  <a:pt x="3347468" y="78416"/>
                </a:lnTo>
                <a:lnTo>
                  <a:pt x="3347974" y="78416"/>
                </a:lnTo>
                <a:cubicBezTo>
                  <a:pt x="3351099" y="70393"/>
                  <a:pt x="3356589" y="63890"/>
                  <a:pt x="3364443" y="58907"/>
                </a:cubicBezTo>
                <a:cubicBezTo>
                  <a:pt x="3372297" y="53924"/>
                  <a:pt x="3381123" y="51433"/>
                  <a:pt x="3390919" y="51433"/>
                </a:cubicBezTo>
                <a:close/>
                <a:moveTo>
                  <a:pt x="3496670" y="15075"/>
                </a:moveTo>
                <a:lnTo>
                  <a:pt x="3496670" y="55233"/>
                </a:lnTo>
                <a:lnTo>
                  <a:pt x="3523907" y="55233"/>
                </a:lnTo>
                <a:lnTo>
                  <a:pt x="3523907" y="69041"/>
                </a:lnTo>
                <a:lnTo>
                  <a:pt x="3496670" y="69041"/>
                </a:lnTo>
                <a:lnTo>
                  <a:pt x="3496670" y="160379"/>
                </a:lnTo>
                <a:cubicBezTo>
                  <a:pt x="3496670" y="167219"/>
                  <a:pt x="3497958" y="171695"/>
                  <a:pt x="3500534" y="173807"/>
                </a:cubicBezTo>
                <a:cubicBezTo>
                  <a:pt x="3503110" y="175918"/>
                  <a:pt x="3506425" y="176974"/>
                  <a:pt x="3510478" y="176974"/>
                </a:cubicBezTo>
                <a:cubicBezTo>
                  <a:pt x="3512167" y="176974"/>
                  <a:pt x="3514173" y="176910"/>
                  <a:pt x="3516496" y="176784"/>
                </a:cubicBezTo>
                <a:cubicBezTo>
                  <a:pt x="3518818" y="176657"/>
                  <a:pt x="3521288" y="176467"/>
                  <a:pt x="3523907" y="176214"/>
                </a:cubicBezTo>
                <a:lnTo>
                  <a:pt x="3523907" y="190149"/>
                </a:lnTo>
                <a:cubicBezTo>
                  <a:pt x="3521542" y="190318"/>
                  <a:pt x="3519156" y="190444"/>
                  <a:pt x="3516749" y="190529"/>
                </a:cubicBezTo>
                <a:cubicBezTo>
                  <a:pt x="3514342" y="190613"/>
                  <a:pt x="3511914" y="190655"/>
                  <a:pt x="3509465" y="190655"/>
                </a:cubicBezTo>
                <a:cubicBezTo>
                  <a:pt x="3498570" y="190655"/>
                  <a:pt x="3490991" y="188586"/>
                  <a:pt x="3486726" y="184448"/>
                </a:cubicBezTo>
                <a:cubicBezTo>
                  <a:pt x="3482461" y="180310"/>
                  <a:pt x="3480328" y="172878"/>
                  <a:pt x="3480328" y="162152"/>
                </a:cubicBezTo>
                <a:lnTo>
                  <a:pt x="3480328" y="69041"/>
                </a:lnTo>
                <a:lnTo>
                  <a:pt x="3456892" y="69041"/>
                </a:lnTo>
                <a:lnTo>
                  <a:pt x="3456892" y="55233"/>
                </a:lnTo>
                <a:lnTo>
                  <a:pt x="3480328" y="55233"/>
                </a:lnTo>
                <a:lnTo>
                  <a:pt x="3480328" y="15075"/>
                </a:lnTo>
                <a:lnTo>
                  <a:pt x="3496670" y="15075"/>
                </a:lnTo>
                <a:close/>
                <a:moveTo>
                  <a:pt x="3600062" y="51433"/>
                </a:moveTo>
                <a:cubicBezTo>
                  <a:pt x="3616953" y="51433"/>
                  <a:pt x="3629368" y="55085"/>
                  <a:pt x="3637306" y="62391"/>
                </a:cubicBezTo>
                <a:cubicBezTo>
                  <a:pt x="3645245" y="69696"/>
                  <a:pt x="3649214" y="80020"/>
                  <a:pt x="3649214" y="93364"/>
                </a:cubicBezTo>
                <a:lnTo>
                  <a:pt x="3649214" y="166079"/>
                </a:lnTo>
                <a:cubicBezTo>
                  <a:pt x="3649214" y="168782"/>
                  <a:pt x="3649974" y="170999"/>
                  <a:pt x="3651495" y="172730"/>
                </a:cubicBezTo>
                <a:cubicBezTo>
                  <a:pt x="3653015" y="174461"/>
                  <a:pt x="3655464" y="175327"/>
                  <a:pt x="3658842" y="175327"/>
                </a:cubicBezTo>
                <a:cubicBezTo>
                  <a:pt x="3659771" y="175327"/>
                  <a:pt x="3660658" y="175264"/>
                  <a:pt x="3661502" y="175137"/>
                </a:cubicBezTo>
                <a:cubicBezTo>
                  <a:pt x="3662347" y="175010"/>
                  <a:pt x="3663149" y="174736"/>
                  <a:pt x="3663909" y="174313"/>
                </a:cubicBezTo>
                <a:lnTo>
                  <a:pt x="3663909" y="188122"/>
                </a:lnTo>
                <a:cubicBezTo>
                  <a:pt x="3661883" y="188544"/>
                  <a:pt x="3660088" y="188818"/>
                  <a:pt x="3658525" y="188945"/>
                </a:cubicBezTo>
                <a:cubicBezTo>
                  <a:pt x="3656963" y="189072"/>
                  <a:pt x="3655295" y="189135"/>
                  <a:pt x="3653522" y="189135"/>
                </a:cubicBezTo>
                <a:cubicBezTo>
                  <a:pt x="3646427" y="189135"/>
                  <a:pt x="3641423" y="187425"/>
                  <a:pt x="3638510" y="184005"/>
                </a:cubicBezTo>
                <a:cubicBezTo>
                  <a:pt x="3635596" y="180584"/>
                  <a:pt x="3634139" y="174989"/>
                  <a:pt x="3634139" y="167219"/>
                </a:cubicBezTo>
                <a:lnTo>
                  <a:pt x="3634139" y="165826"/>
                </a:lnTo>
                <a:lnTo>
                  <a:pt x="3633633" y="165826"/>
                </a:lnTo>
                <a:cubicBezTo>
                  <a:pt x="3626961" y="175960"/>
                  <a:pt x="3619972" y="183033"/>
                  <a:pt x="3612667" y="187045"/>
                </a:cubicBezTo>
                <a:cubicBezTo>
                  <a:pt x="3605362" y="191057"/>
                  <a:pt x="3596135" y="193062"/>
                  <a:pt x="3584987" y="193062"/>
                </a:cubicBezTo>
                <a:cubicBezTo>
                  <a:pt x="3571390" y="193062"/>
                  <a:pt x="3560495" y="189663"/>
                  <a:pt x="3552303" y="182864"/>
                </a:cubicBezTo>
                <a:cubicBezTo>
                  <a:pt x="3544111" y="176066"/>
                  <a:pt x="3540015" y="166375"/>
                  <a:pt x="3540015" y="153791"/>
                </a:cubicBezTo>
                <a:cubicBezTo>
                  <a:pt x="3540015" y="140870"/>
                  <a:pt x="3544512" y="131136"/>
                  <a:pt x="3553507" y="124591"/>
                </a:cubicBezTo>
                <a:cubicBezTo>
                  <a:pt x="3562501" y="118046"/>
                  <a:pt x="3582580" y="113380"/>
                  <a:pt x="3613744" y="110593"/>
                </a:cubicBezTo>
                <a:cubicBezTo>
                  <a:pt x="3620838" y="110002"/>
                  <a:pt x="3625799" y="108376"/>
                  <a:pt x="3628629" y="105716"/>
                </a:cubicBezTo>
                <a:cubicBezTo>
                  <a:pt x="3631458" y="103055"/>
                  <a:pt x="3632873" y="98685"/>
                  <a:pt x="3632873" y="92604"/>
                </a:cubicBezTo>
                <a:cubicBezTo>
                  <a:pt x="3632873" y="83567"/>
                  <a:pt x="3630128" y="76727"/>
                  <a:pt x="3624638" y="72082"/>
                </a:cubicBezTo>
                <a:cubicBezTo>
                  <a:pt x="3619149" y="67437"/>
                  <a:pt x="3610239" y="65114"/>
                  <a:pt x="3597908" y="65114"/>
                </a:cubicBezTo>
                <a:cubicBezTo>
                  <a:pt x="3586676" y="65114"/>
                  <a:pt x="3577977" y="67774"/>
                  <a:pt x="3571812" y="73095"/>
                </a:cubicBezTo>
                <a:cubicBezTo>
                  <a:pt x="3565647" y="78416"/>
                  <a:pt x="3562395" y="86143"/>
                  <a:pt x="3562058" y="96278"/>
                </a:cubicBezTo>
                <a:lnTo>
                  <a:pt x="3545716" y="96278"/>
                </a:lnTo>
                <a:cubicBezTo>
                  <a:pt x="3546476" y="81583"/>
                  <a:pt x="3551522" y="70435"/>
                  <a:pt x="3560854" y="62834"/>
                </a:cubicBezTo>
                <a:cubicBezTo>
                  <a:pt x="3570186" y="55233"/>
                  <a:pt x="3583256" y="51433"/>
                  <a:pt x="3600062" y="51433"/>
                </a:cubicBezTo>
                <a:moveTo>
                  <a:pt x="3632366" y="115913"/>
                </a:moveTo>
                <a:cubicBezTo>
                  <a:pt x="3630677" y="118954"/>
                  <a:pt x="3625483" y="121065"/>
                  <a:pt x="3616784" y="122247"/>
                </a:cubicBezTo>
                <a:cubicBezTo>
                  <a:pt x="3608170" y="123430"/>
                  <a:pt x="3598626" y="124929"/>
                  <a:pt x="3588154" y="126745"/>
                </a:cubicBezTo>
                <a:cubicBezTo>
                  <a:pt x="3577682" y="128560"/>
                  <a:pt x="3569764" y="131537"/>
                  <a:pt x="3564401" y="135676"/>
                </a:cubicBezTo>
                <a:cubicBezTo>
                  <a:pt x="3559038" y="139814"/>
                  <a:pt x="3556357" y="145515"/>
                  <a:pt x="3556357" y="152778"/>
                </a:cubicBezTo>
                <a:cubicBezTo>
                  <a:pt x="3556357" y="160716"/>
                  <a:pt x="3559313" y="167114"/>
                  <a:pt x="3565225" y="171970"/>
                </a:cubicBezTo>
                <a:cubicBezTo>
                  <a:pt x="3571136" y="176826"/>
                  <a:pt x="3578146" y="179254"/>
                  <a:pt x="3586254" y="179254"/>
                </a:cubicBezTo>
                <a:cubicBezTo>
                  <a:pt x="3599598" y="179254"/>
                  <a:pt x="3610703" y="175285"/>
                  <a:pt x="3619571" y="167346"/>
                </a:cubicBezTo>
                <a:cubicBezTo>
                  <a:pt x="3628439" y="159407"/>
                  <a:pt x="3632873" y="149611"/>
                  <a:pt x="3632873" y="137956"/>
                </a:cubicBezTo>
                <a:lnTo>
                  <a:pt x="3632873" y="115913"/>
                </a:lnTo>
                <a:lnTo>
                  <a:pt x="3632366" y="115913"/>
                </a:lnTo>
                <a:close/>
                <a:moveTo>
                  <a:pt x="3691008" y="55233"/>
                </a:moveTo>
                <a:lnTo>
                  <a:pt x="3729139" y="106159"/>
                </a:lnTo>
                <a:lnTo>
                  <a:pt x="3766510" y="55233"/>
                </a:lnTo>
                <a:lnTo>
                  <a:pt x="3786906" y="55233"/>
                </a:lnTo>
                <a:lnTo>
                  <a:pt x="3738640" y="119334"/>
                </a:lnTo>
                <a:lnTo>
                  <a:pt x="3790833" y="189135"/>
                </a:lnTo>
                <a:lnTo>
                  <a:pt x="3770057" y="189135"/>
                </a:lnTo>
                <a:lnTo>
                  <a:pt x="3727999" y="132889"/>
                </a:lnTo>
                <a:lnTo>
                  <a:pt x="3686827" y="189135"/>
                </a:lnTo>
                <a:lnTo>
                  <a:pt x="3666558" y="189135"/>
                </a:lnTo>
                <a:lnTo>
                  <a:pt x="3718498" y="119587"/>
                </a:lnTo>
                <a:lnTo>
                  <a:pt x="3670485" y="55233"/>
                </a:lnTo>
                <a:lnTo>
                  <a:pt x="3691008" y="552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480FB-FF82-4D9C-9A5E-07A0E757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9" y="397443"/>
            <a:ext cx="869160" cy="23350"/>
          </a:xfrm>
          <a:custGeom xmlns:a="http://schemas.openxmlformats.org/drawingml/2006/main">
            <a:pathLst>
              <a:path w="869160" h="23350">
                <a:moveTo>
                  <a:pt x="0" y="0"/>
                </a:moveTo>
                <a:lnTo>
                  <a:pt x="869160" y="0"/>
                </a:lnTo>
                <a:lnTo>
                  <a:pt x="869160" y="23350"/>
                </a:lnTo>
                <a:lnTo>
                  <a:pt x="0" y="2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9868A-D8F0-40F4-A460-DE95260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827406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2DFE2-9003-4C83-BDB9-A3459B02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827406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027D8-DB90-4FAA-ADBE-D4A8891A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827406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0473F-0AA1-4924-8BF4-E9C75C56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827406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923B0-F7AF-49D8-AF15-E142FF8A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822015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2EEED-736A-4F52-8580-9F11C517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822015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78F24-2494-4F65-A59F-9AE4B645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822015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EF7E3-A874-48EB-B122-E59FDFA8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822015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DC2EF-FA9D-4756-B9F3-368B8330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60" y="822015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CA83F-F961-47D2-B4D3-9FB96C66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827406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602DD-8287-472C-940D-E651E35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1277062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7" name="Text ✗">
            <a:extLst xmlns:a="http://schemas.openxmlformats.org/drawingml/2006/main">
              <a:ext uri="{FF2B5EF4-FFF2-40B4-BE49-F238E27FC236}">
                <a16:creationId xmlns:a16="http://schemas.microsoft.com/office/drawing/2014/main" id="{2966A0DA-AE14-4E9F-8FC4-A51AF45D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61" y="984414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✗">
            <a:extLst xmlns:a="http://schemas.openxmlformats.org/drawingml/2006/main">
              <a:ext uri="{FF2B5EF4-FFF2-40B4-BE49-F238E27FC236}">
                <a16:creationId xmlns:a16="http://schemas.microsoft.com/office/drawing/2014/main" id="{0EAFB36D-3B8D-43EA-BFE4-52070F2C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66" y="984414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✗">
            <a:extLst xmlns:a="http://schemas.openxmlformats.org/drawingml/2006/main">
              <a:ext uri="{FF2B5EF4-FFF2-40B4-BE49-F238E27FC236}">
                <a16:creationId xmlns:a16="http://schemas.microsoft.com/office/drawing/2014/main" id="{A420162C-A749-4BDC-AF80-399AC911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171" y="984414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✗">
            <a:extLst xmlns:a="http://schemas.openxmlformats.org/drawingml/2006/main">
              <a:ext uri="{FF2B5EF4-FFF2-40B4-BE49-F238E27FC236}">
                <a16:creationId xmlns:a16="http://schemas.microsoft.com/office/drawing/2014/main" id="{381BF57A-568E-457C-87BF-63DB0957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676" y="984414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16569-84B0-4CD3-8CFB-CE7B7CB4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0" y="790237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Q">
            <a:extLst xmlns:a="http://schemas.openxmlformats.org/drawingml/2006/main">
              <a:ext uri="{FF2B5EF4-FFF2-40B4-BE49-F238E27FC236}">
                <a16:creationId xmlns:a16="http://schemas.microsoft.com/office/drawing/2014/main" id="{0161607B-8E69-446C-95F7-B5B8365B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03" y="940800"/>
            <a:ext cx="155171" cy="178705"/>
          </a:xfrm>
          <a:custGeom xmlns:a="http://schemas.openxmlformats.org/drawingml/2006/main">
            <a:pathLst>
              <a:path w="155171" h="178705">
                <a:moveTo>
                  <a:pt x="77698" y="0"/>
                </a:moveTo>
                <a:cubicBezTo>
                  <a:pt x="101345" y="0"/>
                  <a:pt x="120169" y="8070"/>
                  <a:pt x="134170" y="24210"/>
                </a:cubicBezTo>
                <a:cubicBezTo>
                  <a:pt x="148170" y="40350"/>
                  <a:pt x="155171" y="60882"/>
                  <a:pt x="155171" y="85805"/>
                </a:cubicBezTo>
                <a:cubicBezTo>
                  <a:pt x="155171" y="99243"/>
                  <a:pt x="152956" y="111630"/>
                  <a:pt x="148527" y="122965"/>
                </a:cubicBezTo>
                <a:cubicBezTo>
                  <a:pt x="144098" y="134301"/>
                  <a:pt x="138017" y="143647"/>
                  <a:pt x="130285" y="151004"/>
                </a:cubicBezTo>
                <a:lnTo>
                  <a:pt x="153819" y="169021"/>
                </a:lnTo>
                <a:lnTo>
                  <a:pt x="145937" y="178705"/>
                </a:lnTo>
                <a:lnTo>
                  <a:pt x="120375" y="159337"/>
                </a:lnTo>
                <a:cubicBezTo>
                  <a:pt x="114670" y="163391"/>
                  <a:pt x="108289" y="166450"/>
                  <a:pt x="101232" y="168514"/>
                </a:cubicBezTo>
                <a:cubicBezTo>
                  <a:pt x="94176" y="170579"/>
                  <a:pt x="86331" y="171611"/>
                  <a:pt x="77698" y="171611"/>
                </a:cubicBezTo>
                <a:cubicBezTo>
                  <a:pt x="54051" y="171611"/>
                  <a:pt x="35189" y="163597"/>
                  <a:pt x="21114" y="147570"/>
                </a:cubicBezTo>
                <a:cubicBezTo>
                  <a:pt x="7038" y="131542"/>
                  <a:pt x="0" y="110954"/>
                  <a:pt x="0" y="85805"/>
                </a:cubicBezTo>
                <a:cubicBezTo>
                  <a:pt x="0" y="60657"/>
                  <a:pt x="7038" y="40069"/>
                  <a:pt x="21114" y="24041"/>
                </a:cubicBezTo>
                <a:cubicBezTo>
                  <a:pt x="35189" y="8014"/>
                  <a:pt x="54051" y="0"/>
                  <a:pt x="77698" y="0"/>
                </a:cubicBezTo>
                <a:moveTo>
                  <a:pt x="15652" y="85805"/>
                </a:moveTo>
                <a:cubicBezTo>
                  <a:pt x="15652" y="106525"/>
                  <a:pt x="21114" y="123772"/>
                  <a:pt x="32036" y="137548"/>
                </a:cubicBezTo>
                <a:cubicBezTo>
                  <a:pt x="42959" y="151323"/>
                  <a:pt x="58180" y="158211"/>
                  <a:pt x="77698" y="158211"/>
                </a:cubicBezTo>
                <a:cubicBezTo>
                  <a:pt x="83553" y="158211"/>
                  <a:pt x="88996" y="157535"/>
                  <a:pt x="94026" y="156184"/>
                </a:cubicBezTo>
                <a:cubicBezTo>
                  <a:pt x="99055" y="154833"/>
                  <a:pt x="103747" y="152806"/>
                  <a:pt x="108101" y="150103"/>
                </a:cubicBezTo>
                <a:lnTo>
                  <a:pt x="86481" y="133775"/>
                </a:lnTo>
                <a:lnTo>
                  <a:pt x="94476" y="123866"/>
                </a:lnTo>
                <a:lnTo>
                  <a:pt x="118461" y="142108"/>
                </a:lnTo>
                <a:cubicBezTo>
                  <a:pt x="125518" y="135352"/>
                  <a:pt x="130791" y="127094"/>
                  <a:pt x="134282" y="117335"/>
                </a:cubicBezTo>
                <a:cubicBezTo>
                  <a:pt x="137773" y="107576"/>
                  <a:pt x="139518" y="97066"/>
                  <a:pt x="139518" y="85805"/>
                </a:cubicBezTo>
                <a:cubicBezTo>
                  <a:pt x="139518" y="65161"/>
                  <a:pt x="134076" y="47932"/>
                  <a:pt x="123191" y="34119"/>
                </a:cubicBezTo>
                <a:cubicBezTo>
                  <a:pt x="112305" y="20307"/>
                  <a:pt x="97066" y="13400"/>
                  <a:pt x="77473" y="13400"/>
                </a:cubicBezTo>
                <a:cubicBezTo>
                  <a:pt x="58405" y="13400"/>
                  <a:pt x="43334" y="20156"/>
                  <a:pt x="32262" y="33669"/>
                </a:cubicBezTo>
                <a:cubicBezTo>
                  <a:pt x="21189" y="47182"/>
                  <a:pt x="15652" y="64561"/>
                  <a:pt x="15652" y="8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lim">
            <a:extLst xmlns:a="http://schemas.openxmlformats.org/drawingml/2006/main">
              <a:ext uri="{FF2B5EF4-FFF2-40B4-BE49-F238E27FC236}">
                <a16:creationId xmlns:a16="http://schemas.microsoft.com/office/drawing/2014/main" id="{63CC3E6B-0884-47F6-BF04-C80FC5E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98" y="1085648"/>
            <a:ext cx="166338" cy="109753"/>
          </a:xfrm>
          <a:custGeom xmlns:a="http://schemas.openxmlformats.org/drawingml/2006/main">
            <a:pathLst>
              <a:path w="166338" h="109753">
                <a:moveTo>
                  <a:pt x="9684" y="0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0"/>
                </a:lnTo>
                <a:lnTo>
                  <a:pt x="9684" y="0"/>
                </a:lnTo>
                <a:close/>
                <a:moveTo>
                  <a:pt x="38127" y="0"/>
                </a:moveTo>
                <a:lnTo>
                  <a:pt x="38127" y="15540"/>
                </a:lnTo>
                <a:lnTo>
                  <a:pt x="28443" y="15540"/>
                </a:lnTo>
                <a:lnTo>
                  <a:pt x="28443" y="0"/>
                </a:lnTo>
                <a:lnTo>
                  <a:pt x="38127" y="0"/>
                </a:lnTo>
                <a:moveTo>
                  <a:pt x="38127" y="30404"/>
                </a:moveTo>
                <a:lnTo>
                  <a:pt x="38127" y="109753"/>
                </a:lnTo>
                <a:lnTo>
                  <a:pt x="28443" y="109753"/>
                </a:lnTo>
                <a:lnTo>
                  <a:pt x="28443" y="30404"/>
                </a:lnTo>
                <a:lnTo>
                  <a:pt x="38127" y="30404"/>
                </a:lnTo>
                <a:close/>
                <a:moveTo>
                  <a:pt x="92093" y="28151"/>
                </a:moveTo>
                <a:cubicBezTo>
                  <a:pt x="97599" y="28151"/>
                  <a:pt x="102378" y="29465"/>
                  <a:pt x="106432" y="32093"/>
                </a:cubicBezTo>
                <a:cubicBezTo>
                  <a:pt x="110486" y="34720"/>
                  <a:pt x="113288" y="38561"/>
                  <a:pt x="114840" y="43616"/>
                </a:cubicBezTo>
                <a:cubicBezTo>
                  <a:pt x="117292" y="38561"/>
                  <a:pt x="120733" y="34720"/>
                  <a:pt x="125162" y="32093"/>
                </a:cubicBezTo>
                <a:cubicBezTo>
                  <a:pt x="129591" y="29465"/>
                  <a:pt x="134583" y="28151"/>
                  <a:pt x="140138" y="28151"/>
                </a:cubicBezTo>
                <a:cubicBezTo>
                  <a:pt x="148947" y="28151"/>
                  <a:pt x="155515" y="30491"/>
                  <a:pt x="159844" y="35170"/>
                </a:cubicBezTo>
                <a:cubicBezTo>
                  <a:pt x="164173" y="39850"/>
                  <a:pt x="166338" y="46544"/>
                  <a:pt x="166338" y="55252"/>
                </a:cubicBezTo>
                <a:lnTo>
                  <a:pt x="166338" y="109753"/>
                </a:lnTo>
                <a:lnTo>
                  <a:pt x="156654" y="109753"/>
                </a:lnTo>
                <a:lnTo>
                  <a:pt x="156654" y="55777"/>
                </a:lnTo>
                <a:cubicBezTo>
                  <a:pt x="156654" y="49071"/>
                  <a:pt x="155153" y="44141"/>
                  <a:pt x="152150" y="40988"/>
                </a:cubicBezTo>
                <a:cubicBezTo>
                  <a:pt x="149147" y="37835"/>
                  <a:pt x="144417" y="36259"/>
                  <a:pt x="137961" y="36259"/>
                </a:cubicBezTo>
                <a:cubicBezTo>
                  <a:pt x="130905" y="36259"/>
                  <a:pt x="125550" y="38686"/>
                  <a:pt x="121896" y="43541"/>
                </a:cubicBezTo>
                <a:cubicBezTo>
                  <a:pt x="118243" y="48395"/>
                  <a:pt x="116416" y="55252"/>
                  <a:pt x="116416" y="64110"/>
                </a:cubicBezTo>
                <a:lnTo>
                  <a:pt x="116416" y="109753"/>
                </a:lnTo>
                <a:lnTo>
                  <a:pt x="106657" y="109753"/>
                </a:lnTo>
                <a:lnTo>
                  <a:pt x="106657" y="55402"/>
                </a:lnTo>
                <a:cubicBezTo>
                  <a:pt x="106657" y="49446"/>
                  <a:pt x="105281" y="44767"/>
                  <a:pt x="102528" y="41364"/>
                </a:cubicBezTo>
                <a:cubicBezTo>
                  <a:pt x="99776" y="37961"/>
                  <a:pt x="95622" y="36259"/>
                  <a:pt x="90066" y="36259"/>
                </a:cubicBezTo>
                <a:cubicBezTo>
                  <a:pt x="82359" y="36259"/>
                  <a:pt x="76491" y="38874"/>
                  <a:pt x="72462" y="44104"/>
                </a:cubicBezTo>
                <a:cubicBezTo>
                  <a:pt x="68434" y="49334"/>
                  <a:pt x="66419" y="56228"/>
                  <a:pt x="66419" y="64786"/>
                </a:cubicBezTo>
                <a:lnTo>
                  <a:pt x="66419" y="109753"/>
                </a:lnTo>
                <a:lnTo>
                  <a:pt x="56735" y="109753"/>
                </a:lnTo>
                <a:lnTo>
                  <a:pt x="56735" y="30404"/>
                </a:lnTo>
                <a:lnTo>
                  <a:pt x="65669" y="30404"/>
                </a:lnTo>
                <a:lnTo>
                  <a:pt x="65669" y="43766"/>
                </a:lnTo>
                <a:lnTo>
                  <a:pt x="66119" y="43766"/>
                </a:lnTo>
                <a:cubicBezTo>
                  <a:pt x="68872" y="38561"/>
                  <a:pt x="72412" y="34658"/>
                  <a:pt x="76741" y="32055"/>
                </a:cubicBezTo>
                <a:cubicBezTo>
                  <a:pt x="81071" y="29453"/>
                  <a:pt x="86188" y="28151"/>
                  <a:pt x="92093" y="2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∪">
            <a:extLst xmlns:a="http://schemas.openxmlformats.org/drawingml/2006/main">
              <a:ext uri="{FF2B5EF4-FFF2-40B4-BE49-F238E27FC236}">
                <a16:creationId xmlns:a16="http://schemas.microsoft.com/office/drawing/2014/main" id="{72510DBB-BD80-4D20-8C49-13EBFDF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92" y="950371"/>
            <a:ext cx="131523" cy="155846"/>
          </a:xfrm>
          <a:custGeom xmlns:a="http://schemas.openxmlformats.org/drawingml/2006/main">
            <a:pathLst>
              <a:path w="131523" h="155846">
                <a:moveTo>
                  <a:pt x="0" y="0"/>
                </a:moveTo>
                <a:lnTo>
                  <a:pt x="17116" y="0"/>
                </a:lnTo>
                <a:lnTo>
                  <a:pt x="17116" y="85580"/>
                </a:lnTo>
                <a:cubicBezTo>
                  <a:pt x="17116" y="101195"/>
                  <a:pt x="22221" y="114107"/>
                  <a:pt x="32430" y="124317"/>
                </a:cubicBezTo>
                <a:cubicBezTo>
                  <a:pt x="41439" y="133325"/>
                  <a:pt x="52549" y="137829"/>
                  <a:pt x="65762" y="137829"/>
                </a:cubicBezTo>
                <a:cubicBezTo>
                  <a:pt x="78974" y="137829"/>
                  <a:pt x="90084" y="133325"/>
                  <a:pt x="99093" y="124317"/>
                </a:cubicBezTo>
                <a:cubicBezTo>
                  <a:pt x="109303" y="114107"/>
                  <a:pt x="114407" y="101195"/>
                  <a:pt x="114407" y="85580"/>
                </a:cubicBezTo>
                <a:lnTo>
                  <a:pt x="114407" y="0"/>
                </a:lnTo>
                <a:lnTo>
                  <a:pt x="131523" y="0"/>
                </a:lnTo>
                <a:lnTo>
                  <a:pt x="131523" y="85580"/>
                </a:lnTo>
                <a:cubicBezTo>
                  <a:pt x="131523" y="106600"/>
                  <a:pt x="125217" y="123416"/>
                  <a:pt x="112606" y="136028"/>
                </a:cubicBezTo>
                <a:cubicBezTo>
                  <a:pt x="99393" y="149240"/>
                  <a:pt x="83779" y="155846"/>
                  <a:pt x="65762" y="155846"/>
                </a:cubicBezTo>
                <a:cubicBezTo>
                  <a:pt x="47745" y="155846"/>
                  <a:pt x="32130" y="149240"/>
                  <a:pt x="18918" y="136028"/>
                </a:cubicBezTo>
                <a:cubicBezTo>
                  <a:pt x="6306" y="123416"/>
                  <a:pt x="0" y="106600"/>
                  <a:pt x="0" y="8558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FA06C-53D7-4DA0-8397-755EBE32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362953"/>
            <a:ext cx="3480694" cy="489265"/>
          </a:xfrm>
          <a:custGeom xmlns:a="http://schemas.openxmlformats.org/drawingml/2006/main">
            <a:pathLst>
              <a:path w="3480694" h="489265">
                <a:moveTo>
                  <a:pt x="0" y="0"/>
                </a:moveTo>
                <a:lnTo>
                  <a:pt x="3480694" y="0"/>
                </a:lnTo>
                <a:lnTo>
                  <a:pt x="3480694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D">
            <a:extLst xmlns:a="http://schemas.openxmlformats.org/drawingml/2006/main">
              <a:ext uri="{FF2B5EF4-FFF2-40B4-BE49-F238E27FC236}">
                <a16:creationId xmlns:a16="http://schemas.microsoft.com/office/drawing/2014/main" id="{FC42B070-A2F3-496D-9CCF-DC994CD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784" y="517007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1">
            <a:extLst xmlns:a="http://schemas.openxmlformats.org/drawingml/2006/main">
              <a:ext uri="{FF2B5EF4-FFF2-40B4-BE49-F238E27FC236}">
                <a16:creationId xmlns:a16="http://schemas.microsoft.com/office/drawing/2014/main" id="{4C1CA785-B16F-429E-89B6-8389AE0E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117" y="660466"/>
            <a:ext cx="38136" cy="107651"/>
          </a:xfrm>
          <a:custGeom xmlns:a="http://schemas.openxmlformats.org/drawingml/2006/main">
            <a:pathLst>
              <a:path w="38136" h="107651">
                <a:moveTo>
                  <a:pt x="30253" y="0"/>
                </a:moveTo>
                <a:lnTo>
                  <a:pt x="38136" y="0"/>
                </a:lnTo>
                <a:lnTo>
                  <a:pt x="38136" y="107651"/>
                </a:lnTo>
                <a:lnTo>
                  <a:pt x="28452" y="107651"/>
                </a:lnTo>
                <a:lnTo>
                  <a:pt x="28452" y="27701"/>
                </a:lnTo>
                <a:lnTo>
                  <a:pt x="0" y="27701"/>
                </a:lnTo>
                <a:lnTo>
                  <a:pt x="0" y="20795"/>
                </a:lnTo>
                <a:cubicBezTo>
                  <a:pt x="8808" y="20644"/>
                  <a:pt x="14939" y="19881"/>
                  <a:pt x="18392" y="18505"/>
                </a:cubicBezTo>
                <a:cubicBezTo>
                  <a:pt x="21845" y="17129"/>
                  <a:pt x="24510" y="14977"/>
                  <a:pt x="26387" y="12049"/>
                </a:cubicBezTo>
                <a:cubicBezTo>
                  <a:pt x="28264" y="9121"/>
                  <a:pt x="29553" y="5105"/>
                  <a:pt x="3025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D">
            <a:extLst xmlns:a="http://schemas.openxmlformats.org/drawingml/2006/main">
              <a:ext uri="{FF2B5EF4-FFF2-40B4-BE49-F238E27FC236}">
                <a16:creationId xmlns:a16="http://schemas.microsoft.com/office/drawing/2014/main" id="{FAD46DF5-232F-4E39-A1F9-539A2DFF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856" y="517007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2">
            <a:extLst xmlns:a="http://schemas.openxmlformats.org/drawingml/2006/main">
              <a:ext uri="{FF2B5EF4-FFF2-40B4-BE49-F238E27FC236}">
                <a16:creationId xmlns:a16="http://schemas.microsoft.com/office/drawing/2014/main" id="{38781A2A-C5A3-4C10-9A17-5EF19FF6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335" y="659565"/>
            <a:ext cx="70866" cy="108552"/>
          </a:xfrm>
          <a:custGeom xmlns:a="http://schemas.openxmlformats.org/drawingml/2006/main">
            <a:pathLst>
              <a:path w="70866" h="108552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D">
            <a:extLst xmlns:a="http://schemas.openxmlformats.org/drawingml/2006/main">
              <a:ext uri="{FF2B5EF4-FFF2-40B4-BE49-F238E27FC236}">
                <a16:creationId xmlns:a16="http://schemas.microsoft.com/office/drawing/2014/main" id="{4D49D8B4-CA15-46AB-9F28-50C60F75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457" y="517007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3">
            <a:extLst xmlns:a="http://schemas.openxmlformats.org/drawingml/2006/main">
              <a:ext uri="{FF2B5EF4-FFF2-40B4-BE49-F238E27FC236}">
                <a16:creationId xmlns:a16="http://schemas.microsoft.com/office/drawing/2014/main" id="{9DC9D06F-CDCF-44E6-85E7-2F1B114A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110" y="659565"/>
            <a:ext cx="73944" cy="110879"/>
          </a:xfrm>
          <a:custGeom xmlns:a="http://schemas.openxmlformats.org/drawingml/2006/main">
            <a:pathLst>
              <a:path w="73944" h="110879">
                <a:moveTo>
                  <a:pt x="36559" y="0"/>
                </a:moveTo>
                <a:cubicBezTo>
                  <a:pt x="45918" y="0"/>
                  <a:pt x="53813" y="2402"/>
                  <a:pt x="60244" y="7207"/>
                </a:cubicBezTo>
                <a:cubicBezTo>
                  <a:pt x="66675" y="12011"/>
                  <a:pt x="69891" y="18743"/>
                  <a:pt x="69891" y="27401"/>
                </a:cubicBezTo>
                <a:cubicBezTo>
                  <a:pt x="69891" y="33306"/>
                  <a:pt x="68327" y="38361"/>
                  <a:pt x="65199" y="42565"/>
                </a:cubicBezTo>
                <a:cubicBezTo>
                  <a:pt x="62071" y="46769"/>
                  <a:pt x="57604" y="49647"/>
                  <a:pt x="51799" y="51198"/>
                </a:cubicBezTo>
                <a:lnTo>
                  <a:pt x="51799" y="51498"/>
                </a:lnTo>
                <a:cubicBezTo>
                  <a:pt x="59206" y="52850"/>
                  <a:pt x="64748" y="55927"/>
                  <a:pt x="68427" y="60732"/>
                </a:cubicBezTo>
                <a:cubicBezTo>
                  <a:pt x="72105" y="65536"/>
                  <a:pt x="73944" y="71317"/>
                  <a:pt x="73944" y="78073"/>
                </a:cubicBezTo>
                <a:cubicBezTo>
                  <a:pt x="73944" y="87882"/>
                  <a:pt x="70441" y="95802"/>
                  <a:pt x="63434" y="101833"/>
                </a:cubicBezTo>
                <a:cubicBezTo>
                  <a:pt x="56428" y="107864"/>
                  <a:pt x="47570" y="110879"/>
                  <a:pt x="36860" y="110879"/>
                </a:cubicBezTo>
                <a:cubicBezTo>
                  <a:pt x="26049" y="110879"/>
                  <a:pt x="17204" y="107851"/>
                  <a:pt x="10322" y="101795"/>
                </a:cubicBezTo>
                <a:cubicBezTo>
                  <a:pt x="3441" y="95740"/>
                  <a:pt x="0" y="87382"/>
                  <a:pt x="0" y="76722"/>
                </a:cubicBezTo>
                <a:cubicBezTo>
                  <a:pt x="0" y="75471"/>
                  <a:pt x="50" y="74645"/>
                  <a:pt x="150" y="74245"/>
                </a:cubicBezTo>
                <a:lnTo>
                  <a:pt x="9834" y="74245"/>
                </a:lnTo>
                <a:lnTo>
                  <a:pt x="9834" y="76272"/>
                </a:lnTo>
                <a:cubicBezTo>
                  <a:pt x="9834" y="84179"/>
                  <a:pt x="12249" y="90560"/>
                  <a:pt x="17079" y="95414"/>
                </a:cubicBezTo>
                <a:cubicBezTo>
                  <a:pt x="21908" y="100269"/>
                  <a:pt x="28452" y="102696"/>
                  <a:pt x="36709" y="102696"/>
                </a:cubicBezTo>
                <a:cubicBezTo>
                  <a:pt x="44517" y="102696"/>
                  <a:pt x="51060" y="100469"/>
                  <a:pt x="56340" y="96015"/>
                </a:cubicBezTo>
                <a:cubicBezTo>
                  <a:pt x="61620" y="91561"/>
                  <a:pt x="64260" y="85856"/>
                  <a:pt x="64260" y="78899"/>
                </a:cubicBezTo>
                <a:cubicBezTo>
                  <a:pt x="64260" y="71942"/>
                  <a:pt x="61946" y="66412"/>
                  <a:pt x="57316" y="62308"/>
                </a:cubicBezTo>
                <a:cubicBezTo>
                  <a:pt x="52687" y="58205"/>
                  <a:pt x="46343" y="56153"/>
                  <a:pt x="38286" y="56153"/>
                </a:cubicBezTo>
                <a:lnTo>
                  <a:pt x="30253" y="56153"/>
                </a:lnTo>
                <a:lnTo>
                  <a:pt x="30253" y="47970"/>
                </a:lnTo>
                <a:lnTo>
                  <a:pt x="38811" y="47970"/>
                </a:lnTo>
                <a:cubicBezTo>
                  <a:pt x="44567" y="47970"/>
                  <a:pt x="49571" y="46231"/>
                  <a:pt x="53825" y="42753"/>
                </a:cubicBezTo>
                <a:cubicBezTo>
                  <a:pt x="58079" y="39274"/>
                  <a:pt x="60206" y="34507"/>
                  <a:pt x="60206" y="28452"/>
                </a:cubicBezTo>
                <a:cubicBezTo>
                  <a:pt x="60206" y="21896"/>
                  <a:pt x="58054" y="16878"/>
                  <a:pt x="53750" y="13400"/>
                </a:cubicBezTo>
                <a:cubicBezTo>
                  <a:pt x="49446" y="9922"/>
                  <a:pt x="43766" y="8183"/>
                  <a:pt x="36709" y="8183"/>
                </a:cubicBezTo>
                <a:cubicBezTo>
                  <a:pt x="29353" y="8183"/>
                  <a:pt x="23434" y="10510"/>
                  <a:pt x="18955" y="15164"/>
                </a:cubicBezTo>
                <a:cubicBezTo>
                  <a:pt x="14476" y="19819"/>
                  <a:pt x="12236" y="26350"/>
                  <a:pt x="12236" y="34758"/>
                </a:cubicBezTo>
                <a:lnTo>
                  <a:pt x="12236" y="35358"/>
                </a:lnTo>
                <a:lnTo>
                  <a:pt x="2552" y="35358"/>
                </a:lnTo>
                <a:cubicBezTo>
                  <a:pt x="2652" y="24748"/>
                  <a:pt x="5868" y="16203"/>
                  <a:pt x="12199" y="9722"/>
                </a:cubicBezTo>
                <a:cubicBezTo>
                  <a:pt x="18530" y="3241"/>
                  <a:pt x="26650" y="0"/>
                  <a:pt x="3655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D">
            <a:extLst xmlns:a="http://schemas.openxmlformats.org/drawingml/2006/main">
              <a:ext uri="{FF2B5EF4-FFF2-40B4-BE49-F238E27FC236}">
                <a16:creationId xmlns:a16="http://schemas.microsoft.com/office/drawing/2014/main" id="{84F5B03E-FD25-4BEB-8992-D3C4C9C5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59" y="517007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4">
            <a:extLst xmlns:a="http://schemas.openxmlformats.org/drawingml/2006/main">
              <a:ext uri="{FF2B5EF4-FFF2-40B4-BE49-F238E27FC236}">
                <a16:creationId xmlns:a16="http://schemas.microsoft.com/office/drawing/2014/main" id="{63CCF7E0-FB9C-4E2B-BFB6-D9FE7156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61" y="660466"/>
            <a:ext cx="74770" cy="107651"/>
          </a:xfrm>
          <a:custGeom xmlns:a="http://schemas.openxmlformats.org/drawingml/2006/main">
            <a:pathLst>
              <a:path w="74770" h="107651">
                <a:moveTo>
                  <a:pt x="49847" y="0"/>
                </a:moveTo>
                <a:lnTo>
                  <a:pt x="58630" y="0"/>
                </a:lnTo>
                <a:lnTo>
                  <a:pt x="58630" y="72743"/>
                </a:lnTo>
                <a:lnTo>
                  <a:pt x="74770" y="72743"/>
                </a:lnTo>
                <a:lnTo>
                  <a:pt x="74770" y="80926"/>
                </a:lnTo>
                <a:lnTo>
                  <a:pt x="58630" y="80926"/>
                </a:lnTo>
                <a:lnTo>
                  <a:pt x="58630" y="107651"/>
                </a:lnTo>
                <a:lnTo>
                  <a:pt x="49697" y="107651"/>
                </a:lnTo>
                <a:lnTo>
                  <a:pt x="49697" y="80926"/>
                </a:lnTo>
                <a:lnTo>
                  <a:pt x="0" y="80926"/>
                </a:lnTo>
                <a:lnTo>
                  <a:pt x="0" y="71542"/>
                </a:lnTo>
                <a:lnTo>
                  <a:pt x="49847" y="0"/>
                </a:lnTo>
                <a:moveTo>
                  <a:pt x="8783" y="72743"/>
                </a:moveTo>
                <a:lnTo>
                  <a:pt x="49697" y="72743"/>
                </a:lnTo>
                <a:lnTo>
                  <a:pt x="49697" y="14188"/>
                </a:lnTo>
                <a:lnTo>
                  <a:pt x="49396" y="14188"/>
                </a:lnTo>
                <a:lnTo>
                  <a:pt x="8783" y="72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E4986-1AAB-4E03-893D-C9D0E92C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53996"/>
            <a:ext cx="7651651" cy="523994"/>
          </a:xfrm>
          <a:custGeom xmlns:a="http://schemas.openxmlformats.org/drawingml/2006/main">
            <a:pathLst>
              <a:path w="7651651" h="523994">
                <a:moveTo>
                  <a:pt x="7651651" y="523994"/>
                </a:moveTo>
                <a:lnTo>
                  <a:pt x="0" y="523994"/>
                </a:lnTo>
                <a:lnTo>
                  <a:pt x="0" y="0"/>
                </a:lnTo>
                <a:lnTo>
                  <a:pt x="7651651" y="0"/>
                </a:lnTo>
                <a:lnTo>
                  <a:pt x="7651651" y="52399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030CB-D4BD-4515-ACD6-96D9244A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9" y="1447877"/>
            <a:ext cx="869160" cy="326964"/>
          </a:xfrm>
          <a:custGeom xmlns:a="http://schemas.openxmlformats.org/drawingml/2006/main">
            <a:pathLst>
              <a:path w="869160" h="326964">
                <a:moveTo>
                  <a:pt x="0" y="0"/>
                </a:moveTo>
                <a:lnTo>
                  <a:pt x="869160" y="0"/>
                </a:lnTo>
                <a:lnTo>
                  <a:pt x="869160" y="326964"/>
                </a:lnTo>
                <a:lnTo>
                  <a:pt x="0" y="326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Stage2:Searchbyextendingthesyntaxalongoneaxis">
            <a:extLst xmlns:a="http://schemas.openxmlformats.org/drawingml/2006/main">
              <a:ext uri="{FF2B5EF4-FFF2-40B4-BE49-F238E27FC236}">
                <a16:creationId xmlns:a16="http://schemas.microsoft.com/office/drawing/2014/main" id="{99404E38-0E31-44F8-81AB-F3BDE6C5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" y="1511218"/>
            <a:ext cx="6166611" cy="242595"/>
          </a:xfrm>
          <a:custGeom xmlns:a="http://schemas.openxmlformats.org/drawingml/2006/main">
            <a:pathLst>
              <a:path w="6166611" h="242595">
                <a:moveTo>
                  <a:pt x="69928" y="0"/>
                </a:moveTo>
                <a:cubicBezTo>
                  <a:pt x="89775" y="0"/>
                  <a:pt x="106117" y="5131"/>
                  <a:pt x="118954" y="15392"/>
                </a:cubicBezTo>
                <a:cubicBezTo>
                  <a:pt x="131791" y="25653"/>
                  <a:pt x="138209" y="39736"/>
                  <a:pt x="138209" y="57640"/>
                </a:cubicBezTo>
                <a:lnTo>
                  <a:pt x="120727" y="57640"/>
                </a:lnTo>
                <a:cubicBezTo>
                  <a:pt x="119967" y="44127"/>
                  <a:pt x="114837" y="33655"/>
                  <a:pt x="105336" y="26223"/>
                </a:cubicBezTo>
                <a:cubicBezTo>
                  <a:pt x="95834" y="18791"/>
                  <a:pt x="84116" y="15075"/>
                  <a:pt x="70181" y="15075"/>
                </a:cubicBezTo>
                <a:cubicBezTo>
                  <a:pt x="55571" y="15075"/>
                  <a:pt x="44170" y="18221"/>
                  <a:pt x="35977" y="24513"/>
                </a:cubicBezTo>
                <a:cubicBezTo>
                  <a:pt x="27785" y="30805"/>
                  <a:pt x="23689" y="39905"/>
                  <a:pt x="23689" y="51813"/>
                </a:cubicBezTo>
                <a:cubicBezTo>
                  <a:pt x="23689" y="58822"/>
                  <a:pt x="25780" y="64671"/>
                  <a:pt x="29960" y="69358"/>
                </a:cubicBezTo>
                <a:cubicBezTo>
                  <a:pt x="34141" y="74045"/>
                  <a:pt x="41763" y="77740"/>
                  <a:pt x="52826" y="80443"/>
                </a:cubicBezTo>
                <a:lnTo>
                  <a:pt x="95011" y="90830"/>
                </a:lnTo>
                <a:cubicBezTo>
                  <a:pt x="112409" y="95138"/>
                  <a:pt x="125077" y="101261"/>
                  <a:pt x="133015" y="109199"/>
                </a:cubicBezTo>
                <a:cubicBezTo>
                  <a:pt x="140954" y="117138"/>
                  <a:pt x="144923" y="127399"/>
                  <a:pt x="144923" y="139983"/>
                </a:cubicBezTo>
                <a:cubicBezTo>
                  <a:pt x="144923" y="155522"/>
                  <a:pt x="138969" y="168254"/>
                  <a:pt x="127061" y="178177"/>
                </a:cubicBezTo>
                <a:cubicBezTo>
                  <a:pt x="115153" y="188101"/>
                  <a:pt x="97502" y="193062"/>
                  <a:pt x="74109" y="193062"/>
                </a:cubicBezTo>
                <a:cubicBezTo>
                  <a:pt x="51053" y="193062"/>
                  <a:pt x="32937" y="187868"/>
                  <a:pt x="19762" y="177481"/>
                </a:cubicBezTo>
                <a:cubicBezTo>
                  <a:pt x="6587" y="167093"/>
                  <a:pt x="0" y="152060"/>
                  <a:pt x="0" y="132382"/>
                </a:cubicBezTo>
                <a:lnTo>
                  <a:pt x="0" y="128201"/>
                </a:lnTo>
                <a:lnTo>
                  <a:pt x="17735" y="128201"/>
                </a:lnTo>
                <a:lnTo>
                  <a:pt x="17735" y="129468"/>
                </a:lnTo>
                <a:cubicBezTo>
                  <a:pt x="17735" y="145852"/>
                  <a:pt x="22866" y="158035"/>
                  <a:pt x="33127" y="166016"/>
                </a:cubicBezTo>
                <a:cubicBezTo>
                  <a:pt x="43388" y="173997"/>
                  <a:pt x="58316" y="177987"/>
                  <a:pt x="77909" y="177987"/>
                </a:cubicBezTo>
                <a:cubicBezTo>
                  <a:pt x="90662" y="177987"/>
                  <a:pt x="102063" y="174630"/>
                  <a:pt x="112113" y="167916"/>
                </a:cubicBezTo>
                <a:cubicBezTo>
                  <a:pt x="122163" y="161202"/>
                  <a:pt x="127188" y="152018"/>
                  <a:pt x="127188" y="140363"/>
                </a:cubicBezTo>
                <a:cubicBezTo>
                  <a:pt x="127188" y="124401"/>
                  <a:pt x="115153" y="113422"/>
                  <a:pt x="91084" y="107426"/>
                </a:cubicBezTo>
                <a:cubicBezTo>
                  <a:pt x="66930" y="101514"/>
                  <a:pt x="52531" y="97967"/>
                  <a:pt x="47886" y="96785"/>
                </a:cubicBezTo>
                <a:cubicBezTo>
                  <a:pt x="33106" y="93153"/>
                  <a:pt x="22444" y="87748"/>
                  <a:pt x="15899" y="80569"/>
                </a:cubicBezTo>
                <a:cubicBezTo>
                  <a:pt x="9353" y="73391"/>
                  <a:pt x="6081" y="63974"/>
                  <a:pt x="6081" y="52319"/>
                </a:cubicBezTo>
                <a:cubicBezTo>
                  <a:pt x="6081" y="37962"/>
                  <a:pt x="11549" y="25653"/>
                  <a:pt x="22486" y="15392"/>
                </a:cubicBezTo>
                <a:cubicBezTo>
                  <a:pt x="33423" y="5131"/>
                  <a:pt x="49237" y="0"/>
                  <a:pt x="69928" y="0"/>
                </a:cubicBezTo>
                <a:close/>
                <a:moveTo>
                  <a:pt x="194969" y="15075"/>
                </a:moveTo>
                <a:lnTo>
                  <a:pt x="194969" y="55233"/>
                </a:lnTo>
                <a:lnTo>
                  <a:pt x="222205" y="55233"/>
                </a:lnTo>
                <a:lnTo>
                  <a:pt x="222205" y="69041"/>
                </a:lnTo>
                <a:lnTo>
                  <a:pt x="194969" y="69041"/>
                </a:lnTo>
                <a:lnTo>
                  <a:pt x="194969" y="160379"/>
                </a:lnTo>
                <a:cubicBezTo>
                  <a:pt x="194969" y="167219"/>
                  <a:pt x="196257" y="171695"/>
                  <a:pt x="198832" y="173807"/>
                </a:cubicBezTo>
                <a:cubicBezTo>
                  <a:pt x="201408" y="175918"/>
                  <a:pt x="204723" y="176974"/>
                  <a:pt x="208777" y="176974"/>
                </a:cubicBezTo>
                <a:cubicBezTo>
                  <a:pt x="210466" y="176974"/>
                  <a:pt x="212472" y="176910"/>
                  <a:pt x="214794" y="176784"/>
                </a:cubicBezTo>
                <a:cubicBezTo>
                  <a:pt x="217117" y="176657"/>
                  <a:pt x="219587" y="176467"/>
                  <a:pt x="222205" y="176214"/>
                </a:cubicBezTo>
                <a:lnTo>
                  <a:pt x="222205" y="190149"/>
                </a:lnTo>
                <a:cubicBezTo>
                  <a:pt x="219840" y="190318"/>
                  <a:pt x="217455" y="190444"/>
                  <a:pt x="215048" y="190529"/>
                </a:cubicBezTo>
                <a:cubicBezTo>
                  <a:pt x="212641" y="190613"/>
                  <a:pt x="210213" y="190655"/>
                  <a:pt x="207763" y="190655"/>
                </a:cubicBezTo>
                <a:cubicBezTo>
                  <a:pt x="196869" y="190655"/>
                  <a:pt x="189289" y="188586"/>
                  <a:pt x="185024" y="184448"/>
                </a:cubicBezTo>
                <a:cubicBezTo>
                  <a:pt x="180759" y="180310"/>
                  <a:pt x="178627" y="172878"/>
                  <a:pt x="178627" y="162152"/>
                </a:cubicBezTo>
                <a:lnTo>
                  <a:pt x="178627" y="69041"/>
                </a:lnTo>
                <a:lnTo>
                  <a:pt x="155191" y="69041"/>
                </a:lnTo>
                <a:lnTo>
                  <a:pt x="155191" y="55233"/>
                </a:lnTo>
                <a:lnTo>
                  <a:pt x="178627" y="55233"/>
                </a:lnTo>
                <a:lnTo>
                  <a:pt x="178627" y="15075"/>
                </a:lnTo>
                <a:lnTo>
                  <a:pt x="194969" y="15075"/>
                </a:lnTo>
                <a:close/>
                <a:moveTo>
                  <a:pt x="298361" y="51433"/>
                </a:moveTo>
                <a:cubicBezTo>
                  <a:pt x="315252" y="51433"/>
                  <a:pt x="327666" y="55085"/>
                  <a:pt x="335605" y="62391"/>
                </a:cubicBezTo>
                <a:cubicBezTo>
                  <a:pt x="343544" y="69696"/>
                  <a:pt x="347513" y="80020"/>
                  <a:pt x="347513" y="93364"/>
                </a:cubicBezTo>
                <a:lnTo>
                  <a:pt x="347513" y="166079"/>
                </a:lnTo>
                <a:cubicBezTo>
                  <a:pt x="347513" y="168782"/>
                  <a:pt x="348273" y="170999"/>
                  <a:pt x="349793" y="172730"/>
                </a:cubicBezTo>
                <a:cubicBezTo>
                  <a:pt x="351314" y="174461"/>
                  <a:pt x="353763" y="175327"/>
                  <a:pt x="357141" y="175327"/>
                </a:cubicBezTo>
                <a:cubicBezTo>
                  <a:pt x="358070" y="175327"/>
                  <a:pt x="358957" y="175264"/>
                  <a:pt x="359801" y="175137"/>
                </a:cubicBezTo>
                <a:cubicBezTo>
                  <a:pt x="360646" y="175010"/>
                  <a:pt x="361448" y="174736"/>
                  <a:pt x="362208" y="174313"/>
                </a:cubicBezTo>
                <a:lnTo>
                  <a:pt x="362208" y="188122"/>
                </a:lnTo>
                <a:cubicBezTo>
                  <a:pt x="360181" y="188544"/>
                  <a:pt x="358387" y="188818"/>
                  <a:pt x="356824" y="188945"/>
                </a:cubicBezTo>
                <a:cubicBezTo>
                  <a:pt x="355262" y="189072"/>
                  <a:pt x="353594" y="189135"/>
                  <a:pt x="351820" y="189135"/>
                </a:cubicBezTo>
                <a:cubicBezTo>
                  <a:pt x="344726" y="189135"/>
                  <a:pt x="339722" y="187425"/>
                  <a:pt x="336809" y="184005"/>
                </a:cubicBezTo>
                <a:cubicBezTo>
                  <a:pt x="333895" y="180584"/>
                  <a:pt x="332438" y="174989"/>
                  <a:pt x="332438" y="167219"/>
                </a:cubicBezTo>
                <a:lnTo>
                  <a:pt x="332438" y="165826"/>
                </a:lnTo>
                <a:lnTo>
                  <a:pt x="331931" y="165826"/>
                </a:lnTo>
                <a:cubicBezTo>
                  <a:pt x="325259" y="175960"/>
                  <a:pt x="318271" y="183033"/>
                  <a:pt x="310966" y="187045"/>
                </a:cubicBezTo>
                <a:cubicBezTo>
                  <a:pt x="303660" y="191057"/>
                  <a:pt x="294434" y="193062"/>
                  <a:pt x="283286" y="193062"/>
                </a:cubicBezTo>
                <a:cubicBezTo>
                  <a:pt x="269689" y="193062"/>
                  <a:pt x="258794" y="189663"/>
                  <a:pt x="250602" y="182864"/>
                </a:cubicBezTo>
                <a:cubicBezTo>
                  <a:pt x="242410" y="176066"/>
                  <a:pt x="238314" y="166375"/>
                  <a:pt x="238314" y="153791"/>
                </a:cubicBezTo>
                <a:cubicBezTo>
                  <a:pt x="238314" y="140870"/>
                  <a:pt x="242811" y="131136"/>
                  <a:pt x="251805" y="124591"/>
                </a:cubicBezTo>
                <a:cubicBezTo>
                  <a:pt x="260800" y="118046"/>
                  <a:pt x="280879" y="113380"/>
                  <a:pt x="312042" y="110593"/>
                </a:cubicBezTo>
                <a:cubicBezTo>
                  <a:pt x="319137" y="110002"/>
                  <a:pt x="324098" y="108376"/>
                  <a:pt x="326927" y="105716"/>
                </a:cubicBezTo>
                <a:cubicBezTo>
                  <a:pt x="329757" y="103055"/>
                  <a:pt x="331171" y="98685"/>
                  <a:pt x="331171" y="92604"/>
                </a:cubicBezTo>
                <a:cubicBezTo>
                  <a:pt x="331171" y="83567"/>
                  <a:pt x="328427" y="76727"/>
                  <a:pt x="322937" y="72082"/>
                </a:cubicBezTo>
                <a:cubicBezTo>
                  <a:pt x="317447" y="67437"/>
                  <a:pt x="308538" y="65114"/>
                  <a:pt x="296207" y="65114"/>
                </a:cubicBezTo>
                <a:cubicBezTo>
                  <a:pt x="284975" y="65114"/>
                  <a:pt x="276276" y="67774"/>
                  <a:pt x="270111" y="73095"/>
                </a:cubicBezTo>
                <a:cubicBezTo>
                  <a:pt x="263946" y="78416"/>
                  <a:pt x="260694" y="86143"/>
                  <a:pt x="260356" y="96278"/>
                </a:cubicBezTo>
                <a:lnTo>
                  <a:pt x="244015" y="96278"/>
                </a:lnTo>
                <a:cubicBezTo>
                  <a:pt x="244775" y="81583"/>
                  <a:pt x="249821" y="70435"/>
                  <a:pt x="259153" y="62834"/>
                </a:cubicBezTo>
                <a:cubicBezTo>
                  <a:pt x="268485" y="55233"/>
                  <a:pt x="281554" y="51433"/>
                  <a:pt x="298361" y="51433"/>
                </a:cubicBezTo>
                <a:moveTo>
                  <a:pt x="330665" y="115913"/>
                </a:moveTo>
                <a:cubicBezTo>
                  <a:pt x="328975" y="118954"/>
                  <a:pt x="323782" y="121065"/>
                  <a:pt x="315083" y="122247"/>
                </a:cubicBezTo>
                <a:cubicBezTo>
                  <a:pt x="306468" y="123430"/>
                  <a:pt x="296925" y="124929"/>
                  <a:pt x="286453" y="126745"/>
                </a:cubicBezTo>
                <a:cubicBezTo>
                  <a:pt x="275980" y="128560"/>
                  <a:pt x="268063" y="131537"/>
                  <a:pt x="262700" y="135676"/>
                </a:cubicBezTo>
                <a:cubicBezTo>
                  <a:pt x="257337" y="139814"/>
                  <a:pt x="254656" y="145515"/>
                  <a:pt x="254656" y="152778"/>
                </a:cubicBezTo>
                <a:cubicBezTo>
                  <a:pt x="254656" y="160716"/>
                  <a:pt x="257612" y="167114"/>
                  <a:pt x="263523" y="171970"/>
                </a:cubicBezTo>
                <a:cubicBezTo>
                  <a:pt x="269435" y="176826"/>
                  <a:pt x="276445" y="179254"/>
                  <a:pt x="284553" y="179254"/>
                </a:cubicBezTo>
                <a:cubicBezTo>
                  <a:pt x="297896" y="179254"/>
                  <a:pt x="309002" y="175285"/>
                  <a:pt x="317870" y="167346"/>
                </a:cubicBezTo>
                <a:cubicBezTo>
                  <a:pt x="326737" y="159407"/>
                  <a:pt x="331171" y="149611"/>
                  <a:pt x="331171" y="137956"/>
                </a:cubicBezTo>
                <a:lnTo>
                  <a:pt x="331171" y="115913"/>
                </a:lnTo>
                <a:lnTo>
                  <a:pt x="330665" y="115913"/>
                </a:lnTo>
                <a:close/>
                <a:moveTo>
                  <a:pt x="433772" y="51433"/>
                </a:moveTo>
                <a:cubicBezTo>
                  <a:pt x="443231" y="51433"/>
                  <a:pt x="451845" y="53966"/>
                  <a:pt x="459615" y="59033"/>
                </a:cubicBezTo>
                <a:cubicBezTo>
                  <a:pt x="467385" y="64101"/>
                  <a:pt x="473001" y="70561"/>
                  <a:pt x="476464" y="78416"/>
                </a:cubicBezTo>
                <a:lnTo>
                  <a:pt x="476970" y="78416"/>
                </a:lnTo>
                <a:lnTo>
                  <a:pt x="476970" y="55233"/>
                </a:lnTo>
                <a:lnTo>
                  <a:pt x="493312" y="55233"/>
                </a:lnTo>
                <a:lnTo>
                  <a:pt x="493312" y="179634"/>
                </a:lnTo>
                <a:cubicBezTo>
                  <a:pt x="493312" y="200241"/>
                  <a:pt x="488498" y="215886"/>
                  <a:pt x="478871" y="226570"/>
                </a:cubicBezTo>
                <a:cubicBezTo>
                  <a:pt x="469243" y="237253"/>
                  <a:pt x="454294" y="242595"/>
                  <a:pt x="434025" y="242595"/>
                </a:cubicBezTo>
                <a:cubicBezTo>
                  <a:pt x="418824" y="242595"/>
                  <a:pt x="406008" y="239069"/>
                  <a:pt x="395578" y="232017"/>
                </a:cubicBezTo>
                <a:cubicBezTo>
                  <a:pt x="385148" y="224965"/>
                  <a:pt x="379426" y="214978"/>
                  <a:pt x="378412" y="202057"/>
                </a:cubicBezTo>
                <a:lnTo>
                  <a:pt x="394754" y="202057"/>
                </a:lnTo>
                <a:cubicBezTo>
                  <a:pt x="396105" y="210502"/>
                  <a:pt x="400223" y="217068"/>
                  <a:pt x="407106" y="221756"/>
                </a:cubicBezTo>
                <a:cubicBezTo>
                  <a:pt x="413989" y="226443"/>
                  <a:pt x="422920" y="228786"/>
                  <a:pt x="433899" y="228786"/>
                </a:cubicBezTo>
                <a:cubicBezTo>
                  <a:pt x="448425" y="228786"/>
                  <a:pt x="459235" y="224648"/>
                  <a:pt x="466329" y="216372"/>
                </a:cubicBezTo>
                <a:cubicBezTo>
                  <a:pt x="473423" y="208095"/>
                  <a:pt x="476970" y="195807"/>
                  <a:pt x="476970" y="179507"/>
                </a:cubicBezTo>
                <a:lnTo>
                  <a:pt x="476970" y="160125"/>
                </a:lnTo>
                <a:lnTo>
                  <a:pt x="476464" y="160125"/>
                </a:lnTo>
                <a:cubicBezTo>
                  <a:pt x="472410" y="168824"/>
                  <a:pt x="466604" y="175580"/>
                  <a:pt x="459045" y="180394"/>
                </a:cubicBezTo>
                <a:cubicBezTo>
                  <a:pt x="451486" y="185208"/>
                  <a:pt x="443062" y="187615"/>
                  <a:pt x="433772" y="187615"/>
                </a:cubicBezTo>
                <a:cubicBezTo>
                  <a:pt x="414685" y="187615"/>
                  <a:pt x="399864" y="181598"/>
                  <a:pt x="389307" y="169563"/>
                </a:cubicBezTo>
                <a:cubicBezTo>
                  <a:pt x="378750" y="157528"/>
                  <a:pt x="373472" y="140658"/>
                  <a:pt x="373472" y="118954"/>
                </a:cubicBezTo>
                <a:cubicBezTo>
                  <a:pt x="373472" y="99360"/>
                  <a:pt x="378940" y="83208"/>
                  <a:pt x="389877" y="70498"/>
                </a:cubicBezTo>
                <a:cubicBezTo>
                  <a:pt x="400814" y="57788"/>
                  <a:pt x="415445" y="51433"/>
                  <a:pt x="433772" y="51433"/>
                </a:cubicBezTo>
                <a:moveTo>
                  <a:pt x="389814" y="120601"/>
                </a:moveTo>
                <a:cubicBezTo>
                  <a:pt x="389814" y="136394"/>
                  <a:pt x="393804" y="149209"/>
                  <a:pt x="401785" y="159048"/>
                </a:cubicBezTo>
                <a:cubicBezTo>
                  <a:pt x="409766" y="168887"/>
                  <a:pt x="420470" y="173807"/>
                  <a:pt x="433899" y="173807"/>
                </a:cubicBezTo>
                <a:cubicBezTo>
                  <a:pt x="446820" y="173807"/>
                  <a:pt x="457229" y="168697"/>
                  <a:pt x="465126" y="158478"/>
                </a:cubicBezTo>
                <a:cubicBezTo>
                  <a:pt x="473022" y="148259"/>
                  <a:pt x="476970" y="135633"/>
                  <a:pt x="476970" y="120601"/>
                </a:cubicBezTo>
                <a:cubicBezTo>
                  <a:pt x="476970" y="104723"/>
                  <a:pt x="473170" y="91506"/>
                  <a:pt x="465569" y="80949"/>
                </a:cubicBezTo>
                <a:cubicBezTo>
                  <a:pt x="457968" y="70393"/>
                  <a:pt x="447327" y="65114"/>
                  <a:pt x="433645" y="65114"/>
                </a:cubicBezTo>
                <a:cubicBezTo>
                  <a:pt x="420217" y="65114"/>
                  <a:pt x="409555" y="70245"/>
                  <a:pt x="401658" y="80506"/>
                </a:cubicBezTo>
                <a:cubicBezTo>
                  <a:pt x="393762" y="90767"/>
                  <a:pt x="389814" y="104132"/>
                  <a:pt x="389814" y="120601"/>
                </a:cubicBezTo>
                <a:close/>
                <a:moveTo>
                  <a:pt x="578149" y="51433"/>
                </a:moveTo>
                <a:cubicBezTo>
                  <a:pt x="596307" y="51433"/>
                  <a:pt x="610664" y="58020"/>
                  <a:pt x="621221" y="71195"/>
                </a:cubicBezTo>
                <a:cubicBezTo>
                  <a:pt x="631778" y="84370"/>
                  <a:pt x="637056" y="101936"/>
                  <a:pt x="637056" y="123894"/>
                </a:cubicBezTo>
                <a:lnTo>
                  <a:pt x="637056" y="126555"/>
                </a:lnTo>
                <a:lnTo>
                  <a:pt x="534064" y="126555"/>
                </a:lnTo>
                <a:cubicBezTo>
                  <a:pt x="534317" y="142094"/>
                  <a:pt x="538477" y="154762"/>
                  <a:pt x="546542" y="164559"/>
                </a:cubicBezTo>
                <a:cubicBezTo>
                  <a:pt x="554608" y="174356"/>
                  <a:pt x="565143" y="179254"/>
                  <a:pt x="578149" y="179254"/>
                </a:cubicBezTo>
                <a:cubicBezTo>
                  <a:pt x="589044" y="179254"/>
                  <a:pt x="597996" y="176446"/>
                  <a:pt x="605006" y="170830"/>
                </a:cubicBezTo>
                <a:cubicBezTo>
                  <a:pt x="612015" y="165214"/>
                  <a:pt x="617083" y="156620"/>
                  <a:pt x="620207" y="145050"/>
                </a:cubicBezTo>
                <a:lnTo>
                  <a:pt x="636549" y="145050"/>
                </a:lnTo>
                <a:cubicBezTo>
                  <a:pt x="632749" y="161181"/>
                  <a:pt x="626077" y="173216"/>
                  <a:pt x="616534" y="181154"/>
                </a:cubicBezTo>
                <a:cubicBezTo>
                  <a:pt x="606990" y="189093"/>
                  <a:pt x="594196" y="193062"/>
                  <a:pt x="578149" y="193062"/>
                </a:cubicBezTo>
                <a:cubicBezTo>
                  <a:pt x="559231" y="193062"/>
                  <a:pt x="544431" y="186728"/>
                  <a:pt x="533747" y="174060"/>
                </a:cubicBezTo>
                <a:cubicBezTo>
                  <a:pt x="523064" y="161392"/>
                  <a:pt x="517722" y="144121"/>
                  <a:pt x="517722" y="122247"/>
                </a:cubicBezTo>
                <a:cubicBezTo>
                  <a:pt x="517722" y="101472"/>
                  <a:pt x="523085" y="84475"/>
                  <a:pt x="533811" y="71258"/>
                </a:cubicBezTo>
                <a:cubicBezTo>
                  <a:pt x="544536" y="58041"/>
                  <a:pt x="559316" y="51433"/>
                  <a:pt x="578149" y="51433"/>
                </a:cubicBezTo>
                <a:moveTo>
                  <a:pt x="620714" y="112873"/>
                </a:moveTo>
                <a:cubicBezTo>
                  <a:pt x="620292" y="99614"/>
                  <a:pt x="616132" y="88339"/>
                  <a:pt x="608236" y="79049"/>
                </a:cubicBezTo>
                <a:cubicBezTo>
                  <a:pt x="600340" y="69759"/>
                  <a:pt x="590226" y="65114"/>
                  <a:pt x="577896" y="65114"/>
                </a:cubicBezTo>
                <a:cubicBezTo>
                  <a:pt x="566326" y="65114"/>
                  <a:pt x="556592" y="69421"/>
                  <a:pt x="548696" y="78036"/>
                </a:cubicBezTo>
                <a:cubicBezTo>
                  <a:pt x="540799" y="86650"/>
                  <a:pt x="535922" y="98262"/>
                  <a:pt x="534064" y="112873"/>
                </a:cubicBezTo>
                <a:lnTo>
                  <a:pt x="620714" y="112873"/>
                </a:lnTo>
                <a:close/>
                <a:moveTo>
                  <a:pt x="787200" y="5954"/>
                </a:moveTo>
                <a:cubicBezTo>
                  <a:pt x="804259" y="5954"/>
                  <a:pt x="817920" y="10557"/>
                  <a:pt x="828181" y="19762"/>
                </a:cubicBezTo>
                <a:cubicBezTo>
                  <a:pt x="838442" y="28968"/>
                  <a:pt x="843573" y="41425"/>
                  <a:pt x="843573" y="57133"/>
                </a:cubicBezTo>
                <a:cubicBezTo>
                  <a:pt x="843573" y="69548"/>
                  <a:pt x="839709" y="81160"/>
                  <a:pt x="831982" y="91971"/>
                </a:cubicBezTo>
                <a:cubicBezTo>
                  <a:pt x="824254" y="102781"/>
                  <a:pt x="810214" y="114393"/>
                  <a:pt x="789860" y="126808"/>
                </a:cubicBezTo>
                <a:cubicBezTo>
                  <a:pt x="773391" y="136774"/>
                  <a:pt x="761821" y="145367"/>
                  <a:pt x="755149" y="152588"/>
                </a:cubicBezTo>
                <a:cubicBezTo>
                  <a:pt x="748477" y="159808"/>
                  <a:pt x="744550" y="166966"/>
                  <a:pt x="743368" y="174060"/>
                </a:cubicBezTo>
                <a:lnTo>
                  <a:pt x="844333" y="174060"/>
                </a:lnTo>
                <a:lnTo>
                  <a:pt x="844333" y="189135"/>
                </a:lnTo>
                <a:lnTo>
                  <a:pt x="724746" y="189135"/>
                </a:lnTo>
                <a:cubicBezTo>
                  <a:pt x="724915" y="175707"/>
                  <a:pt x="728800" y="163524"/>
                  <a:pt x="736401" y="152588"/>
                </a:cubicBezTo>
                <a:cubicBezTo>
                  <a:pt x="744001" y="141651"/>
                  <a:pt x="757472" y="130017"/>
                  <a:pt x="776812" y="117687"/>
                </a:cubicBezTo>
                <a:cubicBezTo>
                  <a:pt x="796152" y="105357"/>
                  <a:pt x="809390" y="94969"/>
                  <a:pt x="816526" y="86523"/>
                </a:cubicBezTo>
                <a:cubicBezTo>
                  <a:pt x="823663" y="78078"/>
                  <a:pt x="827231" y="68197"/>
                  <a:pt x="827231" y="56880"/>
                </a:cubicBezTo>
                <a:cubicBezTo>
                  <a:pt x="827231" y="45901"/>
                  <a:pt x="823431" y="36970"/>
                  <a:pt x="815830" y="30087"/>
                </a:cubicBezTo>
                <a:cubicBezTo>
                  <a:pt x="808229" y="23204"/>
                  <a:pt x="798432" y="19762"/>
                  <a:pt x="786440" y="19762"/>
                </a:cubicBezTo>
                <a:cubicBezTo>
                  <a:pt x="773940" y="19762"/>
                  <a:pt x="764080" y="23858"/>
                  <a:pt x="756860" y="32050"/>
                </a:cubicBezTo>
                <a:cubicBezTo>
                  <a:pt x="749639" y="40242"/>
                  <a:pt x="745817" y="51813"/>
                  <a:pt x="745395" y="66761"/>
                </a:cubicBezTo>
                <a:lnTo>
                  <a:pt x="745395" y="70308"/>
                </a:lnTo>
                <a:lnTo>
                  <a:pt x="729180" y="70308"/>
                </a:lnTo>
                <a:lnTo>
                  <a:pt x="729180" y="67774"/>
                </a:lnTo>
                <a:cubicBezTo>
                  <a:pt x="729180" y="49110"/>
                  <a:pt x="734226" y="34141"/>
                  <a:pt x="744318" y="22866"/>
                </a:cubicBezTo>
                <a:cubicBezTo>
                  <a:pt x="754410" y="11591"/>
                  <a:pt x="768704" y="5954"/>
                  <a:pt x="787200" y="5954"/>
                </a:cubicBezTo>
                <a:close/>
                <a:moveTo>
                  <a:pt x="907165" y="59414"/>
                </a:moveTo>
                <a:lnTo>
                  <a:pt x="907165" y="86903"/>
                </a:lnTo>
                <a:lnTo>
                  <a:pt x="885376" y="86903"/>
                </a:lnTo>
                <a:lnTo>
                  <a:pt x="885376" y="59414"/>
                </a:lnTo>
                <a:lnTo>
                  <a:pt x="907165" y="59414"/>
                </a:lnTo>
                <a:moveTo>
                  <a:pt x="907165" y="161645"/>
                </a:moveTo>
                <a:lnTo>
                  <a:pt x="907165" y="189135"/>
                </a:lnTo>
                <a:lnTo>
                  <a:pt x="885376" y="189135"/>
                </a:lnTo>
                <a:lnTo>
                  <a:pt x="885376" y="161645"/>
                </a:lnTo>
                <a:lnTo>
                  <a:pt x="907165" y="161645"/>
                </a:lnTo>
                <a:close/>
                <a:moveTo>
                  <a:pt x="1082820" y="0"/>
                </a:moveTo>
                <a:cubicBezTo>
                  <a:pt x="1102667" y="0"/>
                  <a:pt x="1119009" y="5131"/>
                  <a:pt x="1131846" y="15392"/>
                </a:cubicBezTo>
                <a:cubicBezTo>
                  <a:pt x="1144683" y="25653"/>
                  <a:pt x="1151101" y="39736"/>
                  <a:pt x="1151101" y="57640"/>
                </a:cubicBezTo>
                <a:lnTo>
                  <a:pt x="1133619" y="57640"/>
                </a:lnTo>
                <a:cubicBezTo>
                  <a:pt x="1132859" y="44127"/>
                  <a:pt x="1127729" y="33655"/>
                  <a:pt x="1118228" y="26223"/>
                </a:cubicBezTo>
                <a:cubicBezTo>
                  <a:pt x="1108727" y="18791"/>
                  <a:pt x="1097009" y="15075"/>
                  <a:pt x="1083074" y="15075"/>
                </a:cubicBezTo>
                <a:cubicBezTo>
                  <a:pt x="1068463" y="15075"/>
                  <a:pt x="1057062" y="18221"/>
                  <a:pt x="1048870" y="24513"/>
                </a:cubicBezTo>
                <a:cubicBezTo>
                  <a:pt x="1040678" y="30805"/>
                  <a:pt x="1036582" y="39905"/>
                  <a:pt x="1036582" y="51813"/>
                </a:cubicBezTo>
                <a:cubicBezTo>
                  <a:pt x="1036582" y="58822"/>
                  <a:pt x="1038672" y="64671"/>
                  <a:pt x="1042852" y="69358"/>
                </a:cubicBezTo>
                <a:cubicBezTo>
                  <a:pt x="1047033" y="74045"/>
                  <a:pt x="1054655" y="77740"/>
                  <a:pt x="1065718" y="80443"/>
                </a:cubicBezTo>
                <a:lnTo>
                  <a:pt x="1107903" y="90830"/>
                </a:lnTo>
                <a:cubicBezTo>
                  <a:pt x="1125301" y="95138"/>
                  <a:pt x="1137969" y="101261"/>
                  <a:pt x="1145908" y="109199"/>
                </a:cubicBezTo>
                <a:cubicBezTo>
                  <a:pt x="1153846" y="117138"/>
                  <a:pt x="1157816" y="127399"/>
                  <a:pt x="1157816" y="139983"/>
                </a:cubicBezTo>
                <a:cubicBezTo>
                  <a:pt x="1157816" y="155522"/>
                  <a:pt x="1151862" y="168254"/>
                  <a:pt x="1139953" y="178177"/>
                </a:cubicBezTo>
                <a:cubicBezTo>
                  <a:pt x="1128045" y="188101"/>
                  <a:pt x="1110395" y="193062"/>
                  <a:pt x="1087001" y="193062"/>
                </a:cubicBezTo>
                <a:cubicBezTo>
                  <a:pt x="1063945" y="193062"/>
                  <a:pt x="1045829" y="187868"/>
                  <a:pt x="1032654" y="177481"/>
                </a:cubicBezTo>
                <a:cubicBezTo>
                  <a:pt x="1019480" y="167093"/>
                  <a:pt x="1012892" y="152060"/>
                  <a:pt x="1012892" y="132382"/>
                </a:cubicBezTo>
                <a:lnTo>
                  <a:pt x="1012892" y="128201"/>
                </a:lnTo>
                <a:lnTo>
                  <a:pt x="1030628" y="128201"/>
                </a:lnTo>
                <a:lnTo>
                  <a:pt x="1030628" y="129468"/>
                </a:lnTo>
                <a:cubicBezTo>
                  <a:pt x="1030628" y="145852"/>
                  <a:pt x="1035758" y="158035"/>
                  <a:pt x="1046019" y="166016"/>
                </a:cubicBezTo>
                <a:cubicBezTo>
                  <a:pt x="1056280" y="173997"/>
                  <a:pt x="1071208" y="177987"/>
                  <a:pt x="1090801" y="177987"/>
                </a:cubicBezTo>
                <a:cubicBezTo>
                  <a:pt x="1103554" y="177987"/>
                  <a:pt x="1114955" y="174630"/>
                  <a:pt x="1125005" y="167916"/>
                </a:cubicBezTo>
                <a:cubicBezTo>
                  <a:pt x="1135055" y="161202"/>
                  <a:pt x="1140080" y="152018"/>
                  <a:pt x="1140080" y="140363"/>
                </a:cubicBezTo>
                <a:cubicBezTo>
                  <a:pt x="1140080" y="124401"/>
                  <a:pt x="1128045" y="113422"/>
                  <a:pt x="1103976" y="107426"/>
                </a:cubicBezTo>
                <a:cubicBezTo>
                  <a:pt x="1079822" y="101514"/>
                  <a:pt x="1065423" y="97967"/>
                  <a:pt x="1060778" y="96785"/>
                </a:cubicBezTo>
                <a:cubicBezTo>
                  <a:pt x="1045998" y="93153"/>
                  <a:pt x="1035336" y="87748"/>
                  <a:pt x="1028791" y="80569"/>
                </a:cubicBezTo>
                <a:cubicBezTo>
                  <a:pt x="1022245" y="73391"/>
                  <a:pt x="1018973" y="63974"/>
                  <a:pt x="1018973" y="52319"/>
                </a:cubicBezTo>
                <a:cubicBezTo>
                  <a:pt x="1018973" y="37962"/>
                  <a:pt x="1024441" y="25653"/>
                  <a:pt x="1035378" y="15392"/>
                </a:cubicBezTo>
                <a:cubicBezTo>
                  <a:pt x="1046315" y="5131"/>
                  <a:pt x="1062129" y="0"/>
                  <a:pt x="1082820" y="0"/>
                </a:cubicBezTo>
                <a:close/>
                <a:moveTo>
                  <a:pt x="1236382" y="51433"/>
                </a:moveTo>
                <a:cubicBezTo>
                  <a:pt x="1254540" y="51433"/>
                  <a:pt x="1268897" y="58020"/>
                  <a:pt x="1279454" y="71195"/>
                </a:cubicBezTo>
                <a:cubicBezTo>
                  <a:pt x="1290011" y="84370"/>
                  <a:pt x="1295289" y="101936"/>
                  <a:pt x="1295289" y="123894"/>
                </a:cubicBezTo>
                <a:lnTo>
                  <a:pt x="1295289" y="126555"/>
                </a:lnTo>
                <a:lnTo>
                  <a:pt x="1192297" y="126555"/>
                </a:lnTo>
                <a:cubicBezTo>
                  <a:pt x="1192551" y="142094"/>
                  <a:pt x="1196710" y="154762"/>
                  <a:pt x="1204775" y="164559"/>
                </a:cubicBezTo>
                <a:cubicBezTo>
                  <a:pt x="1212841" y="174356"/>
                  <a:pt x="1223376" y="179254"/>
                  <a:pt x="1236382" y="179254"/>
                </a:cubicBezTo>
                <a:cubicBezTo>
                  <a:pt x="1247277" y="179254"/>
                  <a:pt x="1256229" y="176446"/>
                  <a:pt x="1263239" y="170830"/>
                </a:cubicBezTo>
                <a:cubicBezTo>
                  <a:pt x="1270248" y="165214"/>
                  <a:pt x="1275316" y="156620"/>
                  <a:pt x="1278440" y="145050"/>
                </a:cubicBezTo>
                <a:lnTo>
                  <a:pt x="1294782" y="145050"/>
                </a:lnTo>
                <a:cubicBezTo>
                  <a:pt x="1290982" y="161181"/>
                  <a:pt x="1284310" y="173216"/>
                  <a:pt x="1274767" y="181154"/>
                </a:cubicBezTo>
                <a:cubicBezTo>
                  <a:pt x="1265223" y="189093"/>
                  <a:pt x="1252429" y="193062"/>
                  <a:pt x="1236382" y="193062"/>
                </a:cubicBezTo>
                <a:cubicBezTo>
                  <a:pt x="1217465" y="193062"/>
                  <a:pt x="1202664" y="186728"/>
                  <a:pt x="1191980" y="174060"/>
                </a:cubicBezTo>
                <a:cubicBezTo>
                  <a:pt x="1181297" y="161392"/>
                  <a:pt x="1175955" y="144121"/>
                  <a:pt x="1175955" y="122247"/>
                </a:cubicBezTo>
                <a:cubicBezTo>
                  <a:pt x="1175955" y="101472"/>
                  <a:pt x="1181318" y="84475"/>
                  <a:pt x="1192044" y="71258"/>
                </a:cubicBezTo>
                <a:cubicBezTo>
                  <a:pt x="1202769" y="58041"/>
                  <a:pt x="1217549" y="51433"/>
                  <a:pt x="1236382" y="51433"/>
                </a:cubicBezTo>
                <a:moveTo>
                  <a:pt x="1278947" y="112873"/>
                </a:moveTo>
                <a:cubicBezTo>
                  <a:pt x="1278525" y="99614"/>
                  <a:pt x="1274366" y="88339"/>
                  <a:pt x="1266469" y="79049"/>
                </a:cubicBezTo>
                <a:cubicBezTo>
                  <a:pt x="1258573" y="69759"/>
                  <a:pt x="1248459" y="65114"/>
                  <a:pt x="1236129" y="65114"/>
                </a:cubicBezTo>
                <a:cubicBezTo>
                  <a:pt x="1224559" y="65114"/>
                  <a:pt x="1214825" y="69421"/>
                  <a:pt x="1206929" y="78036"/>
                </a:cubicBezTo>
                <a:cubicBezTo>
                  <a:pt x="1199032" y="86650"/>
                  <a:pt x="1194155" y="98262"/>
                  <a:pt x="1192297" y="112873"/>
                </a:cubicBezTo>
                <a:lnTo>
                  <a:pt x="1278947" y="112873"/>
                </a:lnTo>
                <a:close/>
                <a:moveTo>
                  <a:pt x="1370147" y="51433"/>
                </a:moveTo>
                <a:cubicBezTo>
                  <a:pt x="1387038" y="51433"/>
                  <a:pt x="1399452" y="55085"/>
                  <a:pt x="1407391" y="62391"/>
                </a:cubicBezTo>
                <a:cubicBezTo>
                  <a:pt x="1415330" y="69696"/>
                  <a:pt x="1419299" y="80020"/>
                  <a:pt x="1419299" y="93364"/>
                </a:cubicBezTo>
                <a:lnTo>
                  <a:pt x="1419299" y="166079"/>
                </a:lnTo>
                <a:cubicBezTo>
                  <a:pt x="1419299" y="168782"/>
                  <a:pt x="1420059" y="170999"/>
                  <a:pt x="1421579" y="172730"/>
                </a:cubicBezTo>
                <a:cubicBezTo>
                  <a:pt x="1423100" y="174461"/>
                  <a:pt x="1425549" y="175327"/>
                  <a:pt x="1428927" y="175327"/>
                </a:cubicBezTo>
                <a:cubicBezTo>
                  <a:pt x="1429856" y="175327"/>
                  <a:pt x="1430743" y="175264"/>
                  <a:pt x="1431587" y="175137"/>
                </a:cubicBezTo>
                <a:cubicBezTo>
                  <a:pt x="1432432" y="175010"/>
                  <a:pt x="1433234" y="174736"/>
                  <a:pt x="1433994" y="174313"/>
                </a:cubicBezTo>
                <a:lnTo>
                  <a:pt x="1433994" y="188122"/>
                </a:lnTo>
                <a:cubicBezTo>
                  <a:pt x="1431967" y="188544"/>
                  <a:pt x="1430173" y="188818"/>
                  <a:pt x="1428610" y="188945"/>
                </a:cubicBezTo>
                <a:cubicBezTo>
                  <a:pt x="1427048" y="189072"/>
                  <a:pt x="1425380" y="189135"/>
                  <a:pt x="1423606" y="189135"/>
                </a:cubicBezTo>
                <a:cubicBezTo>
                  <a:pt x="1416512" y="189135"/>
                  <a:pt x="1411508" y="187425"/>
                  <a:pt x="1408594" y="184005"/>
                </a:cubicBezTo>
                <a:cubicBezTo>
                  <a:pt x="1405681" y="180584"/>
                  <a:pt x="1404224" y="174989"/>
                  <a:pt x="1404224" y="167219"/>
                </a:cubicBezTo>
                <a:lnTo>
                  <a:pt x="1404224" y="165826"/>
                </a:lnTo>
                <a:lnTo>
                  <a:pt x="1403717" y="165826"/>
                </a:lnTo>
                <a:cubicBezTo>
                  <a:pt x="1397045" y="175960"/>
                  <a:pt x="1390057" y="183033"/>
                  <a:pt x="1382752" y="187045"/>
                </a:cubicBezTo>
                <a:cubicBezTo>
                  <a:pt x="1375446" y="191057"/>
                  <a:pt x="1366220" y="193062"/>
                  <a:pt x="1355072" y="193062"/>
                </a:cubicBezTo>
                <a:cubicBezTo>
                  <a:pt x="1341475" y="193062"/>
                  <a:pt x="1330580" y="189663"/>
                  <a:pt x="1322388" y="182864"/>
                </a:cubicBezTo>
                <a:cubicBezTo>
                  <a:pt x="1314196" y="176066"/>
                  <a:pt x="1310100" y="166375"/>
                  <a:pt x="1310100" y="153791"/>
                </a:cubicBezTo>
                <a:cubicBezTo>
                  <a:pt x="1310100" y="140870"/>
                  <a:pt x="1314597" y="131136"/>
                  <a:pt x="1323591" y="124591"/>
                </a:cubicBezTo>
                <a:cubicBezTo>
                  <a:pt x="1332586" y="118046"/>
                  <a:pt x="1352665" y="113380"/>
                  <a:pt x="1383828" y="110593"/>
                </a:cubicBezTo>
                <a:cubicBezTo>
                  <a:pt x="1390922" y="110002"/>
                  <a:pt x="1395884" y="108376"/>
                  <a:pt x="1398713" y="105716"/>
                </a:cubicBezTo>
                <a:cubicBezTo>
                  <a:pt x="1401543" y="103055"/>
                  <a:pt x="1402957" y="98685"/>
                  <a:pt x="1402957" y="92604"/>
                </a:cubicBezTo>
                <a:cubicBezTo>
                  <a:pt x="1402957" y="83567"/>
                  <a:pt x="1400212" y="76727"/>
                  <a:pt x="1394723" y="72082"/>
                </a:cubicBezTo>
                <a:cubicBezTo>
                  <a:pt x="1389233" y="67437"/>
                  <a:pt x="1380323" y="65114"/>
                  <a:pt x="1367993" y="65114"/>
                </a:cubicBezTo>
                <a:cubicBezTo>
                  <a:pt x="1356761" y="65114"/>
                  <a:pt x="1348062" y="67774"/>
                  <a:pt x="1341897" y="73095"/>
                </a:cubicBezTo>
                <a:cubicBezTo>
                  <a:pt x="1335732" y="78416"/>
                  <a:pt x="1332480" y="86143"/>
                  <a:pt x="1332142" y="96278"/>
                </a:cubicBezTo>
                <a:lnTo>
                  <a:pt x="1315800" y="96278"/>
                </a:lnTo>
                <a:cubicBezTo>
                  <a:pt x="1316561" y="81583"/>
                  <a:pt x="1321607" y="70435"/>
                  <a:pt x="1330939" y="62834"/>
                </a:cubicBezTo>
                <a:cubicBezTo>
                  <a:pt x="1340271" y="55233"/>
                  <a:pt x="1353340" y="51433"/>
                  <a:pt x="1370147" y="51433"/>
                </a:cubicBezTo>
                <a:moveTo>
                  <a:pt x="1402450" y="115913"/>
                </a:moveTo>
                <a:cubicBezTo>
                  <a:pt x="1400761" y="118954"/>
                  <a:pt x="1395567" y="121065"/>
                  <a:pt x="1386869" y="122247"/>
                </a:cubicBezTo>
                <a:cubicBezTo>
                  <a:pt x="1378254" y="123430"/>
                  <a:pt x="1368711" y="124929"/>
                  <a:pt x="1358239" y="126745"/>
                </a:cubicBezTo>
                <a:cubicBezTo>
                  <a:pt x="1347766" y="128560"/>
                  <a:pt x="1339849" y="131537"/>
                  <a:pt x="1334486" y="135676"/>
                </a:cubicBezTo>
                <a:cubicBezTo>
                  <a:pt x="1329123" y="139814"/>
                  <a:pt x="1326442" y="145515"/>
                  <a:pt x="1326442" y="152778"/>
                </a:cubicBezTo>
                <a:cubicBezTo>
                  <a:pt x="1326442" y="160716"/>
                  <a:pt x="1329398" y="167114"/>
                  <a:pt x="1335309" y="171970"/>
                </a:cubicBezTo>
                <a:cubicBezTo>
                  <a:pt x="1341221" y="176826"/>
                  <a:pt x="1348231" y="179254"/>
                  <a:pt x="1356338" y="179254"/>
                </a:cubicBezTo>
                <a:cubicBezTo>
                  <a:pt x="1369682" y="179254"/>
                  <a:pt x="1380788" y="175285"/>
                  <a:pt x="1389656" y="167346"/>
                </a:cubicBezTo>
                <a:cubicBezTo>
                  <a:pt x="1398523" y="159407"/>
                  <a:pt x="1402957" y="149611"/>
                  <a:pt x="1402957" y="137956"/>
                </a:cubicBezTo>
                <a:lnTo>
                  <a:pt x="1402957" y="115913"/>
                </a:lnTo>
                <a:lnTo>
                  <a:pt x="1402450" y="115913"/>
                </a:lnTo>
                <a:close/>
                <a:moveTo>
                  <a:pt x="1514045" y="53460"/>
                </a:moveTo>
                <a:lnTo>
                  <a:pt x="1518099" y="53460"/>
                </a:lnTo>
                <a:lnTo>
                  <a:pt x="1518099" y="69801"/>
                </a:lnTo>
                <a:lnTo>
                  <a:pt x="1516199" y="69801"/>
                </a:lnTo>
                <a:cubicBezTo>
                  <a:pt x="1501757" y="69801"/>
                  <a:pt x="1490166" y="74425"/>
                  <a:pt x="1481425" y="83673"/>
                </a:cubicBezTo>
                <a:cubicBezTo>
                  <a:pt x="1472684" y="92921"/>
                  <a:pt x="1468314" y="104428"/>
                  <a:pt x="1468314" y="118194"/>
                </a:cubicBezTo>
                <a:lnTo>
                  <a:pt x="1468314" y="189135"/>
                </a:lnTo>
                <a:lnTo>
                  <a:pt x="1451972" y="189135"/>
                </a:lnTo>
                <a:lnTo>
                  <a:pt x="1451972" y="55233"/>
                </a:lnTo>
                <a:lnTo>
                  <a:pt x="1467047" y="55233"/>
                </a:lnTo>
                <a:lnTo>
                  <a:pt x="1467047" y="86650"/>
                </a:lnTo>
                <a:lnTo>
                  <a:pt x="1467553" y="86650"/>
                </a:lnTo>
                <a:cubicBezTo>
                  <a:pt x="1471607" y="76178"/>
                  <a:pt x="1477751" y="68028"/>
                  <a:pt x="1485986" y="62201"/>
                </a:cubicBezTo>
                <a:cubicBezTo>
                  <a:pt x="1494220" y="56373"/>
                  <a:pt x="1503573" y="53460"/>
                  <a:pt x="1514045" y="53460"/>
                </a:cubicBezTo>
                <a:close/>
                <a:moveTo>
                  <a:pt x="1586823" y="51433"/>
                </a:moveTo>
                <a:cubicBezTo>
                  <a:pt x="1602532" y="51433"/>
                  <a:pt x="1615052" y="55486"/>
                  <a:pt x="1624384" y="63594"/>
                </a:cubicBezTo>
                <a:cubicBezTo>
                  <a:pt x="1633717" y="71702"/>
                  <a:pt x="1639269" y="82934"/>
                  <a:pt x="1641043" y="97291"/>
                </a:cubicBezTo>
                <a:lnTo>
                  <a:pt x="1624701" y="97291"/>
                </a:lnTo>
                <a:cubicBezTo>
                  <a:pt x="1622336" y="86650"/>
                  <a:pt x="1617987" y="78627"/>
                  <a:pt x="1611653" y="73222"/>
                </a:cubicBezTo>
                <a:cubicBezTo>
                  <a:pt x="1605319" y="67817"/>
                  <a:pt x="1597042" y="65114"/>
                  <a:pt x="1586823" y="65114"/>
                </a:cubicBezTo>
                <a:cubicBezTo>
                  <a:pt x="1572804" y="65114"/>
                  <a:pt x="1561487" y="70625"/>
                  <a:pt x="1552873" y="81646"/>
                </a:cubicBezTo>
                <a:cubicBezTo>
                  <a:pt x="1544258" y="92667"/>
                  <a:pt x="1539951" y="106201"/>
                  <a:pt x="1539951" y="122247"/>
                </a:cubicBezTo>
                <a:cubicBezTo>
                  <a:pt x="1539951" y="138125"/>
                  <a:pt x="1544258" y="151595"/>
                  <a:pt x="1552873" y="162659"/>
                </a:cubicBezTo>
                <a:cubicBezTo>
                  <a:pt x="1561487" y="173722"/>
                  <a:pt x="1572804" y="179254"/>
                  <a:pt x="1586823" y="179254"/>
                </a:cubicBezTo>
                <a:cubicBezTo>
                  <a:pt x="1596620" y="179254"/>
                  <a:pt x="1605234" y="175791"/>
                  <a:pt x="1612666" y="168866"/>
                </a:cubicBezTo>
                <a:cubicBezTo>
                  <a:pt x="1620098" y="161941"/>
                  <a:pt x="1624490" y="152693"/>
                  <a:pt x="1625841" y="141123"/>
                </a:cubicBezTo>
                <a:lnTo>
                  <a:pt x="1642183" y="141123"/>
                </a:lnTo>
                <a:cubicBezTo>
                  <a:pt x="1639649" y="157760"/>
                  <a:pt x="1633527" y="170576"/>
                  <a:pt x="1623814" y="179571"/>
                </a:cubicBezTo>
                <a:cubicBezTo>
                  <a:pt x="1614102" y="188565"/>
                  <a:pt x="1601772" y="193062"/>
                  <a:pt x="1586823" y="193062"/>
                </a:cubicBezTo>
                <a:cubicBezTo>
                  <a:pt x="1567906" y="193062"/>
                  <a:pt x="1552641" y="186412"/>
                  <a:pt x="1541028" y="173110"/>
                </a:cubicBezTo>
                <a:cubicBezTo>
                  <a:pt x="1529416" y="159808"/>
                  <a:pt x="1523609" y="142854"/>
                  <a:pt x="1523609" y="122247"/>
                </a:cubicBezTo>
                <a:cubicBezTo>
                  <a:pt x="1523609" y="101556"/>
                  <a:pt x="1529395" y="84581"/>
                  <a:pt x="1540965" y="71322"/>
                </a:cubicBezTo>
                <a:cubicBezTo>
                  <a:pt x="1552535" y="58062"/>
                  <a:pt x="1567821" y="51433"/>
                  <a:pt x="1586823" y="51433"/>
                </a:cubicBezTo>
                <a:close/>
                <a:moveTo>
                  <a:pt x="1681063" y="3927"/>
                </a:moveTo>
                <a:lnTo>
                  <a:pt x="1681063" y="78416"/>
                </a:lnTo>
                <a:lnTo>
                  <a:pt x="1681570" y="78416"/>
                </a:lnTo>
                <a:cubicBezTo>
                  <a:pt x="1684695" y="70393"/>
                  <a:pt x="1690184" y="63890"/>
                  <a:pt x="1698039" y="58907"/>
                </a:cubicBezTo>
                <a:cubicBezTo>
                  <a:pt x="1705893" y="53924"/>
                  <a:pt x="1714718" y="51433"/>
                  <a:pt x="1724515" y="51433"/>
                </a:cubicBezTo>
                <a:cubicBezTo>
                  <a:pt x="1741659" y="51433"/>
                  <a:pt x="1754095" y="55613"/>
                  <a:pt x="1761823" y="63974"/>
                </a:cubicBezTo>
                <a:cubicBezTo>
                  <a:pt x="1769550" y="72335"/>
                  <a:pt x="1773414" y="84919"/>
                  <a:pt x="1773414" y="101725"/>
                </a:cubicBezTo>
                <a:lnTo>
                  <a:pt x="1773414" y="189135"/>
                </a:lnTo>
                <a:lnTo>
                  <a:pt x="1757072" y="189135"/>
                </a:lnTo>
                <a:lnTo>
                  <a:pt x="1757072" y="104512"/>
                </a:lnTo>
                <a:cubicBezTo>
                  <a:pt x="1757072" y="91591"/>
                  <a:pt x="1754264" y="81794"/>
                  <a:pt x="1748648" y="75122"/>
                </a:cubicBezTo>
                <a:cubicBezTo>
                  <a:pt x="1743031" y="68450"/>
                  <a:pt x="1734523" y="65114"/>
                  <a:pt x="1723121" y="65114"/>
                </a:cubicBezTo>
                <a:cubicBezTo>
                  <a:pt x="1714169" y="65114"/>
                  <a:pt x="1706463" y="67289"/>
                  <a:pt x="1700002" y="71638"/>
                </a:cubicBezTo>
                <a:cubicBezTo>
                  <a:pt x="1693541" y="75988"/>
                  <a:pt x="1688770" y="81815"/>
                  <a:pt x="1685687" y="89120"/>
                </a:cubicBezTo>
                <a:cubicBezTo>
                  <a:pt x="1682605" y="96426"/>
                  <a:pt x="1681063" y="103668"/>
                  <a:pt x="1681063" y="110846"/>
                </a:cubicBezTo>
                <a:lnTo>
                  <a:pt x="1681063" y="189135"/>
                </a:lnTo>
                <a:lnTo>
                  <a:pt x="1664721" y="189135"/>
                </a:lnTo>
                <a:lnTo>
                  <a:pt x="1664721" y="3927"/>
                </a:lnTo>
                <a:lnTo>
                  <a:pt x="1681063" y="3927"/>
                </a:lnTo>
                <a:close/>
                <a:moveTo>
                  <a:pt x="1892503" y="3927"/>
                </a:moveTo>
                <a:lnTo>
                  <a:pt x="1892503" y="80696"/>
                </a:lnTo>
                <a:lnTo>
                  <a:pt x="1893010" y="80696"/>
                </a:lnTo>
                <a:cubicBezTo>
                  <a:pt x="1896135" y="71659"/>
                  <a:pt x="1902004" y="64523"/>
                  <a:pt x="1910619" y="59287"/>
                </a:cubicBezTo>
                <a:cubicBezTo>
                  <a:pt x="1919233" y="54051"/>
                  <a:pt x="1928903" y="51433"/>
                  <a:pt x="1939629" y="51433"/>
                </a:cubicBezTo>
                <a:cubicBezTo>
                  <a:pt x="1958293" y="51433"/>
                  <a:pt x="1972967" y="58020"/>
                  <a:pt x="1983650" y="71195"/>
                </a:cubicBezTo>
                <a:cubicBezTo>
                  <a:pt x="1994334" y="84370"/>
                  <a:pt x="1999676" y="101387"/>
                  <a:pt x="1999676" y="122247"/>
                </a:cubicBezTo>
                <a:cubicBezTo>
                  <a:pt x="1999676" y="143277"/>
                  <a:pt x="1994271" y="160336"/>
                  <a:pt x="1983460" y="173427"/>
                </a:cubicBezTo>
                <a:cubicBezTo>
                  <a:pt x="1972650" y="186517"/>
                  <a:pt x="1957998" y="193062"/>
                  <a:pt x="1939502" y="193062"/>
                </a:cubicBezTo>
                <a:cubicBezTo>
                  <a:pt x="1928861" y="193062"/>
                  <a:pt x="1919212" y="190529"/>
                  <a:pt x="1910555" y="185461"/>
                </a:cubicBezTo>
                <a:cubicBezTo>
                  <a:pt x="1901899" y="180394"/>
                  <a:pt x="1895628" y="173131"/>
                  <a:pt x="1891743" y="163672"/>
                </a:cubicBezTo>
                <a:lnTo>
                  <a:pt x="1891236" y="163672"/>
                </a:lnTo>
                <a:lnTo>
                  <a:pt x="1891236" y="189135"/>
                </a:lnTo>
                <a:lnTo>
                  <a:pt x="1876161" y="189135"/>
                </a:lnTo>
                <a:lnTo>
                  <a:pt x="1876161" y="3927"/>
                </a:lnTo>
                <a:lnTo>
                  <a:pt x="1892503" y="3927"/>
                </a:lnTo>
                <a:moveTo>
                  <a:pt x="1892503" y="122247"/>
                </a:moveTo>
                <a:cubicBezTo>
                  <a:pt x="1892503" y="139138"/>
                  <a:pt x="1896578" y="152862"/>
                  <a:pt x="1904728" y="163419"/>
                </a:cubicBezTo>
                <a:cubicBezTo>
                  <a:pt x="1912878" y="173976"/>
                  <a:pt x="1924469" y="179254"/>
                  <a:pt x="1939502" y="179254"/>
                </a:cubicBezTo>
                <a:cubicBezTo>
                  <a:pt x="1953184" y="179254"/>
                  <a:pt x="1963909" y="173828"/>
                  <a:pt x="1971679" y="162975"/>
                </a:cubicBezTo>
                <a:cubicBezTo>
                  <a:pt x="1979449" y="152123"/>
                  <a:pt x="1983334" y="138547"/>
                  <a:pt x="1983334" y="122247"/>
                </a:cubicBezTo>
                <a:cubicBezTo>
                  <a:pt x="1983334" y="105863"/>
                  <a:pt x="1979470" y="92245"/>
                  <a:pt x="1971742" y="81393"/>
                </a:cubicBezTo>
                <a:cubicBezTo>
                  <a:pt x="1964015" y="70540"/>
                  <a:pt x="1953184" y="65114"/>
                  <a:pt x="1939249" y="65114"/>
                </a:cubicBezTo>
                <a:cubicBezTo>
                  <a:pt x="1924469" y="65114"/>
                  <a:pt x="1912983" y="70371"/>
                  <a:pt x="1904791" y="80886"/>
                </a:cubicBezTo>
                <a:cubicBezTo>
                  <a:pt x="1896599" y="91401"/>
                  <a:pt x="1892503" y="105188"/>
                  <a:pt x="1892503" y="122247"/>
                </a:cubicBezTo>
                <a:close/>
                <a:moveTo>
                  <a:pt x="2027362" y="55233"/>
                </a:moveTo>
                <a:lnTo>
                  <a:pt x="2071447" y="169246"/>
                </a:lnTo>
                <a:lnTo>
                  <a:pt x="2112745" y="55233"/>
                </a:lnTo>
                <a:lnTo>
                  <a:pt x="2129087" y="55233"/>
                </a:lnTo>
                <a:lnTo>
                  <a:pt x="2071447" y="208264"/>
                </a:lnTo>
                <a:cubicBezTo>
                  <a:pt x="2067647" y="218652"/>
                  <a:pt x="2063445" y="226316"/>
                  <a:pt x="2058843" y="231257"/>
                </a:cubicBezTo>
                <a:cubicBezTo>
                  <a:pt x="2054240" y="236197"/>
                  <a:pt x="2046702" y="238668"/>
                  <a:pt x="2036230" y="238668"/>
                </a:cubicBezTo>
                <a:cubicBezTo>
                  <a:pt x="2035808" y="238668"/>
                  <a:pt x="2033886" y="238583"/>
                  <a:pt x="2030466" y="238414"/>
                </a:cubicBezTo>
                <a:cubicBezTo>
                  <a:pt x="2027046" y="238245"/>
                  <a:pt x="2024660" y="237907"/>
                  <a:pt x="2023308" y="237401"/>
                </a:cubicBezTo>
                <a:lnTo>
                  <a:pt x="2023308" y="223593"/>
                </a:lnTo>
                <a:lnTo>
                  <a:pt x="2023562" y="223593"/>
                </a:lnTo>
                <a:cubicBezTo>
                  <a:pt x="2024153" y="223846"/>
                  <a:pt x="2025673" y="224141"/>
                  <a:pt x="2028122" y="224479"/>
                </a:cubicBezTo>
                <a:cubicBezTo>
                  <a:pt x="2030572" y="224817"/>
                  <a:pt x="2032683" y="224986"/>
                  <a:pt x="2034456" y="224986"/>
                </a:cubicBezTo>
                <a:cubicBezTo>
                  <a:pt x="2041213" y="224986"/>
                  <a:pt x="2046343" y="222917"/>
                  <a:pt x="2049848" y="218779"/>
                </a:cubicBezTo>
                <a:cubicBezTo>
                  <a:pt x="2053353" y="214640"/>
                  <a:pt x="2057892" y="204590"/>
                  <a:pt x="2063466" y="188628"/>
                </a:cubicBezTo>
                <a:lnTo>
                  <a:pt x="2010007" y="55233"/>
                </a:lnTo>
                <a:lnTo>
                  <a:pt x="2027362" y="55233"/>
                </a:lnTo>
                <a:close/>
                <a:moveTo>
                  <a:pt x="2270523" y="51433"/>
                </a:moveTo>
                <a:cubicBezTo>
                  <a:pt x="2288681" y="51433"/>
                  <a:pt x="2303038" y="58020"/>
                  <a:pt x="2313595" y="71195"/>
                </a:cubicBezTo>
                <a:cubicBezTo>
                  <a:pt x="2324152" y="84370"/>
                  <a:pt x="2329430" y="101936"/>
                  <a:pt x="2329430" y="123894"/>
                </a:cubicBezTo>
                <a:lnTo>
                  <a:pt x="2329430" y="126555"/>
                </a:lnTo>
                <a:lnTo>
                  <a:pt x="2226438" y="126555"/>
                </a:lnTo>
                <a:cubicBezTo>
                  <a:pt x="2226692" y="142094"/>
                  <a:pt x="2230851" y="154762"/>
                  <a:pt x="2238916" y="164559"/>
                </a:cubicBezTo>
                <a:cubicBezTo>
                  <a:pt x="2246982" y="174356"/>
                  <a:pt x="2257517" y="179254"/>
                  <a:pt x="2270523" y="179254"/>
                </a:cubicBezTo>
                <a:cubicBezTo>
                  <a:pt x="2281418" y="179254"/>
                  <a:pt x="2290370" y="176446"/>
                  <a:pt x="2297380" y="170830"/>
                </a:cubicBezTo>
                <a:cubicBezTo>
                  <a:pt x="2304390" y="165214"/>
                  <a:pt x="2309457" y="156620"/>
                  <a:pt x="2312582" y="145050"/>
                </a:cubicBezTo>
                <a:lnTo>
                  <a:pt x="2328923" y="145050"/>
                </a:lnTo>
                <a:cubicBezTo>
                  <a:pt x="2325123" y="161181"/>
                  <a:pt x="2318451" y="173216"/>
                  <a:pt x="2308908" y="181154"/>
                </a:cubicBezTo>
                <a:cubicBezTo>
                  <a:pt x="2299365" y="189093"/>
                  <a:pt x="2286570" y="193062"/>
                  <a:pt x="2270523" y="193062"/>
                </a:cubicBezTo>
                <a:cubicBezTo>
                  <a:pt x="2251606" y="193062"/>
                  <a:pt x="2236805" y="186728"/>
                  <a:pt x="2226122" y="174060"/>
                </a:cubicBezTo>
                <a:cubicBezTo>
                  <a:pt x="2215438" y="161392"/>
                  <a:pt x="2210096" y="144121"/>
                  <a:pt x="2210096" y="122247"/>
                </a:cubicBezTo>
                <a:cubicBezTo>
                  <a:pt x="2210096" y="101472"/>
                  <a:pt x="2215459" y="84475"/>
                  <a:pt x="2226185" y="71258"/>
                </a:cubicBezTo>
                <a:cubicBezTo>
                  <a:pt x="2236911" y="58041"/>
                  <a:pt x="2251690" y="51433"/>
                  <a:pt x="2270523" y="51433"/>
                </a:cubicBezTo>
                <a:moveTo>
                  <a:pt x="2313088" y="112873"/>
                </a:moveTo>
                <a:cubicBezTo>
                  <a:pt x="2312666" y="99614"/>
                  <a:pt x="2308507" y="88339"/>
                  <a:pt x="2300610" y="79049"/>
                </a:cubicBezTo>
                <a:cubicBezTo>
                  <a:pt x="2292714" y="69759"/>
                  <a:pt x="2282600" y="65114"/>
                  <a:pt x="2270270" y="65114"/>
                </a:cubicBezTo>
                <a:cubicBezTo>
                  <a:pt x="2258700" y="65114"/>
                  <a:pt x="2248966" y="69421"/>
                  <a:pt x="2241070" y="78036"/>
                </a:cubicBezTo>
                <a:cubicBezTo>
                  <a:pt x="2233174" y="86650"/>
                  <a:pt x="2228296" y="98262"/>
                  <a:pt x="2226438" y="112873"/>
                </a:cubicBezTo>
                <a:lnTo>
                  <a:pt x="2313088" y="112873"/>
                </a:lnTo>
                <a:close/>
                <a:moveTo>
                  <a:pt x="2357469" y="55233"/>
                </a:moveTo>
                <a:lnTo>
                  <a:pt x="2395601" y="106159"/>
                </a:lnTo>
                <a:lnTo>
                  <a:pt x="2432972" y="55233"/>
                </a:lnTo>
                <a:lnTo>
                  <a:pt x="2453367" y="55233"/>
                </a:lnTo>
                <a:lnTo>
                  <a:pt x="2405102" y="119334"/>
                </a:lnTo>
                <a:lnTo>
                  <a:pt x="2457294" y="189135"/>
                </a:lnTo>
                <a:lnTo>
                  <a:pt x="2436519" y="189135"/>
                </a:lnTo>
                <a:lnTo>
                  <a:pt x="2394460" y="132889"/>
                </a:lnTo>
                <a:lnTo>
                  <a:pt x="2353289" y="189135"/>
                </a:lnTo>
                <a:lnTo>
                  <a:pt x="2333020" y="189135"/>
                </a:lnTo>
                <a:lnTo>
                  <a:pt x="2384959" y="119587"/>
                </a:lnTo>
                <a:lnTo>
                  <a:pt x="2336947" y="55233"/>
                </a:lnTo>
                <a:lnTo>
                  <a:pt x="2357469" y="55233"/>
                </a:lnTo>
                <a:close/>
                <a:moveTo>
                  <a:pt x="2498851" y="15075"/>
                </a:moveTo>
                <a:lnTo>
                  <a:pt x="2498851" y="55233"/>
                </a:lnTo>
                <a:lnTo>
                  <a:pt x="2526087" y="55233"/>
                </a:lnTo>
                <a:lnTo>
                  <a:pt x="2526087" y="69041"/>
                </a:lnTo>
                <a:lnTo>
                  <a:pt x="2498851" y="69041"/>
                </a:lnTo>
                <a:lnTo>
                  <a:pt x="2498851" y="160379"/>
                </a:lnTo>
                <a:cubicBezTo>
                  <a:pt x="2498851" y="167219"/>
                  <a:pt x="2500139" y="171695"/>
                  <a:pt x="2502715" y="173807"/>
                </a:cubicBezTo>
                <a:cubicBezTo>
                  <a:pt x="2505291" y="175918"/>
                  <a:pt x="2508605" y="176974"/>
                  <a:pt x="2512659" y="176974"/>
                </a:cubicBezTo>
                <a:cubicBezTo>
                  <a:pt x="2514348" y="176974"/>
                  <a:pt x="2516354" y="176910"/>
                  <a:pt x="2518677" y="176784"/>
                </a:cubicBezTo>
                <a:cubicBezTo>
                  <a:pt x="2520999" y="176657"/>
                  <a:pt x="2523469" y="176467"/>
                  <a:pt x="2526087" y="176214"/>
                </a:cubicBezTo>
                <a:lnTo>
                  <a:pt x="2526087" y="190149"/>
                </a:lnTo>
                <a:cubicBezTo>
                  <a:pt x="2523723" y="190318"/>
                  <a:pt x="2521337" y="190444"/>
                  <a:pt x="2518930" y="190529"/>
                </a:cubicBezTo>
                <a:cubicBezTo>
                  <a:pt x="2516523" y="190613"/>
                  <a:pt x="2514095" y="190655"/>
                  <a:pt x="2511646" y="190655"/>
                </a:cubicBezTo>
                <a:cubicBezTo>
                  <a:pt x="2500751" y="190655"/>
                  <a:pt x="2493171" y="188586"/>
                  <a:pt x="2488906" y="184448"/>
                </a:cubicBezTo>
                <a:cubicBezTo>
                  <a:pt x="2484642" y="180310"/>
                  <a:pt x="2482509" y="172878"/>
                  <a:pt x="2482509" y="162152"/>
                </a:cubicBezTo>
                <a:lnTo>
                  <a:pt x="2482509" y="69041"/>
                </a:lnTo>
                <a:lnTo>
                  <a:pt x="2459073" y="69041"/>
                </a:lnTo>
                <a:lnTo>
                  <a:pt x="2459073" y="55233"/>
                </a:lnTo>
                <a:lnTo>
                  <a:pt x="2482509" y="55233"/>
                </a:lnTo>
                <a:lnTo>
                  <a:pt x="2482509" y="15075"/>
                </a:lnTo>
                <a:lnTo>
                  <a:pt x="2498851" y="15075"/>
                </a:lnTo>
                <a:close/>
                <a:moveTo>
                  <a:pt x="2599498" y="51433"/>
                </a:moveTo>
                <a:cubicBezTo>
                  <a:pt x="2617655" y="51433"/>
                  <a:pt x="2632013" y="58020"/>
                  <a:pt x="2642569" y="71195"/>
                </a:cubicBezTo>
                <a:cubicBezTo>
                  <a:pt x="2653126" y="84370"/>
                  <a:pt x="2658404" y="101936"/>
                  <a:pt x="2658404" y="123894"/>
                </a:cubicBezTo>
                <a:lnTo>
                  <a:pt x="2658404" y="126555"/>
                </a:lnTo>
                <a:lnTo>
                  <a:pt x="2555413" y="126555"/>
                </a:lnTo>
                <a:cubicBezTo>
                  <a:pt x="2555666" y="142094"/>
                  <a:pt x="2559825" y="154762"/>
                  <a:pt x="2567891" y="164559"/>
                </a:cubicBezTo>
                <a:cubicBezTo>
                  <a:pt x="2575956" y="174356"/>
                  <a:pt x="2586492" y="179254"/>
                  <a:pt x="2599498" y="179254"/>
                </a:cubicBezTo>
                <a:cubicBezTo>
                  <a:pt x="2610392" y="179254"/>
                  <a:pt x="2619344" y="176446"/>
                  <a:pt x="2626354" y="170830"/>
                </a:cubicBezTo>
                <a:cubicBezTo>
                  <a:pt x="2633364" y="165214"/>
                  <a:pt x="2638431" y="156620"/>
                  <a:pt x="2641556" y="145050"/>
                </a:cubicBezTo>
                <a:lnTo>
                  <a:pt x="2657898" y="145050"/>
                </a:lnTo>
                <a:cubicBezTo>
                  <a:pt x="2654097" y="161181"/>
                  <a:pt x="2647425" y="173216"/>
                  <a:pt x="2637882" y="181154"/>
                </a:cubicBezTo>
                <a:cubicBezTo>
                  <a:pt x="2628339" y="189093"/>
                  <a:pt x="2615544" y="193062"/>
                  <a:pt x="2599498" y="193062"/>
                </a:cubicBezTo>
                <a:cubicBezTo>
                  <a:pt x="2580580" y="193062"/>
                  <a:pt x="2565779" y="186728"/>
                  <a:pt x="2555096" y="174060"/>
                </a:cubicBezTo>
                <a:cubicBezTo>
                  <a:pt x="2544412" y="161392"/>
                  <a:pt x="2539071" y="144121"/>
                  <a:pt x="2539071" y="122247"/>
                </a:cubicBezTo>
                <a:cubicBezTo>
                  <a:pt x="2539071" y="101472"/>
                  <a:pt x="2544434" y="84475"/>
                  <a:pt x="2555159" y="71258"/>
                </a:cubicBezTo>
                <a:cubicBezTo>
                  <a:pt x="2565885" y="58041"/>
                  <a:pt x="2580664" y="51433"/>
                  <a:pt x="2599498" y="51433"/>
                </a:cubicBezTo>
                <a:moveTo>
                  <a:pt x="2642063" y="112873"/>
                </a:moveTo>
                <a:cubicBezTo>
                  <a:pt x="2641640" y="99614"/>
                  <a:pt x="2637481" y="88339"/>
                  <a:pt x="2629584" y="79049"/>
                </a:cubicBezTo>
                <a:cubicBezTo>
                  <a:pt x="2621688" y="69759"/>
                  <a:pt x="2611575" y="65114"/>
                  <a:pt x="2599244" y="65114"/>
                </a:cubicBezTo>
                <a:cubicBezTo>
                  <a:pt x="2587674" y="65114"/>
                  <a:pt x="2577941" y="69421"/>
                  <a:pt x="2570044" y="78036"/>
                </a:cubicBezTo>
                <a:cubicBezTo>
                  <a:pt x="2562148" y="86650"/>
                  <a:pt x="2557271" y="98262"/>
                  <a:pt x="2555413" y="112873"/>
                </a:cubicBezTo>
                <a:lnTo>
                  <a:pt x="2642063" y="112873"/>
                </a:lnTo>
                <a:close/>
                <a:moveTo>
                  <a:pt x="2739976" y="51433"/>
                </a:moveTo>
                <a:cubicBezTo>
                  <a:pt x="2757120" y="51433"/>
                  <a:pt x="2769556" y="55613"/>
                  <a:pt x="2777284" y="63974"/>
                </a:cubicBezTo>
                <a:cubicBezTo>
                  <a:pt x="2785011" y="72335"/>
                  <a:pt x="2788875" y="84919"/>
                  <a:pt x="2788875" y="101725"/>
                </a:cubicBezTo>
                <a:lnTo>
                  <a:pt x="2788875" y="189135"/>
                </a:lnTo>
                <a:lnTo>
                  <a:pt x="2772533" y="189135"/>
                </a:lnTo>
                <a:lnTo>
                  <a:pt x="2772533" y="104512"/>
                </a:lnTo>
                <a:cubicBezTo>
                  <a:pt x="2772533" y="91591"/>
                  <a:pt x="2769725" y="81794"/>
                  <a:pt x="2764109" y="75122"/>
                </a:cubicBezTo>
                <a:cubicBezTo>
                  <a:pt x="2758493" y="68450"/>
                  <a:pt x="2749984" y="65114"/>
                  <a:pt x="2738583" y="65114"/>
                </a:cubicBezTo>
                <a:cubicBezTo>
                  <a:pt x="2729630" y="65114"/>
                  <a:pt x="2721924" y="67289"/>
                  <a:pt x="2715463" y="71638"/>
                </a:cubicBezTo>
                <a:cubicBezTo>
                  <a:pt x="2709003" y="75988"/>
                  <a:pt x="2704231" y="81815"/>
                  <a:pt x="2701148" y="89120"/>
                </a:cubicBezTo>
                <a:cubicBezTo>
                  <a:pt x="2698066" y="96426"/>
                  <a:pt x="2696524" y="103668"/>
                  <a:pt x="2696524" y="110846"/>
                </a:cubicBezTo>
                <a:lnTo>
                  <a:pt x="2696524" y="189135"/>
                </a:lnTo>
                <a:lnTo>
                  <a:pt x="2680183" y="189135"/>
                </a:lnTo>
                <a:lnTo>
                  <a:pt x="2680183" y="55233"/>
                </a:lnTo>
                <a:lnTo>
                  <a:pt x="2696524" y="55233"/>
                </a:lnTo>
                <a:lnTo>
                  <a:pt x="2696524" y="78416"/>
                </a:lnTo>
                <a:lnTo>
                  <a:pt x="2697031" y="78416"/>
                </a:lnTo>
                <a:cubicBezTo>
                  <a:pt x="2700156" y="70393"/>
                  <a:pt x="2705645" y="63890"/>
                  <a:pt x="2713500" y="58907"/>
                </a:cubicBezTo>
                <a:cubicBezTo>
                  <a:pt x="2721354" y="53924"/>
                  <a:pt x="2730179" y="51433"/>
                  <a:pt x="2739976" y="51433"/>
                </a:cubicBezTo>
                <a:close/>
                <a:moveTo>
                  <a:pt x="2937571" y="3927"/>
                </a:moveTo>
                <a:lnTo>
                  <a:pt x="2937571" y="189135"/>
                </a:lnTo>
                <a:lnTo>
                  <a:pt x="2922495" y="189135"/>
                </a:lnTo>
                <a:lnTo>
                  <a:pt x="2922495" y="163672"/>
                </a:lnTo>
                <a:lnTo>
                  <a:pt x="2921989" y="163672"/>
                </a:lnTo>
                <a:cubicBezTo>
                  <a:pt x="2918188" y="172624"/>
                  <a:pt x="2911685" y="179761"/>
                  <a:pt x="2902480" y="185081"/>
                </a:cubicBezTo>
                <a:cubicBezTo>
                  <a:pt x="2893274" y="190402"/>
                  <a:pt x="2883815" y="193062"/>
                  <a:pt x="2874103" y="193062"/>
                </a:cubicBezTo>
                <a:cubicBezTo>
                  <a:pt x="2855861" y="193062"/>
                  <a:pt x="2841293" y="186644"/>
                  <a:pt x="2830398" y="173807"/>
                </a:cubicBezTo>
                <a:cubicBezTo>
                  <a:pt x="2819504" y="160970"/>
                  <a:pt x="2814056" y="143783"/>
                  <a:pt x="2814056" y="122247"/>
                </a:cubicBezTo>
                <a:cubicBezTo>
                  <a:pt x="2814056" y="100881"/>
                  <a:pt x="2819461" y="83736"/>
                  <a:pt x="2830271" y="70815"/>
                </a:cubicBezTo>
                <a:cubicBezTo>
                  <a:pt x="2841082" y="57893"/>
                  <a:pt x="2855692" y="51433"/>
                  <a:pt x="2874103" y="51433"/>
                </a:cubicBezTo>
                <a:cubicBezTo>
                  <a:pt x="2884576" y="51433"/>
                  <a:pt x="2894077" y="53966"/>
                  <a:pt x="2902607" y="59033"/>
                </a:cubicBezTo>
                <a:cubicBezTo>
                  <a:pt x="2911136" y="64101"/>
                  <a:pt x="2917175" y="71322"/>
                  <a:pt x="2920722" y="80696"/>
                </a:cubicBezTo>
                <a:lnTo>
                  <a:pt x="2921229" y="80696"/>
                </a:lnTo>
                <a:lnTo>
                  <a:pt x="2921229" y="3927"/>
                </a:lnTo>
                <a:lnTo>
                  <a:pt x="2937571" y="3927"/>
                </a:lnTo>
                <a:moveTo>
                  <a:pt x="2830398" y="122247"/>
                </a:moveTo>
                <a:cubicBezTo>
                  <a:pt x="2830398" y="138800"/>
                  <a:pt x="2834304" y="152440"/>
                  <a:pt x="2842116" y="163166"/>
                </a:cubicBezTo>
                <a:cubicBezTo>
                  <a:pt x="2849928" y="173891"/>
                  <a:pt x="2860633" y="179254"/>
                  <a:pt x="2874230" y="179254"/>
                </a:cubicBezTo>
                <a:cubicBezTo>
                  <a:pt x="2889178" y="179254"/>
                  <a:pt x="2900749" y="173933"/>
                  <a:pt x="2908941" y="163292"/>
                </a:cubicBezTo>
                <a:cubicBezTo>
                  <a:pt x="2917133" y="152651"/>
                  <a:pt x="2921229" y="138969"/>
                  <a:pt x="2921229" y="122247"/>
                </a:cubicBezTo>
                <a:cubicBezTo>
                  <a:pt x="2921229" y="105441"/>
                  <a:pt x="2917154" y="91717"/>
                  <a:pt x="2909004" y="81076"/>
                </a:cubicBezTo>
                <a:cubicBezTo>
                  <a:pt x="2900854" y="70435"/>
                  <a:pt x="2889221" y="65114"/>
                  <a:pt x="2874103" y="65114"/>
                </a:cubicBezTo>
                <a:cubicBezTo>
                  <a:pt x="2860844" y="65114"/>
                  <a:pt x="2850245" y="70371"/>
                  <a:pt x="2842306" y="80886"/>
                </a:cubicBezTo>
                <a:cubicBezTo>
                  <a:pt x="2834368" y="91401"/>
                  <a:pt x="2830398" y="105188"/>
                  <a:pt x="2830398" y="122247"/>
                </a:cubicBezTo>
                <a:close/>
                <a:moveTo>
                  <a:pt x="2985273" y="3927"/>
                </a:moveTo>
                <a:lnTo>
                  <a:pt x="2985273" y="30150"/>
                </a:lnTo>
                <a:lnTo>
                  <a:pt x="2968931" y="30150"/>
                </a:lnTo>
                <a:lnTo>
                  <a:pt x="2968931" y="3927"/>
                </a:lnTo>
                <a:lnTo>
                  <a:pt x="2985273" y="3927"/>
                </a:lnTo>
                <a:moveTo>
                  <a:pt x="2985273" y="55233"/>
                </a:moveTo>
                <a:lnTo>
                  <a:pt x="2985273" y="189135"/>
                </a:lnTo>
                <a:lnTo>
                  <a:pt x="2968931" y="189135"/>
                </a:lnTo>
                <a:lnTo>
                  <a:pt x="2968931" y="55233"/>
                </a:lnTo>
                <a:lnTo>
                  <a:pt x="2985273" y="55233"/>
                </a:lnTo>
                <a:close/>
                <a:moveTo>
                  <a:pt x="3076215" y="51433"/>
                </a:moveTo>
                <a:cubicBezTo>
                  <a:pt x="3093359" y="51433"/>
                  <a:pt x="3105795" y="55613"/>
                  <a:pt x="3113522" y="63974"/>
                </a:cubicBezTo>
                <a:cubicBezTo>
                  <a:pt x="3121250" y="72335"/>
                  <a:pt x="3125114" y="84919"/>
                  <a:pt x="3125114" y="101725"/>
                </a:cubicBezTo>
                <a:lnTo>
                  <a:pt x="3125114" y="189135"/>
                </a:lnTo>
                <a:lnTo>
                  <a:pt x="3108772" y="189135"/>
                </a:lnTo>
                <a:lnTo>
                  <a:pt x="3108772" y="104512"/>
                </a:lnTo>
                <a:cubicBezTo>
                  <a:pt x="3108772" y="91591"/>
                  <a:pt x="3105964" y="81794"/>
                  <a:pt x="3100347" y="75122"/>
                </a:cubicBezTo>
                <a:cubicBezTo>
                  <a:pt x="3094731" y="68450"/>
                  <a:pt x="3086223" y="65114"/>
                  <a:pt x="3074821" y="65114"/>
                </a:cubicBezTo>
                <a:cubicBezTo>
                  <a:pt x="3065869" y="65114"/>
                  <a:pt x="3058163" y="67289"/>
                  <a:pt x="3051702" y="71638"/>
                </a:cubicBezTo>
                <a:cubicBezTo>
                  <a:pt x="3045241" y="75988"/>
                  <a:pt x="3040469" y="81815"/>
                  <a:pt x="3037387" y="89120"/>
                </a:cubicBezTo>
                <a:cubicBezTo>
                  <a:pt x="3034304" y="96426"/>
                  <a:pt x="3032763" y="103668"/>
                  <a:pt x="3032763" y="110846"/>
                </a:cubicBezTo>
                <a:lnTo>
                  <a:pt x="3032763" y="189135"/>
                </a:lnTo>
                <a:lnTo>
                  <a:pt x="3016421" y="189135"/>
                </a:lnTo>
                <a:lnTo>
                  <a:pt x="3016421" y="55233"/>
                </a:lnTo>
                <a:lnTo>
                  <a:pt x="3032763" y="55233"/>
                </a:lnTo>
                <a:lnTo>
                  <a:pt x="3032763" y="78416"/>
                </a:lnTo>
                <a:lnTo>
                  <a:pt x="3033270" y="78416"/>
                </a:lnTo>
                <a:cubicBezTo>
                  <a:pt x="3036395" y="70393"/>
                  <a:pt x="3041884" y="63890"/>
                  <a:pt x="3049738" y="58907"/>
                </a:cubicBezTo>
                <a:cubicBezTo>
                  <a:pt x="3057593" y="53924"/>
                  <a:pt x="3066418" y="51433"/>
                  <a:pt x="3076215" y="51433"/>
                </a:cubicBezTo>
                <a:close/>
                <a:moveTo>
                  <a:pt x="3209582" y="51433"/>
                </a:moveTo>
                <a:cubicBezTo>
                  <a:pt x="3219041" y="51433"/>
                  <a:pt x="3227655" y="53966"/>
                  <a:pt x="3235425" y="59033"/>
                </a:cubicBezTo>
                <a:cubicBezTo>
                  <a:pt x="3243195" y="64101"/>
                  <a:pt x="3248811" y="70561"/>
                  <a:pt x="3252273" y="78416"/>
                </a:cubicBezTo>
                <a:lnTo>
                  <a:pt x="3252780" y="78416"/>
                </a:lnTo>
                <a:lnTo>
                  <a:pt x="3252780" y="55233"/>
                </a:lnTo>
                <a:lnTo>
                  <a:pt x="3269122" y="55233"/>
                </a:lnTo>
                <a:lnTo>
                  <a:pt x="3269122" y="179634"/>
                </a:lnTo>
                <a:cubicBezTo>
                  <a:pt x="3269122" y="200241"/>
                  <a:pt x="3264308" y="215886"/>
                  <a:pt x="3254680" y="226570"/>
                </a:cubicBezTo>
                <a:cubicBezTo>
                  <a:pt x="3245053" y="237253"/>
                  <a:pt x="3230104" y="242595"/>
                  <a:pt x="3209835" y="242595"/>
                </a:cubicBezTo>
                <a:cubicBezTo>
                  <a:pt x="3194633" y="242595"/>
                  <a:pt x="3181817" y="239069"/>
                  <a:pt x="3171387" y="232017"/>
                </a:cubicBezTo>
                <a:cubicBezTo>
                  <a:pt x="3160957" y="224965"/>
                  <a:pt x="3155236" y="214978"/>
                  <a:pt x="3154222" y="202057"/>
                </a:cubicBezTo>
                <a:lnTo>
                  <a:pt x="3170564" y="202057"/>
                </a:lnTo>
                <a:cubicBezTo>
                  <a:pt x="3171915" y="210502"/>
                  <a:pt x="3176032" y="217068"/>
                  <a:pt x="3182915" y="221756"/>
                </a:cubicBezTo>
                <a:cubicBezTo>
                  <a:pt x="3189798" y="226443"/>
                  <a:pt x="3198729" y="228786"/>
                  <a:pt x="3209708" y="228786"/>
                </a:cubicBezTo>
                <a:cubicBezTo>
                  <a:pt x="3224235" y="228786"/>
                  <a:pt x="3235045" y="224648"/>
                  <a:pt x="3242139" y="216372"/>
                </a:cubicBezTo>
                <a:cubicBezTo>
                  <a:pt x="3249233" y="208095"/>
                  <a:pt x="3252780" y="195807"/>
                  <a:pt x="3252780" y="179507"/>
                </a:cubicBezTo>
                <a:lnTo>
                  <a:pt x="3252780" y="160125"/>
                </a:lnTo>
                <a:lnTo>
                  <a:pt x="3252273" y="160125"/>
                </a:lnTo>
                <a:cubicBezTo>
                  <a:pt x="3248220" y="168824"/>
                  <a:pt x="3242413" y="175580"/>
                  <a:pt x="3234855" y="180394"/>
                </a:cubicBezTo>
                <a:cubicBezTo>
                  <a:pt x="3227296" y="185208"/>
                  <a:pt x="3218872" y="187615"/>
                  <a:pt x="3209582" y="187615"/>
                </a:cubicBezTo>
                <a:cubicBezTo>
                  <a:pt x="3190495" y="187615"/>
                  <a:pt x="3175673" y="181598"/>
                  <a:pt x="3165117" y="169563"/>
                </a:cubicBezTo>
                <a:cubicBezTo>
                  <a:pt x="3154560" y="157528"/>
                  <a:pt x="3149282" y="140658"/>
                  <a:pt x="3149282" y="118954"/>
                </a:cubicBezTo>
                <a:cubicBezTo>
                  <a:pt x="3149282" y="99360"/>
                  <a:pt x="3154750" y="83208"/>
                  <a:pt x="3165687" y="70498"/>
                </a:cubicBezTo>
                <a:cubicBezTo>
                  <a:pt x="3176624" y="57788"/>
                  <a:pt x="3191255" y="51433"/>
                  <a:pt x="3209582" y="51433"/>
                </a:cubicBezTo>
                <a:moveTo>
                  <a:pt x="3165623" y="120601"/>
                </a:moveTo>
                <a:cubicBezTo>
                  <a:pt x="3165623" y="136394"/>
                  <a:pt x="3169614" y="149209"/>
                  <a:pt x="3177595" y="159048"/>
                </a:cubicBezTo>
                <a:cubicBezTo>
                  <a:pt x="3185576" y="168887"/>
                  <a:pt x="3196280" y="173807"/>
                  <a:pt x="3209708" y="173807"/>
                </a:cubicBezTo>
                <a:cubicBezTo>
                  <a:pt x="3222630" y="173807"/>
                  <a:pt x="3233039" y="168697"/>
                  <a:pt x="3240935" y="158478"/>
                </a:cubicBezTo>
                <a:cubicBezTo>
                  <a:pt x="3248832" y="148259"/>
                  <a:pt x="3252780" y="135633"/>
                  <a:pt x="3252780" y="120601"/>
                </a:cubicBezTo>
                <a:cubicBezTo>
                  <a:pt x="3252780" y="104723"/>
                  <a:pt x="3248980" y="91506"/>
                  <a:pt x="3241379" y="80949"/>
                </a:cubicBezTo>
                <a:cubicBezTo>
                  <a:pt x="3233778" y="70393"/>
                  <a:pt x="3223137" y="65114"/>
                  <a:pt x="3209455" y="65114"/>
                </a:cubicBezTo>
                <a:cubicBezTo>
                  <a:pt x="3196027" y="65114"/>
                  <a:pt x="3185365" y="70245"/>
                  <a:pt x="3177468" y="80506"/>
                </a:cubicBezTo>
                <a:cubicBezTo>
                  <a:pt x="3169572" y="90767"/>
                  <a:pt x="3165623" y="104132"/>
                  <a:pt x="3165623" y="120601"/>
                </a:cubicBezTo>
                <a:close/>
                <a:moveTo>
                  <a:pt x="3398081" y="15075"/>
                </a:moveTo>
                <a:lnTo>
                  <a:pt x="3398081" y="55233"/>
                </a:lnTo>
                <a:lnTo>
                  <a:pt x="3425318" y="55233"/>
                </a:lnTo>
                <a:lnTo>
                  <a:pt x="3425318" y="69041"/>
                </a:lnTo>
                <a:lnTo>
                  <a:pt x="3398081" y="69041"/>
                </a:lnTo>
                <a:lnTo>
                  <a:pt x="3398081" y="160379"/>
                </a:lnTo>
                <a:cubicBezTo>
                  <a:pt x="3398081" y="167219"/>
                  <a:pt x="3399369" y="171695"/>
                  <a:pt x="3401945" y="173807"/>
                </a:cubicBezTo>
                <a:cubicBezTo>
                  <a:pt x="3404521" y="175918"/>
                  <a:pt x="3407836" y="176974"/>
                  <a:pt x="3411890" y="176974"/>
                </a:cubicBezTo>
                <a:cubicBezTo>
                  <a:pt x="3413579" y="176974"/>
                  <a:pt x="3415585" y="176910"/>
                  <a:pt x="3417907" y="176784"/>
                </a:cubicBezTo>
                <a:cubicBezTo>
                  <a:pt x="3420230" y="176657"/>
                  <a:pt x="3422700" y="176467"/>
                  <a:pt x="3425318" y="176214"/>
                </a:cubicBezTo>
                <a:lnTo>
                  <a:pt x="3425318" y="190149"/>
                </a:lnTo>
                <a:cubicBezTo>
                  <a:pt x="3422953" y="190318"/>
                  <a:pt x="3420567" y="190444"/>
                  <a:pt x="3418160" y="190529"/>
                </a:cubicBezTo>
                <a:cubicBezTo>
                  <a:pt x="3415753" y="190613"/>
                  <a:pt x="3413325" y="190655"/>
                  <a:pt x="3410876" y="190655"/>
                </a:cubicBezTo>
                <a:cubicBezTo>
                  <a:pt x="3399982" y="190655"/>
                  <a:pt x="3392402" y="188586"/>
                  <a:pt x="3388137" y="184448"/>
                </a:cubicBezTo>
                <a:cubicBezTo>
                  <a:pt x="3383872" y="180310"/>
                  <a:pt x="3381740" y="172878"/>
                  <a:pt x="3381740" y="162152"/>
                </a:cubicBezTo>
                <a:lnTo>
                  <a:pt x="3381740" y="69041"/>
                </a:lnTo>
                <a:lnTo>
                  <a:pt x="3358304" y="69041"/>
                </a:lnTo>
                <a:lnTo>
                  <a:pt x="3358304" y="55233"/>
                </a:lnTo>
                <a:lnTo>
                  <a:pt x="3381740" y="55233"/>
                </a:lnTo>
                <a:lnTo>
                  <a:pt x="3381740" y="15075"/>
                </a:lnTo>
                <a:lnTo>
                  <a:pt x="3398081" y="15075"/>
                </a:lnTo>
                <a:close/>
                <a:moveTo>
                  <a:pt x="3464736" y="3927"/>
                </a:moveTo>
                <a:lnTo>
                  <a:pt x="3464736" y="78416"/>
                </a:lnTo>
                <a:lnTo>
                  <a:pt x="3465243" y="78416"/>
                </a:lnTo>
                <a:cubicBezTo>
                  <a:pt x="3468368" y="70393"/>
                  <a:pt x="3473857" y="63890"/>
                  <a:pt x="3481711" y="58907"/>
                </a:cubicBezTo>
                <a:cubicBezTo>
                  <a:pt x="3489566" y="53924"/>
                  <a:pt x="3498391" y="51433"/>
                  <a:pt x="3508188" y="51433"/>
                </a:cubicBezTo>
                <a:cubicBezTo>
                  <a:pt x="3525332" y="51433"/>
                  <a:pt x="3537768" y="55613"/>
                  <a:pt x="3545495" y="63974"/>
                </a:cubicBezTo>
                <a:cubicBezTo>
                  <a:pt x="3553223" y="72335"/>
                  <a:pt x="3557087" y="84919"/>
                  <a:pt x="3557087" y="101725"/>
                </a:cubicBezTo>
                <a:lnTo>
                  <a:pt x="3557087" y="189135"/>
                </a:lnTo>
                <a:lnTo>
                  <a:pt x="3540745" y="189135"/>
                </a:lnTo>
                <a:lnTo>
                  <a:pt x="3540745" y="104512"/>
                </a:lnTo>
                <a:cubicBezTo>
                  <a:pt x="3540745" y="91591"/>
                  <a:pt x="3537937" y="81794"/>
                  <a:pt x="3532321" y="75122"/>
                </a:cubicBezTo>
                <a:cubicBezTo>
                  <a:pt x="3526704" y="68450"/>
                  <a:pt x="3518196" y="65114"/>
                  <a:pt x="3506794" y="65114"/>
                </a:cubicBezTo>
                <a:cubicBezTo>
                  <a:pt x="3497842" y="65114"/>
                  <a:pt x="3490136" y="67289"/>
                  <a:pt x="3483675" y="71638"/>
                </a:cubicBezTo>
                <a:cubicBezTo>
                  <a:pt x="3477214" y="75988"/>
                  <a:pt x="3472443" y="81815"/>
                  <a:pt x="3469360" y="89120"/>
                </a:cubicBezTo>
                <a:cubicBezTo>
                  <a:pt x="3466277" y="96426"/>
                  <a:pt x="3464736" y="103668"/>
                  <a:pt x="3464736" y="110846"/>
                </a:cubicBezTo>
                <a:lnTo>
                  <a:pt x="3464736" y="189135"/>
                </a:lnTo>
                <a:lnTo>
                  <a:pt x="3448394" y="189135"/>
                </a:lnTo>
                <a:lnTo>
                  <a:pt x="3448394" y="3927"/>
                </a:lnTo>
                <a:lnTo>
                  <a:pt x="3464736" y="3927"/>
                </a:lnTo>
                <a:close/>
                <a:moveTo>
                  <a:pt x="3641681" y="51433"/>
                </a:moveTo>
                <a:cubicBezTo>
                  <a:pt x="3659839" y="51433"/>
                  <a:pt x="3674196" y="58020"/>
                  <a:pt x="3684753" y="71195"/>
                </a:cubicBezTo>
                <a:cubicBezTo>
                  <a:pt x="3695310" y="84370"/>
                  <a:pt x="3700588" y="101936"/>
                  <a:pt x="3700588" y="123894"/>
                </a:cubicBezTo>
                <a:lnTo>
                  <a:pt x="3700588" y="126555"/>
                </a:lnTo>
                <a:lnTo>
                  <a:pt x="3597596" y="126555"/>
                </a:lnTo>
                <a:cubicBezTo>
                  <a:pt x="3597850" y="142094"/>
                  <a:pt x="3602009" y="154762"/>
                  <a:pt x="3610074" y="164559"/>
                </a:cubicBezTo>
                <a:cubicBezTo>
                  <a:pt x="3618140" y="174356"/>
                  <a:pt x="3628675" y="179254"/>
                  <a:pt x="3641681" y="179254"/>
                </a:cubicBezTo>
                <a:cubicBezTo>
                  <a:pt x="3652576" y="179254"/>
                  <a:pt x="3661528" y="176446"/>
                  <a:pt x="3668538" y="170830"/>
                </a:cubicBezTo>
                <a:cubicBezTo>
                  <a:pt x="3675547" y="165214"/>
                  <a:pt x="3680615" y="156620"/>
                  <a:pt x="3683740" y="145050"/>
                </a:cubicBezTo>
                <a:lnTo>
                  <a:pt x="3700081" y="145050"/>
                </a:lnTo>
                <a:cubicBezTo>
                  <a:pt x="3696281" y="161181"/>
                  <a:pt x="3689609" y="173216"/>
                  <a:pt x="3680066" y="181154"/>
                </a:cubicBezTo>
                <a:cubicBezTo>
                  <a:pt x="3670522" y="189093"/>
                  <a:pt x="3657728" y="193062"/>
                  <a:pt x="3641681" y="193062"/>
                </a:cubicBezTo>
                <a:cubicBezTo>
                  <a:pt x="3622764" y="193062"/>
                  <a:pt x="3607963" y="186728"/>
                  <a:pt x="3597280" y="174060"/>
                </a:cubicBezTo>
                <a:cubicBezTo>
                  <a:pt x="3586596" y="161392"/>
                  <a:pt x="3581254" y="144121"/>
                  <a:pt x="3581254" y="122247"/>
                </a:cubicBezTo>
                <a:cubicBezTo>
                  <a:pt x="3581254" y="101472"/>
                  <a:pt x="3586617" y="84475"/>
                  <a:pt x="3597343" y="71258"/>
                </a:cubicBezTo>
                <a:cubicBezTo>
                  <a:pt x="3608069" y="58041"/>
                  <a:pt x="3622848" y="51433"/>
                  <a:pt x="3641681" y="51433"/>
                </a:cubicBezTo>
                <a:moveTo>
                  <a:pt x="3684246" y="112873"/>
                </a:moveTo>
                <a:cubicBezTo>
                  <a:pt x="3683824" y="99614"/>
                  <a:pt x="3679665" y="88339"/>
                  <a:pt x="3671768" y="79049"/>
                </a:cubicBezTo>
                <a:cubicBezTo>
                  <a:pt x="3663872" y="69759"/>
                  <a:pt x="3653758" y="65114"/>
                  <a:pt x="3641428" y="65114"/>
                </a:cubicBezTo>
                <a:cubicBezTo>
                  <a:pt x="3629858" y="65114"/>
                  <a:pt x="3620124" y="69421"/>
                  <a:pt x="3612228" y="78036"/>
                </a:cubicBezTo>
                <a:cubicBezTo>
                  <a:pt x="3604331" y="86650"/>
                  <a:pt x="3599454" y="98262"/>
                  <a:pt x="3597596" y="112873"/>
                </a:cubicBezTo>
                <a:lnTo>
                  <a:pt x="3684246" y="112873"/>
                </a:lnTo>
                <a:close/>
                <a:moveTo>
                  <a:pt x="3841991" y="51433"/>
                </a:moveTo>
                <a:cubicBezTo>
                  <a:pt x="3856517" y="51433"/>
                  <a:pt x="3868108" y="55149"/>
                  <a:pt x="3876765" y="62581"/>
                </a:cubicBezTo>
                <a:cubicBezTo>
                  <a:pt x="3885421" y="70013"/>
                  <a:pt x="3890172" y="80612"/>
                  <a:pt x="3891017" y="94378"/>
                </a:cubicBezTo>
                <a:lnTo>
                  <a:pt x="3874675" y="94378"/>
                </a:lnTo>
                <a:cubicBezTo>
                  <a:pt x="3874168" y="84919"/>
                  <a:pt x="3870726" y="77677"/>
                  <a:pt x="3864350" y="72652"/>
                </a:cubicBezTo>
                <a:cubicBezTo>
                  <a:pt x="3857974" y="67627"/>
                  <a:pt x="3849718" y="65114"/>
                  <a:pt x="3839584" y="65114"/>
                </a:cubicBezTo>
                <a:cubicBezTo>
                  <a:pt x="3830125" y="65114"/>
                  <a:pt x="3822482" y="67141"/>
                  <a:pt x="3816655" y="71195"/>
                </a:cubicBezTo>
                <a:cubicBezTo>
                  <a:pt x="3810827" y="75249"/>
                  <a:pt x="3807914" y="80907"/>
                  <a:pt x="3807914" y="88170"/>
                </a:cubicBezTo>
                <a:cubicBezTo>
                  <a:pt x="3807914" y="93913"/>
                  <a:pt x="3810511" y="98664"/>
                  <a:pt x="3815705" y="102422"/>
                </a:cubicBezTo>
                <a:cubicBezTo>
                  <a:pt x="3820898" y="106180"/>
                  <a:pt x="3827591" y="108988"/>
                  <a:pt x="3835784" y="110846"/>
                </a:cubicBezTo>
                <a:lnTo>
                  <a:pt x="3863780" y="117054"/>
                </a:lnTo>
                <a:cubicBezTo>
                  <a:pt x="3872986" y="119165"/>
                  <a:pt x="3880608" y="123303"/>
                  <a:pt x="3886646" y="129468"/>
                </a:cubicBezTo>
                <a:cubicBezTo>
                  <a:pt x="3892685" y="135633"/>
                  <a:pt x="3895704" y="143403"/>
                  <a:pt x="3895704" y="152778"/>
                </a:cubicBezTo>
                <a:cubicBezTo>
                  <a:pt x="3895704" y="165277"/>
                  <a:pt x="3890573" y="175116"/>
                  <a:pt x="3880312" y="182294"/>
                </a:cubicBezTo>
                <a:cubicBezTo>
                  <a:pt x="3870051" y="189473"/>
                  <a:pt x="3857235" y="193062"/>
                  <a:pt x="3841864" y="193062"/>
                </a:cubicBezTo>
                <a:cubicBezTo>
                  <a:pt x="3825311" y="193062"/>
                  <a:pt x="3812347" y="189093"/>
                  <a:pt x="3802973" y="181154"/>
                </a:cubicBezTo>
                <a:cubicBezTo>
                  <a:pt x="3793599" y="173216"/>
                  <a:pt x="3788236" y="161434"/>
                  <a:pt x="3786885" y="145810"/>
                </a:cubicBezTo>
                <a:lnTo>
                  <a:pt x="3803353" y="145810"/>
                </a:lnTo>
                <a:cubicBezTo>
                  <a:pt x="3803944" y="156367"/>
                  <a:pt x="3807808" y="164580"/>
                  <a:pt x="3814944" y="170450"/>
                </a:cubicBezTo>
                <a:cubicBezTo>
                  <a:pt x="3822081" y="176319"/>
                  <a:pt x="3831350" y="179254"/>
                  <a:pt x="3842751" y="179254"/>
                </a:cubicBezTo>
                <a:cubicBezTo>
                  <a:pt x="3852886" y="179254"/>
                  <a:pt x="3861521" y="176974"/>
                  <a:pt x="3868657" y="172413"/>
                </a:cubicBezTo>
                <a:cubicBezTo>
                  <a:pt x="3875794" y="167853"/>
                  <a:pt x="3879362" y="161645"/>
                  <a:pt x="3879362" y="153791"/>
                </a:cubicBezTo>
                <a:cubicBezTo>
                  <a:pt x="3879362" y="147795"/>
                  <a:pt x="3877061" y="142812"/>
                  <a:pt x="3872458" y="138843"/>
                </a:cubicBezTo>
                <a:cubicBezTo>
                  <a:pt x="3867855" y="134873"/>
                  <a:pt x="3860191" y="131706"/>
                  <a:pt x="3849465" y="129342"/>
                </a:cubicBezTo>
                <a:lnTo>
                  <a:pt x="3828943" y="124781"/>
                </a:lnTo>
                <a:cubicBezTo>
                  <a:pt x="3817204" y="122247"/>
                  <a:pt x="3808040" y="118151"/>
                  <a:pt x="3801453" y="112493"/>
                </a:cubicBezTo>
                <a:cubicBezTo>
                  <a:pt x="3794865" y="106835"/>
                  <a:pt x="3791572" y="98980"/>
                  <a:pt x="3791572" y="88930"/>
                </a:cubicBezTo>
                <a:cubicBezTo>
                  <a:pt x="3791572" y="77360"/>
                  <a:pt x="3796301" y="68218"/>
                  <a:pt x="3805760" y="61504"/>
                </a:cubicBezTo>
                <a:cubicBezTo>
                  <a:pt x="3815219" y="54790"/>
                  <a:pt x="3827296" y="51433"/>
                  <a:pt x="3841991" y="51433"/>
                </a:cubicBezTo>
                <a:close/>
                <a:moveTo>
                  <a:pt x="3921298" y="55233"/>
                </a:moveTo>
                <a:lnTo>
                  <a:pt x="3965383" y="169246"/>
                </a:lnTo>
                <a:lnTo>
                  <a:pt x="4006682" y="55233"/>
                </a:lnTo>
                <a:lnTo>
                  <a:pt x="4023023" y="55233"/>
                </a:lnTo>
                <a:lnTo>
                  <a:pt x="3965383" y="208264"/>
                </a:lnTo>
                <a:cubicBezTo>
                  <a:pt x="3961583" y="218652"/>
                  <a:pt x="3957381" y="226316"/>
                  <a:pt x="3952779" y="231257"/>
                </a:cubicBezTo>
                <a:cubicBezTo>
                  <a:pt x="3948176" y="236197"/>
                  <a:pt x="3940638" y="238668"/>
                  <a:pt x="3930166" y="238668"/>
                </a:cubicBezTo>
                <a:cubicBezTo>
                  <a:pt x="3929744" y="238668"/>
                  <a:pt x="3927822" y="238583"/>
                  <a:pt x="3924402" y="238414"/>
                </a:cubicBezTo>
                <a:cubicBezTo>
                  <a:pt x="3920982" y="238245"/>
                  <a:pt x="3918596" y="237907"/>
                  <a:pt x="3917245" y="237401"/>
                </a:cubicBezTo>
                <a:lnTo>
                  <a:pt x="3917245" y="223593"/>
                </a:lnTo>
                <a:lnTo>
                  <a:pt x="3917498" y="223593"/>
                </a:lnTo>
                <a:cubicBezTo>
                  <a:pt x="3918089" y="223846"/>
                  <a:pt x="3919609" y="224141"/>
                  <a:pt x="3922058" y="224479"/>
                </a:cubicBezTo>
                <a:cubicBezTo>
                  <a:pt x="3924508" y="224817"/>
                  <a:pt x="3926619" y="224986"/>
                  <a:pt x="3928393" y="224986"/>
                </a:cubicBezTo>
                <a:cubicBezTo>
                  <a:pt x="3935149" y="224986"/>
                  <a:pt x="3940279" y="222917"/>
                  <a:pt x="3943784" y="218779"/>
                </a:cubicBezTo>
                <a:cubicBezTo>
                  <a:pt x="3947289" y="214640"/>
                  <a:pt x="3951829" y="204590"/>
                  <a:pt x="3957403" y="188628"/>
                </a:cubicBezTo>
                <a:lnTo>
                  <a:pt x="3903943" y="55233"/>
                </a:lnTo>
                <a:lnTo>
                  <a:pt x="3921298" y="55233"/>
                </a:lnTo>
                <a:close/>
                <a:moveTo>
                  <a:pt x="4098421" y="51433"/>
                </a:moveTo>
                <a:cubicBezTo>
                  <a:pt x="4115566" y="51433"/>
                  <a:pt x="4128001" y="55613"/>
                  <a:pt x="4135729" y="63974"/>
                </a:cubicBezTo>
                <a:cubicBezTo>
                  <a:pt x="4143457" y="72335"/>
                  <a:pt x="4147320" y="84919"/>
                  <a:pt x="4147320" y="101725"/>
                </a:cubicBezTo>
                <a:lnTo>
                  <a:pt x="4147320" y="189135"/>
                </a:lnTo>
                <a:lnTo>
                  <a:pt x="4130978" y="189135"/>
                </a:lnTo>
                <a:lnTo>
                  <a:pt x="4130978" y="104512"/>
                </a:lnTo>
                <a:cubicBezTo>
                  <a:pt x="4130978" y="91591"/>
                  <a:pt x="4128170" y="81794"/>
                  <a:pt x="4122554" y="75122"/>
                </a:cubicBezTo>
                <a:cubicBezTo>
                  <a:pt x="4116938" y="68450"/>
                  <a:pt x="4108429" y="65114"/>
                  <a:pt x="4097028" y="65114"/>
                </a:cubicBezTo>
                <a:cubicBezTo>
                  <a:pt x="4088076" y="65114"/>
                  <a:pt x="4080369" y="67289"/>
                  <a:pt x="4073908" y="71638"/>
                </a:cubicBezTo>
                <a:cubicBezTo>
                  <a:pt x="4067448" y="75988"/>
                  <a:pt x="4062676" y="81815"/>
                  <a:pt x="4059594" y="89120"/>
                </a:cubicBezTo>
                <a:cubicBezTo>
                  <a:pt x="4056511" y="96426"/>
                  <a:pt x="4054970" y="103668"/>
                  <a:pt x="4054970" y="110846"/>
                </a:cubicBezTo>
                <a:lnTo>
                  <a:pt x="4054970" y="189135"/>
                </a:lnTo>
                <a:lnTo>
                  <a:pt x="4038628" y="189135"/>
                </a:lnTo>
                <a:lnTo>
                  <a:pt x="4038628" y="55233"/>
                </a:lnTo>
                <a:lnTo>
                  <a:pt x="4054970" y="55233"/>
                </a:lnTo>
                <a:lnTo>
                  <a:pt x="4054970" y="78416"/>
                </a:lnTo>
                <a:lnTo>
                  <a:pt x="4055476" y="78416"/>
                </a:lnTo>
                <a:cubicBezTo>
                  <a:pt x="4058601" y="70393"/>
                  <a:pt x="4064091" y="63890"/>
                  <a:pt x="4071945" y="58907"/>
                </a:cubicBezTo>
                <a:cubicBezTo>
                  <a:pt x="4079799" y="53924"/>
                  <a:pt x="4088625" y="51433"/>
                  <a:pt x="4098421" y="51433"/>
                </a:cubicBezTo>
                <a:close/>
                <a:moveTo>
                  <a:pt x="4204172" y="15075"/>
                </a:moveTo>
                <a:lnTo>
                  <a:pt x="4204172" y="55233"/>
                </a:lnTo>
                <a:lnTo>
                  <a:pt x="4231408" y="55233"/>
                </a:lnTo>
                <a:lnTo>
                  <a:pt x="4231408" y="69041"/>
                </a:lnTo>
                <a:lnTo>
                  <a:pt x="4204172" y="69041"/>
                </a:lnTo>
                <a:lnTo>
                  <a:pt x="4204172" y="160379"/>
                </a:lnTo>
                <a:cubicBezTo>
                  <a:pt x="4204172" y="167219"/>
                  <a:pt x="4205460" y="171695"/>
                  <a:pt x="4208036" y="173807"/>
                </a:cubicBezTo>
                <a:cubicBezTo>
                  <a:pt x="4210612" y="175918"/>
                  <a:pt x="4213926" y="176974"/>
                  <a:pt x="4217980" y="176974"/>
                </a:cubicBezTo>
                <a:cubicBezTo>
                  <a:pt x="4219669" y="176974"/>
                  <a:pt x="4221675" y="176910"/>
                  <a:pt x="4223998" y="176784"/>
                </a:cubicBezTo>
                <a:cubicBezTo>
                  <a:pt x="4226320" y="176657"/>
                  <a:pt x="4228790" y="176467"/>
                  <a:pt x="4231408" y="176214"/>
                </a:cubicBezTo>
                <a:lnTo>
                  <a:pt x="4231408" y="190149"/>
                </a:lnTo>
                <a:cubicBezTo>
                  <a:pt x="4229044" y="190318"/>
                  <a:pt x="4226658" y="190444"/>
                  <a:pt x="4224251" y="190529"/>
                </a:cubicBezTo>
                <a:cubicBezTo>
                  <a:pt x="4221844" y="190613"/>
                  <a:pt x="4219416" y="190655"/>
                  <a:pt x="4216967" y="190655"/>
                </a:cubicBezTo>
                <a:cubicBezTo>
                  <a:pt x="4206072" y="190655"/>
                  <a:pt x="4198492" y="188586"/>
                  <a:pt x="4194227" y="184448"/>
                </a:cubicBezTo>
                <a:cubicBezTo>
                  <a:pt x="4189962" y="180310"/>
                  <a:pt x="4187830" y="172878"/>
                  <a:pt x="4187830" y="162152"/>
                </a:cubicBezTo>
                <a:lnTo>
                  <a:pt x="4187830" y="69041"/>
                </a:lnTo>
                <a:lnTo>
                  <a:pt x="4164394" y="69041"/>
                </a:lnTo>
                <a:lnTo>
                  <a:pt x="4164394" y="55233"/>
                </a:lnTo>
                <a:lnTo>
                  <a:pt x="4187830" y="55233"/>
                </a:lnTo>
                <a:lnTo>
                  <a:pt x="4187830" y="15075"/>
                </a:lnTo>
                <a:lnTo>
                  <a:pt x="4204172" y="15075"/>
                </a:lnTo>
                <a:close/>
                <a:moveTo>
                  <a:pt x="4307564" y="51433"/>
                </a:moveTo>
                <a:cubicBezTo>
                  <a:pt x="4324455" y="51433"/>
                  <a:pt x="4336870" y="55085"/>
                  <a:pt x="4344808" y="62391"/>
                </a:cubicBezTo>
                <a:cubicBezTo>
                  <a:pt x="4352747" y="69696"/>
                  <a:pt x="4356717" y="80020"/>
                  <a:pt x="4356717" y="93364"/>
                </a:cubicBezTo>
                <a:lnTo>
                  <a:pt x="4356717" y="166079"/>
                </a:lnTo>
                <a:cubicBezTo>
                  <a:pt x="4356717" y="168782"/>
                  <a:pt x="4357477" y="170999"/>
                  <a:pt x="4358997" y="172730"/>
                </a:cubicBezTo>
                <a:cubicBezTo>
                  <a:pt x="4360517" y="174461"/>
                  <a:pt x="4362966" y="175327"/>
                  <a:pt x="4366344" y="175327"/>
                </a:cubicBezTo>
                <a:cubicBezTo>
                  <a:pt x="4367273" y="175327"/>
                  <a:pt x="4368160" y="175264"/>
                  <a:pt x="4369005" y="175137"/>
                </a:cubicBezTo>
                <a:cubicBezTo>
                  <a:pt x="4369849" y="175010"/>
                  <a:pt x="4370651" y="174736"/>
                  <a:pt x="4371412" y="174313"/>
                </a:cubicBezTo>
                <a:lnTo>
                  <a:pt x="4371412" y="188122"/>
                </a:lnTo>
                <a:cubicBezTo>
                  <a:pt x="4369385" y="188544"/>
                  <a:pt x="4367590" y="188818"/>
                  <a:pt x="4366028" y="188945"/>
                </a:cubicBezTo>
                <a:cubicBezTo>
                  <a:pt x="4364465" y="189072"/>
                  <a:pt x="4362797" y="189135"/>
                  <a:pt x="4361024" y="189135"/>
                </a:cubicBezTo>
                <a:cubicBezTo>
                  <a:pt x="4353930" y="189135"/>
                  <a:pt x="4348926" y="187425"/>
                  <a:pt x="4346012" y="184005"/>
                </a:cubicBezTo>
                <a:cubicBezTo>
                  <a:pt x="4343098" y="180584"/>
                  <a:pt x="4341641" y="174989"/>
                  <a:pt x="4341641" y="167219"/>
                </a:cubicBezTo>
                <a:lnTo>
                  <a:pt x="4341641" y="165826"/>
                </a:lnTo>
                <a:lnTo>
                  <a:pt x="4341135" y="165826"/>
                </a:lnTo>
                <a:cubicBezTo>
                  <a:pt x="4334463" y="175960"/>
                  <a:pt x="4327474" y="183033"/>
                  <a:pt x="4320169" y="187045"/>
                </a:cubicBezTo>
                <a:cubicBezTo>
                  <a:pt x="4312864" y="191057"/>
                  <a:pt x="4303637" y="193062"/>
                  <a:pt x="4292489" y="193062"/>
                </a:cubicBezTo>
                <a:cubicBezTo>
                  <a:pt x="4278892" y="193062"/>
                  <a:pt x="4267997" y="189663"/>
                  <a:pt x="4259805" y="182864"/>
                </a:cubicBezTo>
                <a:cubicBezTo>
                  <a:pt x="4251613" y="176066"/>
                  <a:pt x="4247517" y="166375"/>
                  <a:pt x="4247517" y="153791"/>
                </a:cubicBezTo>
                <a:cubicBezTo>
                  <a:pt x="4247517" y="140870"/>
                  <a:pt x="4252014" y="131136"/>
                  <a:pt x="4261009" y="124591"/>
                </a:cubicBezTo>
                <a:cubicBezTo>
                  <a:pt x="4270003" y="118046"/>
                  <a:pt x="4290082" y="113380"/>
                  <a:pt x="4321246" y="110593"/>
                </a:cubicBezTo>
                <a:cubicBezTo>
                  <a:pt x="4328340" y="110002"/>
                  <a:pt x="4333302" y="108376"/>
                  <a:pt x="4336131" y="105716"/>
                </a:cubicBezTo>
                <a:cubicBezTo>
                  <a:pt x="4338960" y="103055"/>
                  <a:pt x="4340375" y="98685"/>
                  <a:pt x="4340375" y="92604"/>
                </a:cubicBezTo>
                <a:cubicBezTo>
                  <a:pt x="4340375" y="83567"/>
                  <a:pt x="4337630" y="76727"/>
                  <a:pt x="4332140" y="72082"/>
                </a:cubicBezTo>
                <a:cubicBezTo>
                  <a:pt x="4326651" y="67437"/>
                  <a:pt x="4317741" y="65114"/>
                  <a:pt x="4305411" y="65114"/>
                </a:cubicBezTo>
                <a:cubicBezTo>
                  <a:pt x="4294178" y="65114"/>
                  <a:pt x="4285479" y="67774"/>
                  <a:pt x="4279314" y="73095"/>
                </a:cubicBezTo>
                <a:cubicBezTo>
                  <a:pt x="4273149" y="78416"/>
                  <a:pt x="4269898" y="86143"/>
                  <a:pt x="4269560" y="96278"/>
                </a:cubicBezTo>
                <a:lnTo>
                  <a:pt x="4253218" y="96278"/>
                </a:lnTo>
                <a:cubicBezTo>
                  <a:pt x="4253978" y="81583"/>
                  <a:pt x="4259024" y="70435"/>
                  <a:pt x="4268356" y="62834"/>
                </a:cubicBezTo>
                <a:cubicBezTo>
                  <a:pt x="4277689" y="55233"/>
                  <a:pt x="4290758" y="51433"/>
                  <a:pt x="4307564" y="51433"/>
                </a:cubicBezTo>
                <a:moveTo>
                  <a:pt x="4339868" y="115913"/>
                </a:moveTo>
                <a:cubicBezTo>
                  <a:pt x="4338179" y="118954"/>
                  <a:pt x="4332985" y="121065"/>
                  <a:pt x="4324286" y="122247"/>
                </a:cubicBezTo>
                <a:cubicBezTo>
                  <a:pt x="4315672" y="123430"/>
                  <a:pt x="4306128" y="124929"/>
                  <a:pt x="4295656" y="126745"/>
                </a:cubicBezTo>
                <a:cubicBezTo>
                  <a:pt x="4285184" y="128560"/>
                  <a:pt x="4277266" y="131537"/>
                  <a:pt x="4271903" y="135676"/>
                </a:cubicBezTo>
                <a:cubicBezTo>
                  <a:pt x="4266541" y="139814"/>
                  <a:pt x="4263859" y="145515"/>
                  <a:pt x="4263859" y="152778"/>
                </a:cubicBezTo>
                <a:cubicBezTo>
                  <a:pt x="4263859" y="160716"/>
                  <a:pt x="4266815" y="167114"/>
                  <a:pt x="4272727" y="171970"/>
                </a:cubicBezTo>
                <a:cubicBezTo>
                  <a:pt x="4278639" y="176826"/>
                  <a:pt x="4285648" y="179254"/>
                  <a:pt x="4293756" y="179254"/>
                </a:cubicBezTo>
                <a:cubicBezTo>
                  <a:pt x="4307100" y="179254"/>
                  <a:pt x="4318205" y="175285"/>
                  <a:pt x="4327073" y="167346"/>
                </a:cubicBezTo>
                <a:cubicBezTo>
                  <a:pt x="4335941" y="159407"/>
                  <a:pt x="4340375" y="149611"/>
                  <a:pt x="4340375" y="137956"/>
                </a:cubicBezTo>
                <a:lnTo>
                  <a:pt x="4340375" y="115913"/>
                </a:lnTo>
                <a:lnTo>
                  <a:pt x="4339868" y="115913"/>
                </a:lnTo>
                <a:close/>
                <a:moveTo>
                  <a:pt x="4398510" y="55233"/>
                </a:moveTo>
                <a:lnTo>
                  <a:pt x="4436641" y="106159"/>
                </a:lnTo>
                <a:lnTo>
                  <a:pt x="4474012" y="55233"/>
                </a:lnTo>
                <a:lnTo>
                  <a:pt x="4494408" y="55233"/>
                </a:lnTo>
                <a:lnTo>
                  <a:pt x="4446142" y="119334"/>
                </a:lnTo>
                <a:lnTo>
                  <a:pt x="4498335" y="189135"/>
                </a:lnTo>
                <a:lnTo>
                  <a:pt x="4477559" y="189135"/>
                </a:lnTo>
                <a:lnTo>
                  <a:pt x="4435501" y="132889"/>
                </a:lnTo>
                <a:lnTo>
                  <a:pt x="4394329" y="189135"/>
                </a:lnTo>
                <a:lnTo>
                  <a:pt x="4374060" y="189135"/>
                </a:lnTo>
                <a:lnTo>
                  <a:pt x="4426000" y="119587"/>
                </a:lnTo>
                <a:lnTo>
                  <a:pt x="4377988" y="55233"/>
                </a:lnTo>
                <a:lnTo>
                  <a:pt x="4398510" y="55233"/>
                </a:lnTo>
                <a:close/>
                <a:moveTo>
                  <a:pt x="4638614" y="51433"/>
                </a:moveTo>
                <a:cubicBezTo>
                  <a:pt x="4655504" y="51433"/>
                  <a:pt x="4667919" y="55085"/>
                  <a:pt x="4675858" y="62391"/>
                </a:cubicBezTo>
                <a:cubicBezTo>
                  <a:pt x="4683797" y="69696"/>
                  <a:pt x="4687766" y="80020"/>
                  <a:pt x="4687766" y="93364"/>
                </a:cubicBezTo>
                <a:lnTo>
                  <a:pt x="4687766" y="166079"/>
                </a:lnTo>
                <a:cubicBezTo>
                  <a:pt x="4687766" y="168782"/>
                  <a:pt x="4688526" y="170999"/>
                  <a:pt x="4690046" y="172730"/>
                </a:cubicBezTo>
                <a:cubicBezTo>
                  <a:pt x="4691566" y="174461"/>
                  <a:pt x="4694016" y="175327"/>
                  <a:pt x="4697394" y="175327"/>
                </a:cubicBezTo>
                <a:cubicBezTo>
                  <a:pt x="4698323" y="175327"/>
                  <a:pt x="4699209" y="175264"/>
                  <a:pt x="4700054" y="175137"/>
                </a:cubicBezTo>
                <a:cubicBezTo>
                  <a:pt x="4700899" y="175010"/>
                  <a:pt x="4701701" y="174736"/>
                  <a:pt x="4702461" y="174313"/>
                </a:cubicBezTo>
                <a:lnTo>
                  <a:pt x="4702461" y="188122"/>
                </a:lnTo>
                <a:cubicBezTo>
                  <a:pt x="4700434" y="188544"/>
                  <a:pt x="4698639" y="188818"/>
                  <a:pt x="4697077" y="188945"/>
                </a:cubicBezTo>
                <a:cubicBezTo>
                  <a:pt x="4695515" y="189072"/>
                  <a:pt x="4693847" y="189135"/>
                  <a:pt x="4692073" y="189135"/>
                </a:cubicBezTo>
                <a:cubicBezTo>
                  <a:pt x="4684979" y="189135"/>
                  <a:pt x="4679975" y="187425"/>
                  <a:pt x="4677061" y="184005"/>
                </a:cubicBezTo>
                <a:cubicBezTo>
                  <a:pt x="4674148" y="180584"/>
                  <a:pt x="4672691" y="174989"/>
                  <a:pt x="4672691" y="167219"/>
                </a:cubicBezTo>
                <a:lnTo>
                  <a:pt x="4672691" y="165826"/>
                </a:lnTo>
                <a:lnTo>
                  <a:pt x="4672184" y="165826"/>
                </a:lnTo>
                <a:cubicBezTo>
                  <a:pt x="4665512" y="175960"/>
                  <a:pt x="4658524" y="183033"/>
                  <a:pt x="4651218" y="187045"/>
                </a:cubicBezTo>
                <a:cubicBezTo>
                  <a:pt x="4643913" y="191057"/>
                  <a:pt x="4634686" y="193062"/>
                  <a:pt x="4623538" y="193062"/>
                </a:cubicBezTo>
                <a:cubicBezTo>
                  <a:pt x="4609941" y="193062"/>
                  <a:pt x="4599047" y="189663"/>
                  <a:pt x="4590855" y="182864"/>
                </a:cubicBezTo>
                <a:cubicBezTo>
                  <a:pt x="4582663" y="176066"/>
                  <a:pt x="4578567" y="166375"/>
                  <a:pt x="4578567" y="153791"/>
                </a:cubicBezTo>
                <a:cubicBezTo>
                  <a:pt x="4578567" y="140870"/>
                  <a:pt x="4583064" y="131136"/>
                  <a:pt x="4592058" y="124591"/>
                </a:cubicBezTo>
                <a:cubicBezTo>
                  <a:pt x="4601053" y="118046"/>
                  <a:pt x="4621132" y="113380"/>
                  <a:pt x="4652295" y="110593"/>
                </a:cubicBezTo>
                <a:cubicBezTo>
                  <a:pt x="4659389" y="110002"/>
                  <a:pt x="4664351" y="108376"/>
                  <a:pt x="4667180" y="105716"/>
                </a:cubicBezTo>
                <a:cubicBezTo>
                  <a:pt x="4670009" y="103055"/>
                  <a:pt x="4671424" y="98685"/>
                  <a:pt x="4671424" y="92604"/>
                </a:cubicBezTo>
                <a:cubicBezTo>
                  <a:pt x="4671424" y="83567"/>
                  <a:pt x="4668679" y="76727"/>
                  <a:pt x="4663190" y="72082"/>
                </a:cubicBezTo>
                <a:cubicBezTo>
                  <a:pt x="4657700" y="67437"/>
                  <a:pt x="4648790" y="65114"/>
                  <a:pt x="4636460" y="65114"/>
                </a:cubicBezTo>
                <a:cubicBezTo>
                  <a:pt x="4625228" y="65114"/>
                  <a:pt x="4616529" y="67774"/>
                  <a:pt x="4610364" y="73095"/>
                </a:cubicBezTo>
                <a:cubicBezTo>
                  <a:pt x="4604198" y="78416"/>
                  <a:pt x="4600947" y="86143"/>
                  <a:pt x="4600609" y="96278"/>
                </a:cubicBezTo>
                <a:lnTo>
                  <a:pt x="4584267" y="96278"/>
                </a:lnTo>
                <a:cubicBezTo>
                  <a:pt x="4585027" y="81583"/>
                  <a:pt x="4590074" y="70435"/>
                  <a:pt x="4599406" y="62834"/>
                </a:cubicBezTo>
                <a:cubicBezTo>
                  <a:pt x="4608738" y="55233"/>
                  <a:pt x="4621807" y="51433"/>
                  <a:pt x="4638614" y="51433"/>
                </a:cubicBezTo>
                <a:moveTo>
                  <a:pt x="4670917" y="115913"/>
                </a:moveTo>
                <a:cubicBezTo>
                  <a:pt x="4669228" y="118954"/>
                  <a:pt x="4664034" y="121065"/>
                  <a:pt x="4655336" y="122247"/>
                </a:cubicBezTo>
                <a:cubicBezTo>
                  <a:pt x="4646721" y="123430"/>
                  <a:pt x="4637178" y="124929"/>
                  <a:pt x="4626706" y="126745"/>
                </a:cubicBezTo>
                <a:cubicBezTo>
                  <a:pt x="4616233" y="128560"/>
                  <a:pt x="4608316" y="131537"/>
                  <a:pt x="4602953" y="135676"/>
                </a:cubicBezTo>
                <a:cubicBezTo>
                  <a:pt x="4597590" y="139814"/>
                  <a:pt x="4594909" y="145515"/>
                  <a:pt x="4594909" y="152778"/>
                </a:cubicBezTo>
                <a:cubicBezTo>
                  <a:pt x="4594909" y="160716"/>
                  <a:pt x="4597864" y="167114"/>
                  <a:pt x="4603776" y="171970"/>
                </a:cubicBezTo>
                <a:cubicBezTo>
                  <a:pt x="4609688" y="176826"/>
                  <a:pt x="4616698" y="179254"/>
                  <a:pt x="4624805" y="179254"/>
                </a:cubicBezTo>
                <a:cubicBezTo>
                  <a:pt x="4638149" y="179254"/>
                  <a:pt x="4649255" y="175285"/>
                  <a:pt x="4658122" y="167346"/>
                </a:cubicBezTo>
                <a:cubicBezTo>
                  <a:pt x="4666990" y="159407"/>
                  <a:pt x="4671424" y="149611"/>
                  <a:pt x="4671424" y="137956"/>
                </a:cubicBezTo>
                <a:lnTo>
                  <a:pt x="4671424" y="115913"/>
                </a:lnTo>
                <a:lnTo>
                  <a:pt x="4670917" y="115913"/>
                </a:lnTo>
                <a:close/>
                <a:moveTo>
                  <a:pt x="4737034" y="3927"/>
                </a:moveTo>
                <a:lnTo>
                  <a:pt x="4737034" y="189135"/>
                </a:lnTo>
                <a:lnTo>
                  <a:pt x="4720692" y="189135"/>
                </a:lnTo>
                <a:lnTo>
                  <a:pt x="4720692" y="3927"/>
                </a:lnTo>
                <a:lnTo>
                  <a:pt x="4737034" y="3927"/>
                </a:lnTo>
                <a:close/>
                <a:moveTo>
                  <a:pt x="4824935" y="51433"/>
                </a:moveTo>
                <a:cubicBezTo>
                  <a:pt x="4844022" y="51433"/>
                  <a:pt x="4859350" y="58062"/>
                  <a:pt x="4870921" y="71322"/>
                </a:cubicBezTo>
                <a:cubicBezTo>
                  <a:pt x="4882491" y="84581"/>
                  <a:pt x="4888276" y="101556"/>
                  <a:pt x="4888276" y="122247"/>
                </a:cubicBezTo>
                <a:cubicBezTo>
                  <a:pt x="4888276" y="134747"/>
                  <a:pt x="4885890" y="146401"/>
                  <a:pt x="4881118" y="157211"/>
                </a:cubicBezTo>
                <a:cubicBezTo>
                  <a:pt x="4876347" y="168022"/>
                  <a:pt x="4869084" y="176699"/>
                  <a:pt x="4859329" y="183245"/>
                </a:cubicBezTo>
                <a:cubicBezTo>
                  <a:pt x="4849575" y="189790"/>
                  <a:pt x="4838110" y="193062"/>
                  <a:pt x="4824935" y="193062"/>
                </a:cubicBezTo>
                <a:cubicBezTo>
                  <a:pt x="4806018" y="193062"/>
                  <a:pt x="4790752" y="186412"/>
                  <a:pt x="4779140" y="173110"/>
                </a:cubicBezTo>
                <a:cubicBezTo>
                  <a:pt x="4767528" y="159808"/>
                  <a:pt x="4761721" y="142854"/>
                  <a:pt x="4761721" y="122247"/>
                </a:cubicBezTo>
                <a:cubicBezTo>
                  <a:pt x="4761721" y="101556"/>
                  <a:pt x="4767506" y="84581"/>
                  <a:pt x="4779077" y="71322"/>
                </a:cubicBezTo>
                <a:cubicBezTo>
                  <a:pt x="4790647" y="58062"/>
                  <a:pt x="4805933" y="51433"/>
                  <a:pt x="4824935" y="51433"/>
                </a:cubicBezTo>
                <a:moveTo>
                  <a:pt x="4778063" y="122247"/>
                </a:moveTo>
                <a:cubicBezTo>
                  <a:pt x="4778063" y="138040"/>
                  <a:pt x="4782328" y="151490"/>
                  <a:pt x="4790858" y="162595"/>
                </a:cubicBezTo>
                <a:cubicBezTo>
                  <a:pt x="4799388" y="173701"/>
                  <a:pt x="4810747" y="179254"/>
                  <a:pt x="4824935" y="179254"/>
                </a:cubicBezTo>
                <a:cubicBezTo>
                  <a:pt x="4839124" y="179254"/>
                  <a:pt x="4850504" y="173680"/>
                  <a:pt x="4859076" y="162532"/>
                </a:cubicBezTo>
                <a:cubicBezTo>
                  <a:pt x="4867648" y="151384"/>
                  <a:pt x="4871934" y="137956"/>
                  <a:pt x="4871934" y="122247"/>
                </a:cubicBezTo>
                <a:cubicBezTo>
                  <a:pt x="4871934" y="106539"/>
                  <a:pt x="4867648" y="93090"/>
                  <a:pt x="4859076" y="81899"/>
                </a:cubicBezTo>
                <a:cubicBezTo>
                  <a:pt x="4850504" y="70709"/>
                  <a:pt x="4839039" y="65114"/>
                  <a:pt x="4824682" y="65114"/>
                </a:cubicBezTo>
                <a:cubicBezTo>
                  <a:pt x="4810831" y="65114"/>
                  <a:pt x="4799599" y="70646"/>
                  <a:pt x="4790985" y="81709"/>
                </a:cubicBezTo>
                <a:cubicBezTo>
                  <a:pt x="4782370" y="92773"/>
                  <a:pt x="4778063" y="106286"/>
                  <a:pt x="4778063" y="122247"/>
                </a:cubicBezTo>
                <a:close/>
                <a:moveTo>
                  <a:pt x="4972226" y="51433"/>
                </a:moveTo>
                <a:cubicBezTo>
                  <a:pt x="4989370" y="51433"/>
                  <a:pt x="5001806" y="55613"/>
                  <a:pt x="5009534" y="63974"/>
                </a:cubicBezTo>
                <a:cubicBezTo>
                  <a:pt x="5017261" y="72335"/>
                  <a:pt x="5021125" y="84919"/>
                  <a:pt x="5021125" y="101725"/>
                </a:cubicBezTo>
                <a:lnTo>
                  <a:pt x="5021125" y="189135"/>
                </a:lnTo>
                <a:lnTo>
                  <a:pt x="5004783" y="189135"/>
                </a:lnTo>
                <a:lnTo>
                  <a:pt x="5004783" y="104512"/>
                </a:lnTo>
                <a:cubicBezTo>
                  <a:pt x="5004783" y="91591"/>
                  <a:pt x="5001975" y="81794"/>
                  <a:pt x="4996359" y="75122"/>
                </a:cubicBezTo>
                <a:cubicBezTo>
                  <a:pt x="4990743" y="68450"/>
                  <a:pt x="4982234" y="65114"/>
                  <a:pt x="4970833" y="65114"/>
                </a:cubicBezTo>
                <a:cubicBezTo>
                  <a:pt x="4961881" y="65114"/>
                  <a:pt x="4954174" y="67289"/>
                  <a:pt x="4947713" y="71638"/>
                </a:cubicBezTo>
                <a:cubicBezTo>
                  <a:pt x="4941253" y="75988"/>
                  <a:pt x="4936481" y="81815"/>
                  <a:pt x="4933398" y="89120"/>
                </a:cubicBezTo>
                <a:cubicBezTo>
                  <a:pt x="4930316" y="96426"/>
                  <a:pt x="4928775" y="103668"/>
                  <a:pt x="4928775" y="110846"/>
                </a:cubicBezTo>
                <a:lnTo>
                  <a:pt x="4928775" y="189135"/>
                </a:lnTo>
                <a:lnTo>
                  <a:pt x="4912433" y="189135"/>
                </a:lnTo>
                <a:lnTo>
                  <a:pt x="4912433" y="55233"/>
                </a:lnTo>
                <a:lnTo>
                  <a:pt x="4928775" y="55233"/>
                </a:lnTo>
                <a:lnTo>
                  <a:pt x="4928775" y="78416"/>
                </a:lnTo>
                <a:lnTo>
                  <a:pt x="4929281" y="78416"/>
                </a:lnTo>
                <a:cubicBezTo>
                  <a:pt x="4932406" y="70393"/>
                  <a:pt x="4937896" y="63890"/>
                  <a:pt x="4945750" y="58907"/>
                </a:cubicBezTo>
                <a:cubicBezTo>
                  <a:pt x="4953604" y="53924"/>
                  <a:pt x="4962430" y="51433"/>
                  <a:pt x="4972226" y="51433"/>
                </a:cubicBezTo>
                <a:close/>
                <a:moveTo>
                  <a:pt x="5105593" y="51433"/>
                </a:moveTo>
                <a:cubicBezTo>
                  <a:pt x="5115052" y="51433"/>
                  <a:pt x="5123666" y="53966"/>
                  <a:pt x="5131436" y="59033"/>
                </a:cubicBezTo>
                <a:cubicBezTo>
                  <a:pt x="5139206" y="64101"/>
                  <a:pt x="5144822" y="70561"/>
                  <a:pt x="5148285" y="78416"/>
                </a:cubicBezTo>
                <a:lnTo>
                  <a:pt x="5148791" y="78416"/>
                </a:lnTo>
                <a:lnTo>
                  <a:pt x="5148791" y="55233"/>
                </a:lnTo>
                <a:lnTo>
                  <a:pt x="5165133" y="55233"/>
                </a:lnTo>
                <a:lnTo>
                  <a:pt x="5165133" y="179634"/>
                </a:lnTo>
                <a:cubicBezTo>
                  <a:pt x="5165133" y="200241"/>
                  <a:pt x="5160319" y="215886"/>
                  <a:pt x="5150692" y="226570"/>
                </a:cubicBezTo>
                <a:cubicBezTo>
                  <a:pt x="5141064" y="237253"/>
                  <a:pt x="5126115" y="242595"/>
                  <a:pt x="5105846" y="242595"/>
                </a:cubicBezTo>
                <a:cubicBezTo>
                  <a:pt x="5090645" y="242595"/>
                  <a:pt x="5077829" y="239069"/>
                  <a:pt x="5067399" y="232017"/>
                </a:cubicBezTo>
                <a:cubicBezTo>
                  <a:pt x="5056969" y="224965"/>
                  <a:pt x="5051247" y="214978"/>
                  <a:pt x="5050233" y="202057"/>
                </a:cubicBezTo>
                <a:lnTo>
                  <a:pt x="5066575" y="202057"/>
                </a:lnTo>
                <a:cubicBezTo>
                  <a:pt x="5067926" y="210502"/>
                  <a:pt x="5072044" y="217068"/>
                  <a:pt x="5078927" y="221756"/>
                </a:cubicBezTo>
                <a:cubicBezTo>
                  <a:pt x="5085810" y="226443"/>
                  <a:pt x="5094741" y="228786"/>
                  <a:pt x="5105720" y="228786"/>
                </a:cubicBezTo>
                <a:cubicBezTo>
                  <a:pt x="5120246" y="228786"/>
                  <a:pt x="5131056" y="224648"/>
                  <a:pt x="5138150" y="216372"/>
                </a:cubicBezTo>
                <a:cubicBezTo>
                  <a:pt x="5145244" y="208095"/>
                  <a:pt x="5148791" y="195807"/>
                  <a:pt x="5148791" y="179507"/>
                </a:cubicBezTo>
                <a:lnTo>
                  <a:pt x="5148791" y="160125"/>
                </a:lnTo>
                <a:lnTo>
                  <a:pt x="5148285" y="160125"/>
                </a:lnTo>
                <a:cubicBezTo>
                  <a:pt x="5144231" y="168824"/>
                  <a:pt x="5138425" y="175580"/>
                  <a:pt x="5130866" y="180394"/>
                </a:cubicBezTo>
                <a:cubicBezTo>
                  <a:pt x="5123307" y="185208"/>
                  <a:pt x="5114883" y="187615"/>
                  <a:pt x="5105593" y="187615"/>
                </a:cubicBezTo>
                <a:cubicBezTo>
                  <a:pt x="5086506" y="187615"/>
                  <a:pt x="5071685" y="181598"/>
                  <a:pt x="5061128" y="169563"/>
                </a:cubicBezTo>
                <a:cubicBezTo>
                  <a:pt x="5050571" y="157528"/>
                  <a:pt x="5045293" y="140658"/>
                  <a:pt x="5045293" y="118954"/>
                </a:cubicBezTo>
                <a:cubicBezTo>
                  <a:pt x="5045293" y="99360"/>
                  <a:pt x="5050761" y="83208"/>
                  <a:pt x="5061698" y="70498"/>
                </a:cubicBezTo>
                <a:cubicBezTo>
                  <a:pt x="5072635" y="57788"/>
                  <a:pt x="5087267" y="51433"/>
                  <a:pt x="5105593" y="51433"/>
                </a:cubicBezTo>
                <a:moveTo>
                  <a:pt x="5061635" y="120601"/>
                </a:moveTo>
                <a:cubicBezTo>
                  <a:pt x="5061635" y="136394"/>
                  <a:pt x="5065625" y="149209"/>
                  <a:pt x="5073606" y="159048"/>
                </a:cubicBezTo>
                <a:cubicBezTo>
                  <a:pt x="5081587" y="168887"/>
                  <a:pt x="5092292" y="173807"/>
                  <a:pt x="5105720" y="173807"/>
                </a:cubicBezTo>
                <a:cubicBezTo>
                  <a:pt x="5118641" y="173807"/>
                  <a:pt x="5129050" y="168697"/>
                  <a:pt x="5136947" y="158478"/>
                </a:cubicBezTo>
                <a:cubicBezTo>
                  <a:pt x="5144843" y="148259"/>
                  <a:pt x="5148791" y="135633"/>
                  <a:pt x="5148791" y="120601"/>
                </a:cubicBezTo>
                <a:cubicBezTo>
                  <a:pt x="5148791" y="104723"/>
                  <a:pt x="5144991" y="91506"/>
                  <a:pt x="5137390" y="80949"/>
                </a:cubicBezTo>
                <a:cubicBezTo>
                  <a:pt x="5129789" y="70393"/>
                  <a:pt x="5119148" y="65114"/>
                  <a:pt x="5105466" y="65114"/>
                </a:cubicBezTo>
                <a:cubicBezTo>
                  <a:pt x="5092038" y="65114"/>
                  <a:pt x="5081376" y="70245"/>
                  <a:pt x="5073479" y="80506"/>
                </a:cubicBezTo>
                <a:cubicBezTo>
                  <a:pt x="5065583" y="90767"/>
                  <a:pt x="5061635" y="104132"/>
                  <a:pt x="5061635" y="120601"/>
                </a:cubicBezTo>
                <a:close/>
                <a:moveTo>
                  <a:pt x="5324623" y="51433"/>
                </a:moveTo>
                <a:cubicBezTo>
                  <a:pt x="5343710" y="51433"/>
                  <a:pt x="5359038" y="58062"/>
                  <a:pt x="5370608" y="71322"/>
                </a:cubicBezTo>
                <a:cubicBezTo>
                  <a:pt x="5382178" y="84581"/>
                  <a:pt x="5387964" y="101556"/>
                  <a:pt x="5387964" y="122247"/>
                </a:cubicBezTo>
                <a:cubicBezTo>
                  <a:pt x="5387964" y="134747"/>
                  <a:pt x="5385578" y="146401"/>
                  <a:pt x="5380806" y="157211"/>
                </a:cubicBezTo>
                <a:cubicBezTo>
                  <a:pt x="5376034" y="168022"/>
                  <a:pt x="5368771" y="176699"/>
                  <a:pt x="5359017" y="183245"/>
                </a:cubicBezTo>
                <a:cubicBezTo>
                  <a:pt x="5349262" y="189790"/>
                  <a:pt x="5337798" y="193062"/>
                  <a:pt x="5324623" y="193062"/>
                </a:cubicBezTo>
                <a:cubicBezTo>
                  <a:pt x="5305705" y="193062"/>
                  <a:pt x="5290440" y="186412"/>
                  <a:pt x="5278828" y="173110"/>
                </a:cubicBezTo>
                <a:cubicBezTo>
                  <a:pt x="5267215" y="159808"/>
                  <a:pt x="5261409" y="142854"/>
                  <a:pt x="5261409" y="122247"/>
                </a:cubicBezTo>
                <a:cubicBezTo>
                  <a:pt x="5261409" y="101556"/>
                  <a:pt x="5267194" y="84581"/>
                  <a:pt x="5278764" y="71322"/>
                </a:cubicBezTo>
                <a:cubicBezTo>
                  <a:pt x="5290334" y="58062"/>
                  <a:pt x="5305621" y="51433"/>
                  <a:pt x="5324623" y="51433"/>
                </a:cubicBezTo>
                <a:moveTo>
                  <a:pt x="5277751" y="122247"/>
                </a:moveTo>
                <a:cubicBezTo>
                  <a:pt x="5277751" y="138040"/>
                  <a:pt x="5282016" y="151490"/>
                  <a:pt x="5290546" y="162595"/>
                </a:cubicBezTo>
                <a:cubicBezTo>
                  <a:pt x="5299075" y="173701"/>
                  <a:pt x="5310435" y="179254"/>
                  <a:pt x="5324623" y="179254"/>
                </a:cubicBezTo>
                <a:cubicBezTo>
                  <a:pt x="5338811" y="179254"/>
                  <a:pt x="5350191" y="173680"/>
                  <a:pt x="5358764" y="162532"/>
                </a:cubicBezTo>
                <a:cubicBezTo>
                  <a:pt x="5367336" y="151384"/>
                  <a:pt x="5371622" y="137956"/>
                  <a:pt x="5371622" y="122247"/>
                </a:cubicBezTo>
                <a:cubicBezTo>
                  <a:pt x="5371622" y="106539"/>
                  <a:pt x="5367336" y="93090"/>
                  <a:pt x="5358764" y="81899"/>
                </a:cubicBezTo>
                <a:cubicBezTo>
                  <a:pt x="5350191" y="70709"/>
                  <a:pt x="5338727" y="65114"/>
                  <a:pt x="5324370" y="65114"/>
                </a:cubicBezTo>
                <a:cubicBezTo>
                  <a:pt x="5310519" y="65114"/>
                  <a:pt x="5299287" y="70646"/>
                  <a:pt x="5290672" y="81709"/>
                </a:cubicBezTo>
                <a:cubicBezTo>
                  <a:pt x="5282058" y="92773"/>
                  <a:pt x="5277751" y="106286"/>
                  <a:pt x="5277751" y="122247"/>
                </a:cubicBezTo>
                <a:close/>
                <a:moveTo>
                  <a:pt x="5471914" y="51433"/>
                </a:moveTo>
                <a:cubicBezTo>
                  <a:pt x="5489058" y="51433"/>
                  <a:pt x="5501494" y="55613"/>
                  <a:pt x="5509222" y="63974"/>
                </a:cubicBezTo>
                <a:cubicBezTo>
                  <a:pt x="5516949" y="72335"/>
                  <a:pt x="5520813" y="84919"/>
                  <a:pt x="5520813" y="101725"/>
                </a:cubicBezTo>
                <a:lnTo>
                  <a:pt x="5520813" y="189135"/>
                </a:lnTo>
                <a:lnTo>
                  <a:pt x="5504471" y="189135"/>
                </a:lnTo>
                <a:lnTo>
                  <a:pt x="5504471" y="104512"/>
                </a:lnTo>
                <a:cubicBezTo>
                  <a:pt x="5504471" y="91591"/>
                  <a:pt x="5501663" y="81794"/>
                  <a:pt x="5496047" y="75122"/>
                </a:cubicBezTo>
                <a:cubicBezTo>
                  <a:pt x="5490431" y="68450"/>
                  <a:pt x="5481922" y="65114"/>
                  <a:pt x="5470521" y="65114"/>
                </a:cubicBezTo>
                <a:cubicBezTo>
                  <a:pt x="5461568" y="65114"/>
                  <a:pt x="5453862" y="67289"/>
                  <a:pt x="5447401" y="71638"/>
                </a:cubicBezTo>
                <a:cubicBezTo>
                  <a:pt x="5440941" y="75988"/>
                  <a:pt x="5436169" y="81815"/>
                  <a:pt x="5433086" y="89120"/>
                </a:cubicBezTo>
                <a:cubicBezTo>
                  <a:pt x="5430004" y="96426"/>
                  <a:pt x="5428462" y="103668"/>
                  <a:pt x="5428462" y="110846"/>
                </a:cubicBezTo>
                <a:lnTo>
                  <a:pt x="5428462" y="189135"/>
                </a:lnTo>
                <a:lnTo>
                  <a:pt x="5412121" y="189135"/>
                </a:lnTo>
                <a:lnTo>
                  <a:pt x="5412121" y="55233"/>
                </a:lnTo>
                <a:lnTo>
                  <a:pt x="5428462" y="55233"/>
                </a:lnTo>
                <a:lnTo>
                  <a:pt x="5428462" y="78416"/>
                </a:lnTo>
                <a:lnTo>
                  <a:pt x="5428969" y="78416"/>
                </a:lnTo>
                <a:cubicBezTo>
                  <a:pt x="5432094" y="70393"/>
                  <a:pt x="5437583" y="63890"/>
                  <a:pt x="5445438" y="58907"/>
                </a:cubicBezTo>
                <a:cubicBezTo>
                  <a:pt x="5453292" y="53924"/>
                  <a:pt x="5462117" y="51433"/>
                  <a:pt x="5471914" y="51433"/>
                </a:cubicBezTo>
                <a:close/>
                <a:moveTo>
                  <a:pt x="5605408" y="51433"/>
                </a:moveTo>
                <a:cubicBezTo>
                  <a:pt x="5623566" y="51433"/>
                  <a:pt x="5637923" y="58020"/>
                  <a:pt x="5648480" y="71195"/>
                </a:cubicBezTo>
                <a:cubicBezTo>
                  <a:pt x="5659036" y="84370"/>
                  <a:pt x="5664315" y="101936"/>
                  <a:pt x="5664315" y="123894"/>
                </a:cubicBezTo>
                <a:lnTo>
                  <a:pt x="5664315" y="126555"/>
                </a:lnTo>
                <a:lnTo>
                  <a:pt x="5561323" y="126555"/>
                </a:lnTo>
                <a:cubicBezTo>
                  <a:pt x="5561576" y="142094"/>
                  <a:pt x="5565736" y="154762"/>
                  <a:pt x="5573801" y="164559"/>
                </a:cubicBezTo>
                <a:cubicBezTo>
                  <a:pt x="5581866" y="174356"/>
                  <a:pt x="5592402" y="179254"/>
                  <a:pt x="5605408" y="179254"/>
                </a:cubicBezTo>
                <a:cubicBezTo>
                  <a:pt x="5616303" y="179254"/>
                  <a:pt x="5625255" y="176446"/>
                  <a:pt x="5632264" y="170830"/>
                </a:cubicBezTo>
                <a:cubicBezTo>
                  <a:pt x="5639274" y="165214"/>
                  <a:pt x="5644341" y="156620"/>
                  <a:pt x="5647466" y="145050"/>
                </a:cubicBezTo>
                <a:lnTo>
                  <a:pt x="5663808" y="145050"/>
                </a:lnTo>
                <a:cubicBezTo>
                  <a:pt x="5660008" y="161181"/>
                  <a:pt x="5653336" y="173216"/>
                  <a:pt x="5643792" y="181154"/>
                </a:cubicBezTo>
                <a:cubicBezTo>
                  <a:pt x="5634249" y="189093"/>
                  <a:pt x="5621454" y="193062"/>
                  <a:pt x="5605408" y="193062"/>
                </a:cubicBezTo>
                <a:cubicBezTo>
                  <a:pt x="5586490" y="193062"/>
                  <a:pt x="5571690" y="186728"/>
                  <a:pt x="5561006" y="174060"/>
                </a:cubicBezTo>
                <a:cubicBezTo>
                  <a:pt x="5550323" y="161392"/>
                  <a:pt x="5544981" y="144121"/>
                  <a:pt x="5544981" y="122247"/>
                </a:cubicBezTo>
                <a:cubicBezTo>
                  <a:pt x="5544981" y="101472"/>
                  <a:pt x="5550344" y="84475"/>
                  <a:pt x="5561069" y="71258"/>
                </a:cubicBezTo>
                <a:cubicBezTo>
                  <a:pt x="5571795" y="58041"/>
                  <a:pt x="5586575" y="51433"/>
                  <a:pt x="5605408" y="51433"/>
                </a:cubicBezTo>
                <a:moveTo>
                  <a:pt x="5647973" y="112873"/>
                </a:moveTo>
                <a:cubicBezTo>
                  <a:pt x="5647551" y="99614"/>
                  <a:pt x="5643391" y="88339"/>
                  <a:pt x="5635495" y="79049"/>
                </a:cubicBezTo>
                <a:cubicBezTo>
                  <a:pt x="5627598" y="69759"/>
                  <a:pt x="5617485" y="65114"/>
                  <a:pt x="5605155" y="65114"/>
                </a:cubicBezTo>
                <a:cubicBezTo>
                  <a:pt x="5593584" y="65114"/>
                  <a:pt x="5583851" y="69421"/>
                  <a:pt x="5575955" y="78036"/>
                </a:cubicBezTo>
                <a:cubicBezTo>
                  <a:pt x="5568058" y="86650"/>
                  <a:pt x="5563181" y="98262"/>
                  <a:pt x="5561323" y="112873"/>
                </a:cubicBezTo>
                <a:lnTo>
                  <a:pt x="5647973" y="112873"/>
                </a:lnTo>
                <a:close/>
                <a:moveTo>
                  <a:pt x="5811038" y="51433"/>
                </a:moveTo>
                <a:cubicBezTo>
                  <a:pt x="5827929" y="51433"/>
                  <a:pt x="5840344" y="55085"/>
                  <a:pt x="5848282" y="62391"/>
                </a:cubicBezTo>
                <a:cubicBezTo>
                  <a:pt x="5856221" y="69696"/>
                  <a:pt x="5860190" y="80020"/>
                  <a:pt x="5860190" y="93364"/>
                </a:cubicBezTo>
                <a:lnTo>
                  <a:pt x="5860190" y="166079"/>
                </a:lnTo>
                <a:cubicBezTo>
                  <a:pt x="5860190" y="168782"/>
                  <a:pt x="5860951" y="170999"/>
                  <a:pt x="5862471" y="172730"/>
                </a:cubicBezTo>
                <a:cubicBezTo>
                  <a:pt x="5863991" y="174461"/>
                  <a:pt x="5866440" y="175327"/>
                  <a:pt x="5869818" y="175327"/>
                </a:cubicBezTo>
                <a:cubicBezTo>
                  <a:pt x="5870747" y="175327"/>
                  <a:pt x="5871634" y="175264"/>
                  <a:pt x="5872479" y="175137"/>
                </a:cubicBezTo>
                <a:cubicBezTo>
                  <a:pt x="5873323" y="175010"/>
                  <a:pt x="5874125" y="174736"/>
                  <a:pt x="5874885" y="174313"/>
                </a:cubicBezTo>
                <a:lnTo>
                  <a:pt x="5874885" y="188122"/>
                </a:lnTo>
                <a:cubicBezTo>
                  <a:pt x="5872859" y="188544"/>
                  <a:pt x="5871064" y="188818"/>
                  <a:pt x="5869502" y="188945"/>
                </a:cubicBezTo>
                <a:cubicBezTo>
                  <a:pt x="5867939" y="189072"/>
                  <a:pt x="5866271" y="189135"/>
                  <a:pt x="5864498" y="189135"/>
                </a:cubicBezTo>
                <a:cubicBezTo>
                  <a:pt x="5857403" y="189135"/>
                  <a:pt x="5852400" y="187425"/>
                  <a:pt x="5849486" y="184005"/>
                </a:cubicBezTo>
                <a:cubicBezTo>
                  <a:pt x="5846572" y="180584"/>
                  <a:pt x="5845115" y="174989"/>
                  <a:pt x="5845115" y="167219"/>
                </a:cubicBezTo>
                <a:lnTo>
                  <a:pt x="5845115" y="165826"/>
                </a:lnTo>
                <a:lnTo>
                  <a:pt x="5844609" y="165826"/>
                </a:lnTo>
                <a:cubicBezTo>
                  <a:pt x="5837937" y="175960"/>
                  <a:pt x="5830948" y="183033"/>
                  <a:pt x="5823643" y="187045"/>
                </a:cubicBezTo>
                <a:cubicBezTo>
                  <a:pt x="5816338" y="191057"/>
                  <a:pt x="5807111" y="193062"/>
                  <a:pt x="5795963" y="193062"/>
                </a:cubicBezTo>
                <a:cubicBezTo>
                  <a:pt x="5782366" y="193062"/>
                  <a:pt x="5771471" y="189663"/>
                  <a:pt x="5763279" y="182864"/>
                </a:cubicBezTo>
                <a:cubicBezTo>
                  <a:pt x="5755087" y="176066"/>
                  <a:pt x="5750991" y="166375"/>
                  <a:pt x="5750991" y="153791"/>
                </a:cubicBezTo>
                <a:cubicBezTo>
                  <a:pt x="5750991" y="140870"/>
                  <a:pt x="5755488" y="131136"/>
                  <a:pt x="5764483" y="124591"/>
                </a:cubicBezTo>
                <a:cubicBezTo>
                  <a:pt x="5773477" y="118046"/>
                  <a:pt x="5793556" y="113380"/>
                  <a:pt x="5824720" y="110593"/>
                </a:cubicBezTo>
                <a:cubicBezTo>
                  <a:pt x="5831814" y="110002"/>
                  <a:pt x="5836776" y="108376"/>
                  <a:pt x="5839605" y="105716"/>
                </a:cubicBezTo>
                <a:cubicBezTo>
                  <a:pt x="5842434" y="103055"/>
                  <a:pt x="5843849" y="98685"/>
                  <a:pt x="5843849" y="92604"/>
                </a:cubicBezTo>
                <a:cubicBezTo>
                  <a:pt x="5843849" y="83567"/>
                  <a:pt x="5841104" y="76727"/>
                  <a:pt x="5835614" y="72082"/>
                </a:cubicBezTo>
                <a:cubicBezTo>
                  <a:pt x="5830125" y="67437"/>
                  <a:pt x="5821215" y="65114"/>
                  <a:pt x="5808885" y="65114"/>
                </a:cubicBezTo>
                <a:cubicBezTo>
                  <a:pt x="5797652" y="65114"/>
                  <a:pt x="5788953" y="67774"/>
                  <a:pt x="5782788" y="73095"/>
                </a:cubicBezTo>
                <a:cubicBezTo>
                  <a:pt x="5776623" y="78416"/>
                  <a:pt x="5773372" y="86143"/>
                  <a:pt x="5773034" y="96278"/>
                </a:cubicBezTo>
                <a:lnTo>
                  <a:pt x="5756692" y="96278"/>
                </a:lnTo>
                <a:cubicBezTo>
                  <a:pt x="5757452" y="81583"/>
                  <a:pt x="5762498" y="70435"/>
                  <a:pt x="5771830" y="62834"/>
                </a:cubicBezTo>
                <a:cubicBezTo>
                  <a:pt x="5781162" y="55233"/>
                  <a:pt x="5794232" y="51433"/>
                  <a:pt x="5811038" y="51433"/>
                </a:cubicBezTo>
                <a:moveTo>
                  <a:pt x="5843342" y="115913"/>
                </a:moveTo>
                <a:cubicBezTo>
                  <a:pt x="5841653" y="118954"/>
                  <a:pt x="5836459" y="121065"/>
                  <a:pt x="5827760" y="122247"/>
                </a:cubicBezTo>
                <a:cubicBezTo>
                  <a:pt x="5819146" y="123430"/>
                  <a:pt x="5809602" y="124929"/>
                  <a:pt x="5799130" y="126745"/>
                </a:cubicBezTo>
                <a:cubicBezTo>
                  <a:pt x="5788658" y="128560"/>
                  <a:pt x="5780740" y="131537"/>
                  <a:pt x="5775377" y="135676"/>
                </a:cubicBezTo>
                <a:cubicBezTo>
                  <a:pt x="5770014" y="139814"/>
                  <a:pt x="5767333" y="145515"/>
                  <a:pt x="5767333" y="152778"/>
                </a:cubicBezTo>
                <a:cubicBezTo>
                  <a:pt x="5767333" y="160716"/>
                  <a:pt x="5770289" y="167114"/>
                  <a:pt x="5776201" y="171970"/>
                </a:cubicBezTo>
                <a:cubicBezTo>
                  <a:pt x="5782113" y="176826"/>
                  <a:pt x="5789122" y="179254"/>
                  <a:pt x="5797230" y="179254"/>
                </a:cubicBezTo>
                <a:cubicBezTo>
                  <a:pt x="5810574" y="179254"/>
                  <a:pt x="5821679" y="175285"/>
                  <a:pt x="5830547" y="167346"/>
                </a:cubicBezTo>
                <a:cubicBezTo>
                  <a:pt x="5839415" y="159407"/>
                  <a:pt x="5843849" y="149611"/>
                  <a:pt x="5843849" y="137956"/>
                </a:cubicBezTo>
                <a:lnTo>
                  <a:pt x="5843849" y="115913"/>
                </a:lnTo>
                <a:lnTo>
                  <a:pt x="5843342" y="115913"/>
                </a:lnTo>
                <a:close/>
                <a:moveTo>
                  <a:pt x="5901984" y="55233"/>
                </a:moveTo>
                <a:lnTo>
                  <a:pt x="5940115" y="106159"/>
                </a:lnTo>
                <a:lnTo>
                  <a:pt x="5977486" y="55233"/>
                </a:lnTo>
                <a:lnTo>
                  <a:pt x="5997881" y="55233"/>
                </a:lnTo>
                <a:lnTo>
                  <a:pt x="5949616" y="119334"/>
                </a:lnTo>
                <a:lnTo>
                  <a:pt x="6001808" y="189135"/>
                </a:lnTo>
                <a:lnTo>
                  <a:pt x="5981033" y="189135"/>
                </a:lnTo>
                <a:lnTo>
                  <a:pt x="5938975" y="132889"/>
                </a:lnTo>
                <a:lnTo>
                  <a:pt x="5897803" y="189135"/>
                </a:lnTo>
                <a:lnTo>
                  <a:pt x="5877534" y="189135"/>
                </a:lnTo>
                <a:lnTo>
                  <a:pt x="5929473" y="119587"/>
                </a:lnTo>
                <a:lnTo>
                  <a:pt x="5881461" y="55233"/>
                </a:lnTo>
                <a:lnTo>
                  <a:pt x="5901984" y="55233"/>
                </a:lnTo>
                <a:close/>
                <a:moveTo>
                  <a:pt x="6033991" y="3927"/>
                </a:moveTo>
                <a:lnTo>
                  <a:pt x="6033991" y="30150"/>
                </a:lnTo>
                <a:lnTo>
                  <a:pt x="6017649" y="30150"/>
                </a:lnTo>
                <a:lnTo>
                  <a:pt x="6017649" y="3927"/>
                </a:lnTo>
                <a:lnTo>
                  <a:pt x="6033991" y="3927"/>
                </a:lnTo>
                <a:moveTo>
                  <a:pt x="6033991" y="55233"/>
                </a:moveTo>
                <a:lnTo>
                  <a:pt x="6033991" y="189135"/>
                </a:lnTo>
                <a:lnTo>
                  <a:pt x="6017649" y="189135"/>
                </a:lnTo>
                <a:lnTo>
                  <a:pt x="6017649" y="55233"/>
                </a:lnTo>
                <a:lnTo>
                  <a:pt x="6033991" y="55233"/>
                </a:lnTo>
                <a:close/>
                <a:moveTo>
                  <a:pt x="6112898" y="51433"/>
                </a:moveTo>
                <a:cubicBezTo>
                  <a:pt x="6127424" y="51433"/>
                  <a:pt x="6139016" y="55149"/>
                  <a:pt x="6147672" y="62581"/>
                </a:cubicBezTo>
                <a:cubicBezTo>
                  <a:pt x="6156329" y="70013"/>
                  <a:pt x="6161079" y="80612"/>
                  <a:pt x="6161924" y="94378"/>
                </a:cubicBezTo>
                <a:lnTo>
                  <a:pt x="6145582" y="94378"/>
                </a:lnTo>
                <a:cubicBezTo>
                  <a:pt x="6145075" y="84919"/>
                  <a:pt x="6141634" y="77677"/>
                  <a:pt x="6135257" y="72652"/>
                </a:cubicBezTo>
                <a:cubicBezTo>
                  <a:pt x="6128881" y="67627"/>
                  <a:pt x="6120626" y="65114"/>
                  <a:pt x="6110491" y="65114"/>
                </a:cubicBezTo>
                <a:cubicBezTo>
                  <a:pt x="6101032" y="65114"/>
                  <a:pt x="6093389" y="67141"/>
                  <a:pt x="6087562" y="71195"/>
                </a:cubicBezTo>
                <a:cubicBezTo>
                  <a:pt x="6081735" y="75249"/>
                  <a:pt x="6078821" y="80907"/>
                  <a:pt x="6078821" y="88170"/>
                </a:cubicBezTo>
                <a:cubicBezTo>
                  <a:pt x="6078821" y="93913"/>
                  <a:pt x="6081418" y="98664"/>
                  <a:pt x="6086612" y="102422"/>
                </a:cubicBezTo>
                <a:cubicBezTo>
                  <a:pt x="6091806" y="106180"/>
                  <a:pt x="6098499" y="108988"/>
                  <a:pt x="6106691" y="110846"/>
                </a:cubicBezTo>
                <a:lnTo>
                  <a:pt x="6134687" y="117054"/>
                </a:lnTo>
                <a:cubicBezTo>
                  <a:pt x="6143893" y="119165"/>
                  <a:pt x="6151515" y="123303"/>
                  <a:pt x="6157553" y="129468"/>
                </a:cubicBezTo>
                <a:cubicBezTo>
                  <a:pt x="6163592" y="135633"/>
                  <a:pt x="6166611" y="143403"/>
                  <a:pt x="6166611" y="152778"/>
                </a:cubicBezTo>
                <a:cubicBezTo>
                  <a:pt x="6166611" y="165277"/>
                  <a:pt x="6161480" y="175116"/>
                  <a:pt x="6151219" y="182294"/>
                </a:cubicBezTo>
                <a:cubicBezTo>
                  <a:pt x="6140958" y="189473"/>
                  <a:pt x="6128142" y="193062"/>
                  <a:pt x="6112771" y="193062"/>
                </a:cubicBezTo>
                <a:cubicBezTo>
                  <a:pt x="6096218" y="193062"/>
                  <a:pt x="6083255" y="189093"/>
                  <a:pt x="6073880" y="181154"/>
                </a:cubicBezTo>
                <a:cubicBezTo>
                  <a:pt x="6064506" y="173216"/>
                  <a:pt x="6059143" y="161434"/>
                  <a:pt x="6057792" y="145810"/>
                </a:cubicBezTo>
                <a:lnTo>
                  <a:pt x="6074260" y="145810"/>
                </a:lnTo>
                <a:cubicBezTo>
                  <a:pt x="6074852" y="156367"/>
                  <a:pt x="6078715" y="164580"/>
                  <a:pt x="6085852" y="170450"/>
                </a:cubicBezTo>
                <a:cubicBezTo>
                  <a:pt x="6092988" y="176319"/>
                  <a:pt x="6102257" y="179254"/>
                  <a:pt x="6113658" y="179254"/>
                </a:cubicBezTo>
                <a:cubicBezTo>
                  <a:pt x="6123793" y="179254"/>
                  <a:pt x="6132428" y="176974"/>
                  <a:pt x="6139565" y="172413"/>
                </a:cubicBezTo>
                <a:cubicBezTo>
                  <a:pt x="6146701" y="167853"/>
                  <a:pt x="6150269" y="161645"/>
                  <a:pt x="6150269" y="153791"/>
                </a:cubicBezTo>
                <a:cubicBezTo>
                  <a:pt x="6150269" y="147795"/>
                  <a:pt x="6147968" y="142812"/>
                  <a:pt x="6143365" y="138843"/>
                </a:cubicBezTo>
                <a:cubicBezTo>
                  <a:pt x="6138762" y="134873"/>
                  <a:pt x="6131098" y="131706"/>
                  <a:pt x="6120372" y="129342"/>
                </a:cubicBezTo>
                <a:lnTo>
                  <a:pt x="6099850" y="124781"/>
                </a:lnTo>
                <a:cubicBezTo>
                  <a:pt x="6088111" y="122247"/>
                  <a:pt x="6078948" y="118151"/>
                  <a:pt x="6072360" y="112493"/>
                </a:cubicBezTo>
                <a:cubicBezTo>
                  <a:pt x="6065773" y="106835"/>
                  <a:pt x="6062479" y="98980"/>
                  <a:pt x="6062479" y="88930"/>
                </a:cubicBezTo>
                <a:cubicBezTo>
                  <a:pt x="6062479" y="77360"/>
                  <a:pt x="6067208" y="68218"/>
                  <a:pt x="6076667" y="61504"/>
                </a:cubicBezTo>
                <a:cubicBezTo>
                  <a:pt x="6086126" y="54790"/>
                  <a:pt x="6098203" y="51433"/>
                  <a:pt x="6112898" y="51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61CA8-2C83-4216-86DF-B1100569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9" y="1717216"/>
            <a:ext cx="869160" cy="23350"/>
          </a:xfrm>
          <a:custGeom xmlns:a="http://schemas.openxmlformats.org/drawingml/2006/main">
            <a:pathLst>
              <a:path w="869160" h="23350">
                <a:moveTo>
                  <a:pt x="0" y="0"/>
                </a:moveTo>
                <a:lnTo>
                  <a:pt x="869160" y="0"/>
                </a:lnTo>
                <a:lnTo>
                  <a:pt x="869160" y="23350"/>
                </a:lnTo>
                <a:lnTo>
                  <a:pt x="0" y="2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5F25C-845A-4881-AFBC-608B7C68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2184163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230B3-F696-49E0-92CA-5FBB7A66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2184163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FDCD0-E784-4F9D-B93B-42B1B46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2184163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23731-5A3E-4BCA-AFB3-28505C12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2184163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D368E-F445-4921-A813-7512D6C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217877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09F89-6454-4B8D-9A24-D780C65C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217877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EBEBE-A121-432B-96FC-7A296A86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217877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BB13A-118B-472D-9529-F394C317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217877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77155-1245-4262-A90A-60E3870F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60" y="217877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7F671-E89C-47A5-A4A4-3F8B0BE3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2184163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C13FE-7CAA-4411-ABC2-2340DBB2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2633820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49" name="Text ✓">
            <a:extLst xmlns:a="http://schemas.openxmlformats.org/drawingml/2006/main">
              <a:ext uri="{FF2B5EF4-FFF2-40B4-BE49-F238E27FC236}">
                <a16:creationId xmlns:a16="http://schemas.microsoft.com/office/drawing/2014/main" id="{424ED7DC-E760-4AF0-9BCF-641747D5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549" y="2328560"/>
            <a:ext cx="136365" cy="147926"/>
          </a:xfrm>
          <a:custGeom xmlns:a="http://schemas.openxmlformats.org/drawingml/2006/main">
            <a:pathLst>
              <a:path w="136365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✗">
            <a:extLst xmlns:a="http://schemas.openxmlformats.org/drawingml/2006/main">
              <a:ext uri="{FF2B5EF4-FFF2-40B4-BE49-F238E27FC236}">
                <a16:creationId xmlns:a16="http://schemas.microsoft.com/office/drawing/2014/main" id="{2A3A9223-E100-473F-B6B3-6B00EA98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66" y="2341172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✗">
            <a:extLst xmlns:a="http://schemas.openxmlformats.org/drawingml/2006/main">
              <a:ext uri="{FF2B5EF4-FFF2-40B4-BE49-F238E27FC236}">
                <a16:creationId xmlns:a16="http://schemas.microsoft.com/office/drawing/2014/main" id="{ADD3E60F-192C-474E-8C8A-0248C7E5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171" y="2341172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✗">
            <a:extLst xmlns:a="http://schemas.openxmlformats.org/drawingml/2006/main">
              <a:ext uri="{FF2B5EF4-FFF2-40B4-BE49-F238E27FC236}">
                <a16:creationId xmlns:a16="http://schemas.microsoft.com/office/drawing/2014/main" id="{7651CBFE-2DE9-42BF-9388-3CB9E3C5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676" y="2341172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17ADF-6C10-4056-A14F-43CFCBE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0" y="2146995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Q">
            <a:extLst xmlns:a="http://schemas.openxmlformats.org/drawingml/2006/main">
              <a:ext uri="{FF2B5EF4-FFF2-40B4-BE49-F238E27FC236}">
                <a16:creationId xmlns:a16="http://schemas.microsoft.com/office/drawing/2014/main" id="{6053A079-2CB6-4BE9-9441-A7E91E18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03" y="2297557"/>
            <a:ext cx="155171" cy="178705"/>
          </a:xfrm>
          <a:custGeom xmlns:a="http://schemas.openxmlformats.org/drawingml/2006/main">
            <a:pathLst>
              <a:path w="155171" h="178705">
                <a:moveTo>
                  <a:pt x="77698" y="0"/>
                </a:moveTo>
                <a:cubicBezTo>
                  <a:pt x="101345" y="0"/>
                  <a:pt x="120169" y="8070"/>
                  <a:pt x="134170" y="24210"/>
                </a:cubicBezTo>
                <a:cubicBezTo>
                  <a:pt x="148170" y="40350"/>
                  <a:pt x="155171" y="60882"/>
                  <a:pt x="155171" y="85805"/>
                </a:cubicBezTo>
                <a:cubicBezTo>
                  <a:pt x="155171" y="99243"/>
                  <a:pt x="152956" y="111630"/>
                  <a:pt x="148527" y="122965"/>
                </a:cubicBezTo>
                <a:cubicBezTo>
                  <a:pt x="144098" y="134301"/>
                  <a:pt x="138017" y="143647"/>
                  <a:pt x="130285" y="151004"/>
                </a:cubicBezTo>
                <a:lnTo>
                  <a:pt x="153819" y="169021"/>
                </a:lnTo>
                <a:lnTo>
                  <a:pt x="145937" y="178705"/>
                </a:lnTo>
                <a:lnTo>
                  <a:pt x="120375" y="159337"/>
                </a:lnTo>
                <a:cubicBezTo>
                  <a:pt x="114670" y="163391"/>
                  <a:pt x="108289" y="166450"/>
                  <a:pt x="101232" y="168514"/>
                </a:cubicBezTo>
                <a:cubicBezTo>
                  <a:pt x="94176" y="170579"/>
                  <a:pt x="86331" y="171611"/>
                  <a:pt x="77698" y="171611"/>
                </a:cubicBezTo>
                <a:cubicBezTo>
                  <a:pt x="54051" y="171611"/>
                  <a:pt x="35189" y="163597"/>
                  <a:pt x="21114" y="147570"/>
                </a:cubicBezTo>
                <a:cubicBezTo>
                  <a:pt x="7038" y="131542"/>
                  <a:pt x="0" y="110954"/>
                  <a:pt x="0" y="85805"/>
                </a:cubicBezTo>
                <a:cubicBezTo>
                  <a:pt x="0" y="60657"/>
                  <a:pt x="7038" y="40069"/>
                  <a:pt x="21114" y="24041"/>
                </a:cubicBezTo>
                <a:cubicBezTo>
                  <a:pt x="35189" y="8014"/>
                  <a:pt x="54051" y="0"/>
                  <a:pt x="77698" y="0"/>
                </a:cubicBezTo>
                <a:moveTo>
                  <a:pt x="15652" y="85805"/>
                </a:moveTo>
                <a:cubicBezTo>
                  <a:pt x="15652" y="106525"/>
                  <a:pt x="21114" y="123772"/>
                  <a:pt x="32036" y="137548"/>
                </a:cubicBezTo>
                <a:cubicBezTo>
                  <a:pt x="42959" y="151323"/>
                  <a:pt x="58180" y="158211"/>
                  <a:pt x="77698" y="158211"/>
                </a:cubicBezTo>
                <a:cubicBezTo>
                  <a:pt x="83553" y="158211"/>
                  <a:pt x="88996" y="157535"/>
                  <a:pt x="94026" y="156184"/>
                </a:cubicBezTo>
                <a:cubicBezTo>
                  <a:pt x="99055" y="154833"/>
                  <a:pt x="103747" y="152806"/>
                  <a:pt x="108101" y="150103"/>
                </a:cubicBezTo>
                <a:lnTo>
                  <a:pt x="86481" y="133775"/>
                </a:lnTo>
                <a:lnTo>
                  <a:pt x="94476" y="123866"/>
                </a:lnTo>
                <a:lnTo>
                  <a:pt x="118461" y="142108"/>
                </a:lnTo>
                <a:cubicBezTo>
                  <a:pt x="125518" y="135352"/>
                  <a:pt x="130791" y="127094"/>
                  <a:pt x="134282" y="117335"/>
                </a:cubicBezTo>
                <a:cubicBezTo>
                  <a:pt x="137773" y="107576"/>
                  <a:pt x="139518" y="97066"/>
                  <a:pt x="139518" y="85805"/>
                </a:cubicBezTo>
                <a:cubicBezTo>
                  <a:pt x="139518" y="65161"/>
                  <a:pt x="134076" y="47932"/>
                  <a:pt x="123191" y="34119"/>
                </a:cubicBezTo>
                <a:cubicBezTo>
                  <a:pt x="112305" y="20307"/>
                  <a:pt x="97066" y="13400"/>
                  <a:pt x="77473" y="13400"/>
                </a:cubicBezTo>
                <a:cubicBezTo>
                  <a:pt x="58405" y="13400"/>
                  <a:pt x="43334" y="20156"/>
                  <a:pt x="32262" y="33669"/>
                </a:cubicBezTo>
                <a:cubicBezTo>
                  <a:pt x="21189" y="47182"/>
                  <a:pt x="15652" y="64561"/>
                  <a:pt x="15652" y="8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lim">
            <a:extLst xmlns:a="http://schemas.openxmlformats.org/drawingml/2006/main">
              <a:ext uri="{FF2B5EF4-FFF2-40B4-BE49-F238E27FC236}">
                <a16:creationId xmlns:a16="http://schemas.microsoft.com/office/drawing/2014/main" id="{F52595A6-B5D1-44B5-8060-1EFD7C5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98" y="2442406"/>
            <a:ext cx="166338" cy="109753"/>
          </a:xfrm>
          <a:custGeom xmlns:a="http://schemas.openxmlformats.org/drawingml/2006/main">
            <a:pathLst>
              <a:path w="166338" h="109753">
                <a:moveTo>
                  <a:pt x="9684" y="0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0"/>
                </a:lnTo>
                <a:lnTo>
                  <a:pt x="9684" y="0"/>
                </a:lnTo>
                <a:close/>
                <a:moveTo>
                  <a:pt x="38127" y="0"/>
                </a:moveTo>
                <a:lnTo>
                  <a:pt x="38127" y="15540"/>
                </a:lnTo>
                <a:lnTo>
                  <a:pt x="28443" y="15540"/>
                </a:lnTo>
                <a:lnTo>
                  <a:pt x="28443" y="0"/>
                </a:lnTo>
                <a:lnTo>
                  <a:pt x="38127" y="0"/>
                </a:lnTo>
                <a:moveTo>
                  <a:pt x="38127" y="30404"/>
                </a:moveTo>
                <a:lnTo>
                  <a:pt x="38127" y="109753"/>
                </a:lnTo>
                <a:lnTo>
                  <a:pt x="28443" y="109753"/>
                </a:lnTo>
                <a:lnTo>
                  <a:pt x="28443" y="30404"/>
                </a:lnTo>
                <a:lnTo>
                  <a:pt x="38127" y="30404"/>
                </a:lnTo>
                <a:close/>
                <a:moveTo>
                  <a:pt x="92093" y="28151"/>
                </a:moveTo>
                <a:cubicBezTo>
                  <a:pt x="97599" y="28151"/>
                  <a:pt x="102378" y="29465"/>
                  <a:pt x="106432" y="32093"/>
                </a:cubicBezTo>
                <a:cubicBezTo>
                  <a:pt x="110486" y="34720"/>
                  <a:pt x="113288" y="38561"/>
                  <a:pt x="114840" y="43616"/>
                </a:cubicBezTo>
                <a:cubicBezTo>
                  <a:pt x="117292" y="38561"/>
                  <a:pt x="120733" y="34720"/>
                  <a:pt x="125162" y="32093"/>
                </a:cubicBezTo>
                <a:cubicBezTo>
                  <a:pt x="129591" y="29465"/>
                  <a:pt x="134583" y="28151"/>
                  <a:pt x="140138" y="28151"/>
                </a:cubicBezTo>
                <a:cubicBezTo>
                  <a:pt x="148947" y="28151"/>
                  <a:pt x="155515" y="30491"/>
                  <a:pt x="159844" y="35170"/>
                </a:cubicBezTo>
                <a:cubicBezTo>
                  <a:pt x="164173" y="39850"/>
                  <a:pt x="166338" y="46544"/>
                  <a:pt x="166338" y="55252"/>
                </a:cubicBezTo>
                <a:lnTo>
                  <a:pt x="166338" y="109753"/>
                </a:lnTo>
                <a:lnTo>
                  <a:pt x="156654" y="109753"/>
                </a:lnTo>
                <a:lnTo>
                  <a:pt x="156654" y="55777"/>
                </a:lnTo>
                <a:cubicBezTo>
                  <a:pt x="156654" y="49071"/>
                  <a:pt x="155153" y="44141"/>
                  <a:pt x="152150" y="40988"/>
                </a:cubicBezTo>
                <a:cubicBezTo>
                  <a:pt x="149147" y="37835"/>
                  <a:pt x="144417" y="36259"/>
                  <a:pt x="137961" y="36259"/>
                </a:cubicBezTo>
                <a:cubicBezTo>
                  <a:pt x="130905" y="36259"/>
                  <a:pt x="125550" y="38686"/>
                  <a:pt x="121896" y="43541"/>
                </a:cubicBezTo>
                <a:cubicBezTo>
                  <a:pt x="118243" y="48395"/>
                  <a:pt x="116416" y="55252"/>
                  <a:pt x="116416" y="64110"/>
                </a:cubicBezTo>
                <a:lnTo>
                  <a:pt x="116416" y="109753"/>
                </a:lnTo>
                <a:lnTo>
                  <a:pt x="106657" y="109753"/>
                </a:lnTo>
                <a:lnTo>
                  <a:pt x="106657" y="55402"/>
                </a:lnTo>
                <a:cubicBezTo>
                  <a:pt x="106657" y="49446"/>
                  <a:pt x="105281" y="44767"/>
                  <a:pt x="102528" y="41364"/>
                </a:cubicBezTo>
                <a:cubicBezTo>
                  <a:pt x="99776" y="37961"/>
                  <a:pt x="95622" y="36259"/>
                  <a:pt x="90066" y="36259"/>
                </a:cubicBezTo>
                <a:cubicBezTo>
                  <a:pt x="82359" y="36259"/>
                  <a:pt x="76491" y="38874"/>
                  <a:pt x="72462" y="44104"/>
                </a:cubicBezTo>
                <a:cubicBezTo>
                  <a:pt x="68434" y="49334"/>
                  <a:pt x="66419" y="56228"/>
                  <a:pt x="66419" y="64786"/>
                </a:cubicBezTo>
                <a:lnTo>
                  <a:pt x="66419" y="109753"/>
                </a:lnTo>
                <a:lnTo>
                  <a:pt x="56735" y="109753"/>
                </a:lnTo>
                <a:lnTo>
                  <a:pt x="56735" y="30404"/>
                </a:lnTo>
                <a:lnTo>
                  <a:pt x="65669" y="30404"/>
                </a:lnTo>
                <a:lnTo>
                  <a:pt x="65669" y="43766"/>
                </a:lnTo>
                <a:lnTo>
                  <a:pt x="66119" y="43766"/>
                </a:lnTo>
                <a:cubicBezTo>
                  <a:pt x="68872" y="38561"/>
                  <a:pt x="72412" y="34658"/>
                  <a:pt x="76741" y="32055"/>
                </a:cubicBezTo>
                <a:cubicBezTo>
                  <a:pt x="81071" y="29453"/>
                  <a:pt x="86188" y="28151"/>
                  <a:pt x="92093" y="2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∪">
            <a:extLst xmlns:a="http://schemas.openxmlformats.org/drawingml/2006/main">
              <a:ext uri="{FF2B5EF4-FFF2-40B4-BE49-F238E27FC236}">
                <a16:creationId xmlns:a16="http://schemas.microsoft.com/office/drawing/2014/main" id="{2F56002B-2E70-45A3-A05C-B434E409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92" y="2307129"/>
            <a:ext cx="131523" cy="155846"/>
          </a:xfrm>
          <a:custGeom xmlns:a="http://schemas.openxmlformats.org/drawingml/2006/main">
            <a:pathLst>
              <a:path w="131523" h="155846">
                <a:moveTo>
                  <a:pt x="0" y="0"/>
                </a:moveTo>
                <a:lnTo>
                  <a:pt x="17116" y="0"/>
                </a:lnTo>
                <a:lnTo>
                  <a:pt x="17116" y="85580"/>
                </a:lnTo>
                <a:cubicBezTo>
                  <a:pt x="17116" y="101195"/>
                  <a:pt x="22221" y="114107"/>
                  <a:pt x="32430" y="124317"/>
                </a:cubicBezTo>
                <a:cubicBezTo>
                  <a:pt x="41439" y="133325"/>
                  <a:pt x="52549" y="137829"/>
                  <a:pt x="65762" y="137829"/>
                </a:cubicBezTo>
                <a:cubicBezTo>
                  <a:pt x="78974" y="137829"/>
                  <a:pt x="90084" y="133325"/>
                  <a:pt x="99093" y="124317"/>
                </a:cubicBezTo>
                <a:cubicBezTo>
                  <a:pt x="109303" y="114107"/>
                  <a:pt x="114407" y="101195"/>
                  <a:pt x="114407" y="85580"/>
                </a:cubicBezTo>
                <a:lnTo>
                  <a:pt x="114407" y="0"/>
                </a:lnTo>
                <a:lnTo>
                  <a:pt x="131523" y="0"/>
                </a:lnTo>
                <a:lnTo>
                  <a:pt x="131523" y="85580"/>
                </a:lnTo>
                <a:cubicBezTo>
                  <a:pt x="131523" y="106600"/>
                  <a:pt x="125217" y="123416"/>
                  <a:pt x="112606" y="136028"/>
                </a:cubicBezTo>
                <a:cubicBezTo>
                  <a:pt x="99393" y="149240"/>
                  <a:pt x="83779" y="155846"/>
                  <a:pt x="65762" y="155846"/>
                </a:cubicBezTo>
                <a:cubicBezTo>
                  <a:pt x="47745" y="155846"/>
                  <a:pt x="32130" y="149240"/>
                  <a:pt x="18918" y="136028"/>
                </a:cubicBezTo>
                <a:cubicBezTo>
                  <a:pt x="6306" y="123416"/>
                  <a:pt x="0" y="106600"/>
                  <a:pt x="0" y="8558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63E4B-B517-4569-8669-B4086168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1746651"/>
            <a:ext cx="3480694" cy="489265"/>
          </a:xfrm>
          <a:custGeom xmlns:a="http://schemas.openxmlformats.org/drawingml/2006/main">
            <a:pathLst>
              <a:path w="3480694" h="489265">
                <a:moveTo>
                  <a:pt x="0" y="0"/>
                </a:moveTo>
                <a:lnTo>
                  <a:pt x="3480694" y="0"/>
                </a:lnTo>
                <a:lnTo>
                  <a:pt x="3480694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D">
            <a:extLst xmlns:a="http://schemas.openxmlformats.org/drawingml/2006/main">
              <a:ext uri="{FF2B5EF4-FFF2-40B4-BE49-F238E27FC236}">
                <a16:creationId xmlns:a16="http://schemas.microsoft.com/office/drawing/2014/main" id="{C324E875-FFC4-4869-B83D-C8E1C000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784" y="1900704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1">
            <a:extLst xmlns:a="http://schemas.openxmlformats.org/drawingml/2006/main">
              <a:ext uri="{FF2B5EF4-FFF2-40B4-BE49-F238E27FC236}">
                <a16:creationId xmlns:a16="http://schemas.microsoft.com/office/drawing/2014/main" id="{9AC208A0-30AE-46C7-9E04-3C9161A7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117" y="2044164"/>
            <a:ext cx="38136" cy="107651"/>
          </a:xfrm>
          <a:custGeom xmlns:a="http://schemas.openxmlformats.org/drawingml/2006/main">
            <a:pathLst>
              <a:path w="38136" h="107651">
                <a:moveTo>
                  <a:pt x="30253" y="0"/>
                </a:moveTo>
                <a:lnTo>
                  <a:pt x="38136" y="0"/>
                </a:lnTo>
                <a:lnTo>
                  <a:pt x="38136" y="107651"/>
                </a:lnTo>
                <a:lnTo>
                  <a:pt x="28452" y="107651"/>
                </a:lnTo>
                <a:lnTo>
                  <a:pt x="28452" y="27701"/>
                </a:lnTo>
                <a:lnTo>
                  <a:pt x="0" y="27701"/>
                </a:lnTo>
                <a:lnTo>
                  <a:pt x="0" y="20795"/>
                </a:lnTo>
                <a:cubicBezTo>
                  <a:pt x="8808" y="20644"/>
                  <a:pt x="14939" y="19881"/>
                  <a:pt x="18392" y="18505"/>
                </a:cubicBezTo>
                <a:cubicBezTo>
                  <a:pt x="21845" y="17129"/>
                  <a:pt x="24510" y="14977"/>
                  <a:pt x="26387" y="12049"/>
                </a:cubicBezTo>
                <a:cubicBezTo>
                  <a:pt x="28264" y="9121"/>
                  <a:pt x="29553" y="5105"/>
                  <a:pt x="3025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D">
            <a:extLst xmlns:a="http://schemas.openxmlformats.org/drawingml/2006/main">
              <a:ext uri="{FF2B5EF4-FFF2-40B4-BE49-F238E27FC236}">
                <a16:creationId xmlns:a16="http://schemas.microsoft.com/office/drawing/2014/main" id="{ABA4257F-2FC9-40AA-97DB-983043E5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856" y="1900704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2">
            <a:extLst xmlns:a="http://schemas.openxmlformats.org/drawingml/2006/main">
              <a:ext uri="{FF2B5EF4-FFF2-40B4-BE49-F238E27FC236}">
                <a16:creationId xmlns:a16="http://schemas.microsoft.com/office/drawing/2014/main" id="{FC3E6400-A0ED-4ABC-8951-DDE27571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335" y="2043263"/>
            <a:ext cx="70866" cy="108552"/>
          </a:xfrm>
          <a:custGeom xmlns:a="http://schemas.openxmlformats.org/drawingml/2006/main">
            <a:pathLst>
              <a:path w="70866" h="108552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D">
            <a:extLst xmlns:a="http://schemas.openxmlformats.org/drawingml/2006/main">
              <a:ext uri="{FF2B5EF4-FFF2-40B4-BE49-F238E27FC236}">
                <a16:creationId xmlns:a16="http://schemas.microsoft.com/office/drawing/2014/main" id="{6C60D0BD-3D64-4398-9778-DC1CFE05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457" y="1900704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3">
            <a:extLst xmlns:a="http://schemas.openxmlformats.org/drawingml/2006/main">
              <a:ext uri="{FF2B5EF4-FFF2-40B4-BE49-F238E27FC236}">
                <a16:creationId xmlns:a16="http://schemas.microsoft.com/office/drawing/2014/main" id="{8FECDAB7-A7EB-4468-8BAD-0503348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110" y="2043263"/>
            <a:ext cx="73944" cy="110879"/>
          </a:xfrm>
          <a:custGeom xmlns:a="http://schemas.openxmlformats.org/drawingml/2006/main">
            <a:pathLst>
              <a:path w="73944" h="110879">
                <a:moveTo>
                  <a:pt x="36559" y="0"/>
                </a:moveTo>
                <a:cubicBezTo>
                  <a:pt x="45918" y="0"/>
                  <a:pt x="53813" y="2402"/>
                  <a:pt x="60244" y="7207"/>
                </a:cubicBezTo>
                <a:cubicBezTo>
                  <a:pt x="66675" y="12011"/>
                  <a:pt x="69891" y="18743"/>
                  <a:pt x="69891" y="27401"/>
                </a:cubicBezTo>
                <a:cubicBezTo>
                  <a:pt x="69891" y="33306"/>
                  <a:pt x="68327" y="38361"/>
                  <a:pt x="65199" y="42565"/>
                </a:cubicBezTo>
                <a:cubicBezTo>
                  <a:pt x="62071" y="46769"/>
                  <a:pt x="57604" y="49647"/>
                  <a:pt x="51799" y="51198"/>
                </a:cubicBezTo>
                <a:lnTo>
                  <a:pt x="51799" y="51498"/>
                </a:lnTo>
                <a:cubicBezTo>
                  <a:pt x="59206" y="52850"/>
                  <a:pt x="64748" y="55927"/>
                  <a:pt x="68427" y="60732"/>
                </a:cubicBezTo>
                <a:cubicBezTo>
                  <a:pt x="72105" y="65536"/>
                  <a:pt x="73944" y="71317"/>
                  <a:pt x="73944" y="78073"/>
                </a:cubicBezTo>
                <a:cubicBezTo>
                  <a:pt x="73944" y="87882"/>
                  <a:pt x="70441" y="95802"/>
                  <a:pt x="63434" y="101833"/>
                </a:cubicBezTo>
                <a:cubicBezTo>
                  <a:pt x="56428" y="107864"/>
                  <a:pt x="47570" y="110879"/>
                  <a:pt x="36860" y="110879"/>
                </a:cubicBezTo>
                <a:cubicBezTo>
                  <a:pt x="26049" y="110879"/>
                  <a:pt x="17204" y="107851"/>
                  <a:pt x="10322" y="101795"/>
                </a:cubicBezTo>
                <a:cubicBezTo>
                  <a:pt x="3441" y="95740"/>
                  <a:pt x="0" y="87382"/>
                  <a:pt x="0" y="76722"/>
                </a:cubicBezTo>
                <a:cubicBezTo>
                  <a:pt x="0" y="75471"/>
                  <a:pt x="50" y="74645"/>
                  <a:pt x="150" y="74245"/>
                </a:cubicBezTo>
                <a:lnTo>
                  <a:pt x="9834" y="74245"/>
                </a:lnTo>
                <a:lnTo>
                  <a:pt x="9834" y="76272"/>
                </a:lnTo>
                <a:cubicBezTo>
                  <a:pt x="9834" y="84179"/>
                  <a:pt x="12249" y="90560"/>
                  <a:pt x="17079" y="95414"/>
                </a:cubicBezTo>
                <a:cubicBezTo>
                  <a:pt x="21908" y="100269"/>
                  <a:pt x="28452" y="102696"/>
                  <a:pt x="36709" y="102696"/>
                </a:cubicBezTo>
                <a:cubicBezTo>
                  <a:pt x="44517" y="102696"/>
                  <a:pt x="51060" y="100469"/>
                  <a:pt x="56340" y="96015"/>
                </a:cubicBezTo>
                <a:cubicBezTo>
                  <a:pt x="61620" y="91561"/>
                  <a:pt x="64260" y="85856"/>
                  <a:pt x="64260" y="78899"/>
                </a:cubicBezTo>
                <a:cubicBezTo>
                  <a:pt x="64260" y="71942"/>
                  <a:pt x="61946" y="66412"/>
                  <a:pt x="57316" y="62308"/>
                </a:cubicBezTo>
                <a:cubicBezTo>
                  <a:pt x="52687" y="58205"/>
                  <a:pt x="46343" y="56153"/>
                  <a:pt x="38286" y="56153"/>
                </a:cubicBezTo>
                <a:lnTo>
                  <a:pt x="30253" y="56153"/>
                </a:lnTo>
                <a:lnTo>
                  <a:pt x="30253" y="47970"/>
                </a:lnTo>
                <a:lnTo>
                  <a:pt x="38811" y="47970"/>
                </a:lnTo>
                <a:cubicBezTo>
                  <a:pt x="44567" y="47970"/>
                  <a:pt x="49571" y="46231"/>
                  <a:pt x="53825" y="42753"/>
                </a:cubicBezTo>
                <a:cubicBezTo>
                  <a:pt x="58079" y="39274"/>
                  <a:pt x="60206" y="34507"/>
                  <a:pt x="60206" y="28452"/>
                </a:cubicBezTo>
                <a:cubicBezTo>
                  <a:pt x="60206" y="21896"/>
                  <a:pt x="58054" y="16878"/>
                  <a:pt x="53750" y="13400"/>
                </a:cubicBezTo>
                <a:cubicBezTo>
                  <a:pt x="49446" y="9922"/>
                  <a:pt x="43766" y="8183"/>
                  <a:pt x="36709" y="8183"/>
                </a:cubicBezTo>
                <a:cubicBezTo>
                  <a:pt x="29353" y="8183"/>
                  <a:pt x="23434" y="10510"/>
                  <a:pt x="18955" y="15164"/>
                </a:cubicBezTo>
                <a:cubicBezTo>
                  <a:pt x="14476" y="19819"/>
                  <a:pt x="12236" y="26350"/>
                  <a:pt x="12236" y="34758"/>
                </a:cubicBezTo>
                <a:lnTo>
                  <a:pt x="12236" y="35358"/>
                </a:lnTo>
                <a:lnTo>
                  <a:pt x="2552" y="35358"/>
                </a:lnTo>
                <a:cubicBezTo>
                  <a:pt x="2652" y="24748"/>
                  <a:pt x="5868" y="16203"/>
                  <a:pt x="12199" y="9722"/>
                </a:cubicBezTo>
                <a:cubicBezTo>
                  <a:pt x="18530" y="3241"/>
                  <a:pt x="26650" y="0"/>
                  <a:pt x="3655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D">
            <a:extLst xmlns:a="http://schemas.openxmlformats.org/drawingml/2006/main">
              <a:ext uri="{FF2B5EF4-FFF2-40B4-BE49-F238E27FC236}">
                <a16:creationId xmlns:a16="http://schemas.microsoft.com/office/drawing/2014/main" id="{895CC3C1-3CDC-4656-83DB-935EE34A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59" y="1900704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4">
            <a:extLst xmlns:a="http://schemas.openxmlformats.org/drawingml/2006/main">
              <a:ext uri="{FF2B5EF4-FFF2-40B4-BE49-F238E27FC236}">
                <a16:creationId xmlns:a16="http://schemas.microsoft.com/office/drawing/2014/main" id="{00E0378E-C31A-4BDE-BB0C-5ED3E071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61" y="2044164"/>
            <a:ext cx="74770" cy="107651"/>
          </a:xfrm>
          <a:custGeom xmlns:a="http://schemas.openxmlformats.org/drawingml/2006/main">
            <a:pathLst>
              <a:path w="74770" h="107651">
                <a:moveTo>
                  <a:pt x="49847" y="0"/>
                </a:moveTo>
                <a:lnTo>
                  <a:pt x="58630" y="0"/>
                </a:lnTo>
                <a:lnTo>
                  <a:pt x="58630" y="72743"/>
                </a:lnTo>
                <a:lnTo>
                  <a:pt x="74770" y="72743"/>
                </a:lnTo>
                <a:lnTo>
                  <a:pt x="74770" y="80926"/>
                </a:lnTo>
                <a:lnTo>
                  <a:pt x="58630" y="80926"/>
                </a:lnTo>
                <a:lnTo>
                  <a:pt x="58630" y="107651"/>
                </a:lnTo>
                <a:lnTo>
                  <a:pt x="49697" y="107651"/>
                </a:lnTo>
                <a:lnTo>
                  <a:pt x="49697" y="80926"/>
                </a:lnTo>
                <a:lnTo>
                  <a:pt x="0" y="80926"/>
                </a:lnTo>
                <a:lnTo>
                  <a:pt x="0" y="71542"/>
                </a:lnTo>
                <a:lnTo>
                  <a:pt x="49847" y="0"/>
                </a:lnTo>
                <a:moveTo>
                  <a:pt x="8783" y="72743"/>
                </a:moveTo>
                <a:lnTo>
                  <a:pt x="49697" y="72743"/>
                </a:lnTo>
                <a:lnTo>
                  <a:pt x="49697" y="14188"/>
                </a:lnTo>
                <a:lnTo>
                  <a:pt x="49396" y="14188"/>
                </a:lnTo>
                <a:lnTo>
                  <a:pt x="8783" y="72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60AE5-7668-4053-9B44-9B83C00C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2703050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C2ACE-433C-4D9C-980B-6465238E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2703050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1A6D4-263F-48B1-AD72-E23651F2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2703050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1FD01-E1ED-49DF-87F4-9FDBF6E8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2703050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04BAD-0C88-4A5E-880F-8F6530CC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2697659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6E54F-876E-4798-9266-67AE16F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2697659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8F37D-F9D6-4F62-9160-3E4EC28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2697659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D69A2-7656-4DDA-A1B5-763E46F4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2697659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94DBB-C204-438A-9DE4-775F3D2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60" y="2697659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148E7-E82C-46AB-A107-B1712C20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2703050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C31D6-8F5B-403A-86B6-C2BF82B6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3152706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77" name="Text ✗">
            <a:extLst xmlns:a="http://schemas.openxmlformats.org/drawingml/2006/main">
              <a:ext uri="{FF2B5EF4-FFF2-40B4-BE49-F238E27FC236}">
                <a16:creationId xmlns:a16="http://schemas.microsoft.com/office/drawing/2014/main" id="{1362176E-E65C-4102-901F-B7357E2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61" y="2860058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✓">
            <a:extLst xmlns:a="http://schemas.openxmlformats.org/drawingml/2006/main">
              <a:ext uri="{FF2B5EF4-FFF2-40B4-BE49-F238E27FC236}">
                <a16:creationId xmlns:a16="http://schemas.microsoft.com/office/drawing/2014/main" id="{88284C98-CA2D-4AEF-9D90-A45618C8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054" y="2847447"/>
            <a:ext cx="136365" cy="147926"/>
          </a:xfrm>
          <a:custGeom xmlns:a="http://schemas.openxmlformats.org/drawingml/2006/main">
            <a:pathLst>
              <a:path w="136365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✗">
            <a:extLst xmlns:a="http://schemas.openxmlformats.org/drawingml/2006/main">
              <a:ext uri="{FF2B5EF4-FFF2-40B4-BE49-F238E27FC236}">
                <a16:creationId xmlns:a16="http://schemas.microsoft.com/office/drawing/2014/main" id="{EDC9FAF6-F028-4E1D-82C6-1A9BE9E0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171" y="2860058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✗">
            <a:extLst xmlns:a="http://schemas.openxmlformats.org/drawingml/2006/main">
              <a:ext uri="{FF2B5EF4-FFF2-40B4-BE49-F238E27FC236}">
                <a16:creationId xmlns:a16="http://schemas.microsoft.com/office/drawing/2014/main" id="{4BBC59D6-758B-4369-B398-D39B9B75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676" y="2860058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4A183-F637-4962-9AEC-2FD2D767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0" y="2665881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Q">
            <a:extLst xmlns:a="http://schemas.openxmlformats.org/drawingml/2006/main">
              <a:ext uri="{FF2B5EF4-FFF2-40B4-BE49-F238E27FC236}">
                <a16:creationId xmlns:a16="http://schemas.microsoft.com/office/drawing/2014/main" id="{BF9DEFD8-7C89-4A04-B048-3E4118D6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03" y="2816444"/>
            <a:ext cx="155171" cy="178705"/>
          </a:xfrm>
          <a:custGeom xmlns:a="http://schemas.openxmlformats.org/drawingml/2006/main">
            <a:pathLst>
              <a:path w="155171" h="178705">
                <a:moveTo>
                  <a:pt x="77698" y="0"/>
                </a:moveTo>
                <a:cubicBezTo>
                  <a:pt x="101345" y="0"/>
                  <a:pt x="120169" y="8070"/>
                  <a:pt x="134170" y="24210"/>
                </a:cubicBezTo>
                <a:cubicBezTo>
                  <a:pt x="148170" y="40350"/>
                  <a:pt x="155171" y="60882"/>
                  <a:pt x="155171" y="85805"/>
                </a:cubicBezTo>
                <a:cubicBezTo>
                  <a:pt x="155171" y="99243"/>
                  <a:pt x="152956" y="111630"/>
                  <a:pt x="148527" y="122965"/>
                </a:cubicBezTo>
                <a:cubicBezTo>
                  <a:pt x="144098" y="134301"/>
                  <a:pt x="138017" y="143647"/>
                  <a:pt x="130285" y="151004"/>
                </a:cubicBezTo>
                <a:lnTo>
                  <a:pt x="153819" y="169021"/>
                </a:lnTo>
                <a:lnTo>
                  <a:pt x="145937" y="178705"/>
                </a:lnTo>
                <a:lnTo>
                  <a:pt x="120375" y="159337"/>
                </a:lnTo>
                <a:cubicBezTo>
                  <a:pt x="114670" y="163391"/>
                  <a:pt x="108289" y="166450"/>
                  <a:pt x="101232" y="168514"/>
                </a:cubicBezTo>
                <a:cubicBezTo>
                  <a:pt x="94176" y="170579"/>
                  <a:pt x="86331" y="171611"/>
                  <a:pt x="77698" y="171611"/>
                </a:cubicBezTo>
                <a:cubicBezTo>
                  <a:pt x="54051" y="171611"/>
                  <a:pt x="35189" y="163597"/>
                  <a:pt x="21114" y="147570"/>
                </a:cubicBezTo>
                <a:cubicBezTo>
                  <a:pt x="7038" y="131542"/>
                  <a:pt x="0" y="110954"/>
                  <a:pt x="0" y="85805"/>
                </a:cubicBezTo>
                <a:cubicBezTo>
                  <a:pt x="0" y="60657"/>
                  <a:pt x="7038" y="40069"/>
                  <a:pt x="21114" y="24041"/>
                </a:cubicBezTo>
                <a:cubicBezTo>
                  <a:pt x="35189" y="8014"/>
                  <a:pt x="54051" y="0"/>
                  <a:pt x="77698" y="0"/>
                </a:cubicBezTo>
                <a:moveTo>
                  <a:pt x="15652" y="85805"/>
                </a:moveTo>
                <a:cubicBezTo>
                  <a:pt x="15652" y="106525"/>
                  <a:pt x="21114" y="123772"/>
                  <a:pt x="32036" y="137548"/>
                </a:cubicBezTo>
                <a:cubicBezTo>
                  <a:pt x="42959" y="151323"/>
                  <a:pt x="58180" y="158211"/>
                  <a:pt x="77698" y="158211"/>
                </a:cubicBezTo>
                <a:cubicBezTo>
                  <a:pt x="83553" y="158211"/>
                  <a:pt x="88996" y="157535"/>
                  <a:pt x="94026" y="156184"/>
                </a:cubicBezTo>
                <a:cubicBezTo>
                  <a:pt x="99055" y="154833"/>
                  <a:pt x="103747" y="152806"/>
                  <a:pt x="108101" y="150103"/>
                </a:cubicBezTo>
                <a:lnTo>
                  <a:pt x="86481" y="133775"/>
                </a:lnTo>
                <a:lnTo>
                  <a:pt x="94476" y="123866"/>
                </a:lnTo>
                <a:lnTo>
                  <a:pt x="118461" y="142108"/>
                </a:lnTo>
                <a:cubicBezTo>
                  <a:pt x="125518" y="135352"/>
                  <a:pt x="130791" y="127094"/>
                  <a:pt x="134282" y="117335"/>
                </a:cubicBezTo>
                <a:cubicBezTo>
                  <a:pt x="137773" y="107576"/>
                  <a:pt x="139518" y="97066"/>
                  <a:pt x="139518" y="85805"/>
                </a:cubicBezTo>
                <a:cubicBezTo>
                  <a:pt x="139518" y="65161"/>
                  <a:pt x="134076" y="47932"/>
                  <a:pt x="123191" y="34119"/>
                </a:cubicBezTo>
                <a:cubicBezTo>
                  <a:pt x="112305" y="20307"/>
                  <a:pt x="97066" y="13400"/>
                  <a:pt x="77473" y="13400"/>
                </a:cubicBezTo>
                <a:cubicBezTo>
                  <a:pt x="58405" y="13400"/>
                  <a:pt x="43334" y="20156"/>
                  <a:pt x="32262" y="33669"/>
                </a:cubicBezTo>
                <a:cubicBezTo>
                  <a:pt x="21189" y="47182"/>
                  <a:pt x="15652" y="64561"/>
                  <a:pt x="15652" y="8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lim">
            <a:extLst xmlns:a="http://schemas.openxmlformats.org/drawingml/2006/main">
              <a:ext uri="{FF2B5EF4-FFF2-40B4-BE49-F238E27FC236}">
                <a16:creationId xmlns:a16="http://schemas.microsoft.com/office/drawing/2014/main" id="{62E142BC-4894-4247-B541-AE997173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98" y="2961292"/>
            <a:ext cx="166338" cy="109753"/>
          </a:xfrm>
          <a:custGeom xmlns:a="http://schemas.openxmlformats.org/drawingml/2006/main">
            <a:pathLst>
              <a:path w="166338" h="109753">
                <a:moveTo>
                  <a:pt x="9684" y="0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0"/>
                </a:lnTo>
                <a:lnTo>
                  <a:pt x="9684" y="0"/>
                </a:lnTo>
                <a:close/>
                <a:moveTo>
                  <a:pt x="38127" y="0"/>
                </a:moveTo>
                <a:lnTo>
                  <a:pt x="38127" y="15540"/>
                </a:lnTo>
                <a:lnTo>
                  <a:pt x="28443" y="15540"/>
                </a:lnTo>
                <a:lnTo>
                  <a:pt x="28443" y="0"/>
                </a:lnTo>
                <a:lnTo>
                  <a:pt x="38127" y="0"/>
                </a:lnTo>
                <a:moveTo>
                  <a:pt x="38127" y="30404"/>
                </a:moveTo>
                <a:lnTo>
                  <a:pt x="38127" y="109753"/>
                </a:lnTo>
                <a:lnTo>
                  <a:pt x="28443" y="109753"/>
                </a:lnTo>
                <a:lnTo>
                  <a:pt x="28443" y="30404"/>
                </a:lnTo>
                <a:lnTo>
                  <a:pt x="38127" y="30404"/>
                </a:lnTo>
                <a:close/>
                <a:moveTo>
                  <a:pt x="92093" y="28151"/>
                </a:moveTo>
                <a:cubicBezTo>
                  <a:pt x="97599" y="28151"/>
                  <a:pt x="102378" y="29465"/>
                  <a:pt x="106432" y="32093"/>
                </a:cubicBezTo>
                <a:cubicBezTo>
                  <a:pt x="110486" y="34720"/>
                  <a:pt x="113288" y="38561"/>
                  <a:pt x="114840" y="43616"/>
                </a:cubicBezTo>
                <a:cubicBezTo>
                  <a:pt x="117292" y="38561"/>
                  <a:pt x="120733" y="34720"/>
                  <a:pt x="125162" y="32093"/>
                </a:cubicBezTo>
                <a:cubicBezTo>
                  <a:pt x="129591" y="29465"/>
                  <a:pt x="134583" y="28151"/>
                  <a:pt x="140138" y="28151"/>
                </a:cubicBezTo>
                <a:cubicBezTo>
                  <a:pt x="148947" y="28151"/>
                  <a:pt x="155515" y="30491"/>
                  <a:pt x="159844" y="35170"/>
                </a:cubicBezTo>
                <a:cubicBezTo>
                  <a:pt x="164173" y="39850"/>
                  <a:pt x="166338" y="46544"/>
                  <a:pt x="166338" y="55252"/>
                </a:cubicBezTo>
                <a:lnTo>
                  <a:pt x="166338" y="109753"/>
                </a:lnTo>
                <a:lnTo>
                  <a:pt x="156654" y="109753"/>
                </a:lnTo>
                <a:lnTo>
                  <a:pt x="156654" y="55777"/>
                </a:lnTo>
                <a:cubicBezTo>
                  <a:pt x="156654" y="49071"/>
                  <a:pt x="155153" y="44141"/>
                  <a:pt x="152150" y="40988"/>
                </a:cubicBezTo>
                <a:cubicBezTo>
                  <a:pt x="149147" y="37835"/>
                  <a:pt x="144417" y="36259"/>
                  <a:pt x="137961" y="36259"/>
                </a:cubicBezTo>
                <a:cubicBezTo>
                  <a:pt x="130905" y="36259"/>
                  <a:pt x="125550" y="38686"/>
                  <a:pt x="121896" y="43541"/>
                </a:cubicBezTo>
                <a:cubicBezTo>
                  <a:pt x="118243" y="48395"/>
                  <a:pt x="116416" y="55252"/>
                  <a:pt x="116416" y="64110"/>
                </a:cubicBezTo>
                <a:lnTo>
                  <a:pt x="116416" y="109753"/>
                </a:lnTo>
                <a:lnTo>
                  <a:pt x="106657" y="109753"/>
                </a:lnTo>
                <a:lnTo>
                  <a:pt x="106657" y="55402"/>
                </a:lnTo>
                <a:cubicBezTo>
                  <a:pt x="106657" y="49446"/>
                  <a:pt x="105281" y="44767"/>
                  <a:pt x="102528" y="41364"/>
                </a:cubicBezTo>
                <a:cubicBezTo>
                  <a:pt x="99776" y="37961"/>
                  <a:pt x="95622" y="36259"/>
                  <a:pt x="90066" y="36259"/>
                </a:cubicBezTo>
                <a:cubicBezTo>
                  <a:pt x="82359" y="36259"/>
                  <a:pt x="76491" y="38874"/>
                  <a:pt x="72462" y="44104"/>
                </a:cubicBezTo>
                <a:cubicBezTo>
                  <a:pt x="68434" y="49334"/>
                  <a:pt x="66419" y="56228"/>
                  <a:pt x="66419" y="64786"/>
                </a:cubicBezTo>
                <a:lnTo>
                  <a:pt x="66419" y="109753"/>
                </a:lnTo>
                <a:lnTo>
                  <a:pt x="56735" y="109753"/>
                </a:lnTo>
                <a:lnTo>
                  <a:pt x="56735" y="30404"/>
                </a:lnTo>
                <a:lnTo>
                  <a:pt x="65669" y="30404"/>
                </a:lnTo>
                <a:lnTo>
                  <a:pt x="65669" y="43766"/>
                </a:lnTo>
                <a:lnTo>
                  <a:pt x="66119" y="43766"/>
                </a:lnTo>
                <a:cubicBezTo>
                  <a:pt x="68872" y="38561"/>
                  <a:pt x="72412" y="34658"/>
                  <a:pt x="76741" y="32055"/>
                </a:cubicBezTo>
                <a:cubicBezTo>
                  <a:pt x="81071" y="29453"/>
                  <a:pt x="86188" y="28151"/>
                  <a:pt x="92093" y="2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∪">
            <a:extLst xmlns:a="http://schemas.openxmlformats.org/drawingml/2006/main">
              <a:ext uri="{FF2B5EF4-FFF2-40B4-BE49-F238E27FC236}">
                <a16:creationId xmlns:a16="http://schemas.microsoft.com/office/drawing/2014/main" id="{B1C90B19-5BF5-4F65-9D06-0170F9A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92" y="2826015"/>
            <a:ext cx="131523" cy="155846"/>
          </a:xfrm>
          <a:custGeom xmlns:a="http://schemas.openxmlformats.org/drawingml/2006/main">
            <a:pathLst>
              <a:path w="131523" h="155846">
                <a:moveTo>
                  <a:pt x="0" y="0"/>
                </a:moveTo>
                <a:lnTo>
                  <a:pt x="17116" y="0"/>
                </a:lnTo>
                <a:lnTo>
                  <a:pt x="17116" y="85580"/>
                </a:lnTo>
                <a:cubicBezTo>
                  <a:pt x="17116" y="101195"/>
                  <a:pt x="22221" y="114107"/>
                  <a:pt x="32430" y="124317"/>
                </a:cubicBezTo>
                <a:cubicBezTo>
                  <a:pt x="41439" y="133325"/>
                  <a:pt x="52549" y="137829"/>
                  <a:pt x="65762" y="137829"/>
                </a:cubicBezTo>
                <a:cubicBezTo>
                  <a:pt x="78974" y="137829"/>
                  <a:pt x="90084" y="133325"/>
                  <a:pt x="99093" y="124317"/>
                </a:cubicBezTo>
                <a:cubicBezTo>
                  <a:pt x="109303" y="114107"/>
                  <a:pt x="114407" y="101195"/>
                  <a:pt x="114407" y="85580"/>
                </a:cubicBezTo>
                <a:lnTo>
                  <a:pt x="114407" y="0"/>
                </a:lnTo>
                <a:lnTo>
                  <a:pt x="131523" y="0"/>
                </a:lnTo>
                <a:lnTo>
                  <a:pt x="131523" y="85580"/>
                </a:lnTo>
                <a:cubicBezTo>
                  <a:pt x="131523" y="106600"/>
                  <a:pt x="125217" y="123416"/>
                  <a:pt x="112606" y="136028"/>
                </a:cubicBezTo>
                <a:cubicBezTo>
                  <a:pt x="99393" y="149240"/>
                  <a:pt x="83779" y="155846"/>
                  <a:pt x="65762" y="155846"/>
                </a:cubicBezTo>
                <a:cubicBezTo>
                  <a:pt x="47745" y="155846"/>
                  <a:pt x="32130" y="149240"/>
                  <a:pt x="18918" y="136028"/>
                </a:cubicBezTo>
                <a:cubicBezTo>
                  <a:pt x="6306" y="123416"/>
                  <a:pt x="0" y="106600"/>
                  <a:pt x="0" y="8558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48698-9575-4B22-B5D8-E69D3972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3221937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9A652-68DC-452B-BFDB-62109C13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3221937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F8F0E-41E4-448D-9220-95A1768C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3221937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09FD6-BB6D-4B15-895C-F94F7C31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3221937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E72C1-4487-455C-8263-1AD3C67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3216546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54FFD-2481-417F-9D04-1F051100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3216546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FFFD5-977B-4E8C-93A2-DED01BF9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3216546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E2D3D-7983-4FBA-863E-46465F1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3216546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C162B-67C4-45A4-8F39-3092086F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60" y="3216546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75FAA-B4F4-4183-9956-92BA3947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3221937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CFDC9-41A8-4505-A8C4-672B20AB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3671593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96" name="Text ✗">
            <a:extLst xmlns:a="http://schemas.openxmlformats.org/drawingml/2006/main">
              <a:ext uri="{FF2B5EF4-FFF2-40B4-BE49-F238E27FC236}">
                <a16:creationId xmlns:a16="http://schemas.microsoft.com/office/drawing/2014/main" id="{5242592D-0BA8-4FBF-9EF3-5762731A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61" y="3378945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✗">
            <a:extLst xmlns:a="http://schemas.openxmlformats.org/drawingml/2006/main">
              <a:ext uri="{FF2B5EF4-FFF2-40B4-BE49-F238E27FC236}">
                <a16:creationId xmlns:a16="http://schemas.microsoft.com/office/drawing/2014/main" id="{CB2A3E41-5D5C-4366-B059-23EE14EB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66" y="3378945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✗">
            <a:extLst xmlns:a="http://schemas.openxmlformats.org/drawingml/2006/main">
              <a:ext uri="{FF2B5EF4-FFF2-40B4-BE49-F238E27FC236}">
                <a16:creationId xmlns:a16="http://schemas.microsoft.com/office/drawing/2014/main" id="{1A49D057-61C2-4A11-BE33-D788414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171" y="3378945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✓">
            <a:extLst xmlns:a="http://schemas.openxmlformats.org/drawingml/2006/main">
              <a:ext uri="{FF2B5EF4-FFF2-40B4-BE49-F238E27FC236}">
                <a16:creationId xmlns:a16="http://schemas.microsoft.com/office/drawing/2014/main" id="{44A73EB5-7D5B-4594-A52A-B665AED7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064" y="3366333"/>
            <a:ext cx="136365" cy="147926"/>
          </a:xfrm>
          <a:custGeom xmlns:a="http://schemas.openxmlformats.org/drawingml/2006/main">
            <a:pathLst>
              <a:path w="136365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3602C-A640-4311-AFD7-045E6B2A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0" y="3184768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Q">
            <a:extLst xmlns:a="http://schemas.openxmlformats.org/drawingml/2006/main">
              <a:ext uri="{FF2B5EF4-FFF2-40B4-BE49-F238E27FC236}">
                <a16:creationId xmlns:a16="http://schemas.microsoft.com/office/drawing/2014/main" id="{76E71181-00C7-4CB4-A3B8-7A5A3F4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03" y="3335331"/>
            <a:ext cx="155171" cy="178705"/>
          </a:xfrm>
          <a:custGeom xmlns:a="http://schemas.openxmlformats.org/drawingml/2006/main">
            <a:pathLst>
              <a:path w="155171" h="178705">
                <a:moveTo>
                  <a:pt x="77698" y="0"/>
                </a:moveTo>
                <a:cubicBezTo>
                  <a:pt x="101345" y="0"/>
                  <a:pt x="120169" y="8070"/>
                  <a:pt x="134170" y="24210"/>
                </a:cubicBezTo>
                <a:cubicBezTo>
                  <a:pt x="148170" y="40350"/>
                  <a:pt x="155171" y="60882"/>
                  <a:pt x="155171" y="85805"/>
                </a:cubicBezTo>
                <a:cubicBezTo>
                  <a:pt x="155171" y="99243"/>
                  <a:pt x="152956" y="111630"/>
                  <a:pt x="148527" y="122965"/>
                </a:cubicBezTo>
                <a:cubicBezTo>
                  <a:pt x="144098" y="134301"/>
                  <a:pt x="138017" y="143647"/>
                  <a:pt x="130285" y="151004"/>
                </a:cubicBezTo>
                <a:lnTo>
                  <a:pt x="153819" y="169021"/>
                </a:lnTo>
                <a:lnTo>
                  <a:pt x="145937" y="178705"/>
                </a:lnTo>
                <a:lnTo>
                  <a:pt x="120375" y="159337"/>
                </a:lnTo>
                <a:cubicBezTo>
                  <a:pt x="114670" y="163391"/>
                  <a:pt x="108289" y="166450"/>
                  <a:pt x="101232" y="168514"/>
                </a:cubicBezTo>
                <a:cubicBezTo>
                  <a:pt x="94176" y="170579"/>
                  <a:pt x="86331" y="171611"/>
                  <a:pt x="77698" y="171611"/>
                </a:cubicBezTo>
                <a:cubicBezTo>
                  <a:pt x="54051" y="171611"/>
                  <a:pt x="35189" y="163597"/>
                  <a:pt x="21114" y="147570"/>
                </a:cubicBezTo>
                <a:cubicBezTo>
                  <a:pt x="7038" y="131542"/>
                  <a:pt x="0" y="110954"/>
                  <a:pt x="0" y="85805"/>
                </a:cubicBezTo>
                <a:cubicBezTo>
                  <a:pt x="0" y="60657"/>
                  <a:pt x="7038" y="40069"/>
                  <a:pt x="21114" y="24041"/>
                </a:cubicBezTo>
                <a:cubicBezTo>
                  <a:pt x="35189" y="8014"/>
                  <a:pt x="54051" y="0"/>
                  <a:pt x="77698" y="0"/>
                </a:cubicBezTo>
                <a:moveTo>
                  <a:pt x="15652" y="85805"/>
                </a:moveTo>
                <a:cubicBezTo>
                  <a:pt x="15652" y="106525"/>
                  <a:pt x="21114" y="123772"/>
                  <a:pt x="32036" y="137548"/>
                </a:cubicBezTo>
                <a:cubicBezTo>
                  <a:pt x="42959" y="151323"/>
                  <a:pt x="58180" y="158211"/>
                  <a:pt x="77698" y="158211"/>
                </a:cubicBezTo>
                <a:cubicBezTo>
                  <a:pt x="83553" y="158211"/>
                  <a:pt x="88996" y="157535"/>
                  <a:pt x="94026" y="156184"/>
                </a:cubicBezTo>
                <a:cubicBezTo>
                  <a:pt x="99055" y="154833"/>
                  <a:pt x="103747" y="152806"/>
                  <a:pt x="108101" y="150103"/>
                </a:cubicBezTo>
                <a:lnTo>
                  <a:pt x="86481" y="133775"/>
                </a:lnTo>
                <a:lnTo>
                  <a:pt x="94476" y="123866"/>
                </a:lnTo>
                <a:lnTo>
                  <a:pt x="118461" y="142108"/>
                </a:lnTo>
                <a:cubicBezTo>
                  <a:pt x="125518" y="135352"/>
                  <a:pt x="130791" y="127094"/>
                  <a:pt x="134282" y="117335"/>
                </a:cubicBezTo>
                <a:cubicBezTo>
                  <a:pt x="137773" y="107576"/>
                  <a:pt x="139518" y="97066"/>
                  <a:pt x="139518" y="85805"/>
                </a:cubicBezTo>
                <a:cubicBezTo>
                  <a:pt x="139518" y="65161"/>
                  <a:pt x="134076" y="47932"/>
                  <a:pt x="123191" y="34119"/>
                </a:cubicBezTo>
                <a:cubicBezTo>
                  <a:pt x="112305" y="20307"/>
                  <a:pt x="97066" y="13400"/>
                  <a:pt x="77473" y="13400"/>
                </a:cubicBezTo>
                <a:cubicBezTo>
                  <a:pt x="58405" y="13400"/>
                  <a:pt x="43334" y="20156"/>
                  <a:pt x="32262" y="33669"/>
                </a:cubicBezTo>
                <a:cubicBezTo>
                  <a:pt x="21189" y="47182"/>
                  <a:pt x="15652" y="64561"/>
                  <a:pt x="15652" y="8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lim">
            <a:extLst xmlns:a="http://schemas.openxmlformats.org/drawingml/2006/main">
              <a:ext uri="{FF2B5EF4-FFF2-40B4-BE49-F238E27FC236}">
                <a16:creationId xmlns:a16="http://schemas.microsoft.com/office/drawing/2014/main" id="{A1328955-8540-48BD-9EAD-BA90BB60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98" y="3480179"/>
            <a:ext cx="166338" cy="109753"/>
          </a:xfrm>
          <a:custGeom xmlns:a="http://schemas.openxmlformats.org/drawingml/2006/main">
            <a:pathLst>
              <a:path w="166338" h="109753">
                <a:moveTo>
                  <a:pt x="9684" y="0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0"/>
                </a:lnTo>
                <a:lnTo>
                  <a:pt x="9684" y="0"/>
                </a:lnTo>
                <a:close/>
                <a:moveTo>
                  <a:pt x="38127" y="0"/>
                </a:moveTo>
                <a:lnTo>
                  <a:pt x="38127" y="15540"/>
                </a:lnTo>
                <a:lnTo>
                  <a:pt x="28443" y="15540"/>
                </a:lnTo>
                <a:lnTo>
                  <a:pt x="28443" y="0"/>
                </a:lnTo>
                <a:lnTo>
                  <a:pt x="38127" y="0"/>
                </a:lnTo>
                <a:moveTo>
                  <a:pt x="38127" y="30404"/>
                </a:moveTo>
                <a:lnTo>
                  <a:pt x="38127" y="109753"/>
                </a:lnTo>
                <a:lnTo>
                  <a:pt x="28443" y="109753"/>
                </a:lnTo>
                <a:lnTo>
                  <a:pt x="28443" y="30404"/>
                </a:lnTo>
                <a:lnTo>
                  <a:pt x="38127" y="30404"/>
                </a:lnTo>
                <a:close/>
                <a:moveTo>
                  <a:pt x="92093" y="28151"/>
                </a:moveTo>
                <a:cubicBezTo>
                  <a:pt x="97599" y="28151"/>
                  <a:pt x="102378" y="29465"/>
                  <a:pt x="106432" y="32093"/>
                </a:cubicBezTo>
                <a:cubicBezTo>
                  <a:pt x="110486" y="34720"/>
                  <a:pt x="113288" y="38561"/>
                  <a:pt x="114840" y="43616"/>
                </a:cubicBezTo>
                <a:cubicBezTo>
                  <a:pt x="117292" y="38561"/>
                  <a:pt x="120733" y="34720"/>
                  <a:pt x="125162" y="32093"/>
                </a:cubicBezTo>
                <a:cubicBezTo>
                  <a:pt x="129591" y="29465"/>
                  <a:pt x="134583" y="28151"/>
                  <a:pt x="140138" y="28151"/>
                </a:cubicBezTo>
                <a:cubicBezTo>
                  <a:pt x="148947" y="28151"/>
                  <a:pt x="155515" y="30491"/>
                  <a:pt x="159844" y="35170"/>
                </a:cubicBezTo>
                <a:cubicBezTo>
                  <a:pt x="164173" y="39850"/>
                  <a:pt x="166338" y="46544"/>
                  <a:pt x="166338" y="55252"/>
                </a:cubicBezTo>
                <a:lnTo>
                  <a:pt x="166338" y="109753"/>
                </a:lnTo>
                <a:lnTo>
                  <a:pt x="156654" y="109753"/>
                </a:lnTo>
                <a:lnTo>
                  <a:pt x="156654" y="55777"/>
                </a:lnTo>
                <a:cubicBezTo>
                  <a:pt x="156654" y="49071"/>
                  <a:pt x="155153" y="44141"/>
                  <a:pt x="152150" y="40988"/>
                </a:cubicBezTo>
                <a:cubicBezTo>
                  <a:pt x="149147" y="37835"/>
                  <a:pt x="144417" y="36259"/>
                  <a:pt x="137961" y="36259"/>
                </a:cubicBezTo>
                <a:cubicBezTo>
                  <a:pt x="130905" y="36259"/>
                  <a:pt x="125550" y="38686"/>
                  <a:pt x="121896" y="43541"/>
                </a:cubicBezTo>
                <a:cubicBezTo>
                  <a:pt x="118243" y="48395"/>
                  <a:pt x="116416" y="55252"/>
                  <a:pt x="116416" y="64110"/>
                </a:cubicBezTo>
                <a:lnTo>
                  <a:pt x="116416" y="109753"/>
                </a:lnTo>
                <a:lnTo>
                  <a:pt x="106657" y="109753"/>
                </a:lnTo>
                <a:lnTo>
                  <a:pt x="106657" y="55402"/>
                </a:lnTo>
                <a:cubicBezTo>
                  <a:pt x="106657" y="49446"/>
                  <a:pt x="105281" y="44767"/>
                  <a:pt x="102528" y="41364"/>
                </a:cubicBezTo>
                <a:cubicBezTo>
                  <a:pt x="99776" y="37961"/>
                  <a:pt x="95622" y="36259"/>
                  <a:pt x="90066" y="36259"/>
                </a:cubicBezTo>
                <a:cubicBezTo>
                  <a:pt x="82359" y="36259"/>
                  <a:pt x="76491" y="38874"/>
                  <a:pt x="72462" y="44104"/>
                </a:cubicBezTo>
                <a:cubicBezTo>
                  <a:pt x="68434" y="49334"/>
                  <a:pt x="66419" y="56228"/>
                  <a:pt x="66419" y="64786"/>
                </a:cubicBezTo>
                <a:lnTo>
                  <a:pt x="66419" y="109753"/>
                </a:lnTo>
                <a:lnTo>
                  <a:pt x="56735" y="109753"/>
                </a:lnTo>
                <a:lnTo>
                  <a:pt x="56735" y="30404"/>
                </a:lnTo>
                <a:lnTo>
                  <a:pt x="65669" y="30404"/>
                </a:lnTo>
                <a:lnTo>
                  <a:pt x="65669" y="43766"/>
                </a:lnTo>
                <a:lnTo>
                  <a:pt x="66119" y="43766"/>
                </a:lnTo>
                <a:cubicBezTo>
                  <a:pt x="68872" y="38561"/>
                  <a:pt x="72412" y="34658"/>
                  <a:pt x="76741" y="32055"/>
                </a:cubicBezTo>
                <a:cubicBezTo>
                  <a:pt x="81071" y="29453"/>
                  <a:pt x="86188" y="28151"/>
                  <a:pt x="92093" y="2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∪">
            <a:extLst xmlns:a="http://schemas.openxmlformats.org/drawingml/2006/main">
              <a:ext uri="{FF2B5EF4-FFF2-40B4-BE49-F238E27FC236}">
                <a16:creationId xmlns:a16="http://schemas.microsoft.com/office/drawing/2014/main" id="{9AD25411-FF04-4360-936E-AE05528F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92" y="3344902"/>
            <a:ext cx="131523" cy="155846"/>
          </a:xfrm>
          <a:custGeom xmlns:a="http://schemas.openxmlformats.org/drawingml/2006/main">
            <a:pathLst>
              <a:path w="131523" h="155846">
                <a:moveTo>
                  <a:pt x="0" y="0"/>
                </a:moveTo>
                <a:lnTo>
                  <a:pt x="17116" y="0"/>
                </a:lnTo>
                <a:lnTo>
                  <a:pt x="17116" y="85580"/>
                </a:lnTo>
                <a:cubicBezTo>
                  <a:pt x="17116" y="101195"/>
                  <a:pt x="22221" y="114107"/>
                  <a:pt x="32430" y="124317"/>
                </a:cubicBezTo>
                <a:cubicBezTo>
                  <a:pt x="41439" y="133325"/>
                  <a:pt x="52549" y="137829"/>
                  <a:pt x="65762" y="137829"/>
                </a:cubicBezTo>
                <a:cubicBezTo>
                  <a:pt x="78974" y="137829"/>
                  <a:pt x="90084" y="133325"/>
                  <a:pt x="99093" y="124317"/>
                </a:cubicBezTo>
                <a:cubicBezTo>
                  <a:pt x="109303" y="114107"/>
                  <a:pt x="114407" y="101195"/>
                  <a:pt x="114407" y="85580"/>
                </a:cubicBezTo>
                <a:lnTo>
                  <a:pt x="114407" y="0"/>
                </a:lnTo>
                <a:lnTo>
                  <a:pt x="131523" y="0"/>
                </a:lnTo>
                <a:lnTo>
                  <a:pt x="131523" y="85580"/>
                </a:lnTo>
                <a:cubicBezTo>
                  <a:pt x="131523" y="106600"/>
                  <a:pt x="125217" y="123416"/>
                  <a:pt x="112606" y="136028"/>
                </a:cubicBezTo>
                <a:cubicBezTo>
                  <a:pt x="99393" y="149240"/>
                  <a:pt x="83779" y="155846"/>
                  <a:pt x="65762" y="155846"/>
                </a:cubicBezTo>
                <a:cubicBezTo>
                  <a:pt x="47745" y="155846"/>
                  <a:pt x="32130" y="149240"/>
                  <a:pt x="18918" y="136028"/>
                </a:cubicBezTo>
                <a:cubicBezTo>
                  <a:pt x="6306" y="123416"/>
                  <a:pt x="0" y="106600"/>
                  <a:pt x="0" y="8558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53D1A-DBC6-47E9-B405-71B81E36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568" y="749096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S">
            <a:extLst xmlns:a="http://schemas.openxmlformats.org/drawingml/2006/main">
              <a:ext uri="{FF2B5EF4-FFF2-40B4-BE49-F238E27FC236}">
                <a16:creationId xmlns:a16="http://schemas.microsoft.com/office/drawing/2014/main" id="{7993982A-78CB-4578-A785-CFB6FC3F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854" y="899659"/>
            <a:ext cx="128821" cy="171611"/>
          </a:xfrm>
          <a:custGeom xmlns:a="http://schemas.openxmlformats.org/drawingml/2006/main">
            <a:pathLst>
              <a:path w="128821" h="171611">
                <a:moveTo>
                  <a:pt x="62158" y="0"/>
                </a:moveTo>
                <a:cubicBezTo>
                  <a:pt x="79800" y="0"/>
                  <a:pt x="94326" y="4561"/>
                  <a:pt x="105737" y="13682"/>
                </a:cubicBezTo>
                <a:cubicBezTo>
                  <a:pt x="117147" y="22803"/>
                  <a:pt x="122853" y="35321"/>
                  <a:pt x="122853" y="51236"/>
                </a:cubicBezTo>
                <a:lnTo>
                  <a:pt x="107313" y="51236"/>
                </a:lnTo>
                <a:cubicBezTo>
                  <a:pt x="106638" y="39224"/>
                  <a:pt x="102077" y="29916"/>
                  <a:pt x="93632" y="23309"/>
                </a:cubicBezTo>
                <a:cubicBezTo>
                  <a:pt x="85186" y="16703"/>
                  <a:pt x="74770" y="13400"/>
                  <a:pt x="62384" y="13400"/>
                </a:cubicBezTo>
                <a:cubicBezTo>
                  <a:pt x="49396" y="13400"/>
                  <a:pt x="39262" y="16196"/>
                  <a:pt x="31980" y="21789"/>
                </a:cubicBezTo>
                <a:cubicBezTo>
                  <a:pt x="24698" y="27382"/>
                  <a:pt x="21057" y="35471"/>
                  <a:pt x="21057" y="46056"/>
                </a:cubicBezTo>
                <a:cubicBezTo>
                  <a:pt x="21057" y="52287"/>
                  <a:pt x="22915" y="57485"/>
                  <a:pt x="26631" y="61652"/>
                </a:cubicBezTo>
                <a:cubicBezTo>
                  <a:pt x="30347" y="65818"/>
                  <a:pt x="37122" y="69102"/>
                  <a:pt x="46957" y="71505"/>
                </a:cubicBezTo>
                <a:lnTo>
                  <a:pt x="84454" y="80738"/>
                </a:lnTo>
                <a:cubicBezTo>
                  <a:pt x="99919" y="84567"/>
                  <a:pt x="111179" y="90009"/>
                  <a:pt x="118236" y="97066"/>
                </a:cubicBezTo>
                <a:cubicBezTo>
                  <a:pt x="125292" y="104123"/>
                  <a:pt x="128821" y="113244"/>
                  <a:pt x="128821" y="124429"/>
                </a:cubicBezTo>
                <a:cubicBezTo>
                  <a:pt x="128821" y="138242"/>
                  <a:pt x="123528" y="149559"/>
                  <a:pt x="112943" y="158380"/>
                </a:cubicBezTo>
                <a:cubicBezTo>
                  <a:pt x="102358" y="167201"/>
                  <a:pt x="86669" y="171611"/>
                  <a:pt x="65874" y="171611"/>
                </a:cubicBezTo>
                <a:cubicBezTo>
                  <a:pt x="45380" y="171611"/>
                  <a:pt x="29277" y="166994"/>
                  <a:pt x="17566" y="157760"/>
                </a:cubicBezTo>
                <a:cubicBezTo>
                  <a:pt x="5855" y="148527"/>
                  <a:pt x="0" y="135164"/>
                  <a:pt x="0" y="117673"/>
                </a:cubicBezTo>
                <a:lnTo>
                  <a:pt x="0" y="113957"/>
                </a:lnTo>
                <a:lnTo>
                  <a:pt x="15765" y="113957"/>
                </a:lnTo>
                <a:lnTo>
                  <a:pt x="15765" y="115083"/>
                </a:lnTo>
                <a:cubicBezTo>
                  <a:pt x="15765" y="129647"/>
                  <a:pt x="20325" y="140475"/>
                  <a:pt x="29446" y="147570"/>
                </a:cubicBezTo>
                <a:cubicBezTo>
                  <a:pt x="38567" y="154664"/>
                  <a:pt x="51836" y="158211"/>
                  <a:pt x="69252" y="158211"/>
                </a:cubicBezTo>
                <a:cubicBezTo>
                  <a:pt x="80588" y="158211"/>
                  <a:pt x="90723" y="155227"/>
                  <a:pt x="99656" y="149259"/>
                </a:cubicBezTo>
                <a:cubicBezTo>
                  <a:pt x="108589" y="143291"/>
                  <a:pt x="113056" y="135127"/>
                  <a:pt x="113056" y="124767"/>
                </a:cubicBezTo>
                <a:cubicBezTo>
                  <a:pt x="113056" y="110579"/>
                  <a:pt x="102358" y="100820"/>
                  <a:pt x="80963" y="95490"/>
                </a:cubicBezTo>
                <a:cubicBezTo>
                  <a:pt x="59493" y="90235"/>
                  <a:pt x="46694" y="87082"/>
                  <a:pt x="42565" y="86031"/>
                </a:cubicBezTo>
                <a:cubicBezTo>
                  <a:pt x="29428" y="82803"/>
                  <a:pt x="19950" y="77998"/>
                  <a:pt x="14132" y="71617"/>
                </a:cubicBezTo>
                <a:cubicBezTo>
                  <a:pt x="8314" y="65236"/>
                  <a:pt x="5405" y="56866"/>
                  <a:pt x="5405" y="46506"/>
                </a:cubicBezTo>
                <a:cubicBezTo>
                  <a:pt x="5405" y="33744"/>
                  <a:pt x="10266" y="22803"/>
                  <a:pt x="19987" y="13682"/>
                </a:cubicBezTo>
                <a:cubicBezTo>
                  <a:pt x="29709" y="4561"/>
                  <a:pt x="43766" y="0"/>
                  <a:pt x="621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*">
            <a:extLst xmlns:a="http://schemas.openxmlformats.org/drawingml/2006/main">
              <a:ext uri="{FF2B5EF4-FFF2-40B4-BE49-F238E27FC236}">
                <a16:creationId xmlns:a16="http://schemas.microsoft.com/office/drawing/2014/main" id="{2D559408-12FB-4959-98D7-3AC56F8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214" y="871545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1">
            <a:extLst xmlns:a="http://schemas.openxmlformats.org/drawingml/2006/main">
              <a:ext uri="{FF2B5EF4-FFF2-40B4-BE49-F238E27FC236}">
                <a16:creationId xmlns:a16="http://schemas.microsoft.com/office/drawing/2014/main" id="{6CC89234-EF03-4C12-B5E6-F2C90135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136" y="1046609"/>
            <a:ext cx="38136" cy="107651"/>
          </a:xfrm>
          <a:custGeom xmlns:a="http://schemas.openxmlformats.org/drawingml/2006/main">
            <a:pathLst>
              <a:path w="38136" h="107651">
                <a:moveTo>
                  <a:pt x="30253" y="0"/>
                </a:moveTo>
                <a:lnTo>
                  <a:pt x="38136" y="0"/>
                </a:lnTo>
                <a:lnTo>
                  <a:pt x="38136" y="107651"/>
                </a:lnTo>
                <a:lnTo>
                  <a:pt x="28452" y="107651"/>
                </a:lnTo>
                <a:lnTo>
                  <a:pt x="28452" y="27701"/>
                </a:lnTo>
                <a:lnTo>
                  <a:pt x="0" y="27701"/>
                </a:lnTo>
                <a:lnTo>
                  <a:pt x="0" y="20795"/>
                </a:lnTo>
                <a:cubicBezTo>
                  <a:pt x="8808" y="20644"/>
                  <a:pt x="14939" y="19881"/>
                  <a:pt x="18392" y="18505"/>
                </a:cubicBezTo>
                <a:cubicBezTo>
                  <a:pt x="21845" y="17129"/>
                  <a:pt x="24510" y="14977"/>
                  <a:pt x="26387" y="12049"/>
                </a:cubicBezTo>
                <a:cubicBezTo>
                  <a:pt x="28264" y="9121"/>
                  <a:pt x="29553" y="5105"/>
                  <a:pt x="3025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296A4-E9B6-4E8D-B6C4-A5318145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910" y="2109826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S">
            <a:extLst xmlns:a="http://schemas.openxmlformats.org/drawingml/2006/main">
              <a:ext uri="{FF2B5EF4-FFF2-40B4-BE49-F238E27FC236}">
                <a16:creationId xmlns:a16="http://schemas.microsoft.com/office/drawing/2014/main" id="{E8638C48-C0A3-409F-9411-15A70C73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196" y="2260389"/>
            <a:ext cx="128821" cy="171611"/>
          </a:xfrm>
          <a:custGeom xmlns:a="http://schemas.openxmlformats.org/drawingml/2006/main">
            <a:pathLst>
              <a:path w="128821" h="171611">
                <a:moveTo>
                  <a:pt x="62158" y="0"/>
                </a:moveTo>
                <a:cubicBezTo>
                  <a:pt x="79800" y="0"/>
                  <a:pt x="94326" y="4561"/>
                  <a:pt x="105737" y="13682"/>
                </a:cubicBezTo>
                <a:cubicBezTo>
                  <a:pt x="117147" y="22803"/>
                  <a:pt x="122853" y="35321"/>
                  <a:pt x="122853" y="51236"/>
                </a:cubicBezTo>
                <a:lnTo>
                  <a:pt x="107313" y="51236"/>
                </a:lnTo>
                <a:cubicBezTo>
                  <a:pt x="106638" y="39224"/>
                  <a:pt x="102077" y="29916"/>
                  <a:pt x="93632" y="23309"/>
                </a:cubicBezTo>
                <a:cubicBezTo>
                  <a:pt x="85186" y="16703"/>
                  <a:pt x="74770" y="13400"/>
                  <a:pt x="62384" y="13400"/>
                </a:cubicBezTo>
                <a:cubicBezTo>
                  <a:pt x="49396" y="13400"/>
                  <a:pt x="39262" y="16196"/>
                  <a:pt x="31980" y="21789"/>
                </a:cubicBezTo>
                <a:cubicBezTo>
                  <a:pt x="24698" y="27382"/>
                  <a:pt x="21057" y="35471"/>
                  <a:pt x="21057" y="46056"/>
                </a:cubicBezTo>
                <a:cubicBezTo>
                  <a:pt x="21057" y="52287"/>
                  <a:pt x="22915" y="57485"/>
                  <a:pt x="26631" y="61652"/>
                </a:cubicBezTo>
                <a:cubicBezTo>
                  <a:pt x="30347" y="65818"/>
                  <a:pt x="37122" y="69102"/>
                  <a:pt x="46957" y="71505"/>
                </a:cubicBezTo>
                <a:lnTo>
                  <a:pt x="84454" y="80738"/>
                </a:lnTo>
                <a:cubicBezTo>
                  <a:pt x="99919" y="84567"/>
                  <a:pt x="111179" y="90009"/>
                  <a:pt x="118236" y="97066"/>
                </a:cubicBezTo>
                <a:cubicBezTo>
                  <a:pt x="125292" y="104123"/>
                  <a:pt x="128821" y="113244"/>
                  <a:pt x="128821" y="124429"/>
                </a:cubicBezTo>
                <a:cubicBezTo>
                  <a:pt x="128821" y="138242"/>
                  <a:pt x="123528" y="149559"/>
                  <a:pt x="112943" y="158380"/>
                </a:cubicBezTo>
                <a:cubicBezTo>
                  <a:pt x="102358" y="167201"/>
                  <a:pt x="86669" y="171611"/>
                  <a:pt x="65874" y="171611"/>
                </a:cubicBezTo>
                <a:cubicBezTo>
                  <a:pt x="45380" y="171611"/>
                  <a:pt x="29277" y="166994"/>
                  <a:pt x="17566" y="157760"/>
                </a:cubicBezTo>
                <a:cubicBezTo>
                  <a:pt x="5855" y="148527"/>
                  <a:pt x="0" y="135164"/>
                  <a:pt x="0" y="117673"/>
                </a:cubicBezTo>
                <a:lnTo>
                  <a:pt x="0" y="113957"/>
                </a:lnTo>
                <a:lnTo>
                  <a:pt x="15765" y="113957"/>
                </a:lnTo>
                <a:lnTo>
                  <a:pt x="15765" y="115083"/>
                </a:lnTo>
                <a:cubicBezTo>
                  <a:pt x="15765" y="129647"/>
                  <a:pt x="20325" y="140475"/>
                  <a:pt x="29446" y="147570"/>
                </a:cubicBezTo>
                <a:cubicBezTo>
                  <a:pt x="38567" y="154664"/>
                  <a:pt x="51836" y="158211"/>
                  <a:pt x="69252" y="158211"/>
                </a:cubicBezTo>
                <a:cubicBezTo>
                  <a:pt x="80588" y="158211"/>
                  <a:pt x="90723" y="155227"/>
                  <a:pt x="99656" y="149259"/>
                </a:cubicBezTo>
                <a:cubicBezTo>
                  <a:pt x="108589" y="143291"/>
                  <a:pt x="113056" y="135127"/>
                  <a:pt x="113056" y="124767"/>
                </a:cubicBezTo>
                <a:cubicBezTo>
                  <a:pt x="113056" y="110579"/>
                  <a:pt x="102358" y="100820"/>
                  <a:pt x="80963" y="95490"/>
                </a:cubicBezTo>
                <a:cubicBezTo>
                  <a:pt x="59493" y="90235"/>
                  <a:pt x="46694" y="87082"/>
                  <a:pt x="42565" y="86031"/>
                </a:cubicBezTo>
                <a:cubicBezTo>
                  <a:pt x="29428" y="82803"/>
                  <a:pt x="19950" y="77998"/>
                  <a:pt x="14132" y="71617"/>
                </a:cubicBezTo>
                <a:cubicBezTo>
                  <a:pt x="8314" y="65236"/>
                  <a:pt x="5405" y="56866"/>
                  <a:pt x="5405" y="46506"/>
                </a:cubicBezTo>
                <a:cubicBezTo>
                  <a:pt x="5405" y="33744"/>
                  <a:pt x="10266" y="22803"/>
                  <a:pt x="19987" y="13682"/>
                </a:cubicBezTo>
                <a:cubicBezTo>
                  <a:pt x="29709" y="4561"/>
                  <a:pt x="43766" y="0"/>
                  <a:pt x="621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*">
            <a:extLst xmlns:a="http://schemas.openxmlformats.org/drawingml/2006/main">
              <a:ext uri="{FF2B5EF4-FFF2-40B4-BE49-F238E27FC236}">
                <a16:creationId xmlns:a16="http://schemas.microsoft.com/office/drawing/2014/main" id="{4DAFDFCE-6AA7-4085-8B07-16329FC9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556" y="2232275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2,1">
            <a:extLst xmlns:a="http://schemas.openxmlformats.org/drawingml/2006/main">
              <a:ext uri="{FF2B5EF4-FFF2-40B4-BE49-F238E27FC236}">
                <a16:creationId xmlns:a16="http://schemas.microsoft.com/office/drawing/2014/main" id="{4B6A0672-218F-4757-896F-893A88A9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094" y="2406438"/>
            <a:ext cx="175589" cy="129647"/>
          </a:xfrm>
          <a:custGeom xmlns:a="http://schemas.openxmlformats.org/drawingml/2006/main">
            <a:pathLst>
              <a:path w="175589" h="129647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  <a:moveTo>
                  <a:pt x="107777" y="92262"/>
                </a:moveTo>
                <a:lnTo>
                  <a:pt x="107777" y="109152"/>
                </a:lnTo>
                <a:cubicBezTo>
                  <a:pt x="107777" y="113557"/>
                  <a:pt x="106614" y="117748"/>
                  <a:pt x="104287" y="121727"/>
                </a:cubicBezTo>
                <a:cubicBezTo>
                  <a:pt x="101959" y="125705"/>
                  <a:pt x="98594" y="128345"/>
                  <a:pt x="94190" y="129647"/>
                </a:cubicBezTo>
                <a:lnTo>
                  <a:pt x="94190" y="123040"/>
                </a:lnTo>
                <a:cubicBezTo>
                  <a:pt x="96342" y="122140"/>
                  <a:pt x="98081" y="120363"/>
                  <a:pt x="99407" y="117710"/>
                </a:cubicBezTo>
                <a:cubicBezTo>
                  <a:pt x="100733" y="115058"/>
                  <a:pt x="101371" y="112305"/>
                  <a:pt x="101321" y="109453"/>
                </a:cubicBezTo>
                <a:lnTo>
                  <a:pt x="101321" y="108552"/>
                </a:lnTo>
                <a:lnTo>
                  <a:pt x="94865" y="108552"/>
                </a:lnTo>
                <a:lnTo>
                  <a:pt x="94865" y="92262"/>
                </a:lnTo>
                <a:lnTo>
                  <a:pt x="107777" y="92262"/>
                </a:lnTo>
                <a:close/>
                <a:moveTo>
                  <a:pt x="167706" y="901"/>
                </a:moveTo>
                <a:lnTo>
                  <a:pt x="175589" y="901"/>
                </a:lnTo>
                <a:lnTo>
                  <a:pt x="175589" y="108552"/>
                </a:lnTo>
                <a:lnTo>
                  <a:pt x="165905" y="108552"/>
                </a:lnTo>
                <a:lnTo>
                  <a:pt x="165905" y="28602"/>
                </a:lnTo>
                <a:lnTo>
                  <a:pt x="137453" y="28602"/>
                </a:lnTo>
                <a:lnTo>
                  <a:pt x="137453" y="21695"/>
                </a:lnTo>
                <a:cubicBezTo>
                  <a:pt x="146261" y="21545"/>
                  <a:pt x="152392" y="20782"/>
                  <a:pt x="155845" y="19406"/>
                </a:cubicBezTo>
                <a:cubicBezTo>
                  <a:pt x="159298" y="18029"/>
                  <a:pt x="161963" y="15877"/>
                  <a:pt x="163840" y="12950"/>
                </a:cubicBezTo>
                <a:cubicBezTo>
                  <a:pt x="165717" y="10022"/>
                  <a:pt x="167006" y="6006"/>
                  <a:pt x="167706" y="9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3415B-E008-40A6-9B69-80601A74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910" y="2628713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S">
            <a:extLst xmlns:a="http://schemas.openxmlformats.org/drawingml/2006/main">
              <a:ext uri="{FF2B5EF4-FFF2-40B4-BE49-F238E27FC236}">
                <a16:creationId xmlns:a16="http://schemas.microsoft.com/office/drawing/2014/main" id="{0FF33117-BDDA-4D40-A864-0820AD05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196" y="2779275"/>
            <a:ext cx="128821" cy="171611"/>
          </a:xfrm>
          <a:custGeom xmlns:a="http://schemas.openxmlformats.org/drawingml/2006/main">
            <a:pathLst>
              <a:path w="128821" h="171611">
                <a:moveTo>
                  <a:pt x="62158" y="0"/>
                </a:moveTo>
                <a:cubicBezTo>
                  <a:pt x="79800" y="0"/>
                  <a:pt x="94326" y="4561"/>
                  <a:pt x="105737" y="13682"/>
                </a:cubicBezTo>
                <a:cubicBezTo>
                  <a:pt x="117147" y="22803"/>
                  <a:pt x="122853" y="35321"/>
                  <a:pt x="122853" y="51236"/>
                </a:cubicBezTo>
                <a:lnTo>
                  <a:pt x="107313" y="51236"/>
                </a:lnTo>
                <a:cubicBezTo>
                  <a:pt x="106638" y="39224"/>
                  <a:pt x="102077" y="29916"/>
                  <a:pt x="93632" y="23309"/>
                </a:cubicBezTo>
                <a:cubicBezTo>
                  <a:pt x="85186" y="16703"/>
                  <a:pt x="74770" y="13400"/>
                  <a:pt x="62384" y="13400"/>
                </a:cubicBezTo>
                <a:cubicBezTo>
                  <a:pt x="49396" y="13400"/>
                  <a:pt x="39262" y="16196"/>
                  <a:pt x="31980" y="21789"/>
                </a:cubicBezTo>
                <a:cubicBezTo>
                  <a:pt x="24698" y="27382"/>
                  <a:pt x="21057" y="35471"/>
                  <a:pt x="21057" y="46056"/>
                </a:cubicBezTo>
                <a:cubicBezTo>
                  <a:pt x="21057" y="52287"/>
                  <a:pt x="22915" y="57485"/>
                  <a:pt x="26631" y="61652"/>
                </a:cubicBezTo>
                <a:cubicBezTo>
                  <a:pt x="30347" y="65818"/>
                  <a:pt x="37122" y="69102"/>
                  <a:pt x="46957" y="71505"/>
                </a:cubicBezTo>
                <a:lnTo>
                  <a:pt x="84454" y="80738"/>
                </a:lnTo>
                <a:cubicBezTo>
                  <a:pt x="99919" y="84567"/>
                  <a:pt x="111179" y="90009"/>
                  <a:pt x="118236" y="97066"/>
                </a:cubicBezTo>
                <a:cubicBezTo>
                  <a:pt x="125292" y="104123"/>
                  <a:pt x="128821" y="113244"/>
                  <a:pt x="128821" y="124429"/>
                </a:cubicBezTo>
                <a:cubicBezTo>
                  <a:pt x="128821" y="138242"/>
                  <a:pt x="123528" y="149559"/>
                  <a:pt x="112943" y="158380"/>
                </a:cubicBezTo>
                <a:cubicBezTo>
                  <a:pt x="102358" y="167201"/>
                  <a:pt x="86669" y="171611"/>
                  <a:pt x="65874" y="171611"/>
                </a:cubicBezTo>
                <a:cubicBezTo>
                  <a:pt x="45380" y="171611"/>
                  <a:pt x="29277" y="166994"/>
                  <a:pt x="17566" y="157760"/>
                </a:cubicBezTo>
                <a:cubicBezTo>
                  <a:pt x="5855" y="148527"/>
                  <a:pt x="0" y="135164"/>
                  <a:pt x="0" y="117673"/>
                </a:cubicBezTo>
                <a:lnTo>
                  <a:pt x="0" y="113957"/>
                </a:lnTo>
                <a:lnTo>
                  <a:pt x="15765" y="113957"/>
                </a:lnTo>
                <a:lnTo>
                  <a:pt x="15765" y="115083"/>
                </a:lnTo>
                <a:cubicBezTo>
                  <a:pt x="15765" y="129647"/>
                  <a:pt x="20325" y="140475"/>
                  <a:pt x="29446" y="147570"/>
                </a:cubicBezTo>
                <a:cubicBezTo>
                  <a:pt x="38567" y="154664"/>
                  <a:pt x="51836" y="158211"/>
                  <a:pt x="69252" y="158211"/>
                </a:cubicBezTo>
                <a:cubicBezTo>
                  <a:pt x="80588" y="158211"/>
                  <a:pt x="90723" y="155227"/>
                  <a:pt x="99656" y="149259"/>
                </a:cubicBezTo>
                <a:cubicBezTo>
                  <a:pt x="108589" y="143291"/>
                  <a:pt x="113056" y="135127"/>
                  <a:pt x="113056" y="124767"/>
                </a:cubicBezTo>
                <a:cubicBezTo>
                  <a:pt x="113056" y="110579"/>
                  <a:pt x="102358" y="100820"/>
                  <a:pt x="80963" y="95490"/>
                </a:cubicBezTo>
                <a:cubicBezTo>
                  <a:pt x="59493" y="90235"/>
                  <a:pt x="46694" y="87082"/>
                  <a:pt x="42565" y="86031"/>
                </a:cubicBezTo>
                <a:cubicBezTo>
                  <a:pt x="29428" y="82803"/>
                  <a:pt x="19950" y="77998"/>
                  <a:pt x="14132" y="71617"/>
                </a:cubicBezTo>
                <a:cubicBezTo>
                  <a:pt x="8314" y="65236"/>
                  <a:pt x="5405" y="56866"/>
                  <a:pt x="5405" y="46506"/>
                </a:cubicBezTo>
                <a:cubicBezTo>
                  <a:pt x="5405" y="33744"/>
                  <a:pt x="10266" y="22803"/>
                  <a:pt x="19987" y="13682"/>
                </a:cubicBezTo>
                <a:cubicBezTo>
                  <a:pt x="29709" y="4561"/>
                  <a:pt x="43766" y="0"/>
                  <a:pt x="621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*">
            <a:extLst xmlns:a="http://schemas.openxmlformats.org/drawingml/2006/main">
              <a:ext uri="{FF2B5EF4-FFF2-40B4-BE49-F238E27FC236}">
                <a16:creationId xmlns:a16="http://schemas.microsoft.com/office/drawing/2014/main" id="{61D7D9D1-67FA-48A1-B61D-0B1059E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556" y="2751161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2,2">
            <a:extLst xmlns:a="http://schemas.openxmlformats.org/drawingml/2006/main">
              <a:ext uri="{FF2B5EF4-FFF2-40B4-BE49-F238E27FC236}">
                <a16:creationId xmlns:a16="http://schemas.microsoft.com/office/drawing/2014/main" id="{A58546EB-973A-4C6E-9517-534F735C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094" y="2925325"/>
            <a:ext cx="198936" cy="129647"/>
          </a:xfrm>
          <a:custGeom xmlns:a="http://schemas.openxmlformats.org/drawingml/2006/main">
            <a:pathLst>
              <a:path w="198936" h="129647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  <a:moveTo>
                  <a:pt x="107777" y="92262"/>
                </a:moveTo>
                <a:lnTo>
                  <a:pt x="107777" y="109152"/>
                </a:lnTo>
                <a:cubicBezTo>
                  <a:pt x="107777" y="113557"/>
                  <a:pt x="106614" y="117748"/>
                  <a:pt x="104287" y="121727"/>
                </a:cubicBezTo>
                <a:cubicBezTo>
                  <a:pt x="101959" y="125705"/>
                  <a:pt x="98594" y="128345"/>
                  <a:pt x="94190" y="129647"/>
                </a:cubicBezTo>
                <a:lnTo>
                  <a:pt x="94190" y="123040"/>
                </a:lnTo>
                <a:cubicBezTo>
                  <a:pt x="96342" y="122140"/>
                  <a:pt x="98081" y="120363"/>
                  <a:pt x="99407" y="117710"/>
                </a:cubicBezTo>
                <a:cubicBezTo>
                  <a:pt x="100733" y="115058"/>
                  <a:pt x="101371" y="112305"/>
                  <a:pt x="101321" y="109453"/>
                </a:cubicBezTo>
                <a:lnTo>
                  <a:pt x="101321" y="108552"/>
                </a:lnTo>
                <a:lnTo>
                  <a:pt x="94865" y="108552"/>
                </a:lnTo>
                <a:lnTo>
                  <a:pt x="94865" y="92262"/>
                </a:lnTo>
                <a:lnTo>
                  <a:pt x="107777" y="92262"/>
                </a:lnTo>
                <a:close/>
                <a:moveTo>
                  <a:pt x="165079" y="0"/>
                </a:moveTo>
                <a:cubicBezTo>
                  <a:pt x="175188" y="0"/>
                  <a:pt x="183283" y="2728"/>
                  <a:pt x="189364" y="8183"/>
                </a:cubicBezTo>
                <a:cubicBezTo>
                  <a:pt x="195445" y="13638"/>
                  <a:pt x="198485" y="21020"/>
                  <a:pt x="198485" y="30328"/>
                </a:cubicBezTo>
                <a:cubicBezTo>
                  <a:pt x="198485" y="37685"/>
                  <a:pt x="196196" y="44567"/>
                  <a:pt x="191616" y="50973"/>
                </a:cubicBezTo>
                <a:cubicBezTo>
                  <a:pt x="187037" y="57379"/>
                  <a:pt x="178717" y="64260"/>
                  <a:pt x="166655" y="71617"/>
                </a:cubicBezTo>
                <a:cubicBezTo>
                  <a:pt x="156896" y="77523"/>
                  <a:pt x="150040" y="82615"/>
                  <a:pt x="146086" y="86894"/>
                </a:cubicBezTo>
                <a:cubicBezTo>
                  <a:pt x="142132" y="91173"/>
                  <a:pt x="139805" y="95414"/>
                  <a:pt x="139105" y="99618"/>
                </a:cubicBezTo>
                <a:lnTo>
                  <a:pt x="198936" y="99618"/>
                </a:lnTo>
                <a:lnTo>
                  <a:pt x="198936" y="108552"/>
                </a:lnTo>
                <a:lnTo>
                  <a:pt x="128069" y="108552"/>
                </a:lnTo>
                <a:cubicBezTo>
                  <a:pt x="128169" y="100594"/>
                  <a:pt x="130471" y="93375"/>
                  <a:pt x="134976" y="86894"/>
                </a:cubicBezTo>
                <a:cubicBezTo>
                  <a:pt x="139480" y="80413"/>
                  <a:pt x="147462" y="73519"/>
                  <a:pt x="158923" y="66212"/>
                </a:cubicBezTo>
                <a:cubicBezTo>
                  <a:pt x="170384" y="58905"/>
                  <a:pt x="178229" y="52749"/>
                  <a:pt x="182458" y="47745"/>
                </a:cubicBezTo>
                <a:cubicBezTo>
                  <a:pt x="186687" y="42740"/>
                  <a:pt x="188801" y="36885"/>
                  <a:pt x="188801" y="30178"/>
                </a:cubicBezTo>
                <a:cubicBezTo>
                  <a:pt x="188801" y="23672"/>
                  <a:pt x="186549" y="18380"/>
                  <a:pt x="182045" y="14301"/>
                </a:cubicBezTo>
                <a:cubicBezTo>
                  <a:pt x="177541" y="10222"/>
                  <a:pt x="171735" y="8183"/>
                  <a:pt x="164628" y="8183"/>
                </a:cubicBezTo>
                <a:cubicBezTo>
                  <a:pt x="157221" y="8183"/>
                  <a:pt x="151379" y="10610"/>
                  <a:pt x="147099" y="15465"/>
                </a:cubicBezTo>
                <a:cubicBezTo>
                  <a:pt x="142820" y="20319"/>
                  <a:pt x="140556" y="27175"/>
                  <a:pt x="140306" y="36034"/>
                </a:cubicBezTo>
                <a:lnTo>
                  <a:pt x="140306" y="38136"/>
                </a:lnTo>
                <a:lnTo>
                  <a:pt x="130697" y="38136"/>
                </a:lnTo>
                <a:lnTo>
                  <a:pt x="130697" y="36634"/>
                </a:lnTo>
                <a:cubicBezTo>
                  <a:pt x="130697" y="25574"/>
                  <a:pt x="133687" y="16703"/>
                  <a:pt x="139668" y="10022"/>
                </a:cubicBezTo>
                <a:cubicBezTo>
                  <a:pt x="145648" y="3341"/>
                  <a:pt x="154119" y="0"/>
                  <a:pt x="1650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2759B-2F4B-4BE3-B337-D4579471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902" y="3429401"/>
            <a:ext cx="774244" cy="10"/>
          </a:xfrm>
          <a:custGeom xmlns:a="http://schemas.openxmlformats.org/drawingml/2006/main">
            <a:pathLst>
              <a:path w="774244" h="1">
                <a:moveTo>
                  <a:pt x="0" y="0"/>
                </a:moveTo>
                <a:lnTo>
                  <a:pt x="77424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84F9C-B042-4A1E-8A99-63A98599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902" y="3429401"/>
            <a:ext cx="709383" cy="10"/>
          </a:xfrm>
          <a:custGeom xmlns:a="http://schemas.openxmlformats.org/drawingml/2006/main">
            <a:pathLst>
              <a:path w="709383" h="1" fill="none">
                <a:moveTo>
                  <a:pt x="0" y="0"/>
                </a:moveTo>
                <a:lnTo>
                  <a:pt x="7093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ED0FE-F20C-4258-94F7-929A5C4E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286" y="3411545"/>
            <a:ext cx="49058" cy="35711"/>
          </a:xfrm>
          <a:custGeom xmlns:a="http://schemas.openxmlformats.org/drawingml/2006/main">
            <a:pathLst>
              <a:path w="49058" h="35711">
                <a:moveTo>
                  <a:pt x="0" y="35711"/>
                </a:moveTo>
                <a:lnTo>
                  <a:pt x="0" y="0"/>
                </a:lnTo>
                <a:lnTo>
                  <a:pt x="49058" y="17855"/>
                </a:lnTo>
                <a:lnTo>
                  <a:pt x="0" y="35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13857-6A30-4CEF-AAC7-7DDEBAC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286" y="3411545"/>
            <a:ext cx="49058" cy="35711"/>
          </a:xfrm>
          <a:custGeom xmlns:a="http://schemas.openxmlformats.org/drawingml/2006/main">
            <a:pathLst>
              <a:path w="49058" h="35711" fill="none">
                <a:moveTo>
                  <a:pt x="0" y="35711"/>
                </a:moveTo>
                <a:lnTo>
                  <a:pt x="49058" y="17855"/>
                </a:lnTo>
                <a:lnTo>
                  <a:pt x="0" y="0"/>
                </a:lnTo>
                <a:lnTo>
                  <a:pt x="0" y="35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A7EA3-E2E4-4A48-B3ED-86AF2348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910" y="3147599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S">
            <a:extLst xmlns:a="http://schemas.openxmlformats.org/drawingml/2006/main">
              <a:ext uri="{FF2B5EF4-FFF2-40B4-BE49-F238E27FC236}">
                <a16:creationId xmlns:a16="http://schemas.microsoft.com/office/drawing/2014/main" id="{E8267589-806D-42DE-8E65-0D42D52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196" y="3298162"/>
            <a:ext cx="128821" cy="171611"/>
          </a:xfrm>
          <a:custGeom xmlns:a="http://schemas.openxmlformats.org/drawingml/2006/main">
            <a:pathLst>
              <a:path w="128821" h="171611">
                <a:moveTo>
                  <a:pt x="62158" y="0"/>
                </a:moveTo>
                <a:cubicBezTo>
                  <a:pt x="79800" y="0"/>
                  <a:pt x="94326" y="4561"/>
                  <a:pt x="105737" y="13682"/>
                </a:cubicBezTo>
                <a:cubicBezTo>
                  <a:pt x="117147" y="22803"/>
                  <a:pt x="122853" y="35321"/>
                  <a:pt x="122853" y="51236"/>
                </a:cubicBezTo>
                <a:lnTo>
                  <a:pt x="107313" y="51236"/>
                </a:lnTo>
                <a:cubicBezTo>
                  <a:pt x="106638" y="39224"/>
                  <a:pt x="102077" y="29916"/>
                  <a:pt x="93632" y="23309"/>
                </a:cubicBezTo>
                <a:cubicBezTo>
                  <a:pt x="85186" y="16703"/>
                  <a:pt x="74770" y="13400"/>
                  <a:pt x="62384" y="13400"/>
                </a:cubicBezTo>
                <a:cubicBezTo>
                  <a:pt x="49396" y="13400"/>
                  <a:pt x="39262" y="16196"/>
                  <a:pt x="31980" y="21789"/>
                </a:cubicBezTo>
                <a:cubicBezTo>
                  <a:pt x="24698" y="27382"/>
                  <a:pt x="21057" y="35471"/>
                  <a:pt x="21057" y="46056"/>
                </a:cubicBezTo>
                <a:cubicBezTo>
                  <a:pt x="21057" y="52287"/>
                  <a:pt x="22915" y="57485"/>
                  <a:pt x="26631" y="61652"/>
                </a:cubicBezTo>
                <a:cubicBezTo>
                  <a:pt x="30347" y="65818"/>
                  <a:pt x="37122" y="69102"/>
                  <a:pt x="46957" y="71505"/>
                </a:cubicBezTo>
                <a:lnTo>
                  <a:pt x="84454" y="80738"/>
                </a:lnTo>
                <a:cubicBezTo>
                  <a:pt x="99919" y="84567"/>
                  <a:pt x="111179" y="90009"/>
                  <a:pt x="118236" y="97066"/>
                </a:cubicBezTo>
                <a:cubicBezTo>
                  <a:pt x="125292" y="104123"/>
                  <a:pt x="128821" y="113244"/>
                  <a:pt x="128821" y="124429"/>
                </a:cubicBezTo>
                <a:cubicBezTo>
                  <a:pt x="128821" y="138242"/>
                  <a:pt x="123528" y="149559"/>
                  <a:pt x="112943" y="158380"/>
                </a:cubicBezTo>
                <a:cubicBezTo>
                  <a:pt x="102358" y="167201"/>
                  <a:pt x="86669" y="171611"/>
                  <a:pt x="65874" y="171611"/>
                </a:cubicBezTo>
                <a:cubicBezTo>
                  <a:pt x="45380" y="171611"/>
                  <a:pt x="29277" y="166994"/>
                  <a:pt x="17566" y="157760"/>
                </a:cubicBezTo>
                <a:cubicBezTo>
                  <a:pt x="5855" y="148527"/>
                  <a:pt x="0" y="135164"/>
                  <a:pt x="0" y="117673"/>
                </a:cubicBezTo>
                <a:lnTo>
                  <a:pt x="0" y="113957"/>
                </a:lnTo>
                <a:lnTo>
                  <a:pt x="15765" y="113957"/>
                </a:lnTo>
                <a:lnTo>
                  <a:pt x="15765" y="115083"/>
                </a:lnTo>
                <a:cubicBezTo>
                  <a:pt x="15765" y="129647"/>
                  <a:pt x="20325" y="140475"/>
                  <a:pt x="29446" y="147570"/>
                </a:cubicBezTo>
                <a:cubicBezTo>
                  <a:pt x="38567" y="154664"/>
                  <a:pt x="51836" y="158211"/>
                  <a:pt x="69252" y="158211"/>
                </a:cubicBezTo>
                <a:cubicBezTo>
                  <a:pt x="80588" y="158211"/>
                  <a:pt x="90723" y="155227"/>
                  <a:pt x="99656" y="149259"/>
                </a:cubicBezTo>
                <a:cubicBezTo>
                  <a:pt x="108589" y="143291"/>
                  <a:pt x="113056" y="135127"/>
                  <a:pt x="113056" y="124767"/>
                </a:cubicBezTo>
                <a:cubicBezTo>
                  <a:pt x="113056" y="110579"/>
                  <a:pt x="102358" y="100820"/>
                  <a:pt x="80963" y="95490"/>
                </a:cubicBezTo>
                <a:cubicBezTo>
                  <a:pt x="59493" y="90235"/>
                  <a:pt x="46694" y="87082"/>
                  <a:pt x="42565" y="86031"/>
                </a:cubicBezTo>
                <a:cubicBezTo>
                  <a:pt x="29428" y="82803"/>
                  <a:pt x="19950" y="77998"/>
                  <a:pt x="14132" y="71617"/>
                </a:cubicBezTo>
                <a:cubicBezTo>
                  <a:pt x="8314" y="65236"/>
                  <a:pt x="5405" y="56866"/>
                  <a:pt x="5405" y="46506"/>
                </a:cubicBezTo>
                <a:cubicBezTo>
                  <a:pt x="5405" y="33744"/>
                  <a:pt x="10266" y="22803"/>
                  <a:pt x="19987" y="13682"/>
                </a:cubicBezTo>
                <a:cubicBezTo>
                  <a:pt x="29709" y="4561"/>
                  <a:pt x="43766" y="0"/>
                  <a:pt x="621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*">
            <a:extLst xmlns:a="http://schemas.openxmlformats.org/drawingml/2006/main">
              <a:ext uri="{FF2B5EF4-FFF2-40B4-BE49-F238E27FC236}">
                <a16:creationId xmlns:a16="http://schemas.microsoft.com/office/drawing/2014/main" id="{18B436E8-2729-49D3-AFF8-DF3B689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556" y="3270048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2,4">
            <a:extLst xmlns:a="http://schemas.openxmlformats.org/drawingml/2006/main">
              <a:ext uri="{FF2B5EF4-FFF2-40B4-BE49-F238E27FC236}">
                <a16:creationId xmlns:a16="http://schemas.microsoft.com/office/drawing/2014/main" id="{840A8B24-D014-4930-BE94-E51E199E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094" y="3444212"/>
            <a:ext cx="201863" cy="129647"/>
          </a:xfrm>
          <a:custGeom xmlns:a="http://schemas.openxmlformats.org/drawingml/2006/main">
            <a:pathLst>
              <a:path w="201863" h="129647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  <a:moveTo>
                  <a:pt x="107777" y="92262"/>
                </a:moveTo>
                <a:lnTo>
                  <a:pt x="107777" y="109152"/>
                </a:lnTo>
                <a:cubicBezTo>
                  <a:pt x="107777" y="113557"/>
                  <a:pt x="106614" y="117748"/>
                  <a:pt x="104287" y="121727"/>
                </a:cubicBezTo>
                <a:cubicBezTo>
                  <a:pt x="101959" y="125705"/>
                  <a:pt x="98594" y="128345"/>
                  <a:pt x="94190" y="129647"/>
                </a:cubicBezTo>
                <a:lnTo>
                  <a:pt x="94190" y="123040"/>
                </a:lnTo>
                <a:cubicBezTo>
                  <a:pt x="96342" y="122140"/>
                  <a:pt x="98081" y="120363"/>
                  <a:pt x="99407" y="117710"/>
                </a:cubicBezTo>
                <a:cubicBezTo>
                  <a:pt x="100733" y="115058"/>
                  <a:pt x="101371" y="112305"/>
                  <a:pt x="101321" y="109453"/>
                </a:cubicBezTo>
                <a:lnTo>
                  <a:pt x="101321" y="108552"/>
                </a:lnTo>
                <a:lnTo>
                  <a:pt x="94865" y="108552"/>
                </a:lnTo>
                <a:lnTo>
                  <a:pt x="94865" y="92262"/>
                </a:lnTo>
                <a:lnTo>
                  <a:pt x="107777" y="92262"/>
                </a:lnTo>
                <a:close/>
                <a:moveTo>
                  <a:pt x="176940" y="901"/>
                </a:moveTo>
                <a:lnTo>
                  <a:pt x="185723" y="901"/>
                </a:lnTo>
                <a:lnTo>
                  <a:pt x="185723" y="73644"/>
                </a:lnTo>
                <a:lnTo>
                  <a:pt x="201863" y="73644"/>
                </a:lnTo>
                <a:lnTo>
                  <a:pt x="201863" y="81827"/>
                </a:lnTo>
                <a:lnTo>
                  <a:pt x="185723" y="81827"/>
                </a:lnTo>
                <a:lnTo>
                  <a:pt x="185723" y="108552"/>
                </a:lnTo>
                <a:lnTo>
                  <a:pt x="176790" y="108552"/>
                </a:lnTo>
                <a:lnTo>
                  <a:pt x="176790" y="81827"/>
                </a:lnTo>
                <a:lnTo>
                  <a:pt x="127093" y="81827"/>
                </a:lnTo>
                <a:lnTo>
                  <a:pt x="127093" y="72443"/>
                </a:lnTo>
                <a:lnTo>
                  <a:pt x="176940" y="901"/>
                </a:lnTo>
                <a:moveTo>
                  <a:pt x="135876" y="73644"/>
                </a:moveTo>
                <a:lnTo>
                  <a:pt x="176790" y="73644"/>
                </a:lnTo>
                <a:lnTo>
                  <a:pt x="176790" y="15089"/>
                </a:lnTo>
                <a:lnTo>
                  <a:pt x="176490" y="15089"/>
                </a:lnTo>
                <a:lnTo>
                  <a:pt x="135876" y="73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5A45C-4F11-4A6D-9C98-642A69B0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895" y="2628713"/>
            <a:ext cx="2695895" cy="489265"/>
          </a:xfrm>
          <a:custGeom xmlns:a="http://schemas.openxmlformats.org/drawingml/2006/main">
            <a:pathLst>
              <a:path w="2695895" h="489265">
                <a:moveTo>
                  <a:pt x="0" y="0"/>
                </a:moveTo>
                <a:lnTo>
                  <a:pt x="2695895" y="0"/>
                </a:lnTo>
                <a:lnTo>
                  <a:pt x="2695895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argmax">
            <a:extLst xmlns:a="http://schemas.openxmlformats.org/drawingml/2006/main">
              <a:ext uri="{FF2B5EF4-FFF2-40B4-BE49-F238E27FC236}">
                <a16:creationId xmlns:a16="http://schemas.microsoft.com/office/drawing/2014/main" id="{11C3D2C2-FE45-486E-9F3B-7DE0408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618" y="2824993"/>
            <a:ext cx="732611" cy="169922"/>
          </a:xfrm>
          <a:custGeom xmlns:a="http://schemas.openxmlformats.org/drawingml/2006/main">
            <a:pathLst>
              <a:path w="732611" h="169922">
                <a:moveTo>
                  <a:pt x="53375" y="0"/>
                </a:moveTo>
                <a:cubicBezTo>
                  <a:pt x="68389" y="0"/>
                  <a:pt x="79424" y="3247"/>
                  <a:pt x="86481" y="9740"/>
                </a:cubicBezTo>
                <a:cubicBezTo>
                  <a:pt x="93538" y="16234"/>
                  <a:pt x="97066" y="25411"/>
                  <a:pt x="97066" y="37272"/>
                </a:cubicBezTo>
                <a:lnTo>
                  <a:pt x="97066" y="101908"/>
                </a:lnTo>
                <a:cubicBezTo>
                  <a:pt x="97066" y="104310"/>
                  <a:pt x="97742" y="106281"/>
                  <a:pt x="99093" y="107820"/>
                </a:cubicBezTo>
                <a:cubicBezTo>
                  <a:pt x="100444" y="109359"/>
                  <a:pt x="102621" y="110128"/>
                  <a:pt x="105624" y="110128"/>
                </a:cubicBezTo>
                <a:cubicBezTo>
                  <a:pt x="106450" y="110128"/>
                  <a:pt x="107238" y="110072"/>
                  <a:pt x="107989" y="109959"/>
                </a:cubicBezTo>
                <a:cubicBezTo>
                  <a:pt x="108739" y="109847"/>
                  <a:pt x="109453" y="109603"/>
                  <a:pt x="110128" y="109227"/>
                </a:cubicBezTo>
                <a:lnTo>
                  <a:pt x="110128" y="121501"/>
                </a:lnTo>
                <a:cubicBezTo>
                  <a:pt x="108327" y="121877"/>
                  <a:pt x="106731" y="122121"/>
                  <a:pt x="105343" y="122233"/>
                </a:cubicBezTo>
                <a:cubicBezTo>
                  <a:pt x="103954" y="122346"/>
                  <a:pt x="102471" y="122402"/>
                  <a:pt x="100895" y="122402"/>
                </a:cubicBezTo>
                <a:cubicBezTo>
                  <a:pt x="94589" y="122402"/>
                  <a:pt x="90141" y="120882"/>
                  <a:pt x="87551" y="117842"/>
                </a:cubicBezTo>
                <a:cubicBezTo>
                  <a:pt x="84961" y="114801"/>
                  <a:pt x="83666" y="109828"/>
                  <a:pt x="83666" y="102922"/>
                </a:cubicBezTo>
                <a:lnTo>
                  <a:pt x="83666" y="101683"/>
                </a:lnTo>
                <a:lnTo>
                  <a:pt x="83216" y="101683"/>
                </a:lnTo>
                <a:cubicBezTo>
                  <a:pt x="77285" y="110691"/>
                  <a:pt x="71073" y="116978"/>
                  <a:pt x="64579" y="120544"/>
                </a:cubicBezTo>
                <a:cubicBezTo>
                  <a:pt x="58086" y="124110"/>
                  <a:pt x="49884" y="125893"/>
                  <a:pt x="39975" y="125893"/>
                </a:cubicBezTo>
                <a:cubicBezTo>
                  <a:pt x="27889" y="125893"/>
                  <a:pt x="18205" y="122871"/>
                  <a:pt x="10923" y="116828"/>
                </a:cubicBezTo>
                <a:cubicBezTo>
                  <a:pt x="3641" y="110785"/>
                  <a:pt x="0" y="102171"/>
                  <a:pt x="0" y="90985"/>
                </a:cubicBezTo>
                <a:cubicBezTo>
                  <a:pt x="0" y="79500"/>
                  <a:pt x="3997" y="70848"/>
                  <a:pt x="11992" y="65030"/>
                </a:cubicBezTo>
                <a:cubicBezTo>
                  <a:pt x="19987" y="59212"/>
                  <a:pt x="37835" y="55064"/>
                  <a:pt x="65536" y="52587"/>
                </a:cubicBezTo>
                <a:cubicBezTo>
                  <a:pt x="71842" y="52061"/>
                  <a:pt x="76253" y="50616"/>
                  <a:pt x="78768" y="48251"/>
                </a:cubicBezTo>
                <a:cubicBezTo>
                  <a:pt x="81282" y="45887"/>
                  <a:pt x="82540" y="42002"/>
                  <a:pt x="82540" y="36597"/>
                </a:cubicBezTo>
                <a:cubicBezTo>
                  <a:pt x="82540" y="28564"/>
                  <a:pt x="80100" y="22484"/>
                  <a:pt x="75221" y="18355"/>
                </a:cubicBezTo>
                <a:cubicBezTo>
                  <a:pt x="70341" y="14226"/>
                  <a:pt x="62421" y="12161"/>
                  <a:pt x="51461" y="12161"/>
                </a:cubicBezTo>
                <a:cubicBezTo>
                  <a:pt x="41476" y="12161"/>
                  <a:pt x="33744" y="14526"/>
                  <a:pt x="28264" y="19256"/>
                </a:cubicBezTo>
                <a:cubicBezTo>
                  <a:pt x="22784" y="23985"/>
                  <a:pt x="19894" y="30854"/>
                  <a:pt x="19593" y="39862"/>
                </a:cubicBezTo>
                <a:lnTo>
                  <a:pt x="5067" y="39862"/>
                </a:lnTo>
                <a:cubicBezTo>
                  <a:pt x="5743" y="26800"/>
                  <a:pt x="10228" y="16891"/>
                  <a:pt x="18524" y="10135"/>
                </a:cubicBezTo>
                <a:cubicBezTo>
                  <a:pt x="26819" y="3378"/>
                  <a:pt x="38436" y="0"/>
                  <a:pt x="53375" y="0"/>
                </a:cubicBezTo>
                <a:moveTo>
                  <a:pt x="82089" y="57316"/>
                </a:moveTo>
                <a:cubicBezTo>
                  <a:pt x="80588" y="60019"/>
                  <a:pt x="75971" y="61896"/>
                  <a:pt x="68239" y="62947"/>
                </a:cubicBezTo>
                <a:cubicBezTo>
                  <a:pt x="60582" y="63998"/>
                  <a:pt x="52099" y="65330"/>
                  <a:pt x="42790" y="66944"/>
                </a:cubicBezTo>
                <a:cubicBezTo>
                  <a:pt x="33481" y="68558"/>
                  <a:pt x="26444" y="71204"/>
                  <a:pt x="21677" y="74883"/>
                </a:cubicBezTo>
                <a:cubicBezTo>
                  <a:pt x="16910" y="78561"/>
                  <a:pt x="14526" y="83628"/>
                  <a:pt x="14526" y="90084"/>
                </a:cubicBezTo>
                <a:cubicBezTo>
                  <a:pt x="14526" y="97141"/>
                  <a:pt x="17154" y="102828"/>
                  <a:pt x="22409" y="107144"/>
                </a:cubicBezTo>
                <a:cubicBezTo>
                  <a:pt x="27663" y="111461"/>
                  <a:pt x="33894" y="113619"/>
                  <a:pt x="41101" y="113619"/>
                </a:cubicBezTo>
                <a:cubicBezTo>
                  <a:pt x="52962" y="113619"/>
                  <a:pt x="62834" y="110091"/>
                  <a:pt x="70716" y="103034"/>
                </a:cubicBezTo>
                <a:cubicBezTo>
                  <a:pt x="78599" y="95978"/>
                  <a:pt x="82540" y="87269"/>
                  <a:pt x="82540" y="76910"/>
                </a:cubicBezTo>
                <a:lnTo>
                  <a:pt x="82540" y="57316"/>
                </a:lnTo>
                <a:lnTo>
                  <a:pt x="82089" y="57316"/>
                </a:lnTo>
                <a:close/>
                <a:moveTo>
                  <a:pt x="181285" y="1802"/>
                </a:moveTo>
                <a:lnTo>
                  <a:pt x="184888" y="1802"/>
                </a:lnTo>
                <a:lnTo>
                  <a:pt x="184888" y="16328"/>
                </a:lnTo>
                <a:lnTo>
                  <a:pt x="183199" y="16328"/>
                </a:lnTo>
                <a:cubicBezTo>
                  <a:pt x="170362" y="16328"/>
                  <a:pt x="160059" y="20438"/>
                  <a:pt x="152289" y="28658"/>
                </a:cubicBezTo>
                <a:cubicBezTo>
                  <a:pt x="144519" y="36878"/>
                  <a:pt x="140634" y="47107"/>
                  <a:pt x="140634" y="59343"/>
                </a:cubicBezTo>
                <a:lnTo>
                  <a:pt x="140634" y="122402"/>
                </a:lnTo>
                <a:lnTo>
                  <a:pt x="126108" y="122402"/>
                </a:lnTo>
                <a:lnTo>
                  <a:pt x="126108" y="3378"/>
                </a:lnTo>
                <a:lnTo>
                  <a:pt x="139508" y="3378"/>
                </a:lnTo>
                <a:lnTo>
                  <a:pt x="139508" y="31304"/>
                </a:lnTo>
                <a:lnTo>
                  <a:pt x="139959" y="31304"/>
                </a:lnTo>
                <a:cubicBezTo>
                  <a:pt x="143562" y="21996"/>
                  <a:pt x="149024" y="14751"/>
                  <a:pt x="156343" y="9571"/>
                </a:cubicBezTo>
                <a:cubicBezTo>
                  <a:pt x="163662" y="4392"/>
                  <a:pt x="171976" y="1802"/>
                  <a:pt x="181285" y="1802"/>
                </a:cubicBezTo>
                <a:close/>
                <a:moveTo>
                  <a:pt x="243387" y="0"/>
                </a:moveTo>
                <a:cubicBezTo>
                  <a:pt x="251795" y="0"/>
                  <a:pt x="259452" y="2252"/>
                  <a:pt x="266358" y="6756"/>
                </a:cubicBezTo>
                <a:cubicBezTo>
                  <a:pt x="273265" y="11261"/>
                  <a:pt x="278257" y="17003"/>
                  <a:pt x="281335" y="23985"/>
                </a:cubicBezTo>
                <a:lnTo>
                  <a:pt x="281785" y="23985"/>
                </a:lnTo>
                <a:lnTo>
                  <a:pt x="281785" y="3378"/>
                </a:lnTo>
                <a:lnTo>
                  <a:pt x="296311" y="3378"/>
                </a:lnTo>
                <a:lnTo>
                  <a:pt x="296311" y="113957"/>
                </a:lnTo>
                <a:cubicBezTo>
                  <a:pt x="296311" y="132274"/>
                  <a:pt x="292032" y="146181"/>
                  <a:pt x="283474" y="155677"/>
                </a:cubicBezTo>
                <a:cubicBezTo>
                  <a:pt x="274916" y="165174"/>
                  <a:pt x="261629" y="169922"/>
                  <a:pt x="243612" y="169922"/>
                </a:cubicBezTo>
                <a:cubicBezTo>
                  <a:pt x="230099" y="169922"/>
                  <a:pt x="218707" y="166788"/>
                  <a:pt x="209436" y="160519"/>
                </a:cubicBezTo>
                <a:cubicBezTo>
                  <a:pt x="200165" y="154251"/>
                  <a:pt x="195079" y="145374"/>
                  <a:pt x="194178" y="133888"/>
                </a:cubicBezTo>
                <a:lnTo>
                  <a:pt x="208704" y="133888"/>
                </a:lnTo>
                <a:cubicBezTo>
                  <a:pt x="209905" y="141395"/>
                  <a:pt x="213565" y="147232"/>
                  <a:pt x="219683" y="151398"/>
                </a:cubicBezTo>
                <a:cubicBezTo>
                  <a:pt x="225801" y="155565"/>
                  <a:pt x="233740" y="157648"/>
                  <a:pt x="243499" y="157648"/>
                </a:cubicBezTo>
                <a:cubicBezTo>
                  <a:pt x="256411" y="157648"/>
                  <a:pt x="266020" y="153969"/>
                  <a:pt x="272326" y="146612"/>
                </a:cubicBezTo>
                <a:cubicBezTo>
                  <a:pt x="278632" y="139256"/>
                  <a:pt x="281785" y="128333"/>
                  <a:pt x="281785" y="113844"/>
                </a:cubicBezTo>
                <a:lnTo>
                  <a:pt x="281785" y="96616"/>
                </a:lnTo>
                <a:lnTo>
                  <a:pt x="281335" y="96616"/>
                </a:lnTo>
                <a:cubicBezTo>
                  <a:pt x="277731" y="104348"/>
                  <a:pt x="272570" y="110353"/>
                  <a:pt x="265851" y="114633"/>
                </a:cubicBezTo>
                <a:cubicBezTo>
                  <a:pt x="259133" y="118912"/>
                  <a:pt x="251644" y="121051"/>
                  <a:pt x="243387" y="121051"/>
                </a:cubicBezTo>
                <a:cubicBezTo>
                  <a:pt x="226421" y="121051"/>
                  <a:pt x="213246" y="115702"/>
                  <a:pt x="203862" y="105005"/>
                </a:cubicBezTo>
                <a:cubicBezTo>
                  <a:pt x="194478" y="94307"/>
                  <a:pt x="189786" y="79312"/>
                  <a:pt x="189786" y="60019"/>
                </a:cubicBezTo>
                <a:cubicBezTo>
                  <a:pt x="189786" y="42602"/>
                  <a:pt x="194647" y="28245"/>
                  <a:pt x="204369" y="16947"/>
                </a:cubicBezTo>
                <a:cubicBezTo>
                  <a:pt x="214090" y="5649"/>
                  <a:pt x="227096" y="0"/>
                  <a:pt x="243387" y="0"/>
                </a:cubicBezTo>
                <a:moveTo>
                  <a:pt x="204312" y="61483"/>
                </a:moveTo>
                <a:cubicBezTo>
                  <a:pt x="204312" y="75521"/>
                  <a:pt x="207860" y="86913"/>
                  <a:pt x="214954" y="95658"/>
                </a:cubicBezTo>
                <a:cubicBezTo>
                  <a:pt x="222048" y="104404"/>
                  <a:pt x="231563" y="108777"/>
                  <a:pt x="243499" y="108777"/>
                </a:cubicBezTo>
                <a:cubicBezTo>
                  <a:pt x="254985" y="108777"/>
                  <a:pt x="264237" y="104235"/>
                  <a:pt x="271257" y="95152"/>
                </a:cubicBezTo>
                <a:cubicBezTo>
                  <a:pt x="278276" y="86068"/>
                  <a:pt x="281785" y="74845"/>
                  <a:pt x="281785" y="61483"/>
                </a:cubicBezTo>
                <a:cubicBezTo>
                  <a:pt x="281785" y="47369"/>
                  <a:pt x="278407" y="35621"/>
                  <a:pt x="271651" y="26237"/>
                </a:cubicBezTo>
                <a:cubicBezTo>
                  <a:pt x="264894" y="16853"/>
                  <a:pt x="255435" y="12161"/>
                  <a:pt x="243274" y="12161"/>
                </a:cubicBezTo>
                <a:cubicBezTo>
                  <a:pt x="231338" y="12161"/>
                  <a:pt x="221860" y="16722"/>
                  <a:pt x="214841" y="25843"/>
                </a:cubicBezTo>
                <a:cubicBezTo>
                  <a:pt x="207822" y="34964"/>
                  <a:pt x="204312" y="46844"/>
                  <a:pt x="204312" y="61483"/>
                </a:cubicBezTo>
                <a:close/>
                <a:moveTo>
                  <a:pt x="377014" y="0"/>
                </a:moveTo>
                <a:cubicBezTo>
                  <a:pt x="385272" y="0"/>
                  <a:pt x="392441" y="1971"/>
                  <a:pt x="398522" y="5912"/>
                </a:cubicBezTo>
                <a:cubicBezTo>
                  <a:pt x="404603" y="9853"/>
                  <a:pt x="408807" y="15615"/>
                  <a:pt x="411134" y="23197"/>
                </a:cubicBezTo>
                <a:cubicBezTo>
                  <a:pt x="414812" y="15615"/>
                  <a:pt x="419973" y="9853"/>
                  <a:pt x="426617" y="5912"/>
                </a:cubicBezTo>
                <a:cubicBezTo>
                  <a:pt x="433261" y="1971"/>
                  <a:pt x="440749" y="0"/>
                  <a:pt x="449082" y="0"/>
                </a:cubicBezTo>
                <a:cubicBezTo>
                  <a:pt x="462294" y="0"/>
                  <a:pt x="472147" y="3510"/>
                  <a:pt x="478641" y="10529"/>
                </a:cubicBezTo>
                <a:cubicBezTo>
                  <a:pt x="485134" y="17548"/>
                  <a:pt x="488381" y="27588"/>
                  <a:pt x="488381" y="40651"/>
                </a:cubicBezTo>
                <a:lnTo>
                  <a:pt x="488381" y="122402"/>
                </a:lnTo>
                <a:lnTo>
                  <a:pt x="473855" y="122402"/>
                </a:lnTo>
                <a:lnTo>
                  <a:pt x="473855" y="41439"/>
                </a:lnTo>
                <a:cubicBezTo>
                  <a:pt x="473855" y="31379"/>
                  <a:pt x="471603" y="23985"/>
                  <a:pt x="467099" y="19256"/>
                </a:cubicBezTo>
                <a:cubicBezTo>
                  <a:pt x="462595" y="14526"/>
                  <a:pt x="455500" y="12161"/>
                  <a:pt x="445816" y="12161"/>
                </a:cubicBezTo>
                <a:cubicBezTo>
                  <a:pt x="435231" y="12161"/>
                  <a:pt x="427199" y="15802"/>
                  <a:pt x="421719" y="23084"/>
                </a:cubicBezTo>
                <a:cubicBezTo>
                  <a:pt x="416239" y="30366"/>
                  <a:pt x="413499" y="40651"/>
                  <a:pt x="413499" y="53938"/>
                </a:cubicBezTo>
                <a:lnTo>
                  <a:pt x="413499" y="122402"/>
                </a:lnTo>
                <a:lnTo>
                  <a:pt x="398860" y="122402"/>
                </a:lnTo>
                <a:lnTo>
                  <a:pt x="398860" y="40876"/>
                </a:lnTo>
                <a:cubicBezTo>
                  <a:pt x="398860" y="31942"/>
                  <a:pt x="396795" y="24923"/>
                  <a:pt x="392666" y="19819"/>
                </a:cubicBezTo>
                <a:cubicBezTo>
                  <a:pt x="388538" y="14714"/>
                  <a:pt x="382307" y="12161"/>
                  <a:pt x="373974" y="12161"/>
                </a:cubicBezTo>
                <a:cubicBezTo>
                  <a:pt x="362413" y="12161"/>
                  <a:pt x="353611" y="16084"/>
                  <a:pt x="347568" y="23929"/>
                </a:cubicBezTo>
                <a:cubicBezTo>
                  <a:pt x="341525" y="31774"/>
                  <a:pt x="338503" y="42114"/>
                  <a:pt x="338503" y="54952"/>
                </a:cubicBezTo>
                <a:lnTo>
                  <a:pt x="338503" y="122402"/>
                </a:lnTo>
                <a:lnTo>
                  <a:pt x="323977" y="122402"/>
                </a:lnTo>
                <a:lnTo>
                  <a:pt x="323977" y="3378"/>
                </a:lnTo>
                <a:lnTo>
                  <a:pt x="337377" y="3378"/>
                </a:lnTo>
                <a:lnTo>
                  <a:pt x="337377" y="23422"/>
                </a:lnTo>
                <a:lnTo>
                  <a:pt x="338053" y="23422"/>
                </a:lnTo>
                <a:cubicBezTo>
                  <a:pt x="342182" y="15615"/>
                  <a:pt x="347493" y="9759"/>
                  <a:pt x="353986" y="5855"/>
                </a:cubicBezTo>
                <a:cubicBezTo>
                  <a:pt x="360480" y="1952"/>
                  <a:pt x="368156" y="0"/>
                  <a:pt x="377014" y="0"/>
                </a:cubicBezTo>
                <a:close/>
                <a:moveTo>
                  <a:pt x="563037" y="0"/>
                </a:moveTo>
                <a:cubicBezTo>
                  <a:pt x="578051" y="0"/>
                  <a:pt x="589086" y="3247"/>
                  <a:pt x="596143" y="9740"/>
                </a:cubicBezTo>
                <a:cubicBezTo>
                  <a:pt x="603200" y="16234"/>
                  <a:pt x="606728" y="25411"/>
                  <a:pt x="606728" y="37272"/>
                </a:cubicBezTo>
                <a:lnTo>
                  <a:pt x="606728" y="101908"/>
                </a:lnTo>
                <a:cubicBezTo>
                  <a:pt x="606728" y="104310"/>
                  <a:pt x="607404" y="106281"/>
                  <a:pt x="608755" y="107820"/>
                </a:cubicBezTo>
                <a:cubicBezTo>
                  <a:pt x="610106" y="109359"/>
                  <a:pt x="612283" y="110128"/>
                  <a:pt x="615286" y="110128"/>
                </a:cubicBezTo>
                <a:cubicBezTo>
                  <a:pt x="616112" y="110128"/>
                  <a:pt x="616900" y="110072"/>
                  <a:pt x="617651" y="109959"/>
                </a:cubicBezTo>
                <a:cubicBezTo>
                  <a:pt x="618401" y="109847"/>
                  <a:pt x="619115" y="109603"/>
                  <a:pt x="619790" y="109227"/>
                </a:cubicBezTo>
                <a:lnTo>
                  <a:pt x="619790" y="121501"/>
                </a:lnTo>
                <a:cubicBezTo>
                  <a:pt x="617989" y="121877"/>
                  <a:pt x="616393" y="122121"/>
                  <a:pt x="615005" y="122233"/>
                </a:cubicBezTo>
                <a:cubicBezTo>
                  <a:pt x="613616" y="122346"/>
                  <a:pt x="612133" y="122402"/>
                  <a:pt x="610557" y="122402"/>
                </a:cubicBezTo>
                <a:cubicBezTo>
                  <a:pt x="604251" y="122402"/>
                  <a:pt x="599803" y="120882"/>
                  <a:pt x="597213" y="117842"/>
                </a:cubicBezTo>
                <a:cubicBezTo>
                  <a:pt x="594623" y="114801"/>
                  <a:pt x="593328" y="109828"/>
                  <a:pt x="593328" y="102922"/>
                </a:cubicBezTo>
                <a:lnTo>
                  <a:pt x="593328" y="101683"/>
                </a:lnTo>
                <a:lnTo>
                  <a:pt x="592878" y="101683"/>
                </a:lnTo>
                <a:cubicBezTo>
                  <a:pt x="586947" y="110691"/>
                  <a:pt x="580735" y="116978"/>
                  <a:pt x="574241" y="120544"/>
                </a:cubicBezTo>
                <a:cubicBezTo>
                  <a:pt x="567748" y="124110"/>
                  <a:pt x="559546" y="125893"/>
                  <a:pt x="549637" y="125893"/>
                </a:cubicBezTo>
                <a:cubicBezTo>
                  <a:pt x="537551" y="125893"/>
                  <a:pt x="527867" y="122871"/>
                  <a:pt x="520585" y="116828"/>
                </a:cubicBezTo>
                <a:cubicBezTo>
                  <a:pt x="513303" y="110785"/>
                  <a:pt x="509662" y="102171"/>
                  <a:pt x="509662" y="90985"/>
                </a:cubicBezTo>
                <a:cubicBezTo>
                  <a:pt x="509662" y="79500"/>
                  <a:pt x="513659" y="70848"/>
                  <a:pt x="521654" y="65030"/>
                </a:cubicBezTo>
                <a:cubicBezTo>
                  <a:pt x="529649" y="59212"/>
                  <a:pt x="547497" y="55064"/>
                  <a:pt x="575198" y="52587"/>
                </a:cubicBezTo>
                <a:cubicBezTo>
                  <a:pt x="581504" y="52061"/>
                  <a:pt x="585915" y="50616"/>
                  <a:pt x="588430" y="48251"/>
                </a:cubicBezTo>
                <a:cubicBezTo>
                  <a:pt x="590944" y="45887"/>
                  <a:pt x="592202" y="42002"/>
                  <a:pt x="592202" y="36597"/>
                </a:cubicBezTo>
                <a:cubicBezTo>
                  <a:pt x="592202" y="28564"/>
                  <a:pt x="589762" y="22484"/>
                  <a:pt x="584883" y="18355"/>
                </a:cubicBezTo>
                <a:cubicBezTo>
                  <a:pt x="580003" y="14226"/>
                  <a:pt x="572083" y="12161"/>
                  <a:pt x="561123" y="12161"/>
                </a:cubicBezTo>
                <a:cubicBezTo>
                  <a:pt x="551138" y="12161"/>
                  <a:pt x="543406" y="14526"/>
                  <a:pt x="537926" y="19256"/>
                </a:cubicBezTo>
                <a:cubicBezTo>
                  <a:pt x="532446" y="23985"/>
                  <a:pt x="529556" y="30854"/>
                  <a:pt x="529255" y="39862"/>
                </a:cubicBezTo>
                <a:lnTo>
                  <a:pt x="514729" y="39862"/>
                </a:lnTo>
                <a:cubicBezTo>
                  <a:pt x="515405" y="26800"/>
                  <a:pt x="519890" y="16891"/>
                  <a:pt x="528186" y="10135"/>
                </a:cubicBezTo>
                <a:cubicBezTo>
                  <a:pt x="536481" y="3378"/>
                  <a:pt x="548098" y="0"/>
                  <a:pt x="563037" y="0"/>
                </a:cubicBezTo>
                <a:moveTo>
                  <a:pt x="591751" y="57316"/>
                </a:moveTo>
                <a:cubicBezTo>
                  <a:pt x="590250" y="60019"/>
                  <a:pt x="585633" y="61896"/>
                  <a:pt x="577901" y="62947"/>
                </a:cubicBezTo>
                <a:cubicBezTo>
                  <a:pt x="570244" y="63998"/>
                  <a:pt x="561761" y="65330"/>
                  <a:pt x="552452" y="66944"/>
                </a:cubicBezTo>
                <a:cubicBezTo>
                  <a:pt x="543143" y="68558"/>
                  <a:pt x="536106" y="71204"/>
                  <a:pt x="531339" y="74883"/>
                </a:cubicBezTo>
                <a:cubicBezTo>
                  <a:pt x="526572" y="78561"/>
                  <a:pt x="524188" y="83628"/>
                  <a:pt x="524188" y="90084"/>
                </a:cubicBezTo>
                <a:cubicBezTo>
                  <a:pt x="524188" y="97141"/>
                  <a:pt x="526816" y="102828"/>
                  <a:pt x="532071" y="107144"/>
                </a:cubicBezTo>
                <a:cubicBezTo>
                  <a:pt x="537325" y="111461"/>
                  <a:pt x="543556" y="113619"/>
                  <a:pt x="550763" y="113619"/>
                </a:cubicBezTo>
                <a:cubicBezTo>
                  <a:pt x="562624" y="113619"/>
                  <a:pt x="572496" y="110091"/>
                  <a:pt x="580378" y="103034"/>
                </a:cubicBezTo>
                <a:cubicBezTo>
                  <a:pt x="588261" y="95978"/>
                  <a:pt x="592202" y="87269"/>
                  <a:pt x="592202" y="76910"/>
                </a:cubicBezTo>
                <a:lnTo>
                  <a:pt x="592202" y="57316"/>
                </a:lnTo>
                <a:lnTo>
                  <a:pt x="591751" y="57316"/>
                </a:lnTo>
                <a:close/>
                <a:moveTo>
                  <a:pt x="643878" y="3378"/>
                </a:moveTo>
                <a:lnTo>
                  <a:pt x="677772" y="48646"/>
                </a:lnTo>
                <a:lnTo>
                  <a:pt x="710991" y="3378"/>
                </a:lnTo>
                <a:lnTo>
                  <a:pt x="729120" y="3378"/>
                </a:lnTo>
                <a:lnTo>
                  <a:pt x="686218" y="60357"/>
                </a:lnTo>
                <a:lnTo>
                  <a:pt x="732611" y="122402"/>
                </a:lnTo>
                <a:lnTo>
                  <a:pt x="714144" y="122402"/>
                </a:lnTo>
                <a:lnTo>
                  <a:pt x="676759" y="72405"/>
                </a:lnTo>
                <a:lnTo>
                  <a:pt x="640162" y="122402"/>
                </a:lnTo>
                <a:lnTo>
                  <a:pt x="622145" y="122402"/>
                </a:lnTo>
                <a:lnTo>
                  <a:pt x="668313" y="60582"/>
                </a:lnTo>
                <a:lnTo>
                  <a:pt x="625636" y="3378"/>
                </a:lnTo>
                <a:lnTo>
                  <a:pt x="643878" y="3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i">
            <a:extLst xmlns:a="http://schemas.openxmlformats.org/drawingml/2006/main">
              <a:ext uri="{FF2B5EF4-FFF2-40B4-BE49-F238E27FC236}">
                <a16:creationId xmlns:a16="http://schemas.microsoft.com/office/drawing/2014/main" id="{41D173E5-1CF1-4924-851C-102429FC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883" y="2924124"/>
            <a:ext cx="9684" cy="109753"/>
          </a:xfrm>
          <a:custGeom xmlns:a="http://schemas.openxmlformats.org/drawingml/2006/main">
            <a:pathLst>
              <a:path w="9684" h="109753">
                <a:moveTo>
                  <a:pt x="9684" y="0"/>
                </a:moveTo>
                <a:lnTo>
                  <a:pt x="9684" y="15540"/>
                </a:lnTo>
                <a:lnTo>
                  <a:pt x="0" y="15540"/>
                </a:lnTo>
                <a:lnTo>
                  <a:pt x="0" y="0"/>
                </a:lnTo>
                <a:lnTo>
                  <a:pt x="9684" y="0"/>
                </a:lnTo>
                <a:moveTo>
                  <a:pt x="9684" y="30404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30404"/>
                </a:lnTo>
                <a:lnTo>
                  <a:pt x="9684" y="30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F">
            <a:extLst xmlns:a="http://schemas.openxmlformats.org/drawingml/2006/main">
              <a:ext uri="{FF2B5EF4-FFF2-40B4-BE49-F238E27FC236}">
                <a16:creationId xmlns:a16="http://schemas.microsoft.com/office/drawing/2014/main" id="{FFDAB4CB-F8D7-4F1C-80DA-79D46DF3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861" y="2782315"/>
            <a:ext cx="111367" cy="165080"/>
          </a:xfrm>
          <a:custGeom xmlns:a="http://schemas.openxmlformats.org/drawingml/2006/main">
            <a:pathLst>
              <a:path w="111367" h="165080">
                <a:moveTo>
                  <a:pt x="0" y="165080"/>
                </a:moveTo>
                <a:lnTo>
                  <a:pt x="0" y="0"/>
                </a:lnTo>
                <a:lnTo>
                  <a:pt x="111367" y="0"/>
                </a:lnTo>
                <a:lnTo>
                  <a:pt x="111367" y="19593"/>
                </a:lnTo>
                <a:lnTo>
                  <a:pt x="21845" y="19593"/>
                </a:lnTo>
                <a:lnTo>
                  <a:pt x="21845" y="70491"/>
                </a:lnTo>
                <a:lnTo>
                  <a:pt x="99318" y="70491"/>
                </a:lnTo>
                <a:lnTo>
                  <a:pt x="99318" y="90084"/>
                </a:lnTo>
                <a:lnTo>
                  <a:pt x="21845" y="90084"/>
                </a:lnTo>
                <a:lnTo>
                  <a:pt x="21845" y="165080"/>
                </a:lnTo>
                <a:lnTo>
                  <a:pt x="0" y="1650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̅(S*">
            <a:extLst xmlns:a="http://schemas.openxmlformats.org/drawingml/2006/main">
              <a:ext uri="{FF2B5EF4-FFF2-40B4-BE49-F238E27FC236}">
                <a16:creationId xmlns:a16="http://schemas.microsoft.com/office/drawing/2014/main" id="{164D39AE-EC22-4372-B060-8E5BFB2C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936" y="2756416"/>
            <a:ext cx="410474" cy="235008"/>
          </a:xfrm>
          <a:custGeom xmlns:a="http://schemas.openxmlformats.org/drawingml/2006/main">
            <a:pathLst>
              <a:path w="410474" h="235008">
                <a:moveTo>
                  <a:pt x="134338" y="14639"/>
                </a:moveTo>
                <a:lnTo>
                  <a:pt x="0" y="14639"/>
                </a:lnTo>
                <a:lnTo>
                  <a:pt x="0" y="0"/>
                </a:lnTo>
                <a:lnTo>
                  <a:pt x="134338" y="0"/>
                </a:lnTo>
                <a:lnTo>
                  <a:pt x="134338" y="14639"/>
                </a:lnTo>
                <a:close/>
                <a:moveTo>
                  <a:pt x="179097" y="22859"/>
                </a:moveTo>
                <a:lnTo>
                  <a:pt x="190695" y="22859"/>
                </a:lnTo>
                <a:cubicBezTo>
                  <a:pt x="180786" y="38549"/>
                  <a:pt x="173373" y="55852"/>
                  <a:pt x="168456" y="74770"/>
                </a:cubicBezTo>
                <a:cubicBezTo>
                  <a:pt x="163538" y="93688"/>
                  <a:pt x="161080" y="113657"/>
                  <a:pt x="161080" y="134676"/>
                </a:cubicBezTo>
                <a:cubicBezTo>
                  <a:pt x="161080" y="151042"/>
                  <a:pt x="163745" y="168233"/>
                  <a:pt x="169075" y="186250"/>
                </a:cubicBezTo>
                <a:cubicBezTo>
                  <a:pt x="174405" y="204267"/>
                  <a:pt x="181612" y="220519"/>
                  <a:pt x="190695" y="235008"/>
                </a:cubicBezTo>
                <a:lnTo>
                  <a:pt x="179097" y="235008"/>
                </a:lnTo>
                <a:cubicBezTo>
                  <a:pt x="167086" y="215039"/>
                  <a:pt x="158659" y="196816"/>
                  <a:pt x="153817" y="180338"/>
                </a:cubicBezTo>
                <a:cubicBezTo>
                  <a:pt x="148975" y="163860"/>
                  <a:pt x="146554" y="146950"/>
                  <a:pt x="146554" y="129609"/>
                </a:cubicBezTo>
                <a:cubicBezTo>
                  <a:pt x="146554" y="111142"/>
                  <a:pt x="149275" y="92937"/>
                  <a:pt x="154718" y="74995"/>
                </a:cubicBezTo>
                <a:cubicBezTo>
                  <a:pt x="160160" y="57053"/>
                  <a:pt x="168287" y="39675"/>
                  <a:pt x="179097" y="22859"/>
                </a:cubicBezTo>
                <a:close/>
                <a:moveTo>
                  <a:pt x="260575" y="22859"/>
                </a:moveTo>
                <a:cubicBezTo>
                  <a:pt x="278216" y="22859"/>
                  <a:pt x="292742" y="27419"/>
                  <a:pt x="304153" y="36541"/>
                </a:cubicBezTo>
                <a:cubicBezTo>
                  <a:pt x="315564" y="45662"/>
                  <a:pt x="321269" y="58180"/>
                  <a:pt x="321269" y="74094"/>
                </a:cubicBezTo>
                <a:lnTo>
                  <a:pt x="305730" y="74094"/>
                </a:lnTo>
                <a:cubicBezTo>
                  <a:pt x="305054" y="62083"/>
                  <a:pt x="300493" y="52774"/>
                  <a:pt x="292048" y="46168"/>
                </a:cubicBezTo>
                <a:cubicBezTo>
                  <a:pt x="283603" y="39562"/>
                  <a:pt x="273187" y="36259"/>
                  <a:pt x="260800" y="36259"/>
                </a:cubicBezTo>
                <a:cubicBezTo>
                  <a:pt x="247813" y="36259"/>
                  <a:pt x="237678" y="39055"/>
                  <a:pt x="230396" y="44648"/>
                </a:cubicBezTo>
                <a:cubicBezTo>
                  <a:pt x="223115" y="50241"/>
                  <a:pt x="219474" y="58330"/>
                  <a:pt x="219474" y="68915"/>
                </a:cubicBezTo>
                <a:cubicBezTo>
                  <a:pt x="219474" y="75145"/>
                  <a:pt x="221332" y="80344"/>
                  <a:pt x="225048" y="84511"/>
                </a:cubicBezTo>
                <a:cubicBezTo>
                  <a:pt x="228764" y="88677"/>
                  <a:pt x="235539" y="91961"/>
                  <a:pt x="245373" y="94364"/>
                </a:cubicBezTo>
                <a:lnTo>
                  <a:pt x="282871" y="103597"/>
                </a:lnTo>
                <a:cubicBezTo>
                  <a:pt x="298335" y="107426"/>
                  <a:pt x="309596" y="112868"/>
                  <a:pt x="316652" y="119925"/>
                </a:cubicBezTo>
                <a:cubicBezTo>
                  <a:pt x="323709" y="126982"/>
                  <a:pt x="327237" y="136103"/>
                  <a:pt x="327237" y="147288"/>
                </a:cubicBezTo>
                <a:cubicBezTo>
                  <a:pt x="327237" y="161101"/>
                  <a:pt x="321945" y="172418"/>
                  <a:pt x="311360" y="181239"/>
                </a:cubicBezTo>
                <a:cubicBezTo>
                  <a:pt x="300775" y="190059"/>
                  <a:pt x="285085" y="194470"/>
                  <a:pt x="264291" y="194470"/>
                </a:cubicBezTo>
                <a:cubicBezTo>
                  <a:pt x="243797" y="194470"/>
                  <a:pt x="227694" y="189853"/>
                  <a:pt x="215983" y="180619"/>
                </a:cubicBezTo>
                <a:cubicBezTo>
                  <a:pt x="204272" y="171386"/>
                  <a:pt x="198416" y="158023"/>
                  <a:pt x="198416" y="140532"/>
                </a:cubicBezTo>
                <a:lnTo>
                  <a:pt x="198416" y="136816"/>
                </a:lnTo>
                <a:lnTo>
                  <a:pt x="214181" y="136816"/>
                </a:lnTo>
                <a:lnTo>
                  <a:pt x="214181" y="137942"/>
                </a:lnTo>
                <a:cubicBezTo>
                  <a:pt x="214181" y="152506"/>
                  <a:pt x="218742" y="163334"/>
                  <a:pt x="227863" y="170429"/>
                </a:cubicBezTo>
                <a:cubicBezTo>
                  <a:pt x="236984" y="177523"/>
                  <a:pt x="250253" y="181070"/>
                  <a:pt x="267669" y="181070"/>
                </a:cubicBezTo>
                <a:cubicBezTo>
                  <a:pt x="279005" y="181070"/>
                  <a:pt x="289139" y="178086"/>
                  <a:pt x="298072" y="172118"/>
                </a:cubicBezTo>
                <a:cubicBezTo>
                  <a:pt x="307006" y="166150"/>
                  <a:pt x="311473" y="157986"/>
                  <a:pt x="311473" y="147626"/>
                </a:cubicBezTo>
                <a:cubicBezTo>
                  <a:pt x="311473" y="133438"/>
                  <a:pt x="300775" y="123678"/>
                  <a:pt x="279380" y="118348"/>
                </a:cubicBezTo>
                <a:cubicBezTo>
                  <a:pt x="257910" y="113094"/>
                  <a:pt x="245110" y="109941"/>
                  <a:pt x="240981" y="108890"/>
                </a:cubicBezTo>
                <a:cubicBezTo>
                  <a:pt x="227844" y="105662"/>
                  <a:pt x="218366" y="100857"/>
                  <a:pt x="212548" y="94476"/>
                </a:cubicBezTo>
                <a:cubicBezTo>
                  <a:pt x="206731" y="88095"/>
                  <a:pt x="203822" y="79725"/>
                  <a:pt x="203822" y="69365"/>
                </a:cubicBezTo>
                <a:cubicBezTo>
                  <a:pt x="203822" y="56603"/>
                  <a:pt x="208682" y="45662"/>
                  <a:pt x="218404" y="36541"/>
                </a:cubicBezTo>
                <a:cubicBezTo>
                  <a:pt x="228126" y="27419"/>
                  <a:pt x="242183" y="22859"/>
                  <a:pt x="260575" y="22859"/>
                </a:cubicBezTo>
                <a:close/>
                <a:moveTo>
                  <a:pt x="371400" y="26350"/>
                </a:moveTo>
                <a:lnTo>
                  <a:pt x="380409" y="26350"/>
                </a:lnTo>
                <a:lnTo>
                  <a:pt x="380409" y="54726"/>
                </a:lnTo>
                <a:lnTo>
                  <a:pt x="406984" y="45267"/>
                </a:lnTo>
                <a:lnTo>
                  <a:pt x="410474" y="53713"/>
                </a:lnTo>
                <a:lnTo>
                  <a:pt x="383224" y="62721"/>
                </a:lnTo>
                <a:lnTo>
                  <a:pt x="399777" y="85355"/>
                </a:lnTo>
                <a:lnTo>
                  <a:pt x="392457" y="90648"/>
                </a:lnTo>
                <a:lnTo>
                  <a:pt x="375567" y="67563"/>
                </a:lnTo>
                <a:lnTo>
                  <a:pt x="358788" y="90648"/>
                </a:lnTo>
                <a:lnTo>
                  <a:pt x="351356" y="85355"/>
                </a:lnTo>
                <a:lnTo>
                  <a:pt x="368247" y="62721"/>
                </a:lnTo>
                <a:lnTo>
                  <a:pt x="341672" y="53713"/>
                </a:lnTo>
                <a:lnTo>
                  <a:pt x="344938" y="45267"/>
                </a:lnTo>
                <a:lnTo>
                  <a:pt x="371400" y="54726"/>
                </a:lnTo>
                <a:lnTo>
                  <a:pt x="371400" y="26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2,i">
            <a:extLst xmlns:a="http://schemas.openxmlformats.org/drawingml/2006/main">
              <a:ext uri="{FF2B5EF4-FFF2-40B4-BE49-F238E27FC236}">
                <a16:creationId xmlns:a16="http://schemas.microsoft.com/office/drawing/2014/main" id="{219ADFA5-D047-4DD4-8DBE-BAF5BB3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342" y="2924124"/>
            <a:ext cx="141582" cy="130848"/>
          </a:xfrm>
          <a:custGeom xmlns:a="http://schemas.openxmlformats.org/drawingml/2006/main">
            <a:pathLst>
              <a:path w="141582" h="130848">
                <a:moveTo>
                  <a:pt x="37010" y="1201"/>
                </a:moveTo>
                <a:cubicBezTo>
                  <a:pt x="47119" y="1201"/>
                  <a:pt x="55214" y="3929"/>
                  <a:pt x="61295" y="9384"/>
                </a:cubicBezTo>
                <a:cubicBezTo>
                  <a:pt x="67376" y="14839"/>
                  <a:pt x="70416" y="22221"/>
                  <a:pt x="70416" y="31530"/>
                </a:cubicBezTo>
                <a:cubicBezTo>
                  <a:pt x="70416" y="38886"/>
                  <a:pt x="68126" y="45768"/>
                  <a:pt x="63547" y="52174"/>
                </a:cubicBezTo>
                <a:cubicBezTo>
                  <a:pt x="58968" y="58580"/>
                  <a:pt x="50648" y="65461"/>
                  <a:pt x="38586" y="72818"/>
                </a:cubicBezTo>
                <a:cubicBezTo>
                  <a:pt x="28827" y="78724"/>
                  <a:pt x="21971" y="83816"/>
                  <a:pt x="18017" y="88095"/>
                </a:cubicBezTo>
                <a:cubicBezTo>
                  <a:pt x="14063" y="92374"/>
                  <a:pt x="11736" y="96616"/>
                  <a:pt x="11035" y="100820"/>
                </a:cubicBezTo>
                <a:lnTo>
                  <a:pt x="70866" y="100820"/>
                </a:lnTo>
                <a:lnTo>
                  <a:pt x="70866" y="109753"/>
                </a:lnTo>
                <a:lnTo>
                  <a:pt x="0" y="109753"/>
                </a:lnTo>
                <a:cubicBezTo>
                  <a:pt x="100" y="101795"/>
                  <a:pt x="2402" y="94576"/>
                  <a:pt x="6906" y="88095"/>
                </a:cubicBezTo>
                <a:cubicBezTo>
                  <a:pt x="11411" y="81614"/>
                  <a:pt x="19393" y="74720"/>
                  <a:pt x="30854" y="67413"/>
                </a:cubicBezTo>
                <a:cubicBezTo>
                  <a:pt x="42315" y="60106"/>
                  <a:pt x="50160" y="53951"/>
                  <a:pt x="54389" y="48946"/>
                </a:cubicBezTo>
                <a:cubicBezTo>
                  <a:pt x="58617" y="43941"/>
                  <a:pt x="60732" y="38086"/>
                  <a:pt x="60732" y="31379"/>
                </a:cubicBezTo>
                <a:cubicBezTo>
                  <a:pt x="60732" y="24873"/>
                  <a:pt x="58480" y="19581"/>
                  <a:pt x="53976" y="15502"/>
                </a:cubicBezTo>
                <a:cubicBezTo>
                  <a:pt x="49471" y="11423"/>
                  <a:pt x="43666" y="9384"/>
                  <a:pt x="36559" y="9384"/>
                </a:cubicBezTo>
                <a:cubicBezTo>
                  <a:pt x="29152" y="9384"/>
                  <a:pt x="23309" y="11811"/>
                  <a:pt x="19030" y="16666"/>
                </a:cubicBezTo>
                <a:cubicBezTo>
                  <a:pt x="14751" y="21520"/>
                  <a:pt x="12487" y="28377"/>
                  <a:pt x="12236" y="37235"/>
                </a:cubicBezTo>
                <a:lnTo>
                  <a:pt x="12236" y="39337"/>
                </a:lnTo>
                <a:lnTo>
                  <a:pt x="2627" y="39337"/>
                </a:lnTo>
                <a:lnTo>
                  <a:pt x="2627" y="37835"/>
                </a:lnTo>
                <a:cubicBezTo>
                  <a:pt x="2627" y="26775"/>
                  <a:pt x="5618" y="17904"/>
                  <a:pt x="11598" y="11223"/>
                </a:cubicBezTo>
                <a:cubicBezTo>
                  <a:pt x="17579" y="4542"/>
                  <a:pt x="26049" y="1201"/>
                  <a:pt x="37010" y="1201"/>
                </a:cubicBezTo>
                <a:close/>
                <a:moveTo>
                  <a:pt x="107778" y="93463"/>
                </a:moveTo>
                <a:lnTo>
                  <a:pt x="107778" y="110354"/>
                </a:lnTo>
                <a:cubicBezTo>
                  <a:pt x="107778" y="114758"/>
                  <a:pt x="106614" y="118949"/>
                  <a:pt x="104287" y="122928"/>
                </a:cubicBezTo>
                <a:cubicBezTo>
                  <a:pt x="101960" y="126907"/>
                  <a:pt x="98594" y="129547"/>
                  <a:pt x="94190" y="130848"/>
                </a:cubicBezTo>
                <a:lnTo>
                  <a:pt x="94190" y="124242"/>
                </a:lnTo>
                <a:cubicBezTo>
                  <a:pt x="96342" y="123341"/>
                  <a:pt x="98081" y="121564"/>
                  <a:pt x="99407" y="118912"/>
                </a:cubicBezTo>
                <a:cubicBezTo>
                  <a:pt x="100734" y="116259"/>
                  <a:pt x="101372" y="113506"/>
                  <a:pt x="101322" y="110654"/>
                </a:cubicBezTo>
                <a:lnTo>
                  <a:pt x="101322" y="109753"/>
                </a:lnTo>
                <a:lnTo>
                  <a:pt x="94866" y="109753"/>
                </a:lnTo>
                <a:lnTo>
                  <a:pt x="94866" y="93463"/>
                </a:lnTo>
                <a:lnTo>
                  <a:pt x="107778" y="93463"/>
                </a:lnTo>
                <a:close/>
                <a:moveTo>
                  <a:pt x="141582" y="0"/>
                </a:moveTo>
                <a:lnTo>
                  <a:pt x="141582" y="15540"/>
                </a:lnTo>
                <a:lnTo>
                  <a:pt x="131898" y="15540"/>
                </a:lnTo>
                <a:lnTo>
                  <a:pt x="131898" y="0"/>
                </a:lnTo>
                <a:lnTo>
                  <a:pt x="141582" y="0"/>
                </a:lnTo>
                <a:moveTo>
                  <a:pt x="141582" y="30404"/>
                </a:moveTo>
                <a:lnTo>
                  <a:pt x="141582" y="109753"/>
                </a:lnTo>
                <a:lnTo>
                  <a:pt x="131898" y="109753"/>
                </a:lnTo>
                <a:lnTo>
                  <a:pt x="131898" y="30404"/>
                </a:lnTo>
                <a:lnTo>
                  <a:pt x="141582" y="30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)=S">
            <a:extLst xmlns:a="http://schemas.openxmlformats.org/drawingml/2006/main">
              <a:ext uri="{FF2B5EF4-FFF2-40B4-BE49-F238E27FC236}">
                <a16:creationId xmlns:a16="http://schemas.microsoft.com/office/drawing/2014/main" id="{7161A9EA-FBC0-441D-A577-4EE65033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193" y="2779275"/>
            <a:ext cx="458750" cy="212036"/>
          </a:xfrm>
          <a:custGeom xmlns:a="http://schemas.openxmlformats.org/drawingml/2006/main">
            <a:pathLst>
              <a:path w="458750" h="212036">
                <a:moveTo>
                  <a:pt x="0" y="0"/>
                </a:moveTo>
                <a:lnTo>
                  <a:pt x="11486" y="0"/>
                </a:lnTo>
                <a:cubicBezTo>
                  <a:pt x="22596" y="18317"/>
                  <a:pt x="30798" y="35771"/>
                  <a:pt x="36090" y="52362"/>
                </a:cubicBezTo>
                <a:cubicBezTo>
                  <a:pt x="41383" y="68952"/>
                  <a:pt x="44029" y="86631"/>
                  <a:pt x="44029" y="105399"/>
                </a:cubicBezTo>
                <a:cubicBezTo>
                  <a:pt x="44029" y="124392"/>
                  <a:pt x="41270" y="142840"/>
                  <a:pt x="35752" y="160745"/>
                </a:cubicBezTo>
                <a:cubicBezTo>
                  <a:pt x="30235" y="178649"/>
                  <a:pt x="22183" y="195746"/>
                  <a:pt x="11598" y="212036"/>
                </a:cubicBezTo>
                <a:lnTo>
                  <a:pt x="0" y="212036"/>
                </a:lnTo>
                <a:cubicBezTo>
                  <a:pt x="9909" y="196046"/>
                  <a:pt x="17304" y="178649"/>
                  <a:pt x="22183" y="159844"/>
                </a:cubicBezTo>
                <a:cubicBezTo>
                  <a:pt x="27063" y="141039"/>
                  <a:pt x="29503" y="121201"/>
                  <a:pt x="29503" y="100332"/>
                </a:cubicBezTo>
                <a:cubicBezTo>
                  <a:pt x="29503" y="84342"/>
                  <a:pt x="26894" y="67526"/>
                  <a:pt x="21677" y="49884"/>
                </a:cubicBezTo>
                <a:cubicBezTo>
                  <a:pt x="16459" y="32243"/>
                  <a:pt x="9234" y="15615"/>
                  <a:pt x="0" y="0"/>
                </a:cubicBezTo>
                <a:close/>
                <a:moveTo>
                  <a:pt x="246928" y="80963"/>
                </a:moveTo>
                <a:lnTo>
                  <a:pt x="246928" y="93125"/>
                </a:lnTo>
                <a:lnTo>
                  <a:pt x="130945" y="93125"/>
                </a:lnTo>
                <a:lnTo>
                  <a:pt x="130945" y="80963"/>
                </a:lnTo>
                <a:lnTo>
                  <a:pt x="246928" y="80963"/>
                </a:lnTo>
                <a:moveTo>
                  <a:pt x="246928" y="126343"/>
                </a:moveTo>
                <a:lnTo>
                  <a:pt x="246928" y="138617"/>
                </a:lnTo>
                <a:lnTo>
                  <a:pt x="130945" y="138617"/>
                </a:lnTo>
                <a:lnTo>
                  <a:pt x="130945" y="126343"/>
                </a:lnTo>
                <a:lnTo>
                  <a:pt x="246928" y="126343"/>
                </a:lnTo>
                <a:close/>
                <a:moveTo>
                  <a:pt x="392088" y="0"/>
                </a:moveTo>
                <a:cubicBezTo>
                  <a:pt x="409729" y="0"/>
                  <a:pt x="424256" y="4561"/>
                  <a:pt x="435666" y="13682"/>
                </a:cubicBezTo>
                <a:cubicBezTo>
                  <a:pt x="447077" y="22803"/>
                  <a:pt x="452782" y="35321"/>
                  <a:pt x="452782" y="51236"/>
                </a:cubicBezTo>
                <a:lnTo>
                  <a:pt x="437243" y="51236"/>
                </a:lnTo>
                <a:cubicBezTo>
                  <a:pt x="436567" y="39224"/>
                  <a:pt x="432007" y="29916"/>
                  <a:pt x="423561" y="23309"/>
                </a:cubicBezTo>
                <a:cubicBezTo>
                  <a:pt x="415116" y="16703"/>
                  <a:pt x="404700" y="13400"/>
                  <a:pt x="392313" y="13400"/>
                </a:cubicBezTo>
                <a:cubicBezTo>
                  <a:pt x="379326" y="13400"/>
                  <a:pt x="369191" y="16196"/>
                  <a:pt x="361910" y="21789"/>
                </a:cubicBezTo>
                <a:cubicBezTo>
                  <a:pt x="354628" y="27382"/>
                  <a:pt x="350987" y="35471"/>
                  <a:pt x="350987" y="46056"/>
                </a:cubicBezTo>
                <a:cubicBezTo>
                  <a:pt x="350987" y="52287"/>
                  <a:pt x="352845" y="57485"/>
                  <a:pt x="356561" y="61652"/>
                </a:cubicBezTo>
                <a:cubicBezTo>
                  <a:pt x="360277" y="65818"/>
                  <a:pt x="367052" y="69102"/>
                  <a:pt x="376886" y="71505"/>
                </a:cubicBezTo>
                <a:lnTo>
                  <a:pt x="414384" y="80738"/>
                </a:lnTo>
                <a:cubicBezTo>
                  <a:pt x="429848" y="84567"/>
                  <a:pt x="441109" y="90009"/>
                  <a:pt x="448165" y="97066"/>
                </a:cubicBezTo>
                <a:cubicBezTo>
                  <a:pt x="455222" y="104123"/>
                  <a:pt x="458750" y="113244"/>
                  <a:pt x="458750" y="124429"/>
                </a:cubicBezTo>
                <a:cubicBezTo>
                  <a:pt x="458750" y="138242"/>
                  <a:pt x="453458" y="149559"/>
                  <a:pt x="442873" y="158380"/>
                </a:cubicBezTo>
                <a:cubicBezTo>
                  <a:pt x="432288" y="167201"/>
                  <a:pt x="416598" y="171611"/>
                  <a:pt x="395804" y="171611"/>
                </a:cubicBezTo>
                <a:cubicBezTo>
                  <a:pt x="375310" y="171611"/>
                  <a:pt x="359207" y="166994"/>
                  <a:pt x="347496" y="157760"/>
                </a:cubicBezTo>
                <a:cubicBezTo>
                  <a:pt x="335785" y="148527"/>
                  <a:pt x="329930" y="135164"/>
                  <a:pt x="329930" y="117673"/>
                </a:cubicBezTo>
                <a:lnTo>
                  <a:pt x="329930" y="113957"/>
                </a:lnTo>
                <a:lnTo>
                  <a:pt x="345694" y="113957"/>
                </a:lnTo>
                <a:lnTo>
                  <a:pt x="345694" y="115083"/>
                </a:lnTo>
                <a:cubicBezTo>
                  <a:pt x="345694" y="129647"/>
                  <a:pt x="350255" y="140475"/>
                  <a:pt x="359376" y="147570"/>
                </a:cubicBezTo>
                <a:cubicBezTo>
                  <a:pt x="368497" y="154664"/>
                  <a:pt x="381766" y="158211"/>
                  <a:pt x="399182" y="158211"/>
                </a:cubicBezTo>
                <a:cubicBezTo>
                  <a:pt x="410518" y="158211"/>
                  <a:pt x="420652" y="155227"/>
                  <a:pt x="429586" y="149259"/>
                </a:cubicBezTo>
                <a:cubicBezTo>
                  <a:pt x="438519" y="143291"/>
                  <a:pt x="442986" y="135127"/>
                  <a:pt x="442986" y="124767"/>
                </a:cubicBezTo>
                <a:cubicBezTo>
                  <a:pt x="442986" y="110579"/>
                  <a:pt x="432288" y="100820"/>
                  <a:pt x="410893" y="95490"/>
                </a:cubicBezTo>
                <a:cubicBezTo>
                  <a:pt x="389423" y="90235"/>
                  <a:pt x="376623" y="87082"/>
                  <a:pt x="372494" y="86031"/>
                </a:cubicBezTo>
                <a:cubicBezTo>
                  <a:pt x="359357" y="82803"/>
                  <a:pt x="349880" y="77998"/>
                  <a:pt x="344062" y="71617"/>
                </a:cubicBezTo>
                <a:cubicBezTo>
                  <a:pt x="338244" y="65236"/>
                  <a:pt x="335335" y="56866"/>
                  <a:pt x="335335" y="46506"/>
                </a:cubicBezTo>
                <a:cubicBezTo>
                  <a:pt x="335335" y="33744"/>
                  <a:pt x="340195" y="22803"/>
                  <a:pt x="349917" y="13682"/>
                </a:cubicBezTo>
                <a:cubicBezTo>
                  <a:pt x="359639" y="4561"/>
                  <a:pt x="373696" y="0"/>
                  <a:pt x="3920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*">
            <a:extLst xmlns:a="http://schemas.openxmlformats.org/drawingml/2006/main">
              <a:ext uri="{FF2B5EF4-FFF2-40B4-BE49-F238E27FC236}">
                <a16:creationId xmlns:a16="http://schemas.microsoft.com/office/drawing/2014/main" id="{E3B738FB-09C2-44DB-AA18-6F4D51E7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59" y="2751161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2">
            <a:extLst xmlns:a="http://schemas.openxmlformats.org/drawingml/2006/main">
              <a:ext uri="{FF2B5EF4-FFF2-40B4-BE49-F238E27FC236}">
                <a16:creationId xmlns:a16="http://schemas.microsoft.com/office/drawing/2014/main" id="{FB74F687-B62E-4F70-BFAD-B1E7AF8C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398" y="2925325"/>
            <a:ext cx="70866" cy="108552"/>
          </a:xfrm>
          <a:custGeom xmlns:a="http://schemas.openxmlformats.org/drawingml/2006/main">
            <a:pathLst>
              <a:path w="70866" h="108552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1F00F-6DE1-419B-8078-43344FDC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4711"/>
            <a:ext cx="7651651" cy="523994"/>
          </a:xfrm>
          <a:custGeom xmlns:a="http://schemas.openxmlformats.org/drawingml/2006/main">
            <a:pathLst>
              <a:path w="7651651" h="523994">
                <a:moveTo>
                  <a:pt x="7651651" y="523994"/>
                </a:moveTo>
                <a:lnTo>
                  <a:pt x="0" y="523994"/>
                </a:lnTo>
                <a:lnTo>
                  <a:pt x="0" y="0"/>
                </a:lnTo>
                <a:lnTo>
                  <a:pt x="7651651" y="0"/>
                </a:lnTo>
                <a:lnTo>
                  <a:pt x="7651651" y="52399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1A4EE-0152-4D78-AC00-B0C46704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9" y="7328592"/>
            <a:ext cx="869160" cy="326964"/>
          </a:xfrm>
          <a:custGeom xmlns:a="http://schemas.openxmlformats.org/drawingml/2006/main">
            <a:pathLst>
              <a:path w="869160" h="326964">
                <a:moveTo>
                  <a:pt x="0" y="0"/>
                </a:moveTo>
                <a:lnTo>
                  <a:pt x="869160" y="0"/>
                </a:lnTo>
                <a:lnTo>
                  <a:pt x="869160" y="326964"/>
                </a:lnTo>
                <a:lnTo>
                  <a:pt x="0" y="326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Stage5:Searchbyextendingthesyntaxalongallaxes">
            <a:extLst xmlns:a="http://schemas.openxmlformats.org/drawingml/2006/main">
              <a:ext uri="{FF2B5EF4-FFF2-40B4-BE49-F238E27FC236}">
                <a16:creationId xmlns:a16="http://schemas.microsoft.com/office/drawing/2014/main" id="{B5FCBE85-E487-4C55-8F0F-082934C1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" y="7391933"/>
            <a:ext cx="6062574" cy="242595"/>
          </a:xfrm>
          <a:custGeom xmlns:a="http://schemas.openxmlformats.org/drawingml/2006/main">
            <a:pathLst>
              <a:path w="6062574" h="242595">
                <a:moveTo>
                  <a:pt x="69928" y="0"/>
                </a:moveTo>
                <a:cubicBezTo>
                  <a:pt x="89775" y="0"/>
                  <a:pt x="106117" y="5131"/>
                  <a:pt x="118954" y="15392"/>
                </a:cubicBezTo>
                <a:cubicBezTo>
                  <a:pt x="131791" y="25653"/>
                  <a:pt x="138209" y="39736"/>
                  <a:pt x="138209" y="57640"/>
                </a:cubicBezTo>
                <a:lnTo>
                  <a:pt x="120727" y="57640"/>
                </a:lnTo>
                <a:cubicBezTo>
                  <a:pt x="119967" y="44127"/>
                  <a:pt x="114837" y="33655"/>
                  <a:pt x="105336" y="26223"/>
                </a:cubicBezTo>
                <a:cubicBezTo>
                  <a:pt x="95834" y="18791"/>
                  <a:pt x="84116" y="15075"/>
                  <a:pt x="70181" y="15075"/>
                </a:cubicBezTo>
                <a:cubicBezTo>
                  <a:pt x="55571" y="15075"/>
                  <a:pt x="44170" y="18221"/>
                  <a:pt x="35977" y="24513"/>
                </a:cubicBezTo>
                <a:cubicBezTo>
                  <a:pt x="27785" y="30805"/>
                  <a:pt x="23689" y="39905"/>
                  <a:pt x="23689" y="51813"/>
                </a:cubicBezTo>
                <a:cubicBezTo>
                  <a:pt x="23689" y="58822"/>
                  <a:pt x="25780" y="64671"/>
                  <a:pt x="29960" y="69358"/>
                </a:cubicBezTo>
                <a:cubicBezTo>
                  <a:pt x="34141" y="74045"/>
                  <a:pt x="41763" y="77740"/>
                  <a:pt x="52826" y="80443"/>
                </a:cubicBezTo>
                <a:lnTo>
                  <a:pt x="95011" y="90830"/>
                </a:lnTo>
                <a:cubicBezTo>
                  <a:pt x="112409" y="95138"/>
                  <a:pt x="125077" y="101261"/>
                  <a:pt x="133015" y="109199"/>
                </a:cubicBezTo>
                <a:cubicBezTo>
                  <a:pt x="140954" y="117138"/>
                  <a:pt x="144923" y="127399"/>
                  <a:pt x="144923" y="139983"/>
                </a:cubicBezTo>
                <a:cubicBezTo>
                  <a:pt x="144923" y="155522"/>
                  <a:pt x="138969" y="168254"/>
                  <a:pt x="127061" y="178177"/>
                </a:cubicBezTo>
                <a:cubicBezTo>
                  <a:pt x="115153" y="188101"/>
                  <a:pt x="97502" y="193062"/>
                  <a:pt x="74109" y="193062"/>
                </a:cubicBezTo>
                <a:cubicBezTo>
                  <a:pt x="51053" y="193062"/>
                  <a:pt x="32937" y="187868"/>
                  <a:pt x="19762" y="177481"/>
                </a:cubicBezTo>
                <a:cubicBezTo>
                  <a:pt x="6587" y="167093"/>
                  <a:pt x="0" y="152060"/>
                  <a:pt x="0" y="132382"/>
                </a:cubicBezTo>
                <a:lnTo>
                  <a:pt x="0" y="128201"/>
                </a:lnTo>
                <a:lnTo>
                  <a:pt x="17735" y="128201"/>
                </a:lnTo>
                <a:lnTo>
                  <a:pt x="17735" y="129468"/>
                </a:lnTo>
                <a:cubicBezTo>
                  <a:pt x="17735" y="145852"/>
                  <a:pt x="22866" y="158035"/>
                  <a:pt x="33127" y="166016"/>
                </a:cubicBezTo>
                <a:cubicBezTo>
                  <a:pt x="43388" y="173997"/>
                  <a:pt x="58316" y="177987"/>
                  <a:pt x="77909" y="177987"/>
                </a:cubicBezTo>
                <a:cubicBezTo>
                  <a:pt x="90662" y="177987"/>
                  <a:pt x="102063" y="174630"/>
                  <a:pt x="112113" y="167916"/>
                </a:cubicBezTo>
                <a:cubicBezTo>
                  <a:pt x="122163" y="161202"/>
                  <a:pt x="127188" y="152018"/>
                  <a:pt x="127188" y="140363"/>
                </a:cubicBezTo>
                <a:cubicBezTo>
                  <a:pt x="127188" y="124401"/>
                  <a:pt x="115153" y="113422"/>
                  <a:pt x="91084" y="107426"/>
                </a:cubicBezTo>
                <a:cubicBezTo>
                  <a:pt x="66930" y="101514"/>
                  <a:pt x="52531" y="97967"/>
                  <a:pt x="47886" y="96785"/>
                </a:cubicBezTo>
                <a:cubicBezTo>
                  <a:pt x="33106" y="93153"/>
                  <a:pt x="22444" y="87748"/>
                  <a:pt x="15899" y="80569"/>
                </a:cubicBezTo>
                <a:cubicBezTo>
                  <a:pt x="9353" y="73391"/>
                  <a:pt x="6081" y="63974"/>
                  <a:pt x="6081" y="52319"/>
                </a:cubicBezTo>
                <a:cubicBezTo>
                  <a:pt x="6081" y="37962"/>
                  <a:pt x="11549" y="25653"/>
                  <a:pt x="22486" y="15392"/>
                </a:cubicBezTo>
                <a:cubicBezTo>
                  <a:pt x="33423" y="5131"/>
                  <a:pt x="49237" y="0"/>
                  <a:pt x="69928" y="0"/>
                </a:cubicBezTo>
                <a:close/>
                <a:moveTo>
                  <a:pt x="194969" y="15075"/>
                </a:moveTo>
                <a:lnTo>
                  <a:pt x="194969" y="55233"/>
                </a:lnTo>
                <a:lnTo>
                  <a:pt x="222205" y="55233"/>
                </a:lnTo>
                <a:lnTo>
                  <a:pt x="222205" y="69041"/>
                </a:lnTo>
                <a:lnTo>
                  <a:pt x="194969" y="69041"/>
                </a:lnTo>
                <a:lnTo>
                  <a:pt x="194969" y="160379"/>
                </a:lnTo>
                <a:cubicBezTo>
                  <a:pt x="194969" y="167219"/>
                  <a:pt x="196257" y="171695"/>
                  <a:pt x="198832" y="173807"/>
                </a:cubicBezTo>
                <a:cubicBezTo>
                  <a:pt x="201408" y="175918"/>
                  <a:pt x="204723" y="176974"/>
                  <a:pt x="208777" y="176974"/>
                </a:cubicBezTo>
                <a:cubicBezTo>
                  <a:pt x="210466" y="176974"/>
                  <a:pt x="212472" y="176910"/>
                  <a:pt x="214794" y="176784"/>
                </a:cubicBezTo>
                <a:cubicBezTo>
                  <a:pt x="217117" y="176657"/>
                  <a:pt x="219587" y="176467"/>
                  <a:pt x="222205" y="176214"/>
                </a:cubicBezTo>
                <a:lnTo>
                  <a:pt x="222205" y="190149"/>
                </a:lnTo>
                <a:cubicBezTo>
                  <a:pt x="219840" y="190318"/>
                  <a:pt x="217455" y="190444"/>
                  <a:pt x="215048" y="190529"/>
                </a:cubicBezTo>
                <a:cubicBezTo>
                  <a:pt x="212641" y="190613"/>
                  <a:pt x="210213" y="190655"/>
                  <a:pt x="207763" y="190655"/>
                </a:cubicBezTo>
                <a:cubicBezTo>
                  <a:pt x="196869" y="190655"/>
                  <a:pt x="189289" y="188586"/>
                  <a:pt x="185024" y="184448"/>
                </a:cubicBezTo>
                <a:cubicBezTo>
                  <a:pt x="180759" y="180310"/>
                  <a:pt x="178627" y="172878"/>
                  <a:pt x="178627" y="162152"/>
                </a:cubicBezTo>
                <a:lnTo>
                  <a:pt x="178627" y="69041"/>
                </a:lnTo>
                <a:lnTo>
                  <a:pt x="155191" y="69041"/>
                </a:lnTo>
                <a:lnTo>
                  <a:pt x="155191" y="55233"/>
                </a:lnTo>
                <a:lnTo>
                  <a:pt x="178627" y="55233"/>
                </a:lnTo>
                <a:lnTo>
                  <a:pt x="178627" y="15075"/>
                </a:lnTo>
                <a:lnTo>
                  <a:pt x="194969" y="15075"/>
                </a:lnTo>
                <a:close/>
                <a:moveTo>
                  <a:pt x="298361" y="51433"/>
                </a:moveTo>
                <a:cubicBezTo>
                  <a:pt x="315252" y="51433"/>
                  <a:pt x="327666" y="55085"/>
                  <a:pt x="335605" y="62391"/>
                </a:cubicBezTo>
                <a:cubicBezTo>
                  <a:pt x="343544" y="69696"/>
                  <a:pt x="347513" y="80020"/>
                  <a:pt x="347513" y="93364"/>
                </a:cubicBezTo>
                <a:lnTo>
                  <a:pt x="347513" y="166079"/>
                </a:lnTo>
                <a:cubicBezTo>
                  <a:pt x="347513" y="168782"/>
                  <a:pt x="348273" y="170999"/>
                  <a:pt x="349793" y="172730"/>
                </a:cubicBezTo>
                <a:cubicBezTo>
                  <a:pt x="351314" y="174461"/>
                  <a:pt x="353763" y="175327"/>
                  <a:pt x="357141" y="175327"/>
                </a:cubicBezTo>
                <a:cubicBezTo>
                  <a:pt x="358070" y="175327"/>
                  <a:pt x="358957" y="175264"/>
                  <a:pt x="359801" y="175137"/>
                </a:cubicBezTo>
                <a:cubicBezTo>
                  <a:pt x="360646" y="175010"/>
                  <a:pt x="361448" y="174736"/>
                  <a:pt x="362208" y="174313"/>
                </a:cubicBezTo>
                <a:lnTo>
                  <a:pt x="362208" y="188122"/>
                </a:lnTo>
                <a:cubicBezTo>
                  <a:pt x="360181" y="188544"/>
                  <a:pt x="358387" y="188818"/>
                  <a:pt x="356824" y="188945"/>
                </a:cubicBezTo>
                <a:cubicBezTo>
                  <a:pt x="355262" y="189072"/>
                  <a:pt x="353594" y="189135"/>
                  <a:pt x="351820" y="189135"/>
                </a:cubicBezTo>
                <a:cubicBezTo>
                  <a:pt x="344726" y="189135"/>
                  <a:pt x="339722" y="187425"/>
                  <a:pt x="336809" y="184005"/>
                </a:cubicBezTo>
                <a:cubicBezTo>
                  <a:pt x="333895" y="180584"/>
                  <a:pt x="332438" y="174989"/>
                  <a:pt x="332438" y="167219"/>
                </a:cubicBezTo>
                <a:lnTo>
                  <a:pt x="332438" y="165826"/>
                </a:lnTo>
                <a:lnTo>
                  <a:pt x="331931" y="165826"/>
                </a:lnTo>
                <a:cubicBezTo>
                  <a:pt x="325259" y="175960"/>
                  <a:pt x="318271" y="183033"/>
                  <a:pt x="310966" y="187045"/>
                </a:cubicBezTo>
                <a:cubicBezTo>
                  <a:pt x="303660" y="191057"/>
                  <a:pt x="294434" y="193062"/>
                  <a:pt x="283286" y="193062"/>
                </a:cubicBezTo>
                <a:cubicBezTo>
                  <a:pt x="269689" y="193062"/>
                  <a:pt x="258794" y="189663"/>
                  <a:pt x="250602" y="182864"/>
                </a:cubicBezTo>
                <a:cubicBezTo>
                  <a:pt x="242410" y="176066"/>
                  <a:pt x="238314" y="166375"/>
                  <a:pt x="238314" y="153791"/>
                </a:cubicBezTo>
                <a:cubicBezTo>
                  <a:pt x="238314" y="140870"/>
                  <a:pt x="242811" y="131136"/>
                  <a:pt x="251805" y="124591"/>
                </a:cubicBezTo>
                <a:cubicBezTo>
                  <a:pt x="260800" y="118046"/>
                  <a:pt x="280879" y="113380"/>
                  <a:pt x="312042" y="110593"/>
                </a:cubicBezTo>
                <a:cubicBezTo>
                  <a:pt x="319137" y="110002"/>
                  <a:pt x="324098" y="108376"/>
                  <a:pt x="326927" y="105716"/>
                </a:cubicBezTo>
                <a:cubicBezTo>
                  <a:pt x="329757" y="103055"/>
                  <a:pt x="331171" y="98685"/>
                  <a:pt x="331171" y="92604"/>
                </a:cubicBezTo>
                <a:cubicBezTo>
                  <a:pt x="331171" y="83567"/>
                  <a:pt x="328427" y="76727"/>
                  <a:pt x="322937" y="72082"/>
                </a:cubicBezTo>
                <a:cubicBezTo>
                  <a:pt x="317447" y="67437"/>
                  <a:pt x="308538" y="65114"/>
                  <a:pt x="296207" y="65114"/>
                </a:cubicBezTo>
                <a:cubicBezTo>
                  <a:pt x="284975" y="65114"/>
                  <a:pt x="276276" y="67774"/>
                  <a:pt x="270111" y="73095"/>
                </a:cubicBezTo>
                <a:cubicBezTo>
                  <a:pt x="263946" y="78416"/>
                  <a:pt x="260694" y="86143"/>
                  <a:pt x="260356" y="96278"/>
                </a:cubicBezTo>
                <a:lnTo>
                  <a:pt x="244015" y="96278"/>
                </a:lnTo>
                <a:cubicBezTo>
                  <a:pt x="244775" y="81583"/>
                  <a:pt x="249821" y="70435"/>
                  <a:pt x="259153" y="62834"/>
                </a:cubicBezTo>
                <a:cubicBezTo>
                  <a:pt x="268485" y="55233"/>
                  <a:pt x="281554" y="51433"/>
                  <a:pt x="298361" y="51433"/>
                </a:cubicBezTo>
                <a:moveTo>
                  <a:pt x="330665" y="115913"/>
                </a:moveTo>
                <a:cubicBezTo>
                  <a:pt x="328975" y="118954"/>
                  <a:pt x="323782" y="121065"/>
                  <a:pt x="315083" y="122247"/>
                </a:cubicBezTo>
                <a:cubicBezTo>
                  <a:pt x="306468" y="123430"/>
                  <a:pt x="296925" y="124929"/>
                  <a:pt x="286453" y="126745"/>
                </a:cubicBezTo>
                <a:cubicBezTo>
                  <a:pt x="275980" y="128560"/>
                  <a:pt x="268063" y="131537"/>
                  <a:pt x="262700" y="135676"/>
                </a:cubicBezTo>
                <a:cubicBezTo>
                  <a:pt x="257337" y="139814"/>
                  <a:pt x="254656" y="145515"/>
                  <a:pt x="254656" y="152778"/>
                </a:cubicBezTo>
                <a:cubicBezTo>
                  <a:pt x="254656" y="160716"/>
                  <a:pt x="257612" y="167114"/>
                  <a:pt x="263523" y="171970"/>
                </a:cubicBezTo>
                <a:cubicBezTo>
                  <a:pt x="269435" y="176826"/>
                  <a:pt x="276445" y="179254"/>
                  <a:pt x="284553" y="179254"/>
                </a:cubicBezTo>
                <a:cubicBezTo>
                  <a:pt x="297896" y="179254"/>
                  <a:pt x="309002" y="175285"/>
                  <a:pt x="317870" y="167346"/>
                </a:cubicBezTo>
                <a:cubicBezTo>
                  <a:pt x="326737" y="159407"/>
                  <a:pt x="331171" y="149611"/>
                  <a:pt x="331171" y="137956"/>
                </a:cubicBezTo>
                <a:lnTo>
                  <a:pt x="331171" y="115913"/>
                </a:lnTo>
                <a:lnTo>
                  <a:pt x="330665" y="115913"/>
                </a:lnTo>
                <a:close/>
                <a:moveTo>
                  <a:pt x="433772" y="51433"/>
                </a:moveTo>
                <a:cubicBezTo>
                  <a:pt x="443231" y="51433"/>
                  <a:pt x="451845" y="53966"/>
                  <a:pt x="459615" y="59033"/>
                </a:cubicBezTo>
                <a:cubicBezTo>
                  <a:pt x="467385" y="64101"/>
                  <a:pt x="473001" y="70561"/>
                  <a:pt x="476464" y="78416"/>
                </a:cubicBezTo>
                <a:lnTo>
                  <a:pt x="476970" y="78416"/>
                </a:lnTo>
                <a:lnTo>
                  <a:pt x="476970" y="55233"/>
                </a:lnTo>
                <a:lnTo>
                  <a:pt x="493312" y="55233"/>
                </a:lnTo>
                <a:lnTo>
                  <a:pt x="493312" y="179634"/>
                </a:lnTo>
                <a:cubicBezTo>
                  <a:pt x="493312" y="200241"/>
                  <a:pt x="488498" y="215886"/>
                  <a:pt x="478871" y="226570"/>
                </a:cubicBezTo>
                <a:cubicBezTo>
                  <a:pt x="469243" y="237253"/>
                  <a:pt x="454294" y="242595"/>
                  <a:pt x="434025" y="242595"/>
                </a:cubicBezTo>
                <a:cubicBezTo>
                  <a:pt x="418824" y="242595"/>
                  <a:pt x="406008" y="239069"/>
                  <a:pt x="395578" y="232017"/>
                </a:cubicBezTo>
                <a:cubicBezTo>
                  <a:pt x="385148" y="224965"/>
                  <a:pt x="379426" y="214978"/>
                  <a:pt x="378412" y="202057"/>
                </a:cubicBezTo>
                <a:lnTo>
                  <a:pt x="394754" y="202057"/>
                </a:lnTo>
                <a:cubicBezTo>
                  <a:pt x="396105" y="210502"/>
                  <a:pt x="400223" y="217068"/>
                  <a:pt x="407106" y="221756"/>
                </a:cubicBezTo>
                <a:cubicBezTo>
                  <a:pt x="413989" y="226443"/>
                  <a:pt x="422920" y="228786"/>
                  <a:pt x="433899" y="228786"/>
                </a:cubicBezTo>
                <a:cubicBezTo>
                  <a:pt x="448425" y="228786"/>
                  <a:pt x="459235" y="224648"/>
                  <a:pt x="466329" y="216372"/>
                </a:cubicBezTo>
                <a:cubicBezTo>
                  <a:pt x="473423" y="208095"/>
                  <a:pt x="476970" y="195807"/>
                  <a:pt x="476970" y="179507"/>
                </a:cubicBezTo>
                <a:lnTo>
                  <a:pt x="476970" y="160125"/>
                </a:lnTo>
                <a:lnTo>
                  <a:pt x="476464" y="160125"/>
                </a:lnTo>
                <a:cubicBezTo>
                  <a:pt x="472410" y="168824"/>
                  <a:pt x="466604" y="175580"/>
                  <a:pt x="459045" y="180394"/>
                </a:cubicBezTo>
                <a:cubicBezTo>
                  <a:pt x="451486" y="185208"/>
                  <a:pt x="443062" y="187615"/>
                  <a:pt x="433772" y="187615"/>
                </a:cubicBezTo>
                <a:cubicBezTo>
                  <a:pt x="414685" y="187615"/>
                  <a:pt x="399864" y="181598"/>
                  <a:pt x="389307" y="169563"/>
                </a:cubicBezTo>
                <a:cubicBezTo>
                  <a:pt x="378750" y="157528"/>
                  <a:pt x="373472" y="140658"/>
                  <a:pt x="373472" y="118954"/>
                </a:cubicBezTo>
                <a:cubicBezTo>
                  <a:pt x="373472" y="99360"/>
                  <a:pt x="378940" y="83208"/>
                  <a:pt x="389877" y="70498"/>
                </a:cubicBezTo>
                <a:cubicBezTo>
                  <a:pt x="400814" y="57788"/>
                  <a:pt x="415445" y="51433"/>
                  <a:pt x="433772" y="51433"/>
                </a:cubicBezTo>
                <a:moveTo>
                  <a:pt x="389814" y="120601"/>
                </a:moveTo>
                <a:cubicBezTo>
                  <a:pt x="389814" y="136394"/>
                  <a:pt x="393804" y="149209"/>
                  <a:pt x="401785" y="159048"/>
                </a:cubicBezTo>
                <a:cubicBezTo>
                  <a:pt x="409766" y="168887"/>
                  <a:pt x="420470" y="173807"/>
                  <a:pt x="433899" y="173807"/>
                </a:cubicBezTo>
                <a:cubicBezTo>
                  <a:pt x="446820" y="173807"/>
                  <a:pt x="457229" y="168697"/>
                  <a:pt x="465126" y="158478"/>
                </a:cubicBezTo>
                <a:cubicBezTo>
                  <a:pt x="473022" y="148259"/>
                  <a:pt x="476970" y="135633"/>
                  <a:pt x="476970" y="120601"/>
                </a:cubicBezTo>
                <a:cubicBezTo>
                  <a:pt x="476970" y="104723"/>
                  <a:pt x="473170" y="91506"/>
                  <a:pt x="465569" y="80949"/>
                </a:cubicBezTo>
                <a:cubicBezTo>
                  <a:pt x="457968" y="70393"/>
                  <a:pt x="447327" y="65114"/>
                  <a:pt x="433645" y="65114"/>
                </a:cubicBezTo>
                <a:cubicBezTo>
                  <a:pt x="420217" y="65114"/>
                  <a:pt x="409555" y="70245"/>
                  <a:pt x="401658" y="80506"/>
                </a:cubicBezTo>
                <a:cubicBezTo>
                  <a:pt x="393762" y="90767"/>
                  <a:pt x="389814" y="104132"/>
                  <a:pt x="389814" y="120601"/>
                </a:cubicBezTo>
                <a:close/>
                <a:moveTo>
                  <a:pt x="578149" y="51433"/>
                </a:moveTo>
                <a:cubicBezTo>
                  <a:pt x="596307" y="51433"/>
                  <a:pt x="610664" y="58020"/>
                  <a:pt x="621221" y="71195"/>
                </a:cubicBezTo>
                <a:cubicBezTo>
                  <a:pt x="631778" y="84370"/>
                  <a:pt x="637056" y="101936"/>
                  <a:pt x="637056" y="123894"/>
                </a:cubicBezTo>
                <a:lnTo>
                  <a:pt x="637056" y="126555"/>
                </a:lnTo>
                <a:lnTo>
                  <a:pt x="534064" y="126555"/>
                </a:lnTo>
                <a:cubicBezTo>
                  <a:pt x="534317" y="142094"/>
                  <a:pt x="538477" y="154762"/>
                  <a:pt x="546542" y="164559"/>
                </a:cubicBezTo>
                <a:cubicBezTo>
                  <a:pt x="554608" y="174356"/>
                  <a:pt x="565143" y="179254"/>
                  <a:pt x="578149" y="179254"/>
                </a:cubicBezTo>
                <a:cubicBezTo>
                  <a:pt x="589044" y="179254"/>
                  <a:pt x="597996" y="176446"/>
                  <a:pt x="605006" y="170830"/>
                </a:cubicBezTo>
                <a:cubicBezTo>
                  <a:pt x="612015" y="165214"/>
                  <a:pt x="617083" y="156620"/>
                  <a:pt x="620207" y="145050"/>
                </a:cubicBezTo>
                <a:lnTo>
                  <a:pt x="636549" y="145050"/>
                </a:lnTo>
                <a:cubicBezTo>
                  <a:pt x="632749" y="161181"/>
                  <a:pt x="626077" y="173216"/>
                  <a:pt x="616534" y="181154"/>
                </a:cubicBezTo>
                <a:cubicBezTo>
                  <a:pt x="606990" y="189093"/>
                  <a:pt x="594196" y="193062"/>
                  <a:pt x="578149" y="193062"/>
                </a:cubicBezTo>
                <a:cubicBezTo>
                  <a:pt x="559231" y="193062"/>
                  <a:pt x="544431" y="186728"/>
                  <a:pt x="533747" y="174060"/>
                </a:cubicBezTo>
                <a:cubicBezTo>
                  <a:pt x="523064" y="161392"/>
                  <a:pt x="517722" y="144121"/>
                  <a:pt x="517722" y="122247"/>
                </a:cubicBezTo>
                <a:cubicBezTo>
                  <a:pt x="517722" y="101472"/>
                  <a:pt x="523085" y="84475"/>
                  <a:pt x="533811" y="71258"/>
                </a:cubicBezTo>
                <a:cubicBezTo>
                  <a:pt x="544536" y="58041"/>
                  <a:pt x="559316" y="51433"/>
                  <a:pt x="578149" y="51433"/>
                </a:cubicBezTo>
                <a:moveTo>
                  <a:pt x="620714" y="112873"/>
                </a:moveTo>
                <a:cubicBezTo>
                  <a:pt x="620292" y="99614"/>
                  <a:pt x="616132" y="88339"/>
                  <a:pt x="608236" y="79049"/>
                </a:cubicBezTo>
                <a:cubicBezTo>
                  <a:pt x="600340" y="69759"/>
                  <a:pt x="590226" y="65114"/>
                  <a:pt x="577896" y="65114"/>
                </a:cubicBezTo>
                <a:cubicBezTo>
                  <a:pt x="566326" y="65114"/>
                  <a:pt x="556592" y="69421"/>
                  <a:pt x="548696" y="78036"/>
                </a:cubicBezTo>
                <a:cubicBezTo>
                  <a:pt x="540799" y="86650"/>
                  <a:pt x="535922" y="98262"/>
                  <a:pt x="534064" y="112873"/>
                </a:cubicBezTo>
                <a:lnTo>
                  <a:pt x="620714" y="112873"/>
                </a:lnTo>
                <a:close/>
                <a:moveTo>
                  <a:pt x="838632" y="9881"/>
                </a:moveTo>
                <a:lnTo>
                  <a:pt x="838632" y="24956"/>
                </a:lnTo>
                <a:lnTo>
                  <a:pt x="759203" y="24956"/>
                </a:lnTo>
                <a:lnTo>
                  <a:pt x="747548" y="85130"/>
                </a:lnTo>
                <a:lnTo>
                  <a:pt x="748055" y="85637"/>
                </a:lnTo>
                <a:cubicBezTo>
                  <a:pt x="752785" y="80231"/>
                  <a:pt x="758549" y="76072"/>
                  <a:pt x="765347" y="73158"/>
                </a:cubicBezTo>
                <a:cubicBezTo>
                  <a:pt x="772146" y="70245"/>
                  <a:pt x="779219" y="68788"/>
                  <a:pt x="786566" y="68788"/>
                </a:cubicBezTo>
                <a:cubicBezTo>
                  <a:pt x="805062" y="68788"/>
                  <a:pt x="819820" y="74594"/>
                  <a:pt x="830841" y="86207"/>
                </a:cubicBezTo>
                <a:cubicBezTo>
                  <a:pt x="841863" y="97819"/>
                  <a:pt x="847373" y="112915"/>
                  <a:pt x="847373" y="131495"/>
                </a:cubicBezTo>
                <a:cubicBezTo>
                  <a:pt x="847373" y="148893"/>
                  <a:pt x="841272" y="163503"/>
                  <a:pt x="829068" y="175327"/>
                </a:cubicBezTo>
                <a:cubicBezTo>
                  <a:pt x="816864" y="187151"/>
                  <a:pt x="801979" y="193062"/>
                  <a:pt x="784413" y="193062"/>
                </a:cubicBezTo>
                <a:cubicBezTo>
                  <a:pt x="767860" y="193062"/>
                  <a:pt x="753925" y="188164"/>
                  <a:pt x="742608" y="178367"/>
                </a:cubicBezTo>
                <a:cubicBezTo>
                  <a:pt x="731291" y="168571"/>
                  <a:pt x="725337" y="154847"/>
                  <a:pt x="724746" y="137196"/>
                </a:cubicBezTo>
                <a:lnTo>
                  <a:pt x="741088" y="137196"/>
                </a:lnTo>
                <a:cubicBezTo>
                  <a:pt x="741510" y="149780"/>
                  <a:pt x="745902" y="159935"/>
                  <a:pt x="754263" y="167663"/>
                </a:cubicBezTo>
                <a:cubicBezTo>
                  <a:pt x="762624" y="175390"/>
                  <a:pt x="773096" y="179254"/>
                  <a:pt x="785680" y="179254"/>
                </a:cubicBezTo>
                <a:cubicBezTo>
                  <a:pt x="798854" y="179254"/>
                  <a:pt x="809707" y="174482"/>
                  <a:pt x="818237" y="164939"/>
                </a:cubicBezTo>
                <a:cubicBezTo>
                  <a:pt x="826767" y="155396"/>
                  <a:pt x="831031" y="143657"/>
                  <a:pt x="831031" y="129722"/>
                </a:cubicBezTo>
                <a:cubicBezTo>
                  <a:pt x="831031" y="116040"/>
                  <a:pt x="826577" y="104744"/>
                  <a:pt x="817667" y="95834"/>
                </a:cubicBezTo>
                <a:cubicBezTo>
                  <a:pt x="808757" y="86924"/>
                  <a:pt x="797757" y="82470"/>
                  <a:pt x="784666" y="82470"/>
                </a:cubicBezTo>
                <a:cubicBezTo>
                  <a:pt x="776812" y="82470"/>
                  <a:pt x="769317" y="84264"/>
                  <a:pt x="762180" y="87853"/>
                </a:cubicBezTo>
                <a:cubicBezTo>
                  <a:pt x="755044" y="91443"/>
                  <a:pt x="749026" y="96827"/>
                  <a:pt x="744128" y="104005"/>
                </a:cubicBezTo>
                <a:lnTo>
                  <a:pt x="730193" y="104005"/>
                </a:lnTo>
                <a:lnTo>
                  <a:pt x="747802" y="9881"/>
                </a:lnTo>
                <a:lnTo>
                  <a:pt x="838632" y="9881"/>
                </a:lnTo>
                <a:close/>
                <a:moveTo>
                  <a:pt x="907165" y="59414"/>
                </a:moveTo>
                <a:lnTo>
                  <a:pt x="907165" y="86903"/>
                </a:lnTo>
                <a:lnTo>
                  <a:pt x="885376" y="86903"/>
                </a:lnTo>
                <a:lnTo>
                  <a:pt x="885376" y="59414"/>
                </a:lnTo>
                <a:lnTo>
                  <a:pt x="907165" y="59414"/>
                </a:lnTo>
                <a:moveTo>
                  <a:pt x="907165" y="161645"/>
                </a:moveTo>
                <a:lnTo>
                  <a:pt x="907165" y="189135"/>
                </a:lnTo>
                <a:lnTo>
                  <a:pt x="885376" y="189135"/>
                </a:lnTo>
                <a:lnTo>
                  <a:pt x="885376" y="161645"/>
                </a:lnTo>
                <a:lnTo>
                  <a:pt x="907165" y="161645"/>
                </a:lnTo>
                <a:close/>
                <a:moveTo>
                  <a:pt x="1082820" y="0"/>
                </a:moveTo>
                <a:cubicBezTo>
                  <a:pt x="1102667" y="0"/>
                  <a:pt x="1119009" y="5131"/>
                  <a:pt x="1131846" y="15392"/>
                </a:cubicBezTo>
                <a:cubicBezTo>
                  <a:pt x="1144683" y="25653"/>
                  <a:pt x="1151101" y="39736"/>
                  <a:pt x="1151101" y="57640"/>
                </a:cubicBezTo>
                <a:lnTo>
                  <a:pt x="1133619" y="57640"/>
                </a:lnTo>
                <a:cubicBezTo>
                  <a:pt x="1132859" y="44127"/>
                  <a:pt x="1127729" y="33655"/>
                  <a:pt x="1118228" y="26223"/>
                </a:cubicBezTo>
                <a:cubicBezTo>
                  <a:pt x="1108727" y="18791"/>
                  <a:pt x="1097009" y="15075"/>
                  <a:pt x="1083074" y="15075"/>
                </a:cubicBezTo>
                <a:cubicBezTo>
                  <a:pt x="1068463" y="15075"/>
                  <a:pt x="1057062" y="18221"/>
                  <a:pt x="1048870" y="24513"/>
                </a:cubicBezTo>
                <a:cubicBezTo>
                  <a:pt x="1040678" y="30805"/>
                  <a:pt x="1036582" y="39905"/>
                  <a:pt x="1036582" y="51813"/>
                </a:cubicBezTo>
                <a:cubicBezTo>
                  <a:pt x="1036582" y="58822"/>
                  <a:pt x="1038672" y="64671"/>
                  <a:pt x="1042852" y="69358"/>
                </a:cubicBezTo>
                <a:cubicBezTo>
                  <a:pt x="1047033" y="74045"/>
                  <a:pt x="1054655" y="77740"/>
                  <a:pt x="1065718" y="80443"/>
                </a:cubicBezTo>
                <a:lnTo>
                  <a:pt x="1107903" y="90830"/>
                </a:lnTo>
                <a:cubicBezTo>
                  <a:pt x="1125301" y="95138"/>
                  <a:pt x="1137969" y="101261"/>
                  <a:pt x="1145908" y="109199"/>
                </a:cubicBezTo>
                <a:cubicBezTo>
                  <a:pt x="1153846" y="117138"/>
                  <a:pt x="1157816" y="127399"/>
                  <a:pt x="1157816" y="139983"/>
                </a:cubicBezTo>
                <a:cubicBezTo>
                  <a:pt x="1157816" y="155522"/>
                  <a:pt x="1151862" y="168254"/>
                  <a:pt x="1139953" y="178177"/>
                </a:cubicBezTo>
                <a:cubicBezTo>
                  <a:pt x="1128045" y="188101"/>
                  <a:pt x="1110395" y="193062"/>
                  <a:pt x="1087001" y="193062"/>
                </a:cubicBezTo>
                <a:cubicBezTo>
                  <a:pt x="1063945" y="193062"/>
                  <a:pt x="1045829" y="187868"/>
                  <a:pt x="1032654" y="177481"/>
                </a:cubicBezTo>
                <a:cubicBezTo>
                  <a:pt x="1019480" y="167093"/>
                  <a:pt x="1012892" y="152060"/>
                  <a:pt x="1012892" y="132382"/>
                </a:cubicBezTo>
                <a:lnTo>
                  <a:pt x="1012892" y="128201"/>
                </a:lnTo>
                <a:lnTo>
                  <a:pt x="1030628" y="128201"/>
                </a:lnTo>
                <a:lnTo>
                  <a:pt x="1030628" y="129468"/>
                </a:lnTo>
                <a:cubicBezTo>
                  <a:pt x="1030628" y="145852"/>
                  <a:pt x="1035758" y="158035"/>
                  <a:pt x="1046019" y="166016"/>
                </a:cubicBezTo>
                <a:cubicBezTo>
                  <a:pt x="1056280" y="173997"/>
                  <a:pt x="1071208" y="177987"/>
                  <a:pt x="1090801" y="177987"/>
                </a:cubicBezTo>
                <a:cubicBezTo>
                  <a:pt x="1103554" y="177987"/>
                  <a:pt x="1114955" y="174630"/>
                  <a:pt x="1125005" y="167916"/>
                </a:cubicBezTo>
                <a:cubicBezTo>
                  <a:pt x="1135055" y="161202"/>
                  <a:pt x="1140080" y="152018"/>
                  <a:pt x="1140080" y="140363"/>
                </a:cubicBezTo>
                <a:cubicBezTo>
                  <a:pt x="1140080" y="124401"/>
                  <a:pt x="1128045" y="113422"/>
                  <a:pt x="1103976" y="107426"/>
                </a:cubicBezTo>
                <a:cubicBezTo>
                  <a:pt x="1079822" y="101514"/>
                  <a:pt x="1065423" y="97967"/>
                  <a:pt x="1060778" y="96785"/>
                </a:cubicBezTo>
                <a:cubicBezTo>
                  <a:pt x="1045998" y="93153"/>
                  <a:pt x="1035336" y="87748"/>
                  <a:pt x="1028791" y="80569"/>
                </a:cubicBezTo>
                <a:cubicBezTo>
                  <a:pt x="1022245" y="73391"/>
                  <a:pt x="1018973" y="63974"/>
                  <a:pt x="1018973" y="52319"/>
                </a:cubicBezTo>
                <a:cubicBezTo>
                  <a:pt x="1018973" y="37962"/>
                  <a:pt x="1024441" y="25653"/>
                  <a:pt x="1035378" y="15392"/>
                </a:cubicBezTo>
                <a:cubicBezTo>
                  <a:pt x="1046315" y="5131"/>
                  <a:pt x="1062129" y="0"/>
                  <a:pt x="1082820" y="0"/>
                </a:cubicBezTo>
                <a:close/>
                <a:moveTo>
                  <a:pt x="1236382" y="51433"/>
                </a:moveTo>
                <a:cubicBezTo>
                  <a:pt x="1254540" y="51433"/>
                  <a:pt x="1268897" y="58020"/>
                  <a:pt x="1279454" y="71195"/>
                </a:cubicBezTo>
                <a:cubicBezTo>
                  <a:pt x="1290011" y="84370"/>
                  <a:pt x="1295289" y="101936"/>
                  <a:pt x="1295289" y="123894"/>
                </a:cubicBezTo>
                <a:lnTo>
                  <a:pt x="1295289" y="126555"/>
                </a:lnTo>
                <a:lnTo>
                  <a:pt x="1192297" y="126555"/>
                </a:lnTo>
                <a:cubicBezTo>
                  <a:pt x="1192551" y="142094"/>
                  <a:pt x="1196710" y="154762"/>
                  <a:pt x="1204775" y="164559"/>
                </a:cubicBezTo>
                <a:cubicBezTo>
                  <a:pt x="1212841" y="174356"/>
                  <a:pt x="1223376" y="179254"/>
                  <a:pt x="1236382" y="179254"/>
                </a:cubicBezTo>
                <a:cubicBezTo>
                  <a:pt x="1247277" y="179254"/>
                  <a:pt x="1256229" y="176446"/>
                  <a:pt x="1263239" y="170830"/>
                </a:cubicBezTo>
                <a:cubicBezTo>
                  <a:pt x="1270248" y="165214"/>
                  <a:pt x="1275316" y="156620"/>
                  <a:pt x="1278440" y="145050"/>
                </a:cubicBezTo>
                <a:lnTo>
                  <a:pt x="1294782" y="145050"/>
                </a:lnTo>
                <a:cubicBezTo>
                  <a:pt x="1290982" y="161181"/>
                  <a:pt x="1284310" y="173216"/>
                  <a:pt x="1274767" y="181154"/>
                </a:cubicBezTo>
                <a:cubicBezTo>
                  <a:pt x="1265223" y="189093"/>
                  <a:pt x="1252429" y="193062"/>
                  <a:pt x="1236382" y="193062"/>
                </a:cubicBezTo>
                <a:cubicBezTo>
                  <a:pt x="1217465" y="193062"/>
                  <a:pt x="1202664" y="186728"/>
                  <a:pt x="1191980" y="174060"/>
                </a:cubicBezTo>
                <a:cubicBezTo>
                  <a:pt x="1181297" y="161392"/>
                  <a:pt x="1175955" y="144121"/>
                  <a:pt x="1175955" y="122247"/>
                </a:cubicBezTo>
                <a:cubicBezTo>
                  <a:pt x="1175955" y="101472"/>
                  <a:pt x="1181318" y="84475"/>
                  <a:pt x="1192044" y="71258"/>
                </a:cubicBezTo>
                <a:cubicBezTo>
                  <a:pt x="1202769" y="58041"/>
                  <a:pt x="1217549" y="51433"/>
                  <a:pt x="1236382" y="51433"/>
                </a:cubicBezTo>
                <a:moveTo>
                  <a:pt x="1278947" y="112873"/>
                </a:moveTo>
                <a:cubicBezTo>
                  <a:pt x="1278525" y="99614"/>
                  <a:pt x="1274366" y="88339"/>
                  <a:pt x="1266469" y="79049"/>
                </a:cubicBezTo>
                <a:cubicBezTo>
                  <a:pt x="1258573" y="69759"/>
                  <a:pt x="1248459" y="65114"/>
                  <a:pt x="1236129" y="65114"/>
                </a:cubicBezTo>
                <a:cubicBezTo>
                  <a:pt x="1224559" y="65114"/>
                  <a:pt x="1214825" y="69421"/>
                  <a:pt x="1206929" y="78036"/>
                </a:cubicBezTo>
                <a:cubicBezTo>
                  <a:pt x="1199032" y="86650"/>
                  <a:pt x="1194155" y="98262"/>
                  <a:pt x="1192297" y="112873"/>
                </a:cubicBezTo>
                <a:lnTo>
                  <a:pt x="1278947" y="112873"/>
                </a:lnTo>
                <a:close/>
                <a:moveTo>
                  <a:pt x="1370147" y="51433"/>
                </a:moveTo>
                <a:cubicBezTo>
                  <a:pt x="1387038" y="51433"/>
                  <a:pt x="1399452" y="55085"/>
                  <a:pt x="1407391" y="62391"/>
                </a:cubicBezTo>
                <a:cubicBezTo>
                  <a:pt x="1415330" y="69696"/>
                  <a:pt x="1419299" y="80020"/>
                  <a:pt x="1419299" y="93364"/>
                </a:cubicBezTo>
                <a:lnTo>
                  <a:pt x="1419299" y="166079"/>
                </a:lnTo>
                <a:cubicBezTo>
                  <a:pt x="1419299" y="168782"/>
                  <a:pt x="1420059" y="170999"/>
                  <a:pt x="1421579" y="172730"/>
                </a:cubicBezTo>
                <a:cubicBezTo>
                  <a:pt x="1423100" y="174461"/>
                  <a:pt x="1425549" y="175327"/>
                  <a:pt x="1428927" y="175327"/>
                </a:cubicBezTo>
                <a:cubicBezTo>
                  <a:pt x="1429856" y="175327"/>
                  <a:pt x="1430743" y="175264"/>
                  <a:pt x="1431587" y="175137"/>
                </a:cubicBezTo>
                <a:cubicBezTo>
                  <a:pt x="1432432" y="175010"/>
                  <a:pt x="1433234" y="174736"/>
                  <a:pt x="1433994" y="174313"/>
                </a:cubicBezTo>
                <a:lnTo>
                  <a:pt x="1433994" y="188122"/>
                </a:lnTo>
                <a:cubicBezTo>
                  <a:pt x="1431967" y="188544"/>
                  <a:pt x="1430173" y="188818"/>
                  <a:pt x="1428610" y="188945"/>
                </a:cubicBezTo>
                <a:cubicBezTo>
                  <a:pt x="1427048" y="189072"/>
                  <a:pt x="1425380" y="189135"/>
                  <a:pt x="1423606" y="189135"/>
                </a:cubicBezTo>
                <a:cubicBezTo>
                  <a:pt x="1416512" y="189135"/>
                  <a:pt x="1411508" y="187425"/>
                  <a:pt x="1408594" y="184005"/>
                </a:cubicBezTo>
                <a:cubicBezTo>
                  <a:pt x="1405681" y="180584"/>
                  <a:pt x="1404224" y="174989"/>
                  <a:pt x="1404224" y="167219"/>
                </a:cubicBezTo>
                <a:lnTo>
                  <a:pt x="1404224" y="165826"/>
                </a:lnTo>
                <a:lnTo>
                  <a:pt x="1403717" y="165826"/>
                </a:lnTo>
                <a:cubicBezTo>
                  <a:pt x="1397045" y="175960"/>
                  <a:pt x="1390057" y="183033"/>
                  <a:pt x="1382752" y="187045"/>
                </a:cubicBezTo>
                <a:cubicBezTo>
                  <a:pt x="1375446" y="191057"/>
                  <a:pt x="1366220" y="193062"/>
                  <a:pt x="1355072" y="193062"/>
                </a:cubicBezTo>
                <a:cubicBezTo>
                  <a:pt x="1341475" y="193062"/>
                  <a:pt x="1330580" y="189663"/>
                  <a:pt x="1322388" y="182864"/>
                </a:cubicBezTo>
                <a:cubicBezTo>
                  <a:pt x="1314196" y="176066"/>
                  <a:pt x="1310100" y="166375"/>
                  <a:pt x="1310100" y="153791"/>
                </a:cubicBezTo>
                <a:cubicBezTo>
                  <a:pt x="1310100" y="140870"/>
                  <a:pt x="1314597" y="131136"/>
                  <a:pt x="1323591" y="124591"/>
                </a:cubicBezTo>
                <a:cubicBezTo>
                  <a:pt x="1332586" y="118046"/>
                  <a:pt x="1352665" y="113380"/>
                  <a:pt x="1383828" y="110593"/>
                </a:cubicBezTo>
                <a:cubicBezTo>
                  <a:pt x="1390922" y="110002"/>
                  <a:pt x="1395884" y="108376"/>
                  <a:pt x="1398713" y="105716"/>
                </a:cubicBezTo>
                <a:cubicBezTo>
                  <a:pt x="1401543" y="103055"/>
                  <a:pt x="1402957" y="98685"/>
                  <a:pt x="1402957" y="92604"/>
                </a:cubicBezTo>
                <a:cubicBezTo>
                  <a:pt x="1402957" y="83567"/>
                  <a:pt x="1400212" y="76727"/>
                  <a:pt x="1394723" y="72082"/>
                </a:cubicBezTo>
                <a:cubicBezTo>
                  <a:pt x="1389233" y="67437"/>
                  <a:pt x="1380323" y="65114"/>
                  <a:pt x="1367993" y="65114"/>
                </a:cubicBezTo>
                <a:cubicBezTo>
                  <a:pt x="1356761" y="65114"/>
                  <a:pt x="1348062" y="67774"/>
                  <a:pt x="1341897" y="73095"/>
                </a:cubicBezTo>
                <a:cubicBezTo>
                  <a:pt x="1335732" y="78416"/>
                  <a:pt x="1332480" y="86143"/>
                  <a:pt x="1332142" y="96278"/>
                </a:cubicBezTo>
                <a:lnTo>
                  <a:pt x="1315800" y="96278"/>
                </a:lnTo>
                <a:cubicBezTo>
                  <a:pt x="1316561" y="81583"/>
                  <a:pt x="1321607" y="70435"/>
                  <a:pt x="1330939" y="62834"/>
                </a:cubicBezTo>
                <a:cubicBezTo>
                  <a:pt x="1340271" y="55233"/>
                  <a:pt x="1353340" y="51433"/>
                  <a:pt x="1370147" y="51433"/>
                </a:cubicBezTo>
                <a:moveTo>
                  <a:pt x="1402450" y="115913"/>
                </a:moveTo>
                <a:cubicBezTo>
                  <a:pt x="1400761" y="118954"/>
                  <a:pt x="1395567" y="121065"/>
                  <a:pt x="1386869" y="122247"/>
                </a:cubicBezTo>
                <a:cubicBezTo>
                  <a:pt x="1378254" y="123430"/>
                  <a:pt x="1368711" y="124929"/>
                  <a:pt x="1358239" y="126745"/>
                </a:cubicBezTo>
                <a:cubicBezTo>
                  <a:pt x="1347766" y="128560"/>
                  <a:pt x="1339849" y="131537"/>
                  <a:pt x="1334486" y="135676"/>
                </a:cubicBezTo>
                <a:cubicBezTo>
                  <a:pt x="1329123" y="139814"/>
                  <a:pt x="1326442" y="145515"/>
                  <a:pt x="1326442" y="152778"/>
                </a:cubicBezTo>
                <a:cubicBezTo>
                  <a:pt x="1326442" y="160716"/>
                  <a:pt x="1329398" y="167114"/>
                  <a:pt x="1335309" y="171970"/>
                </a:cubicBezTo>
                <a:cubicBezTo>
                  <a:pt x="1341221" y="176826"/>
                  <a:pt x="1348231" y="179254"/>
                  <a:pt x="1356338" y="179254"/>
                </a:cubicBezTo>
                <a:cubicBezTo>
                  <a:pt x="1369682" y="179254"/>
                  <a:pt x="1380788" y="175285"/>
                  <a:pt x="1389656" y="167346"/>
                </a:cubicBezTo>
                <a:cubicBezTo>
                  <a:pt x="1398523" y="159407"/>
                  <a:pt x="1402957" y="149611"/>
                  <a:pt x="1402957" y="137956"/>
                </a:cubicBezTo>
                <a:lnTo>
                  <a:pt x="1402957" y="115913"/>
                </a:lnTo>
                <a:lnTo>
                  <a:pt x="1402450" y="115913"/>
                </a:lnTo>
                <a:close/>
                <a:moveTo>
                  <a:pt x="1514045" y="53460"/>
                </a:moveTo>
                <a:lnTo>
                  <a:pt x="1518099" y="53460"/>
                </a:lnTo>
                <a:lnTo>
                  <a:pt x="1518099" y="69801"/>
                </a:lnTo>
                <a:lnTo>
                  <a:pt x="1516199" y="69801"/>
                </a:lnTo>
                <a:cubicBezTo>
                  <a:pt x="1501757" y="69801"/>
                  <a:pt x="1490166" y="74425"/>
                  <a:pt x="1481425" y="83673"/>
                </a:cubicBezTo>
                <a:cubicBezTo>
                  <a:pt x="1472684" y="92921"/>
                  <a:pt x="1468314" y="104428"/>
                  <a:pt x="1468314" y="118194"/>
                </a:cubicBezTo>
                <a:lnTo>
                  <a:pt x="1468314" y="189135"/>
                </a:lnTo>
                <a:lnTo>
                  <a:pt x="1451972" y="189135"/>
                </a:lnTo>
                <a:lnTo>
                  <a:pt x="1451972" y="55233"/>
                </a:lnTo>
                <a:lnTo>
                  <a:pt x="1467047" y="55233"/>
                </a:lnTo>
                <a:lnTo>
                  <a:pt x="1467047" y="86650"/>
                </a:lnTo>
                <a:lnTo>
                  <a:pt x="1467553" y="86650"/>
                </a:lnTo>
                <a:cubicBezTo>
                  <a:pt x="1471607" y="76178"/>
                  <a:pt x="1477751" y="68028"/>
                  <a:pt x="1485986" y="62201"/>
                </a:cubicBezTo>
                <a:cubicBezTo>
                  <a:pt x="1494220" y="56373"/>
                  <a:pt x="1503573" y="53460"/>
                  <a:pt x="1514045" y="53460"/>
                </a:cubicBezTo>
                <a:close/>
                <a:moveTo>
                  <a:pt x="1586823" y="51433"/>
                </a:moveTo>
                <a:cubicBezTo>
                  <a:pt x="1602532" y="51433"/>
                  <a:pt x="1615052" y="55486"/>
                  <a:pt x="1624384" y="63594"/>
                </a:cubicBezTo>
                <a:cubicBezTo>
                  <a:pt x="1633717" y="71702"/>
                  <a:pt x="1639269" y="82934"/>
                  <a:pt x="1641043" y="97291"/>
                </a:cubicBezTo>
                <a:lnTo>
                  <a:pt x="1624701" y="97291"/>
                </a:lnTo>
                <a:cubicBezTo>
                  <a:pt x="1622336" y="86650"/>
                  <a:pt x="1617987" y="78627"/>
                  <a:pt x="1611653" y="73222"/>
                </a:cubicBezTo>
                <a:cubicBezTo>
                  <a:pt x="1605319" y="67817"/>
                  <a:pt x="1597042" y="65114"/>
                  <a:pt x="1586823" y="65114"/>
                </a:cubicBezTo>
                <a:cubicBezTo>
                  <a:pt x="1572804" y="65114"/>
                  <a:pt x="1561487" y="70625"/>
                  <a:pt x="1552873" y="81646"/>
                </a:cubicBezTo>
                <a:cubicBezTo>
                  <a:pt x="1544258" y="92667"/>
                  <a:pt x="1539951" y="106201"/>
                  <a:pt x="1539951" y="122247"/>
                </a:cubicBezTo>
                <a:cubicBezTo>
                  <a:pt x="1539951" y="138125"/>
                  <a:pt x="1544258" y="151595"/>
                  <a:pt x="1552873" y="162659"/>
                </a:cubicBezTo>
                <a:cubicBezTo>
                  <a:pt x="1561487" y="173722"/>
                  <a:pt x="1572804" y="179254"/>
                  <a:pt x="1586823" y="179254"/>
                </a:cubicBezTo>
                <a:cubicBezTo>
                  <a:pt x="1596620" y="179254"/>
                  <a:pt x="1605234" y="175791"/>
                  <a:pt x="1612666" y="168866"/>
                </a:cubicBezTo>
                <a:cubicBezTo>
                  <a:pt x="1620098" y="161941"/>
                  <a:pt x="1624490" y="152693"/>
                  <a:pt x="1625841" y="141123"/>
                </a:cubicBezTo>
                <a:lnTo>
                  <a:pt x="1642183" y="141123"/>
                </a:lnTo>
                <a:cubicBezTo>
                  <a:pt x="1639649" y="157760"/>
                  <a:pt x="1633527" y="170576"/>
                  <a:pt x="1623814" y="179571"/>
                </a:cubicBezTo>
                <a:cubicBezTo>
                  <a:pt x="1614102" y="188565"/>
                  <a:pt x="1601772" y="193062"/>
                  <a:pt x="1586823" y="193062"/>
                </a:cubicBezTo>
                <a:cubicBezTo>
                  <a:pt x="1567906" y="193062"/>
                  <a:pt x="1552641" y="186412"/>
                  <a:pt x="1541028" y="173110"/>
                </a:cubicBezTo>
                <a:cubicBezTo>
                  <a:pt x="1529416" y="159808"/>
                  <a:pt x="1523609" y="142854"/>
                  <a:pt x="1523609" y="122247"/>
                </a:cubicBezTo>
                <a:cubicBezTo>
                  <a:pt x="1523609" y="101556"/>
                  <a:pt x="1529395" y="84581"/>
                  <a:pt x="1540965" y="71322"/>
                </a:cubicBezTo>
                <a:cubicBezTo>
                  <a:pt x="1552535" y="58062"/>
                  <a:pt x="1567821" y="51433"/>
                  <a:pt x="1586823" y="51433"/>
                </a:cubicBezTo>
                <a:close/>
                <a:moveTo>
                  <a:pt x="1681063" y="3927"/>
                </a:moveTo>
                <a:lnTo>
                  <a:pt x="1681063" y="78416"/>
                </a:lnTo>
                <a:lnTo>
                  <a:pt x="1681570" y="78416"/>
                </a:lnTo>
                <a:cubicBezTo>
                  <a:pt x="1684695" y="70393"/>
                  <a:pt x="1690184" y="63890"/>
                  <a:pt x="1698039" y="58907"/>
                </a:cubicBezTo>
                <a:cubicBezTo>
                  <a:pt x="1705893" y="53924"/>
                  <a:pt x="1714718" y="51433"/>
                  <a:pt x="1724515" y="51433"/>
                </a:cubicBezTo>
                <a:cubicBezTo>
                  <a:pt x="1741659" y="51433"/>
                  <a:pt x="1754095" y="55613"/>
                  <a:pt x="1761823" y="63974"/>
                </a:cubicBezTo>
                <a:cubicBezTo>
                  <a:pt x="1769550" y="72335"/>
                  <a:pt x="1773414" y="84919"/>
                  <a:pt x="1773414" y="101725"/>
                </a:cubicBezTo>
                <a:lnTo>
                  <a:pt x="1773414" y="189135"/>
                </a:lnTo>
                <a:lnTo>
                  <a:pt x="1757072" y="189135"/>
                </a:lnTo>
                <a:lnTo>
                  <a:pt x="1757072" y="104512"/>
                </a:lnTo>
                <a:cubicBezTo>
                  <a:pt x="1757072" y="91591"/>
                  <a:pt x="1754264" y="81794"/>
                  <a:pt x="1748648" y="75122"/>
                </a:cubicBezTo>
                <a:cubicBezTo>
                  <a:pt x="1743031" y="68450"/>
                  <a:pt x="1734523" y="65114"/>
                  <a:pt x="1723121" y="65114"/>
                </a:cubicBezTo>
                <a:cubicBezTo>
                  <a:pt x="1714169" y="65114"/>
                  <a:pt x="1706463" y="67289"/>
                  <a:pt x="1700002" y="71638"/>
                </a:cubicBezTo>
                <a:cubicBezTo>
                  <a:pt x="1693541" y="75988"/>
                  <a:pt x="1688770" y="81815"/>
                  <a:pt x="1685687" y="89120"/>
                </a:cubicBezTo>
                <a:cubicBezTo>
                  <a:pt x="1682605" y="96426"/>
                  <a:pt x="1681063" y="103668"/>
                  <a:pt x="1681063" y="110846"/>
                </a:cubicBezTo>
                <a:lnTo>
                  <a:pt x="1681063" y="189135"/>
                </a:lnTo>
                <a:lnTo>
                  <a:pt x="1664721" y="189135"/>
                </a:lnTo>
                <a:lnTo>
                  <a:pt x="1664721" y="3927"/>
                </a:lnTo>
                <a:lnTo>
                  <a:pt x="1681063" y="3927"/>
                </a:lnTo>
                <a:close/>
                <a:moveTo>
                  <a:pt x="1892503" y="3927"/>
                </a:moveTo>
                <a:lnTo>
                  <a:pt x="1892503" y="80696"/>
                </a:lnTo>
                <a:lnTo>
                  <a:pt x="1893010" y="80696"/>
                </a:lnTo>
                <a:cubicBezTo>
                  <a:pt x="1896135" y="71659"/>
                  <a:pt x="1902004" y="64523"/>
                  <a:pt x="1910619" y="59287"/>
                </a:cubicBezTo>
                <a:cubicBezTo>
                  <a:pt x="1919233" y="54051"/>
                  <a:pt x="1928903" y="51433"/>
                  <a:pt x="1939629" y="51433"/>
                </a:cubicBezTo>
                <a:cubicBezTo>
                  <a:pt x="1958293" y="51433"/>
                  <a:pt x="1972967" y="58020"/>
                  <a:pt x="1983650" y="71195"/>
                </a:cubicBezTo>
                <a:cubicBezTo>
                  <a:pt x="1994334" y="84370"/>
                  <a:pt x="1999676" y="101387"/>
                  <a:pt x="1999676" y="122247"/>
                </a:cubicBezTo>
                <a:cubicBezTo>
                  <a:pt x="1999676" y="143277"/>
                  <a:pt x="1994271" y="160336"/>
                  <a:pt x="1983460" y="173427"/>
                </a:cubicBezTo>
                <a:cubicBezTo>
                  <a:pt x="1972650" y="186517"/>
                  <a:pt x="1957998" y="193062"/>
                  <a:pt x="1939502" y="193062"/>
                </a:cubicBezTo>
                <a:cubicBezTo>
                  <a:pt x="1928861" y="193062"/>
                  <a:pt x="1919212" y="190529"/>
                  <a:pt x="1910555" y="185461"/>
                </a:cubicBezTo>
                <a:cubicBezTo>
                  <a:pt x="1901899" y="180394"/>
                  <a:pt x="1895628" y="173131"/>
                  <a:pt x="1891743" y="163672"/>
                </a:cubicBezTo>
                <a:lnTo>
                  <a:pt x="1891236" y="163672"/>
                </a:lnTo>
                <a:lnTo>
                  <a:pt x="1891236" y="189135"/>
                </a:lnTo>
                <a:lnTo>
                  <a:pt x="1876161" y="189135"/>
                </a:lnTo>
                <a:lnTo>
                  <a:pt x="1876161" y="3927"/>
                </a:lnTo>
                <a:lnTo>
                  <a:pt x="1892503" y="3927"/>
                </a:lnTo>
                <a:moveTo>
                  <a:pt x="1892503" y="122247"/>
                </a:moveTo>
                <a:cubicBezTo>
                  <a:pt x="1892503" y="139138"/>
                  <a:pt x="1896578" y="152862"/>
                  <a:pt x="1904728" y="163419"/>
                </a:cubicBezTo>
                <a:cubicBezTo>
                  <a:pt x="1912878" y="173976"/>
                  <a:pt x="1924469" y="179254"/>
                  <a:pt x="1939502" y="179254"/>
                </a:cubicBezTo>
                <a:cubicBezTo>
                  <a:pt x="1953184" y="179254"/>
                  <a:pt x="1963909" y="173828"/>
                  <a:pt x="1971679" y="162975"/>
                </a:cubicBezTo>
                <a:cubicBezTo>
                  <a:pt x="1979449" y="152123"/>
                  <a:pt x="1983334" y="138547"/>
                  <a:pt x="1983334" y="122247"/>
                </a:cubicBezTo>
                <a:cubicBezTo>
                  <a:pt x="1983334" y="105863"/>
                  <a:pt x="1979470" y="92245"/>
                  <a:pt x="1971742" y="81393"/>
                </a:cubicBezTo>
                <a:cubicBezTo>
                  <a:pt x="1964015" y="70540"/>
                  <a:pt x="1953184" y="65114"/>
                  <a:pt x="1939249" y="65114"/>
                </a:cubicBezTo>
                <a:cubicBezTo>
                  <a:pt x="1924469" y="65114"/>
                  <a:pt x="1912983" y="70371"/>
                  <a:pt x="1904791" y="80886"/>
                </a:cubicBezTo>
                <a:cubicBezTo>
                  <a:pt x="1896599" y="91401"/>
                  <a:pt x="1892503" y="105188"/>
                  <a:pt x="1892503" y="122247"/>
                </a:cubicBezTo>
                <a:close/>
                <a:moveTo>
                  <a:pt x="2027362" y="55233"/>
                </a:moveTo>
                <a:lnTo>
                  <a:pt x="2071447" y="169246"/>
                </a:lnTo>
                <a:lnTo>
                  <a:pt x="2112745" y="55233"/>
                </a:lnTo>
                <a:lnTo>
                  <a:pt x="2129087" y="55233"/>
                </a:lnTo>
                <a:lnTo>
                  <a:pt x="2071447" y="208264"/>
                </a:lnTo>
                <a:cubicBezTo>
                  <a:pt x="2067647" y="218652"/>
                  <a:pt x="2063445" y="226316"/>
                  <a:pt x="2058843" y="231257"/>
                </a:cubicBezTo>
                <a:cubicBezTo>
                  <a:pt x="2054240" y="236197"/>
                  <a:pt x="2046702" y="238668"/>
                  <a:pt x="2036230" y="238668"/>
                </a:cubicBezTo>
                <a:cubicBezTo>
                  <a:pt x="2035808" y="238668"/>
                  <a:pt x="2033886" y="238583"/>
                  <a:pt x="2030466" y="238414"/>
                </a:cubicBezTo>
                <a:cubicBezTo>
                  <a:pt x="2027046" y="238245"/>
                  <a:pt x="2024660" y="237907"/>
                  <a:pt x="2023308" y="237401"/>
                </a:cubicBezTo>
                <a:lnTo>
                  <a:pt x="2023308" y="223593"/>
                </a:lnTo>
                <a:lnTo>
                  <a:pt x="2023562" y="223593"/>
                </a:lnTo>
                <a:cubicBezTo>
                  <a:pt x="2024153" y="223846"/>
                  <a:pt x="2025673" y="224141"/>
                  <a:pt x="2028122" y="224479"/>
                </a:cubicBezTo>
                <a:cubicBezTo>
                  <a:pt x="2030572" y="224817"/>
                  <a:pt x="2032683" y="224986"/>
                  <a:pt x="2034456" y="224986"/>
                </a:cubicBezTo>
                <a:cubicBezTo>
                  <a:pt x="2041213" y="224986"/>
                  <a:pt x="2046343" y="222917"/>
                  <a:pt x="2049848" y="218779"/>
                </a:cubicBezTo>
                <a:cubicBezTo>
                  <a:pt x="2053353" y="214640"/>
                  <a:pt x="2057892" y="204590"/>
                  <a:pt x="2063466" y="188628"/>
                </a:cubicBezTo>
                <a:lnTo>
                  <a:pt x="2010007" y="55233"/>
                </a:lnTo>
                <a:lnTo>
                  <a:pt x="2027362" y="55233"/>
                </a:lnTo>
                <a:close/>
                <a:moveTo>
                  <a:pt x="2270523" y="51433"/>
                </a:moveTo>
                <a:cubicBezTo>
                  <a:pt x="2288681" y="51433"/>
                  <a:pt x="2303038" y="58020"/>
                  <a:pt x="2313595" y="71195"/>
                </a:cubicBezTo>
                <a:cubicBezTo>
                  <a:pt x="2324152" y="84370"/>
                  <a:pt x="2329430" y="101936"/>
                  <a:pt x="2329430" y="123894"/>
                </a:cubicBezTo>
                <a:lnTo>
                  <a:pt x="2329430" y="126555"/>
                </a:lnTo>
                <a:lnTo>
                  <a:pt x="2226438" y="126555"/>
                </a:lnTo>
                <a:cubicBezTo>
                  <a:pt x="2226692" y="142094"/>
                  <a:pt x="2230851" y="154762"/>
                  <a:pt x="2238916" y="164559"/>
                </a:cubicBezTo>
                <a:cubicBezTo>
                  <a:pt x="2246982" y="174356"/>
                  <a:pt x="2257517" y="179254"/>
                  <a:pt x="2270523" y="179254"/>
                </a:cubicBezTo>
                <a:cubicBezTo>
                  <a:pt x="2281418" y="179254"/>
                  <a:pt x="2290370" y="176446"/>
                  <a:pt x="2297380" y="170830"/>
                </a:cubicBezTo>
                <a:cubicBezTo>
                  <a:pt x="2304390" y="165214"/>
                  <a:pt x="2309457" y="156620"/>
                  <a:pt x="2312582" y="145050"/>
                </a:cubicBezTo>
                <a:lnTo>
                  <a:pt x="2328923" y="145050"/>
                </a:lnTo>
                <a:cubicBezTo>
                  <a:pt x="2325123" y="161181"/>
                  <a:pt x="2318451" y="173216"/>
                  <a:pt x="2308908" y="181154"/>
                </a:cubicBezTo>
                <a:cubicBezTo>
                  <a:pt x="2299365" y="189093"/>
                  <a:pt x="2286570" y="193062"/>
                  <a:pt x="2270523" y="193062"/>
                </a:cubicBezTo>
                <a:cubicBezTo>
                  <a:pt x="2251606" y="193062"/>
                  <a:pt x="2236805" y="186728"/>
                  <a:pt x="2226122" y="174060"/>
                </a:cubicBezTo>
                <a:cubicBezTo>
                  <a:pt x="2215438" y="161392"/>
                  <a:pt x="2210096" y="144121"/>
                  <a:pt x="2210096" y="122247"/>
                </a:cubicBezTo>
                <a:cubicBezTo>
                  <a:pt x="2210096" y="101472"/>
                  <a:pt x="2215459" y="84475"/>
                  <a:pt x="2226185" y="71258"/>
                </a:cubicBezTo>
                <a:cubicBezTo>
                  <a:pt x="2236911" y="58041"/>
                  <a:pt x="2251690" y="51433"/>
                  <a:pt x="2270523" y="51433"/>
                </a:cubicBezTo>
                <a:moveTo>
                  <a:pt x="2313088" y="112873"/>
                </a:moveTo>
                <a:cubicBezTo>
                  <a:pt x="2312666" y="99614"/>
                  <a:pt x="2308507" y="88339"/>
                  <a:pt x="2300610" y="79049"/>
                </a:cubicBezTo>
                <a:cubicBezTo>
                  <a:pt x="2292714" y="69759"/>
                  <a:pt x="2282600" y="65114"/>
                  <a:pt x="2270270" y="65114"/>
                </a:cubicBezTo>
                <a:cubicBezTo>
                  <a:pt x="2258700" y="65114"/>
                  <a:pt x="2248966" y="69421"/>
                  <a:pt x="2241070" y="78036"/>
                </a:cubicBezTo>
                <a:cubicBezTo>
                  <a:pt x="2233174" y="86650"/>
                  <a:pt x="2228296" y="98262"/>
                  <a:pt x="2226438" y="112873"/>
                </a:cubicBezTo>
                <a:lnTo>
                  <a:pt x="2313088" y="112873"/>
                </a:lnTo>
                <a:close/>
                <a:moveTo>
                  <a:pt x="2357469" y="55233"/>
                </a:moveTo>
                <a:lnTo>
                  <a:pt x="2395601" y="106159"/>
                </a:lnTo>
                <a:lnTo>
                  <a:pt x="2432972" y="55233"/>
                </a:lnTo>
                <a:lnTo>
                  <a:pt x="2453367" y="55233"/>
                </a:lnTo>
                <a:lnTo>
                  <a:pt x="2405102" y="119334"/>
                </a:lnTo>
                <a:lnTo>
                  <a:pt x="2457294" y="189135"/>
                </a:lnTo>
                <a:lnTo>
                  <a:pt x="2436519" y="189135"/>
                </a:lnTo>
                <a:lnTo>
                  <a:pt x="2394460" y="132889"/>
                </a:lnTo>
                <a:lnTo>
                  <a:pt x="2353289" y="189135"/>
                </a:lnTo>
                <a:lnTo>
                  <a:pt x="2333020" y="189135"/>
                </a:lnTo>
                <a:lnTo>
                  <a:pt x="2384959" y="119587"/>
                </a:lnTo>
                <a:lnTo>
                  <a:pt x="2336947" y="55233"/>
                </a:lnTo>
                <a:lnTo>
                  <a:pt x="2357469" y="55233"/>
                </a:lnTo>
                <a:close/>
                <a:moveTo>
                  <a:pt x="2498851" y="15075"/>
                </a:moveTo>
                <a:lnTo>
                  <a:pt x="2498851" y="55233"/>
                </a:lnTo>
                <a:lnTo>
                  <a:pt x="2526087" y="55233"/>
                </a:lnTo>
                <a:lnTo>
                  <a:pt x="2526087" y="69041"/>
                </a:lnTo>
                <a:lnTo>
                  <a:pt x="2498851" y="69041"/>
                </a:lnTo>
                <a:lnTo>
                  <a:pt x="2498851" y="160379"/>
                </a:lnTo>
                <a:cubicBezTo>
                  <a:pt x="2498851" y="167219"/>
                  <a:pt x="2500139" y="171695"/>
                  <a:pt x="2502715" y="173807"/>
                </a:cubicBezTo>
                <a:cubicBezTo>
                  <a:pt x="2505291" y="175918"/>
                  <a:pt x="2508605" y="176974"/>
                  <a:pt x="2512659" y="176974"/>
                </a:cubicBezTo>
                <a:cubicBezTo>
                  <a:pt x="2514348" y="176974"/>
                  <a:pt x="2516354" y="176910"/>
                  <a:pt x="2518677" y="176784"/>
                </a:cubicBezTo>
                <a:cubicBezTo>
                  <a:pt x="2520999" y="176657"/>
                  <a:pt x="2523469" y="176467"/>
                  <a:pt x="2526087" y="176214"/>
                </a:cubicBezTo>
                <a:lnTo>
                  <a:pt x="2526087" y="190149"/>
                </a:lnTo>
                <a:cubicBezTo>
                  <a:pt x="2523723" y="190318"/>
                  <a:pt x="2521337" y="190444"/>
                  <a:pt x="2518930" y="190529"/>
                </a:cubicBezTo>
                <a:cubicBezTo>
                  <a:pt x="2516523" y="190613"/>
                  <a:pt x="2514095" y="190655"/>
                  <a:pt x="2511646" y="190655"/>
                </a:cubicBezTo>
                <a:cubicBezTo>
                  <a:pt x="2500751" y="190655"/>
                  <a:pt x="2493171" y="188586"/>
                  <a:pt x="2488906" y="184448"/>
                </a:cubicBezTo>
                <a:cubicBezTo>
                  <a:pt x="2484642" y="180310"/>
                  <a:pt x="2482509" y="172878"/>
                  <a:pt x="2482509" y="162152"/>
                </a:cubicBezTo>
                <a:lnTo>
                  <a:pt x="2482509" y="69041"/>
                </a:lnTo>
                <a:lnTo>
                  <a:pt x="2459073" y="69041"/>
                </a:lnTo>
                <a:lnTo>
                  <a:pt x="2459073" y="55233"/>
                </a:lnTo>
                <a:lnTo>
                  <a:pt x="2482509" y="55233"/>
                </a:lnTo>
                <a:lnTo>
                  <a:pt x="2482509" y="15075"/>
                </a:lnTo>
                <a:lnTo>
                  <a:pt x="2498851" y="15075"/>
                </a:lnTo>
                <a:close/>
                <a:moveTo>
                  <a:pt x="2599498" y="51433"/>
                </a:moveTo>
                <a:cubicBezTo>
                  <a:pt x="2617655" y="51433"/>
                  <a:pt x="2632013" y="58020"/>
                  <a:pt x="2642569" y="71195"/>
                </a:cubicBezTo>
                <a:cubicBezTo>
                  <a:pt x="2653126" y="84370"/>
                  <a:pt x="2658404" y="101936"/>
                  <a:pt x="2658404" y="123894"/>
                </a:cubicBezTo>
                <a:lnTo>
                  <a:pt x="2658404" y="126555"/>
                </a:lnTo>
                <a:lnTo>
                  <a:pt x="2555413" y="126555"/>
                </a:lnTo>
                <a:cubicBezTo>
                  <a:pt x="2555666" y="142094"/>
                  <a:pt x="2559825" y="154762"/>
                  <a:pt x="2567891" y="164559"/>
                </a:cubicBezTo>
                <a:cubicBezTo>
                  <a:pt x="2575956" y="174356"/>
                  <a:pt x="2586492" y="179254"/>
                  <a:pt x="2599498" y="179254"/>
                </a:cubicBezTo>
                <a:cubicBezTo>
                  <a:pt x="2610392" y="179254"/>
                  <a:pt x="2619344" y="176446"/>
                  <a:pt x="2626354" y="170830"/>
                </a:cubicBezTo>
                <a:cubicBezTo>
                  <a:pt x="2633364" y="165214"/>
                  <a:pt x="2638431" y="156620"/>
                  <a:pt x="2641556" y="145050"/>
                </a:cubicBezTo>
                <a:lnTo>
                  <a:pt x="2657898" y="145050"/>
                </a:lnTo>
                <a:cubicBezTo>
                  <a:pt x="2654097" y="161181"/>
                  <a:pt x="2647425" y="173216"/>
                  <a:pt x="2637882" y="181154"/>
                </a:cubicBezTo>
                <a:cubicBezTo>
                  <a:pt x="2628339" y="189093"/>
                  <a:pt x="2615544" y="193062"/>
                  <a:pt x="2599498" y="193062"/>
                </a:cubicBezTo>
                <a:cubicBezTo>
                  <a:pt x="2580580" y="193062"/>
                  <a:pt x="2565779" y="186728"/>
                  <a:pt x="2555096" y="174060"/>
                </a:cubicBezTo>
                <a:cubicBezTo>
                  <a:pt x="2544412" y="161392"/>
                  <a:pt x="2539071" y="144121"/>
                  <a:pt x="2539071" y="122247"/>
                </a:cubicBezTo>
                <a:cubicBezTo>
                  <a:pt x="2539071" y="101472"/>
                  <a:pt x="2544434" y="84475"/>
                  <a:pt x="2555159" y="71258"/>
                </a:cubicBezTo>
                <a:cubicBezTo>
                  <a:pt x="2565885" y="58041"/>
                  <a:pt x="2580664" y="51433"/>
                  <a:pt x="2599498" y="51433"/>
                </a:cubicBezTo>
                <a:moveTo>
                  <a:pt x="2642063" y="112873"/>
                </a:moveTo>
                <a:cubicBezTo>
                  <a:pt x="2641640" y="99614"/>
                  <a:pt x="2637481" y="88339"/>
                  <a:pt x="2629584" y="79049"/>
                </a:cubicBezTo>
                <a:cubicBezTo>
                  <a:pt x="2621688" y="69759"/>
                  <a:pt x="2611575" y="65114"/>
                  <a:pt x="2599244" y="65114"/>
                </a:cubicBezTo>
                <a:cubicBezTo>
                  <a:pt x="2587674" y="65114"/>
                  <a:pt x="2577941" y="69421"/>
                  <a:pt x="2570044" y="78036"/>
                </a:cubicBezTo>
                <a:cubicBezTo>
                  <a:pt x="2562148" y="86650"/>
                  <a:pt x="2557271" y="98262"/>
                  <a:pt x="2555413" y="112873"/>
                </a:cubicBezTo>
                <a:lnTo>
                  <a:pt x="2642063" y="112873"/>
                </a:lnTo>
                <a:close/>
                <a:moveTo>
                  <a:pt x="2739976" y="51433"/>
                </a:moveTo>
                <a:cubicBezTo>
                  <a:pt x="2757120" y="51433"/>
                  <a:pt x="2769556" y="55613"/>
                  <a:pt x="2777284" y="63974"/>
                </a:cubicBezTo>
                <a:cubicBezTo>
                  <a:pt x="2785011" y="72335"/>
                  <a:pt x="2788875" y="84919"/>
                  <a:pt x="2788875" y="101725"/>
                </a:cubicBezTo>
                <a:lnTo>
                  <a:pt x="2788875" y="189135"/>
                </a:lnTo>
                <a:lnTo>
                  <a:pt x="2772533" y="189135"/>
                </a:lnTo>
                <a:lnTo>
                  <a:pt x="2772533" y="104512"/>
                </a:lnTo>
                <a:cubicBezTo>
                  <a:pt x="2772533" y="91591"/>
                  <a:pt x="2769725" y="81794"/>
                  <a:pt x="2764109" y="75122"/>
                </a:cubicBezTo>
                <a:cubicBezTo>
                  <a:pt x="2758493" y="68450"/>
                  <a:pt x="2749984" y="65114"/>
                  <a:pt x="2738583" y="65114"/>
                </a:cubicBezTo>
                <a:cubicBezTo>
                  <a:pt x="2729630" y="65114"/>
                  <a:pt x="2721924" y="67289"/>
                  <a:pt x="2715463" y="71638"/>
                </a:cubicBezTo>
                <a:cubicBezTo>
                  <a:pt x="2709003" y="75988"/>
                  <a:pt x="2704231" y="81815"/>
                  <a:pt x="2701148" y="89120"/>
                </a:cubicBezTo>
                <a:cubicBezTo>
                  <a:pt x="2698066" y="96426"/>
                  <a:pt x="2696524" y="103668"/>
                  <a:pt x="2696524" y="110846"/>
                </a:cubicBezTo>
                <a:lnTo>
                  <a:pt x="2696524" y="189135"/>
                </a:lnTo>
                <a:lnTo>
                  <a:pt x="2680183" y="189135"/>
                </a:lnTo>
                <a:lnTo>
                  <a:pt x="2680183" y="55233"/>
                </a:lnTo>
                <a:lnTo>
                  <a:pt x="2696524" y="55233"/>
                </a:lnTo>
                <a:lnTo>
                  <a:pt x="2696524" y="78416"/>
                </a:lnTo>
                <a:lnTo>
                  <a:pt x="2697031" y="78416"/>
                </a:lnTo>
                <a:cubicBezTo>
                  <a:pt x="2700156" y="70393"/>
                  <a:pt x="2705645" y="63890"/>
                  <a:pt x="2713500" y="58907"/>
                </a:cubicBezTo>
                <a:cubicBezTo>
                  <a:pt x="2721354" y="53924"/>
                  <a:pt x="2730179" y="51433"/>
                  <a:pt x="2739976" y="51433"/>
                </a:cubicBezTo>
                <a:close/>
                <a:moveTo>
                  <a:pt x="2937571" y="3927"/>
                </a:moveTo>
                <a:lnTo>
                  <a:pt x="2937571" y="189135"/>
                </a:lnTo>
                <a:lnTo>
                  <a:pt x="2922495" y="189135"/>
                </a:lnTo>
                <a:lnTo>
                  <a:pt x="2922495" y="163672"/>
                </a:lnTo>
                <a:lnTo>
                  <a:pt x="2921989" y="163672"/>
                </a:lnTo>
                <a:cubicBezTo>
                  <a:pt x="2918188" y="172624"/>
                  <a:pt x="2911685" y="179761"/>
                  <a:pt x="2902480" y="185081"/>
                </a:cubicBezTo>
                <a:cubicBezTo>
                  <a:pt x="2893274" y="190402"/>
                  <a:pt x="2883815" y="193062"/>
                  <a:pt x="2874103" y="193062"/>
                </a:cubicBezTo>
                <a:cubicBezTo>
                  <a:pt x="2855861" y="193062"/>
                  <a:pt x="2841293" y="186644"/>
                  <a:pt x="2830398" y="173807"/>
                </a:cubicBezTo>
                <a:cubicBezTo>
                  <a:pt x="2819504" y="160970"/>
                  <a:pt x="2814056" y="143783"/>
                  <a:pt x="2814056" y="122247"/>
                </a:cubicBezTo>
                <a:cubicBezTo>
                  <a:pt x="2814056" y="100881"/>
                  <a:pt x="2819461" y="83736"/>
                  <a:pt x="2830271" y="70815"/>
                </a:cubicBezTo>
                <a:cubicBezTo>
                  <a:pt x="2841082" y="57893"/>
                  <a:pt x="2855692" y="51433"/>
                  <a:pt x="2874103" y="51433"/>
                </a:cubicBezTo>
                <a:cubicBezTo>
                  <a:pt x="2884576" y="51433"/>
                  <a:pt x="2894077" y="53966"/>
                  <a:pt x="2902607" y="59033"/>
                </a:cubicBezTo>
                <a:cubicBezTo>
                  <a:pt x="2911136" y="64101"/>
                  <a:pt x="2917175" y="71322"/>
                  <a:pt x="2920722" y="80696"/>
                </a:cubicBezTo>
                <a:lnTo>
                  <a:pt x="2921229" y="80696"/>
                </a:lnTo>
                <a:lnTo>
                  <a:pt x="2921229" y="3927"/>
                </a:lnTo>
                <a:lnTo>
                  <a:pt x="2937571" y="3927"/>
                </a:lnTo>
                <a:moveTo>
                  <a:pt x="2830398" y="122247"/>
                </a:moveTo>
                <a:cubicBezTo>
                  <a:pt x="2830398" y="138800"/>
                  <a:pt x="2834304" y="152440"/>
                  <a:pt x="2842116" y="163166"/>
                </a:cubicBezTo>
                <a:cubicBezTo>
                  <a:pt x="2849928" y="173891"/>
                  <a:pt x="2860633" y="179254"/>
                  <a:pt x="2874230" y="179254"/>
                </a:cubicBezTo>
                <a:cubicBezTo>
                  <a:pt x="2889178" y="179254"/>
                  <a:pt x="2900749" y="173933"/>
                  <a:pt x="2908941" y="163292"/>
                </a:cubicBezTo>
                <a:cubicBezTo>
                  <a:pt x="2917133" y="152651"/>
                  <a:pt x="2921229" y="138969"/>
                  <a:pt x="2921229" y="122247"/>
                </a:cubicBezTo>
                <a:cubicBezTo>
                  <a:pt x="2921229" y="105441"/>
                  <a:pt x="2917154" y="91717"/>
                  <a:pt x="2909004" y="81076"/>
                </a:cubicBezTo>
                <a:cubicBezTo>
                  <a:pt x="2900854" y="70435"/>
                  <a:pt x="2889221" y="65114"/>
                  <a:pt x="2874103" y="65114"/>
                </a:cubicBezTo>
                <a:cubicBezTo>
                  <a:pt x="2860844" y="65114"/>
                  <a:pt x="2850245" y="70371"/>
                  <a:pt x="2842306" y="80886"/>
                </a:cubicBezTo>
                <a:cubicBezTo>
                  <a:pt x="2834368" y="91401"/>
                  <a:pt x="2830398" y="105188"/>
                  <a:pt x="2830398" y="122247"/>
                </a:cubicBezTo>
                <a:close/>
                <a:moveTo>
                  <a:pt x="2985273" y="3927"/>
                </a:moveTo>
                <a:lnTo>
                  <a:pt x="2985273" y="30150"/>
                </a:lnTo>
                <a:lnTo>
                  <a:pt x="2968931" y="30150"/>
                </a:lnTo>
                <a:lnTo>
                  <a:pt x="2968931" y="3927"/>
                </a:lnTo>
                <a:lnTo>
                  <a:pt x="2985273" y="3927"/>
                </a:lnTo>
                <a:moveTo>
                  <a:pt x="2985273" y="55233"/>
                </a:moveTo>
                <a:lnTo>
                  <a:pt x="2985273" y="189135"/>
                </a:lnTo>
                <a:lnTo>
                  <a:pt x="2968931" y="189135"/>
                </a:lnTo>
                <a:lnTo>
                  <a:pt x="2968931" y="55233"/>
                </a:lnTo>
                <a:lnTo>
                  <a:pt x="2985273" y="55233"/>
                </a:lnTo>
                <a:close/>
                <a:moveTo>
                  <a:pt x="3076215" y="51433"/>
                </a:moveTo>
                <a:cubicBezTo>
                  <a:pt x="3093359" y="51433"/>
                  <a:pt x="3105795" y="55613"/>
                  <a:pt x="3113522" y="63974"/>
                </a:cubicBezTo>
                <a:cubicBezTo>
                  <a:pt x="3121250" y="72335"/>
                  <a:pt x="3125114" y="84919"/>
                  <a:pt x="3125114" y="101725"/>
                </a:cubicBezTo>
                <a:lnTo>
                  <a:pt x="3125114" y="189135"/>
                </a:lnTo>
                <a:lnTo>
                  <a:pt x="3108772" y="189135"/>
                </a:lnTo>
                <a:lnTo>
                  <a:pt x="3108772" y="104512"/>
                </a:lnTo>
                <a:cubicBezTo>
                  <a:pt x="3108772" y="91591"/>
                  <a:pt x="3105964" y="81794"/>
                  <a:pt x="3100347" y="75122"/>
                </a:cubicBezTo>
                <a:cubicBezTo>
                  <a:pt x="3094731" y="68450"/>
                  <a:pt x="3086223" y="65114"/>
                  <a:pt x="3074821" y="65114"/>
                </a:cubicBezTo>
                <a:cubicBezTo>
                  <a:pt x="3065869" y="65114"/>
                  <a:pt x="3058163" y="67289"/>
                  <a:pt x="3051702" y="71638"/>
                </a:cubicBezTo>
                <a:cubicBezTo>
                  <a:pt x="3045241" y="75988"/>
                  <a:pt x="3040469" y="81815"/>
                  <a:pt x="3037387" y="89120"/>
                </a:cubicBezTo>
                <a:cubicBezTo>
                  <a:pt x="3034304" y="96426"/>
                  <a:pt x="3032763" y="103668"/>
                  <a:pt x="3032763" y="110846"/>
                </a:cubicBezTo>
                <a:lnTo>
                  <a:pt x="3032763" y="189135"/>
                </a:lnTo>
                <a:lnTo>
                  <a:pt x="3016421" y="189135"/>
                </a:lnTo>
                <a:lnTo>
                  <a:pt x="3016421" y="55233"/>
                </a:lnTo>
                <a:lnTo>
                  <a:pt x="3032763" y="55233"/>
                </a:lnTo>
                <a:lnTo>
                  <a:pt x="3032763" y="78416"/>
                </a:lnTo>
                <a:lnTo>
                  <a:pt x="3033270" y="78416"/>
                </a:lnTo>
                <a:cubicBezTo>
                  <a:pt x="3036395" y="70393"/>
                  <a:pt x="3041884" y="63890"/>
                  <a:pt x="3049738" y="58907"/>
                </a:cubicBezTo>
                <a:cubicBezTo>
                  <a:pt x="3057593" y="53924"/>
                  <a:pt x="3066418" y="51433"/>
                  <a:pt x="3076215" y="51433"/>
                </a:cubicBezTo>
                <a:close/>
                <a:moveTo>
                  <a:pt x="3209582" y="51433"/>
                </a:moveTo>
                <a:cubicBezTo>
                  <a:pt x="3219041" y="51433"/>
                  <a:pt x="3227655" y="53966"/>
                  <a:pt x="3235425" y="59033"/>
                </a:cubicBezTo>
                <a:cubicBezTo>
                  <a:pt x="3243195" y="64101"/>
                  <a:pt x="3248811" y="70561"/>
                  <a:pt x="3252273" y="78416"/>
                </a:cubicBezTo>
                <a:lnTo>
                  <a:pt x="3252780" y="78416"/>
                </a:lnTo>
                <a:lnTo>
                  <a:pt x="3252780" y="55233"/>
                </a:lnTo>
                <a:lnTo>
                  <a:pt x="3269122" y="55233"/>
                </a:lnTo>
                <a:lnTo>
                  <a:pt x="3269122" y="179634"/>
                </a:lnTo>
                <a:cubicBezTo>
                  <a:pt x="3269122" y="200241"/>
                  <a:pt x="3264308" y="215886"/>
                  <a:pt x="3254680" y="226570"/>
                </a:cubicBezTo>
                <a:cubicBezTo>
                  <a:pt x="3245053" y="237253"/>
                  <a:pt x="3230104" y="242595"/>
                  <a:pt x="3209835" y="242595"/>
                </a:cubicBezTo>
                <a:cubicBezTo>
                  <a:pt x="3194633" y="242595"/>
                  <a:pt x="3181817" y="239069"/>
                  <a:pt x="3171387" y="232017"/>
                </a:cubicBezTo>
                <a:cubicBezTo>
                  <a:pt x="3160957" y="224965"/>
                  <a:pt x="3155236" y="214978"/>
                  <a:pt x="3154222" y="202057"/>
                </a:cubicBezTo>
                <a:lnTo>
                  <a:pt x="3170564" y="202057"/>
                </a:lnTo>
                <a:cubicBezTo>
                  <a:pt x="3171915" y="210502"/>
                  <a:pt x="3176032" y="217068"/>
                  <a:pt x="3182915" y="221756"/>
                </a:cubicBezTo>
                <a:cubicBezTo>
                  <a:pt x="3189798" y="226443"/>
                  <a:pt x="3198729" y="228786"/>
                  <a:pt x="3209708" y="228786"/>
                </a:cubicBezTo>
                <a:cubicBezTo>
                  <a:pt x="3224235" y="228786"/>
                  <a:pt x="3235045" y="224648"/>
                  <a:pt x="3242139" y="216372"/>
                </a:cubicBezTo>
                <a:cubicBezTo>
                  <a:pt x="3249233" y="208095"/>
                  <a:pt x="3252780" y="195807"/>
                  <a:pt x="3252780" y="179507"/>
                </a:cubicBezTo>
                <a:lnTo>
                  <a:pt x="3252780" y="160125"/>
                </a:lnTo>
                <a:lnTo>
                  <a:pt x="3252273" y="160125"/>
                </a:lnTo>
                <a:cubicBezTo>
                  <a:pt x="3248220" y="168824"/>
                  <a:pt x="3242413" y="175580"/>
                  <a:pt x="3234855" y="180394"/>
                </a:cubicBezTo>
                <a:cubicBezTo>
                  <a:pt x="3227296" y="185208"/>
                  <a:pt x="3218872" y="187615"/>
                  <a:pt x="3209582" y="187615"/>
                </a:cubicBezTo>
                <a:cubicBezTo>
                  <a:pt x="3190495" y="187615"/>
                  <a:pt x="3175673" y="181598"/>
                  <a:pt x="3165117" y="169563"/>
                </a:cubicBezTo>
                <a:cubicBezTo>
                  <a:pt x="3154560" y="157528"/>
                  <a:pt x="3149282" y="140658"/>
                  <a:pt x="3149282" y="118954"/>
                </a:cubicBezTo>
                <a:cubicBezTo>
                  <a:pt x="3149282" y="99360"/>
                  <a:pt x="3154750" y="83208"/>
                  <a:pt x="3165687" y="70498"/>
                </a:cubicBezTo>
                <a:cubicBezTo>
                  <a:pt x="3176624" y="57788"/>
                  <a:pt x="3191255" y="51433"/>
                  <a:pt x="3209582" y="51433"/>
                </a:cubicBezTo>
                <a:moveTo>
                  <a:pt x="3165623" y="120601"/>
                </a:moveTo>
                <a:cubicBezTo>
                  <a:pt x="3165623" y="136394"/>
                  <a:pt x="3169614" y="149209"/>
                  <a:pt x="3177595" y="159048"/>
                </a:cubicBezTo>
                <a:cubicBezTo>
                  <a:pt x="3185576" y="168887"/>
                  <a:pt x="3196280" y="173807"/>
                  <a:pt x="3209708" y="173807"/>
                </a:cubicBezTo>
                <a:cubicBezTo>
                  <a:pt x="3222630" y="173807"/>
                  <a:pt x="3233039" y="168697"/>
                  <a:pt x="3240935" y="158478"/>
                </a:cubicBezTo>
                <a:cubicBezTo>
                  <a:pt x="3248832" y="148259"/>
                  <a:pt x="3252780" y="135633"/>
                  <a:pt x="3252780" y="120601"/>
                </a:cubicBezTo>
                <a:cubicBezTo>
                  <a:pt x="3252780" y="104723"/>
                  <a:pt x="3248980" y="91506"/>
                  <a:pt x="3241379" y="80949"/>
                </a:cubicBezTo>
                <a:cubicBezTo>
                  <a:pt x="3233778" y="70393"/>
                  <a:pt x="3223137" y="65114"/>
                  <a:pt x="3209455" y="65114"/>
                </a:cubicBezTo>
                <a:cubicBezTo>
                  <a:pt x="3196027" y="65114"/>
                  <a:pt x="3185365" y="70245"/>
                  <a:pt x="3177468" y="80506"/>
                </a:cubicBezTo>
                <a:cubicBezTo>
                  <a:pt x="3169572" y="90767"/>
                  <a:pt x="3165623" y="104132"/>
                  <a:pt x="3165623" y="120601"/>
                </a:cubicBezTo>
                <a:close/>
                <a:moveTo>
                  <a:pt x="3398081" y="15075"/>
                </a:moveTo>
                <a:lnTo>
                  <a:pt x="3398081" y="55233"/>
                </a:lnTo>
                <a:lnTo>
                  <a:pt x="3425318" y="55233"/>
                </a:lnTo>
                <a:lnTo>
                  <a:pt x="3425318" y="69041"/>
                </a:lnTo>
                <a:lnTo>
                  <a:pt x="3398081" y="69041"/>
                </a:lnTo>
                <a:lnTo>
                  <a:pt x="3398081" y="160379"/>
                </a:lnTo>
                <a:cubicBezTo>
                  <a:pt x="3398081" y="167219"/>
                  <a:pt x="3399369" y="171695"/>
                  <a:pt x="3401945" y="173807"/>
                </a:cubicBezTo>
                <a:cubicBezTo>
                  <a:pt x="3404521" y="175918"/>
                  <a:pt x="3407836" y="176974"/>
                  <a:pt x="3411890" y="176974"/>
                </a:cubicBezTo>
                <a:cubicBezTo>
                  <a:pt x="3413579" y="176974"/>
                  <a:pt x="3415585" y="176910"/>
                  <a:pt x="3417907" y="176784"/>
                </a:cubicBezTo>
                <a:cubicBezTo>
                  <a:pt x="3420230" y="176657"/>
                  <a:pt x="3422700" y="176467"/>
                  <a:pt x="3425318" y="176214"/>
                </a:cubicBezTo>
                <a:lnTo>
                  <a:pt x="3425318" y="190149"/>
                </a:lnTo>
                <a:cubicBezTo>
                  <a:pt x="3422953" y="190318"/>
                  <a:pt x="3420567" y="190444"/>
                  <a:pt x="3418160" y="190529"/>
                </a:cubicBezTo>
                <a:cubicBezTo>
                  <a:pt x="3415753" y="190613"/>
                  <a:pt x="3413325" y="190655"/>
                  <a:pt x="3410876" y="190655"/>
                </a:cubicBezTo>
                <a:cubicBezTo>
                  <a:pt x="3399982" y="190655"/>
                  <a:pt x="3392402" y="188586"/>
                  <a:pt x="3388137" y="184448"/>
                </a:cubicBezTo>
                <a:cubicBezTo>
                  <a:pt x="3383872" y="180310"/>
                  <a:pt x="3381740" y="172878"/>
                  <a:pt x="3381740" y="162152"/>
                </a:cubicBezTo>
                <a:lnTo>
                  <a:pt x="3381740" y="69041"/>
                </a:lnTo>
                <a:lnTo>
                  <a:pt x="3358304" y="69041"/>
                </a:lnTo>
                <a:lnTo>
                  <a:pt x="3358304" y="55233"/>
                </a:lnTo>
                <a:lnTo>
                  <a:pt x="3381740" y="55233"/>
                </a:lnTo>
                <a:lnTo>
                  <a:pt x="3381740" y="15075"/>
                </a:lnTo>
                <a:lnTo>
                  <a:pt x="3398081" y="15075"/>
                </a:lnTo>
                <a:close/>
                <a:moveTo>
                  <a:pt x="3464736" y="3927"/>
                </a:moveTo>
                <a:lnTo>
                  <a:pt x="3464736" y="78416"/>
                </a:lnTo>
                <a:lnTo>
                  <a:pt x="3465243" y="78416"/>
                </a:lnTo>
                <a:cubicBezTo>
                  <a:pt x="3468368" y="70393"/>
                  <a:pt x="3473857" y="63890"/>
                  <a:pt x="3481711" y="58907"/>
                </a:cubicBezTo>
                <a:cubicBezTo>
                  <a:pt x="3489566" y="53924"/>
                  <a:pt x="3498391" y="51433"/>
                  <a:pt x="3508188" y="51433"/>
                </a:cubicBezTo>
                <a:cubicBezTo>
                  <a:pt x="3525332" y="51433"/>
                  <a:pt x="3537768" y="55613"/>
                  <a:pt x="3545495" y="63974"/>
                </a:cubicBezTo>
                <a:cubicBezTo>
                  <a:pt x="3553223" y="72335"/>
                  <a:pt x="3557087" y="84919"/>
                  <a:pt x="3557087" y="101725"/>
                </a:cubicBezTo>
                <a:lnTo>
                  <a:pt x="3557087" y="189135"/>
                </a:lnTo>
                <a:lnTo>
                  <a:pt x="3540745" y="189135"/>
                </a:lnTo>
                <a:lnTo>
                  <a:pt x="3540745" y="104512"/>
                </a:lnTo>
                <a:cubicBezTo>
                  <a:pt x="3540745" y="91591"/>
                  <a:pt x="3537937" y="81794"/>
                  <a:pt x="3532321" y="75122"/>
                </a:cubicBezTo>
                <a:cubicBezTo>
                  <a:pt x="3526704" y="68450"/>
                  <a:pt x="3518196" y="65114"/>
                  <a:pt x="3506794" y="65114"/>
                </a:cubicBezTo>
                <a:cubicBezTo>
                  <a:pt x="3497842" y="65114"/>
                  <a:pt x="3490136" y="67289"/>
                  <a:pt x="3483675" y="71638"/>
                </a:cubicBezTo>
                <a:cubicBezTo>
                  <a:pt x="3477214" y="75988"/>
                  <a:pt x="3472443" y="81815"/>
                  <a:pt x="3469360" y="89120"/>
                </a:cubicBezTo>
                <a:cubicBezTo>
                  <a:pt x="3466277" y="96426"/>
                  <a:pt x="3464736" y="103668"/>
                  <a:pt x="3464736" y="110846"/>
                </a:cubicBezTo>
                <a:lnTo>
                  <a:pt x="3464736" y="189135"/>
                </a:lnTo>
                <a:lnTo>
                  <a:pt x="3448394" y="189135"/>
                </a:lnTo>
                <a:lnTo>
                  <a:pt x="3448394" y="3927"/>
                </a:lnTo>
                <a:lnTo>
                  <a:pt x="3464736" y="3927"/>
                </a:lnTo>
                <a:close/>
                <a:moveTo>
                  <a:pt x="3641681" y="51433"/>
                </a:moveTo>
                <a:cubicBezTo>
                  <a:pt x="3659839" y="51433"/>
                  <a:pt x="3674196" y="58020"/>
                  <a:pt x="3684753" y="71195"/>
                </a:cubicBezTo>
                <a:cubicBezTo>
                  <a:pt x="3695310" y="84370"/>
                  <a:pt x="3700588" y="101936"/>
                  <a:pt x="3700588" y="123894"/>
                </a:cubicBezTo>
                <a:lnTo>
                  <a:pt x="3700588" y="126555"/>
                </a:lnTo>
                <a:lnTo>
                  <a:pt x="3597596" y="126555"/>
                </a:lnTo>
                <a:cubicBezTo>
                  <a:pt x="3597850" y="142094"/>
                  <a:pt x="3602009" y="154762"/>
                  <a:pt x="3610074" y="164559"/>
                </a:cubicBezTo>
                <a:cubicBezTo>
                  <a:pt x="3618140" y="174356"/>
                  <a:pt x="3628675" y="179254"/>
                  <a:pt x="3641681" y="179254"/>
                </a:cubicBezTo>
                <a:cubicBezTo>
                  <a:pt x="3652576" y="179254"/>
                  <a:pt x="3661528" y="176446"/>
                  <a:pt x="3668538" y="170830"/>
                </a:cubicBezTo>
                <a:cubicBezTo>
                  <a:pt x="3675547" y="165214"/>
                  <a:pt x="3680615" y="156620"/>
                  <a:pt x="3683740" y="145050"/>
                </a:cubicBezTo>
                <a:lnTo>
                  <a:pt x="3700081" y="145050"/>
                </a:lnTo>
                <a:cubicBezTo>
                  <a:pt x="3696281" y="161181"/>
                  <a:pt x="3689609" y="173216"/>
                  <a:pt x="3680066" y="181154"/>
                </a:cubicBezTo>
                <a:cubicBezTo>
                  <a:pt x="3670522" y="189093"/>
                  <a:pt x="3657728" y="193062"/>
                  <a:pt x="3641681" y="193062"/>
                </a:cubicBezTo>
                <a:cubicBezTo>
                  <a:pt x="3622764" y="193062"/>
                  <a:pt x="3607963" y="186728"/>
                  <a:pt x="3597280" y="174060"/>
                </a:cubicBezTo>
                <a:cubicBezTo>
                  <a:pt x="3586596" y="161392"/>
                  <a:pt x="3581254" y="144121"/>
                  <a:pt x="3581254" y="122247"/>
                </a:cubicBezTo>
                <a:cubicBezTo>
                  <a:pt x="3581254" y="101472"/>
                  <a:pt x="3586617" y="84475"/>
                  <a:pt x="3597343" y="71258"/>
                </a:cubicBezTo>
                <a:cubicBezTo>
                  <a:pt x="3608069" y="58041"/>
                  <a:pt x="3622848" y="51433"/>
                  <a:pt x="3641681" y="51433"/>
                </a:cubicBezTo>
                <a:moveTo>
                  <a:pt x="3684246" y="112873"/>
                </a:moveTo>
                <a:cubicBezTo>
                  <a:pt x="3683824" y="99614"/>
                  <a:pt x="3679665" y="88339"/>
                  <a:pt x="3671768" y="79049"/>
                </a:cubicBezTo>
                <a:cubicBezTo>
                  <a:pt x="3663872" y="69759"/>
                  <a:pt x="3653758" y="65114"/>
                  <a:pt x="3641428" y="65114"/>
                </a:cubicBezTo>
                <a:cubicBezTo>
                  <a:pt x="3629858" y="65114"/>
                  <a:pt x="3620124" y="69421"/>
                  <a:pt x="3612228" y="78036"/>
                </a:cubicBezTo>
                <a:cubicBezTo>
                  <a:pt x="3604331" y="86650"/>
                  <a:pt x="3599454" y="98262"/>
                  <a:pt x="3597596" y="112873"/>
                </a:cubicBezTo>
                <a:lnTo>
                  <a:pt x="3684246" y="112873"/>
                </a:lnTo>
                <a:close/>
                <a:moveTo>
                  <a:pt x="3841991" y="51433"/>
                </a:moveTo>
                <a:cubicBezTo>
                  <a:pt x="3856517" y="51433"/>
                  <a:pt x="3868108" y="55149"/>
                  <a:pt x="3876765" y="62581"/>
                </a:cubicBezTo>
                <a:cubicBezTo>
                  <a:pt x="3885421" y="70013"/>
                  <a:pt x="3890172" y="80612"/>
                  <a:pt x="3891017" y="94378"/>
                </a:cubicBezTo>
                <a:lnTo>
                  <a:pt x="3874675" y="94378"/>
                </a:lnTo>
                <a:cubicBezTo>
                  <a:pt x="3874168" y="84919"/>
                  <a:pt x="3870726" y="77677"/>
                  <a:pt x="3864350" y="72652"/>
                </a:cubicBezTo>
                <a:cubicBezTo>
                  <a:pt x="3857974" y="67627"/>
                  <a:pt x="3849718" y="65114"/>
                  <a:pt x="3839584" y="65114"/>
                </a:cubicBezTo>
                <a:cubicBezTo>
                  <a:pt x="3830125" y="65114"/>
                  <a:pt x="3822482" y="67141"/>
                  <a:pt x="3816655" y="71195"/>
                </a:cubicBezTo>
                <a:cubicBezTo>
                  <a:pt x="3810827" y="75249"/>
                  <a:pt x="3807914" y="80907"/>
                  <a:pt x="3807914" y="88170"/>
                </a:cubicBezTo>
                <a:cubicBezTo>
                  <a:pt x="3807914" y="93913"/>
                  <a:pt x="3810511" y="98664"/>
                  <a:pt x="3815705" y="102422"/>
                </a:cubicBezTo>
                <a:cubicBezTo>
                  <a:pt x="3820898" y="106180"/>
                  <a:pt x="3827591" y="108988"/>
                  <a:pt x="3835784" y="110846"/>
                </a:cubicBezTo>
                <a:lnTo>
                  <a:pt x="3863780" y="117054"/>
                </a:lnTo>
                <a:cubicBezTo>
                  <a:pt x="3872986" y="119165"/>
                  <a:pt x="3880608" y="123303"/>
                  <a:pt x="3886646" y="129468"/>
                </a:cubicBezTo>
                <a:cubicBezTo>
                  <a:pt x="3892685" y="135633"/>
                  <a:pt x="3895704" y="143403"/>
                  <a:pt x="3895704" y="152778"/>
                </a:cubicBezTo>
                <a:cubicBezTo>
                  <a:pt x="3895704" y="165277"/>
                  <a:pt x="3890573" y="175116"/>
                  <a:pt x="3880312" y="182294"/>
                </a:cubicBezTo>
                <a:cubicBezTo>
                  <a:pt x="3870051" y="189473"/>
                  <a:pt x="3857235" y="193062"/>
                  <a:pt x="3841864" y="193062"/>
                </a:cubicBezTo>
                <a:cubicBezTo>
                  <a:pt x="3825311" y="193062"/>
                  <a:pt x="3812347" y="189093"/>
                  <a:pt x="3802973" y="181154"/>
                </a:cubicBezTo>
                <a:cubicBezTo>
                  <a:pt x="3793599" y="173216"/>
                  <a:pt x="3788236" y="161434"/>
                  <a:pt x="3786885" y="145810"/>
                </a:cubicBezTo>
                <a:lnTo>
                  <a:pt x="3803353" y="145810"/>
                </a:lnTo>
                <a:cubicBezTo>
                  <a:pt x="3803944" y="156367"/>
                  <a:pt x="3807808" y="164580"/>
                  <a:pt x="3814944" y="170450"/>
                </a:cubicBezTo>
                <a:cubicBezTo>
                  <a:pt x="3822081" y="176319"/>
                  <a:pt x="3831350" y="179254"/>
                  <a:pt x="3842751" y="179254"/>
                </a:cubicBezTo>
                <a:cubicBezTo>
                  <a:pt x="3852886" y="179254"/>
                  <a:pt x="3861521" y="176974"/>
                  <a:pt x="3868657" y="172413"/>
                </a:cubicBezTo>
                <a:cubicBezTo>
                  <a:pt x="3875794" y="167853"/>
                  <a:pt x="3879362" y="161645"/>
                  <a:pt x="3879362" y="153791"/>
                </a:cubicBezTo>
                <a:cubicBezTo>
                  <a:pt x="3879362" y="147795"/>
                  <a:pt x="3877061" y="142812"/>
                  <a:pt x="3872458" y="138843"/>
                </a:cubicBezTo>
                <a:cubicBezTo>
                  <a:pt x="3867855" y="134873"/>
                  <a:pt x="3860191" y="131706"/>
                  <a:pt x="3849465" y="129342"/>
                </a:cubicBezTo>
                <a:lnTo>
                  <a:pt x="3828943" y="124781"/>
                </a:lnTo>
                <a:cubicBezTo>
                  <a:pt x="3817204" y="122247"/>
                  <a:pt x="3808040" y="118151"/>
                  <a:pt x="3801453" y="112493"/>
                </a:cubicBezTo>
                <a:cubicBezTo>
                  <a:pt x="3794865" y="106835"/>
                  <a:pt x="3791572" y="98980"/>
                  <a:pt x="3791572" y="88930"/>
                </a:cubicBezTo>
                <a:cubicBezTo>
                  <a:pt x="3791572" y="77360"/>
                  <a:pt x="3796301" y="68218"/>
                  <a:pt x="3805760" y="61504"/>
                </a:cubicBezTo>
                <a:cubicBezTo>
                  <a:pt x="3815219" y="54790"/>
                  <a:pt x="3827296" y="51433"/>
                  <a:pt x="3841991" y="51433"/>
                </a:cubicBezTo>
                <a:close/>
                <a:moveTo>
                  <a:pt x="3921298" y="55233"/>
                </a:moveTo>
                <a:lnTo>
                  <a:pt x="3965383" y="169246"/>
                </a:lnTo>
                <a:lnTo>
                  <a:pt x="4006682" y="55233"/>
                </a:lnTo>
                <a:lnTo>
                  <a:pt x="4023023" y="55233"/>
                </a:lnTo>
                <a:lnTo>
                  <a:pt x="3965383" y="208264"/>
                </a:lnTo>
                <a:cubicBezTo>
                  <a:pt x="3961583" y="218652"/>
                  <a:pt x="3957381" y="226316"/>
                  <a:pt x="3952779" y="231257"/>
                </a:cubicBezTo>
                <a:cubicBezTo>
                  <a:pt x="3948176" y="236197"/>
                  <a:pt x="3940638" y="238668"/>
                  <a:pt x="3930166" y="238668"/>
                </a:cubicBezTo>
                <a:cubicBezTo>
                  <a:pt x="3929744" y="238668"/>
                  <a:pt x="3927822" y="238583"/>
                  <a:pt x="3924402" y="238414"/>
                </a:cubicBezTo>
                <a:cubicBezTo>
                  <a:pt x="3920982" y="238245"/>
                  <a:pt x="3918596" y="237907"/>
                  <a:pt x="3917245" y="237401"/>
                </a:cubicBezTo>
                <a:lnTo>
                  <a:pt x="3917245" y="223593"/>
                </a:lnTo>
                <a:lnTo>
                  <a:pt x="3917498" y="223593"/>
                </a:lnTo>
                <a:cubicBezTo>
                  <a:pt x="3918089" y="223846"/>
                  <a:pt x="3919609" y="224141"/>
                  <a:pt x="3922058" y="224479"/>
                </a:cubicBezTo>
                <a:cubicBezTo>
                  <a:pt x="3924508" y="224817"/>
                  <a:pt x="3926619" y="224986"/>
                  <a:pt x="3928393" y="224986"/>
                </a:cubicBezTo>
                <a:cubicBezTo>
                  <a:pt x="3935149" y="224986"/>
                  <a:pt x="3940279" y="222917"/>
                  <a:pt x="3943784" y="218779"/>
                </a:cubicBezTo>
                <a:cubicBezTo>
                  <a:pt x="3947289" y="214640"/>
                  <a:pt x="3951829" y="204590"/>
                  <a:pt x="3957403" y="188628"/>
                </a:cubicBezTo>
                <a:lnTo>
                  <a:pt x="3903943" y="55233"/>
                </a:lnTo>
                <a:lnTo>
                  <a:pt x="3921298" y="55233"/>
                </a:lnTo>
                <a:close/>
                <a:moveTo>
                  <a:pt x="4098421" y="51433"/>
                </a:moveTo>
                <a:cubicBezTo>
                  <a:pt x="4115566" y="51433"/>
                  <a:pt x="4128001" y="55613"/>
                  <a:pt x="4135729" y="63974"/>
                </a:cubicBezTo>
                <a:cubicBezTo>
                  <a:pt x="4143457" y="72335"/>
                  <a:pt x="4147320" y="84919"/>
                  <a:pt x="4147320" y="101725"/>
                </a:cubicBezTo>
                <a:lnTo>
                  <a:pt x="4147320" y="189135"/>
                </a:lnTo>
                <a:lnTo>
                  <a:pt x="4130978" y="189135"/>
                </a:lnTo>
                <a:lnTo>
                  <a:pt x="4130978" y="104512"/>
                </a:lnTo>
                <a:cubicBezTo>
                  <a:pt x="4130978" y="91591"/>
                  <a:pt x="4128170" y="81794"/>
                  <a:pt x="4122554" y="75122"/>
                </a:cubicBezTo>
                <a:cubicBezTo>
                  <a:pt x="4116938" y="68450"/>
                  <a:pt x="4108429" y="65114"/>
                  <a:pt x="4097028" y="65114"/>
                </a:cubicBezTo>
                <a:cubicBezTo>
                  <a:pt x="4088076" y="65114"/>
                  <a:pt x="4080369" y="67289"/>
                  <a:pt x="4073908" y="71638"/>
                </a:cubicBezTo>
                <a:cubicBezTo>
                  <a:pt x="4067448" y="75988"/>
                  <a:pt x="4062676" y="81815"/>
                  <a:pt x="4059594" y="89120"/>
                </a:cubicBezTo>
                <a:cubicBezTo>
                  <a:pt x="4056511" y="96426"/>
                  <a:pt x="4054970" y="103668"/>
                  <a:pt x="4054970" y="110846"/>
                </a:cubicBezTo>
                <a:lnTo>
                  <a:pt x="4054970" y="189135"/>
                </a:lnTo>
                <a:lnTo>
                  <a:pt x="4038628" y="189135"/>
                </a:lnTo>
                <a:lnTo>
                  <a:pt x="4038628" y="55233"/>
                </a:lnTo>
                <a:lnTo>
                  <a:pt x="4054970" y="55233"/>
                </a:lnTo>
                <a:lnTo>
                  <a:pt x="4054970" y="78416"/>
                </a:lnTo>
                <a:lnTo>
                  <a:pt x="4055476" y="78416"/>
                </a:lnTo>
                <a:cubicBezTo>
                  <a:pt x="4058601" y="70393"/>
                  <a:pt x="4064091" y="63890"/>
                  <a:pt x="4071945" y="58907"/>
                </a:cubicBezTo>
                <a:cubicBezTo>
                  <a:pt x="4079799" y="53924"/>
                  <a:pt x="4088625" y="51433"/>
                  <a:pt x="4098421" y="51433"/>
                </a:cubicBezTo>
                <a:close/>
                <a:moveTo>
                  <a:pt x="4204172" y="15075"/>
                </a:moveTo>
                <a:lnTo>
                  <a:pt x="4204172" y="55233"/>
                </a:lnTo>
                <a:lnTo>
                  <a:pt x="4231408" y="55233"/>
                </a:lnTo>
                <a:lnTo>
                  <a:pt x="4231408" y="69041"/>
                </a:lnTo>
                <a:lnTo>
                  <a:pt x="4204172" y="69041"/>
                </a:lnTo>
                <a:lnTo>
                  <a:pt x="4204172" y="160379"/>
                </a:lnTo>
                <a:cubicBezTo>
                  <a:pt x="4204172" y="167219"/>
                  <a:pt x="4205460" y="171695"/>
                  <a:pt x="4208036" y="173807"/>
                </a:cubicBezTo>
                <a:cubicBezTo>
                  <a:pt x="4210612" y="175918"/>
                  <a:pt x="4213926" y="176974"/>
                  <a:pt x="4217980" y="176974"/>
                </a:cubicBezTo>
                <a:cubicBezTo>
                  <a:pt x="4219669" y="176974"/>
                  <a:pt x="4221675" y="176910"/>
                  <a:pt x="4223998" y="176784"/>
                </a:cubicBezTo>
                <a:cubicBezTo>
                  <a:pt x="4226320" y="176657"/>
                  <a:pt x="4228790" y="176467"/>
                  <a:pt x="4231408" y="176214"/>
                </a:cubicBezTo>
                <a:lnTo>
                  <a:pt x="4231408" y="190149"/>
                </a:lnTo>
                <a:cubicBezTo>
                  <a:pt x="4229044" y="190318"/>
                  <a:pt x="4226658" y="190444"/>
                  <a:pt x="4224251" y="190529"/>
                </a:cubicBezTo>
                <a:cubicBezTo>
                  <a:pt x="4221844" y="190613"/>
                  <a:pt x="4219416" y="190655"/>
                  <a:pt x="4216967" y="190655"/>
                </a:cubicBezTo>
                <a:cubicBezTo>
                  <a:pt x="4206072" y="190655"/>
                  <a:pt x="4198492" y="188586"/>
                  <a:pt x="4194227" y="184448"/>
                </a:cubicBezTo>
                <a:cubicBezTo>
                  <a:pt x="4189962" y="180310"/>
                  <a:pt x="4187830" y="172878"/>
                  <a:pt x="4187830" y="162152"/>
                </a:cubicBezTo>
                <a:lnTo>
                  <a:pt x="4187830" y="69041"/>
                </a:lnTo>
                <a:lnTo>
                  <a:pt x="4164394" y="69041"/>
                </a:lnTo>
                <a:lnTo>
                  <a:pt x="4164394" y="55233"/>
                </a:lnTo>
                <a:lnTo>
                  <a:pt x="4187830" y="55233"/>
                </a:lnTo>
                <a:lnTo>
                  <a:pt x="4187830" y="15075"/>
                </a:lnTo>
                <a:lnTo>
                  <a:pt x="4204172" y="15075"/>
                </a:lnTo>
                <a:close/>
                <a:moveTo>
                  <a:pt x="4307564" y="51433"/>
                </a:moveTo>
                <a:cubicBezTo>
                  <a:pt x="4324455" y="51433"/>
                  <a:pt x="4336870" y="55085"/>
                  <a:pt x="4344808" y="62391"/>
                </a:cubicBezTo>
                <a:cubicBezTo>
                  <a:pt x="4352747" y="69696"/>
                  <a:pt x="4356717" y="80020"/>
                  <a:pt x="4356717" y="93364"/>
                </a:cubicBezTo>
                <a:lnTo>
                  <a:pt x="4356717" y="166079"/>
                </a:lnTo>
                <a:cubicBezTo>
                  <a:pt x="4356717" y="168782"/>
                  <a:pt x="4357477" y="170999"/>
                  <a:pt x="4358997" y="172730"/>
                </a:cubicBezTo>
                <a:cubicBezTo>
                  <a:pt x="4360517" y="174461"/>
                  <a:pt x="4362966" y="175327"/>
                  <a:pt x="4366344" y="175327"/>
                </a:cubicBezTo>
                <a:cubicBezTo>
                  <a:pt x="4367273" y="175327"/>
                  <a:pt x="4368160" y="175264"/>
                  <a:pt x="4369005" y="175137"/>
                </a:cubicBezTo>
                <a:cubicBezTo>
                  <a:pt x="4369849" y="175010"/>
                  <a:pt x="4370651" y="174736"/>
                  <a:pt x="4371412" y="174313"/>
                </a:cubicBezTo>
                <a:lnTo>
                  <a:pt x="4371412" y="188122"/>
                </a:lnTo>
                <a:cubicBezTo>
                  <a:pt x="4369385" y="188544"/>
                  <a:pt x="4367590" y="188818"/>
                  <a:pt x="4366028" y="188945"/>
                </a:cubicBezTo>
                <a:cubicBezTo>
                  <a:pt x="4364465" y="189072"/>
                  <a:pt x="4362797" y="189135"/>
                  <a:pt x="4361024" y="189135"/>
                </a:cubicBezTo>
                <a:cubicBezTo>
                  <a:pt x="4353930" y="189135"/>
                  <a:pt x="4348926" y="187425"/>
                  <a:pt x="4346012" y="184005"/>
                </a:cubicBezTo>
                <a:cubicBezTo>
                  <a:pt x="4343098" y="180584"/>
                  <a:pt x="4341641" y="174989"/>
                  <a:pt x="4341641" y="167219"/>
                </a:cubicBezTo>
                <a:lnTo>
                  <a:pt x="4341641" y="165826"/>
                </a:lnTo>
                <a:lnTo>
                  <a:pt x="4341135" y="165826"/>
                </a:lnTo>
                <a:cubicBezTo>
                  <a:pt x="4334463" y="175960"/>
                  <a:pt x="4327474" y="183033"/>
                  <a:pt x="4320169" y="187045"/>
                </a:cubicBezTo>
                <a:cubicBezTo>
                  <a:pt x="4312864" y="191057"/>
                  <a:pt x="4303637" y="193062"/>
                  <a:pt x="4292489" y="193062"/>
                </a:cubicBezTo>
                <a:cubicBezTo>
                  <a:pt x="4278892" y="193062"/>
                  <a:pt x="4267997" y="189663"/>
                  <a:pt x="4259805" y="182864"/>
                </a:cubicBezTo>
                <a:cubicBezTo>
                  <a:pt x="4251613" y="176066"/>
                  <a:pt x="4247517" y="166375"/>
                  <a:pt x="4247517" y="153791"/>
                </a:cubicBezTo>
                <a:cubicBezTo>
                  <a:pt x="4247517" y="140870"/>
                  <a:pt x="4252014" y="131136"/>
                  <a:pt x="4261009" y="124591"/>
                </a:cubicBezTo>
                <a:cubicBezTo>
                  <a:pt x="4270003" y="118046"/>
                  <a:pt x="4290082" y="113380"/>
                  <a:pt x="4321246" y="110593"/>
                </a:cubicBezTo>
                <a:cubicBezTo>
                  <a:pt x="4328340" y="110002"/>
                  <a:pt x="4333302" y="108376"/>
                  <a:pt x="4336131" y="105716"/>
                </a:cubicBezTo>
                <a:cubicBezTo>
                  <a:pt x="4338960" y="103055"/>
                  <a:pt x="4340375" y="98685"/>
                  <a:pt x="4340375" y="92604"/>
                </a:cubicBezTo>
                <a:cubicBezTo>
                  <a:pt x="4340375" y="83567"/>
                  <a:pt x="4337630" y="76727"/>
                  <a:pt x="4332140" y="72082"/>
                </a:cubicBezTo>
                <a:cubicBezTo>
                  <a:pt x="4326651" y="67437"/>
                  <a:pt x="4317741" y="65114"/>
                  <a:pt x="4305411" y="65114"/>
                </a:cubicBezTo>
                <a:cubicBezTo>
                  <a:pt x="4294178" y="65114"/>
                  <a:pt x="4285479" y="67774"/>
                  <a:pt x="4279314" y="73095"/>
                </a:cubicBezTo>
                <a:cubicBezTo>
                  <a:pt x="4273149" y="78416"/>
                  <a:pt x="4269898" y="86143"/>
                  <a:pt x="4269560" y="96278"/>
                </a:cubicBezTo>
                <a:lnTo>
                  <a:pt x="4253218" y="96278"/>
                </a:lnTo>
                <a:cubicBezTo>
                  <a:pt x="4253978" y="81583"/>
                  <a:pt x="4259024" y="70435"/>
                  <a:pt x="4268356" y="62834"/>
                </a:cubicBezTo>
                <a:cubicBezTo>
                  <a:pt x="4277689" y="55233"/>
                  <a:pt x="4290758" y="51433"/>
                  <a:pt x="4307564" y="51433"/>
                </a:cubicBezTo>
                <a:moveTo>
                  <a:pt x="4339868" y="115913"/>
                </a:moveTo>
                <a:cubicBezTo>
                  <a:pt x="4338179" y="118954"/>
                  <a:pt x="4332985" y="121065"/>
                  <a:pt x="4324286" y="122247"/>
                </a:cubicBezTo>
                <a:cubicBezTo>
                  <a:pt x="4315672" y="123430"/>
                  <a:pt x="4306128" y="124929"/>
                  <a:pt x="4295656" y="126745"/>
                </a:cubicBezTo>
                <a:cubicBezTo>
                  <a:pt x="4285184" y="128560"/>
                  <a:pt x="4277266" y="131537"/>
                  <a:pt x="4271903" y="135676"/>
                </a:cubicBezTo>
                <a:cubicBezTo>
                  <a:pt x="4266541" y="139814"/>
                  <a:pt x="4263859" y="145515"/>
                  <a:pt x="4263859" y="152778"/>
                </a:cubicBezTo>
                <a:cubicBezTo>
                  <a:pt x="4263859" y="160716"/>
                  <a:pt x="4266815" y="167114"/>
                  <a:pt x="4272727" y="171970"/>
                </a:cubicBezTo>
                <a:cubicBezTo>
                  <a:pt x="4278639" y="176826"/>
                  <a:pt x="4285648" y="179254"/>
                  <a:pt x="4293756" y="179254"/>
                </a:cubicBezTo>
                <a:cubicBezTo>
                  <a:pt x="4307100" y="179254"/>
                  <a:pt x="4318205" y="175285"/>
                  <a:pt x="4327073" y="167346"/>
                </a:cubicBezTo>
                <a:cubicBezTo>
                  <a:pt x="4335941" y="159407"/>
                  <a:pt x="4340375" y="149611"/>
                  <a:pt x="4340375" y="137956"/>
                </a:cubicBezTo>
                <a:lnTo>
                  <a:pt x="4340375" y="115913"/>
                </a:lnTo>
                <a:lnTo>
                  <a:pt x="4339868" y="115913"/>
                </a:lnTo>
                <a:close/>
                <a:moveTo>
                  <a:pt x="4398510" y="55233"/>
                </a:moveTo>
                <a:lnTo>
                  <a:pt x="4436641" y="106159"/>
                </a:lnTo>
                <a:lnTo>
                  <a:pt x="4474012" y="55233"/>
                </a:lnTo>
                <a:lnTo>
                  <a:pt x="4494408" y="55233"/>
                </a:lnTo>
                <a:lnTo>
                  <a:pt x="4446142" y="119334"/>
                </a:lnTo>
                <a:lnTo>
                  <a:pt x="4498335" y="189135"/>
                </a:lnTo>
                <a:lnTo>
                  <a:pt x="4477559" y="189135"/>
                </a:lnTo>
                <a:lnTo>
                  <a:pt x="4435501" y="132889"/>
                </a:lnTo>
                <a:lnTo>
                  <a:pt x="4394329" y="189135"/>
                </a:lnTo>
                <a:lnTo>
                  <a:pt x="4374060" y="189135"/>
                </a:lnTo>
                <a:lnTo>
                  <a:pt x="4426000" y="119587"/>
                </a:lnTo>
                <a:lnTo>
                  <a:pt x="4377988" y="55233"/>
                </a:lnTo>
                <a:lnTo>
                  <a:pt x="4398510" y="55233"/>
                </a:lnTo>
                <a:close/>
                <a:moveTo>
                  <a:pt x="4638614" y="51433"/>
                </a:moveTo>
                <a:cubicBezTo>
                  <a:pt x="4655504" y="51433"/>
                  <a:pt x="4667919" y="55085"/>
                  <a:pt x="4675858" y="62391"/>
                </a:cubicBezTo>
                <a:cubicBezTo>
                  <a:pt x="4683797" y="69696"/>
                  <a:pt x="4687766" y="80020"/>
                  <a:pt x="4687766" y="93364"/>
                </a:cubicBezTo>
                <a:lnTo>
                  <a:pt x="4687766" y="166079"/>
                </a:lnTo>
                <a:cubicBezTo>
                  <a:pt x="4687766" y="168782"/>
                  <a:pt x="4688526" y="170999"/>
                  <a:pt x="4690046" y="172730"/>
                </a:cubicBezTo>
                <a:cubicBezTo>
                  <a:pt x="4691566" y="174461"/>
                  <a:pt x="4694016" y="175327"/>
                  <a:pt x="4697394" y="175327"/>
                </a:cubicBezTo>
                <a:cubicBezTo>
                  <a:pt x="4698323" y="175327"/>
                  <a:pt x="4699209" y="175264"/>
                  <a:pt x="4700054" y="175137"/>
                </a:cubicBezTo>
                <a:cubicBezTo>
                  <a:pt x="4700899" y="175010"/>
                  <a:pt x="4701701" y="174736"/>
                  <a:pt x="4702461" y="174313"/>
                </a:cubicBezTo>
                <a:lnTo>
                  <a:pt x="4702461" y="188122"/>
                </a:lnTo>
                <a:cubicBezTo>
                  <a:pt x="4700434" y="188544"/>
                  <a:pt x="4698639" y="188818"/>
                  <a:pt x="4697077" y="188945"/>
                </a:cubicBezTo>
                <a:cubicBezTo>
                  <a:pt x="4695515" y="189072"/>
                  <a:pt x="4693847" y="189135"/>
                  <a:pt x="4692073" y="189135"/>
                </a:cubicBezTo>
                <a:cubicBezTo>
                  <a:pt x="4684979" y="189135"/>
                  <a:pt x="4679975" y="187425"/>
                  <a:pt x="4677061" y="184005"/>
                </a:cubicBezTo>
                <a:cubicBezTo>
                  <a:pt x="4674148" y="180584"/>
                  <a:pt x="4672691" y="174989"/>
                  <a:pt x="4672691" y="167219"/>
                </a:cubicBezTo>
                <a:lnTo>
                  <a:pt x="4672691" y="165826"/>
                </a:lnTo>
                <a:lnTo>
                  <a:pt x="4672184" y="165826"/>
                </a:lnTo>
                <a:cubicBezTo>
                  <a:pt x="4665512" y="175960"/>
                  <a:pt x="4658524" y="183033"/>
                  <a:pt x="4651218" y="187045"/>
                </a:cubicBezTo>
                <a:cubicBezTo>
                  <a:pt x="4643913" y="191057"/>
                  <a:pt x="4634686" y="193062"/>
                  <a:pt x="4623538" y="193062"/>
                </a:cubicBezTo>
                <a:cubicBezTo>
                  <a:pt x="4609941" y="193062"/>
                  <a:pt x="4599047" y="189663"/>
                  <a:pt x="4590855" y="182864"/>
                </a:cubicBezTo>
                <a:cubicBezTo>
                  <a:pt x="4582663" y="176066"/>
                  <a:pt x="4578567" y="166375"/>
                  <a:pt x="4578567" y="153791"/>
                </a:cubicBezTo>
                <a:cubicBezTo>
                  <a:pt x="4578567" y="140870"/>
                  <a:pt x="4583064" y="131136"/>
                  <a:pt x="4592058" y="124591"/>
                </a:cubicBezTo>
                <a:cubicBezTo>
                  <a:pt x="4601053" y="118046"/>
                  <a:pt x="4621132" y="113380"/>
                  <a:pt x="4652295" y="110593"/>
                </a:cubicBezTo>
                <a:cubicBezTo>
                  <a:pt x="4659389" y="110002"/>
                  <a:pt x="4664351" y="108376"/>
                  <a:pt x="4667180" y="105716"/>
                </a:cubicBezTo>
                <a:cubicBezTo>
                  <a:pt x="4670009" y="103055"/>
                  <a:pt x="4671424" y="98685"/>
                  <a:pt x="4671424" y="92604"/>
                </a:cubicBezTo>
                <a:cubicBezTo>
                  <a:pt x="4671424" y="83567"/>
                  <a:pt x="4668679" y="76727"/>
                  <a:pt x="4663190" y="72082"/>
                </a:cubicBezTo>
                <a:cubicBezTo>
                  <a:pt x="4657700" y="67437"/>
                  <a:pt x="4648790" y="65114"/>
                  <a:pt x="4636460" y="65114"/>
                </a:cubicBezTo>
                <a:cubicBezTo>
                  <a:pt x="4625228" y="65114"/>
                  <a:pt x="4616529" y="67774"/>
                  <a:pt x="4610364" y="73095"/>
                </a:cubicBezTo>
                <a:cubicBezTo>
                  <a:pt x="4604198" y="78416"/>
                  <a:pt x="4600947" y="86143"/>
                  <a:pt x="4600609" y="96278"/>
                </a:cubicBezTo>
                <a:lnTo>
                  <a:pt x="4584267" y="96278"/>
                </a:lnTo>
                <a:cubicBezTo>
                  <a:pt x="4585027" y="81583"/>
                  <a:pt x="4590074" y="70435"/>
                  <a:pt x="4599406" y="62834"/>
                </a:cubicBezTo>
                <a:cubicBezTo>
                  <a:pt x="4608738" y="55233"/>
                  <a:pt x="4621807" y="51433"/>
                  <a:pt x="4638614" y="51433"/>
                </a:cubicBezTo>
                <a:moveTo>
                  <a:pt x="4670917" y="115913"/>
                </a:moveTo>
                <a:cubicBezTo>
                  <a:pt x="4669228" y="118954"/>
                  <a:pt x="4664034" y="121065"/>
                  <a:pt x="4655336" y="122247"/>
                </a:cubicBezTo>
                <a:cubicBezTo>
                  <a:pt x="4646721" y="123430"/>
                  <a:pt x="4637178" y="124929"/>
                  <a:pt x="4626706" y="126745"/>
                </a:cubicBezTo>
                <a:cubicBezTo>
                  <a:pt x="4616233" y="128560"/>
                  <a:pt x="4608316" y="131537"/>
                  <a:pt x="4602953" y="135676"/>
                </a:cubicBezTo>
                <a:cubicBezTo>
                  <a:pt x="4597590" y="139814"/>
                  <a:pt x="4594909" y="145515"/>
                  <a:pt x="4594909" y="152778"/>
                </a:cubicBezTo>
                <a:cubicBezTo>
                  <a:pt x="4594909" y="160716"/>
                  <a:pt x="4597864" y="167114"/>
                  <a:pt x="4603776" y="171970"/>
                </a:cubicBezTo>
                <a:cubicBezTo>
                  <a:pt x="4609688" y="176826"/>
                  <a:pt x="4616698" y="179254"/>
                  <a:pt x="4624805" y="179254"/>
                </a:cubicBezTo>
                <a:cubicBezTo>
                  <a:pt x="4638149" y="179254"/>
                  <a:pt x="4649255" y="175285"/>
                  <a:pt x="4658122" y="167346"/>
                </a:cubicBezTo>
                <a:cubicBezTo>
                  <a:pt x="4666990" y="159407"/>
                  <a:pt x="4671424" y="149611"/>
                  <a:pt x="4671424" y="137956"/>
                </a:cubicBezTo>
                <a:lnTo>
                  <a:pt x="4671424" y="115913"/>
                </a:lnTo>
                <a:lnTo>
                  <a:pt x="4670917" y="115913"/>
                </a:lnTo>
                <a:close/>
                <a:moveTo>
                  <a:pt x="4737034" y="3927"/>
                </a:moveTo>
                <a:lnTo>
                  <a:pt x="4737034" y="189135"/>
                </a:lnTo>
                <a:lnTo>
                  <a:pt x="4720692" y="189135"/>
                </a:lnTo>
                <a:lnTo>
                  <a:pt x="4720692" y="3927"/>
                </a:lnTo>
                <a:lnTo>
                  <a:pt x="4737034" y="3927"/>
                </a:lnTo>
                <a:close/>
                <a:moveTo>
                  <a:pt x="4824935" y="51433"/>
                </a:moveTo>
                <a:cubicBezTo>
                  <a:pt x="4844022" y="51433"/>
                  <a:pt x="4859350" y="58062"/>
                  <a:pt x="4870921" y="71322"/>
                </a:cubicBezTo>
                <a:cubicBezTo>
                  <a:pt x="4882491" y="84581"/>
                  <a:pt x="4888276" y="101556"/>
                  <a:pt x="4888276" y="122247"/>
                </a:cubicBezTo>
                <a:cubicBezTo>
                  <a:pt x="4888276" y="134747"/>
                  <a:pt x="4885890" y="146401"/>
                  <a:pt x="4881118" y="157211"/>
                </a:cubicBezTo>
                <a:cubicBezTo>
                  <a:pt x="4876347" y="168022"/>
                  <a:pt x="4869084" y="176699"/>
                  <a:pt x="4859329" y="183245"/>
                </a:cubicBezTo>
                <a:cubicBezTo>
                  <a:pt x="4849575" y="189790"/>
                  <a:pt x="4838110" y="193062"/>
                  <a:pt x="4824935" y="193062"/>
                </a:cubicBezTo>
                <a:cubicBezTo>
                  <a:pt x="4806018" y="193062"/>
                  <a:pt x="4790752" y="186412"/>
                  <a:pt x="4779140" y="173110"/>
                </a:cubicBezTo>
                <a:cubicBezTo>
                  <a:pt x="4767528" y="159808"/>
                  <a:pt x="4761721" y="142854"/>
                  <a:pt x="4761721" y="122247"/>
                </a:cubicBezTo>
                <a:cubicBezTo>
                  <a:pt x="4761721" y="101556"/>
                  <a:pt x="4767506" y="84581"/>
                  <a:pt x="4779077" y="71322"/>
                </a:cubicBezTo>
                <a:cubicBezTo>
                  <a:pt x="4790647" y="58062"/>
                  <a:pt x="4805933" y="51433"/>
                  <a:pt x="4824935" y="51433"/>
                </a:cubicBezTo>
                <a:moveTo>
                  <a:pt x="4778063" y="122247"/>
                </a:moveTo>
                <a:cubicBezTo>
                  <a:pt x="4778063" y="138040"/>
                  <a:pt x="4782328" y="151490"/>
                  <a:pt x="4790858" y="162595"/>
                </a:cubicBezTo>
                <a:cubicBezTo>
                  <a:pt x="4799388" y="173701"/>
                  <a:pt x="4810747" y="179254"/>
                  <a:pt x="4824935" y="179254"/>
                </a:cubicBezTo>
                <a:cubicBezTo>
                  <a:pt x="4839124" y="179254"/>
                  <a:pt x="4850504" y="173680"/>
                  <a:pt x="4859076" y="162532"/>
                </a:cubicBezTo>
                <a:cubicBezTo>
                  <a:pt x="4867648" y="151384"/>
                  <a:pt x="4871934" y="137956"/>
                  <a:pt x="4871934" y="122247"/>
                </a:cubicBezTo>
                <a:cubicBezTo>
                  <a:pt x="4871934" y="106539"/>
                  <a:pt x="4867648" y="93090"/>
                  <a:pt x="4859076" y="81899"/>
                </a:cubicBezTo>
                <a:cubicBezTo>
                  <a:pt x="4850504" y="70709"/>
                  <a:pt x="4839039" y="65114"/>
                  <a:pt x="4824682" y="65114"/>
                </a:cubicBezTo>
                <a:cubicBezTo>
                  <a:pt x="4810831" y="65114"/>
                  <a:pt x="4799599" y="70646"/>
                  <a:pt x="4790985" y="81709"/>
                </a:cubicBezTo>
                <a:cubicBezTo>
                  <a:pt x="4782370" y="92773"/>
                  <a:pt x="4778063" y="106286"/>
                  <a:pt x="4778063" y="122247"/>
                </a:cubicBezTo>
                <a:close/>
                <a:moveTo>
                  <a:pt x="4972226" y="51433"/>
                </a:moveTo>
                <a:cubicBezTo>
                  <a:pt x="4989370" y="51433"/>
                  <a:pt x="5001806" y="55613"/>
                  <a:pt x="5009534" y="63974"/>
                </a:cubicBezTo>
                <a:cubicBezTo>
                  <a:pt x="5017261" y="72335"/>
                  <a:pt x="5021125" y="84919"/>
                  <a:pt x="5021125" y="101725"/>
                </a:cubicBezTo>
                <a:lnTo>
                  <a:pt x="5021125" y="189135"/>
                </a:lnTo>
                <a:lnTo>
                  <a:pt x="5004783" y="189135"/>
                </a:lnTo>
                <a:lnTo>
                  <a:pt x="5004783" y="104512"/>
                </a:lnTo>
                <a:cubicBezTo>
                  <a:pt x="5004783" y="91591"/>
                  <a:pt x="5001975" y="81794"/>
                  <a:pt x="4996359" y="75122"/>
                </a:cubicBezTo>
                <a:cubicBezTo>
                  <a:pt x="4990743" y="68450"/>
                  <a:pt x="4982234" y="65114"/>
                  <a:pt x="4970833" y="65114"/>
                </a:cubicBezTo>
                <a:cubicBezTo>
                  <a:pt x="4961881" y="65114"/>
                  <a:pt x="4954174" y="67289"/>
                  <a:pt x="4947713" y="71638"/>
                </a:cubicBezTo>
                <a:cubicBezTo>
                  <a:pt x="4941253" y="75988"/>
                  <a:pt x="4936481" y="81815"/>
                  <a:pt x="4933398" y="89120"/>
                </a:cubicBezTo>
                <a:cubicBezTo>
                  <a:pt x="4930316" y="96426"/>
                  <a:pt x="4928775" y="103668"/>
                  <a:pt x="4928775" y="110846"/>
                </a:cubicBezTo>
                <a:lnTo>
                  <a:pt x="4928775" y="189135"/>
                </a:lnTo>
                <a:lnTo>
                  <a:pt x="4912433" y="189135"/>
                </a:lnTo>
                <a:lnTo>
                  <a:pt x="4912433" y="55233"/>
                </a:lnTo>
                <a:lnTo>
                  <a:pt x="4928775" y="55233"/>
                </a:lnTo>
                <a:lnTo>
                  <a:pt x="4928775" y="78416"/>
                </a:lnTo>
                <a:lnTo>
                  <a:pt x="4929281" y="78416"/>
                </a:lnTo>
                <a:cubicBezTo>
                  <a:pt x="4932406" y="70393"/>
                  <a:pt x="4937896" y="63890"/>
                  <a:pt x="4945750" y="58907"/>
                </a:cubicBezTo>
                <a:cubicBezTo>
                  <a:pt x="4953604" y="53924"/>
                  <a:pt x="4962430" y="51433"/>
                  <a:pt x="4972226" y="51433"/>
                </a:cubicBezTo>
                <a:close/>
                <a:moveTo>
                  <a:pt x="5105593" y="51433"/>
                </a:moveTo>
                <a:cubicBezTo>
                  <a:pt x="5115052" y="51433"/>
                  <a:pt x="5123666" y="53966"/>
                  <a:pt x="5131436" y="59033"/>
                </a:cubicBezTo>
                <a:cubicBezTo>
                  <a:pt x="5139206" y="64101"/>
                  <a:pt x="5144822" y="70561"/>
                  <a:pt x="5148285" y="78416"/>
                </a:cubicBezTo>
                <a:lnTo>
                  <a:pt x="5148791" y="78416"/>
                </a:lnTo>
                <a:lnTo>
                  <a:pt x="5148791" y="55233"/>
                </a:lnTo>
                <a:lnTo>
                  <a:pt x="5165133" y="55233"/>
                </a:lnTo>
                <a:lnTo>
                  <a:pt x="5165133" y="179634"/>
                </a:lnTo>
                <a:cubicBezTo>
                  <a:pt x="5165133" y="200241"/>
                  <a:pt x="5160319" y="215886"/>
                  <a:pt x="5150692" y="226570"/>
                </a:cubicBezTo>
                <a:cubicBezTo>
                  <a:pt x="5141064" y="237253"/>
                  <a:pt x="5126115" y="242595"/>
                  <a:pt x="5105846" y="242595"/>
                </a:cubicBezTo>
                <a:cubicBezTo>
                  <a:pt x="5090645" y="242595"/>
                  <a:pt x="5077829" y="239069"/>
                  <a:pt x="5067399" y="232017"/>
                </a:cubicBezTo>
                <a:cubicBezTo>
                  <a:pt x="5056969" y="224965"/>
                  <a:pt x="5051247" y="214978"/>
                  <a:pt x="5050233" y="202057"/>
                </a:cubicBezTo>
                <a:lnTo>
                  <a:pt x="5066575" y="202057"/>
                </a:lnTo>
                <a:cubicBezTo>
                  <a:pt x="5067926" y="210502"/>
                  <a:pt x="5072044" y="217068"/>
                  <a:pt x="5078927" y="221756"/>
                </a:cubicBezTo>
                <a:cubicBezTo>
                  <a:pt x="5085810" y="226443"/>
                  <a:pt x="5094741" y="228786"/>
                  <a:pt x="5105720" y="228786"/>
                </a:cubicBezTo>
                <a:cubicBezTo>
                  <a:pt x="5120246" y="228786"/>
                  <a:pt x="5131056" y="224648"/>
                  <a:pt x="5138150" y="216372"/>
                </a:cubicBezTo>
                <a:cubicBezTo>
                  <a:pt x="5145244" y="208095"/>
                  <a:pt x="5148791" y="195807"/>
                  <a:pt x="5148791" y="179507"/>
                </a:cubicBezTo>
                <a:lnTo>
                  <a:pt x="5148791" y="160125"/>
                </a:lnTo>
                <a:lnTo>
                  <a:pt x="5148285" y="160125"/>
                </a:lnTo>
                <a:cubicBezTo>
                  <a:pt x="5144231" y="168824"/>
                  <a:pt x="5138425" y="175580"/>
                  <a:pt x="5130866" y="180394"/>
                </a:cubicBezTo>
                <a:cubicBezTo>
                  <a:pt x="5123307" y="185208"/>
                  <a:pt x="5114883" y="187615"/>
                  <a:pt x="5105593" y="187615"/>
                </a:cubicBezTo>
                <a:cubicBezTo>
                  <a:pt x="5086506" y="187615"/>
                  <a:pt x="5071685" y="181598"/>
                  <a:pt x="5061128" y="169563"/>
                </a:cubicBezTo>
                <a:cubicBezTo>
                  <a:pt x="5050571" y="157528"/>
                  <a:pt x="5045293" y="140658"/>
                  <a:pt x="5045293" y="118954"/>
                </a:cubicBezTo>
                <a:cubicBezTo>
                  <a:pt x="5045293" y="99360"/>
                  <a:pt x="5050761" y="83208"/>
                  <a:pt x="5061698" y="70498"/>
                </a:cubicBezTo>
                <a:cubicBezTo>
                  <a:pt x="5072635" y="57788"/>
                  <a:pt x="5087267" y="51433"/>
                  <a:pt x="5105593" y="51433"/>
                </a:cubicBezTo>
                <a:moveTo>
                  <a:pt x="5061635" y="120601"/>
                </a:moveTo>
                <a:cubicBezTo>
                  <a:pt x="5061635" y="136394"/>
                  <a:pt x="5065625" y="149209"/>
                  <a:pt x="5073606" y="159048"/>
                </a:cubicBezTo>
                <a:cubicBezTo>
                  <a:pt x="5081587" y="168887"/>
                  <a:pt x="5092292" y="173807"/>
                  <a:pt x="5105720" y="173807"/>
                </a:cubicBezTo>
                <a:cubicBezTo>
                  <a:pt x="5118641" y="173807"/>
                  <a:pt x="5129050" y="168697"/>
                  <a:pt x="5136947" y="158478"/>
                </a:cubicBezTo>
                <a:cubicBezTo>
                  <a:pt x="5144843" y="148259"/>
                  <a:pt x="5148791" y="135633"/>
                  <a:pt x="5148791" y="120601"/>
                </a:cubicBezTo>
                <a:cubicBezTo>
                  <a:pt x="5148791" y="104723"/>
                  <a:pt x="5144991" y="91506"/>
                  <a:pt x="5137390" y="80949"/>
                </a:cubicBezTo>
                <a:cubicBezTo>
                  <a:pt x="5129789" y="70393"/>
                  <a:pt x="5119148" y="65114"/>
                  <a:pt x="5105466" y="65114"/>
                </a:cubicBezTo>
                <a:cubicBezTo>
                  <a:pt x="5092038" y="65114"/>
                  <a:pt x="5081376" y="70245"/>
                  <a:pt x="5073479" y="80506"/>
                </a:cubicBezTo>
                <a:cubicBezTo>
                  <a:pt x="5065583" y="90767"/>
                  <a:pt x="5061635" y="104132"/>
                  <a:pt x="5061635" y="120601"/>
                </a:cubicBezTo>
                <a:close/>
                <a:moveTo>
                  <a:pt x="5320949" y="51433"/>
                </a:moveTo>
                <a:cubicBezTo>
                  <a:pt x="5337840" y="51433"/>
                  <a:pt x="5350255" y="55085"/>
                  <a:pt x="5358193" y="62391"/>
                </a:cubicBezTo>
                <a:cubicBezTo>
                  <a:pt x="5366132" y="69696"/>
                  <a:pt x="5370101" y="80020"/>
                  <a:pt x="5370101" y="93364"/>
                </a:cubicBezTo>
                <a:lnTo>
                  <a:pt x="5370101" y="166079"/>
                </a:lnTo>
                <a:cubicBezTo>
                  <a:pt x="5370101" y="168782"/>
                  <a:pt x="5370862" y="170999"/>
                  <a:pt x="5372382" y="172730"/>
                </a:cubicBezTo>
                <a:cubicBezTo>
                  <a:pt x="5373902" y="174461"/>
                  <a:pt x="5376351" y="175327"/>
                  <a:pt x="5379729" y="175327"/>
                </a:cubicBezTo>
                <a:cubicBezTo>
                  <a:pt x="5380658" y="175327"/>
                  <a:pt x="5381545" y="175264"/>
                  <a:pt x="5382390" y="175137"/>
                </a:cubicBezTo>
                <a:cubicBezTo>
                  <a:pt x="5383234" y="175010"/>
                  <a:pt x="5384036" y="174736"/>
                  <a:pt x="5384797" y="174313"/>
                </a:cubicBezTo>
                <a:lnTo>
                  <a:pt x="5384797" y="188122"/>
                </a:lnTo>
                <a:cubicBezTo>
                  <a:pt x="5382770" y="188544"/>
                  <a:pt x="5380975" y="188818"/>
                  <a:pt x="5379413" y="188945"/>
                </a:cubicBezTo>
                <a:cubicBezTo>
                  <a:pt x="5377850" y="189072"/>
                  <a:pt x="5376182" y="189135"/>
                  <a:pt x="5374409" y="189135"/>
                </a:cubicBezTo>
                <a:cubicBezTo>
                  <a:pt x="5367314" y="189135"/>
                  <a:pt x="5362311" y="187425"/>
                  <a:pt x="5359397" y="184005"/>
                </a:cubicBezTo>
                <a:cubicBezTo>
                  <a:pt x="5356483" y="180584"/>
                  <a:pt x="5355026" y="174989"/>
                  <a:pt x="5355026" y="167219"/>
                </a:cubicBezTo>
                <a:lnTo>
                  <a:pt x="5355026" y="165826"/>
                </a:lnTo>
                <a:lnTo>
                  <a:pt x="5354520" y="165826"/>
                </a:lnTo>
                <a:cubicBezTo>
                  <a:pt x="5347848" y="175960"/>
                  <a:pt x="5340859" y="183033"/>
                  <a:pt x="5333554" y="187045"/>
                </a:cubicBezTo>
                <a:cubicBezTo>
                  <a:pt x="5326249" y="191057"/>
                  <a:pt x="5317022" y="193062"/>
                  <a:pt x="5305874" y="193062"/>
                </a:cubicBezTo>
                <a:cubicBezTo>
                  <a:pt x="5292277" y="193062"/>
                  <a:pt x="5281382" y="189663"/>
                  <a:pt x="5273190" y="182864"/>
                </a:cubicBezTo>
                <a:cubicBezTo>
                  <a:pt x="5264998" y="176066"/>
                  <a:pt x="5260902" y="166375"/>
                  <a:pt x="5260902" y="153791"/>
                </a:cubicBezTo>
                <a:cubicBezTo>
                  <a:pt x="5260902" y="140870"/>
                  <a:pt x="5265399" y="131136"/>
                  <a:pt x="5274394" y="124591"/>
                </a:cubicBezTo>
                <a:cubicBezTo>
                  <a:pt x="5283388" y="118046"/>
                  <a:pt x="5303467" y="113380"/>
                  <a:pt x="5334631" y="110593"/>
                </a:cubicBezTo>
                <a:cubicBezTo>
                  <a:pt x="5341725" y="110002"/>
                  <a:pt x="5346687" y="108376"/>
                  <a:pt x="5349516" y="105716"/>
                </a:cubicBezTo>
                <a:cubicBezTo>
                  <a:pt x="5352345" y="103055"/>
                  <a:pt x="5353760" y="98685"/>
                  <a:pt x="5353760" y="92604"/>
                </a:cubicBezTo>
                <a:cubicBezTo>
                  <a:pt x="5353760" y="83567"/>
                  <a:pt x="5351015" y="76727"/>
                  <a:pt x="5345525" y="72082"/>
                </a:cubicBezTo>
                <a:cubicBezTo>
                  <a:pt x="5340036" y="67437"/>
                  <a:pt x="5331126" y="65114"/>
                  <a:pt x="5318796" y="65114"/>
                </a:cubicBezTo>
                <a:cubicBezTo>
                  <a:pt x="5307563" y="65114"/>
                  <a:pt x="5298864" y="67774"/>
                  <a:pt x="5292699" y="73095"/>
                </a:cubicBezTo>
                <a:cubicBezTo>
                  <a:pt x="5286534" y="78416"/>
                  <a:pt x="5283283" y="86143"/>
                  <a:pt x="5282945" y="96278"/>
                </a:cubicBezTo>
                <a:lnTo>
                  <a:pt x="5266603" y="96278"/>
                </a:lnTo>
                <a:cubicBezTo>
                  <a:pt x="5267363" y="81583"/>
                  <a:pt x="5272409" y="70435"/>
                  <a:pt x="5281741" y="62834"/>
                </a:cubicBezTo>
                <a:cubicBezTo>
                  <a:pt x="5291073" y="55233"/>
                  <a:pt x="5304143" y="51433"/>
                  <a:pt x="5320949" y="51433"/>
                </a:cubicBezTo>
                <a:moveTo>
                  <a:pt x="5353253" y="115913"/>
                </a:moveTo>
                <a:cubicBezTo>
                  <a:pt x="5351564" y="118954"/>
                  <a:pt x="5346370" y="121065"/>
                  <a:pt x="5337671" y="122247"/>
                </a:cubicBezTo>
                <a:cubicBezTo>
                  <a:pt x="5329057" y="123430"/>
                  <a:pt x="5319513" y="124929"/>
                  <a:pt x="5309041" y="126745"/>
                </a:cubicBezTo>
                <a:cubicBezTo>
                  <a:pt x="5298569" y="128560"/>
                  <a:pt x="5290651" y="131537"/>
                  <a:pt x="5285288" y="135676"/>
                </a:cubicBezTo>
                <a:cubicBezTo>
                  <a:pt x="5279926" y="139814"/>
                  <a:pt x="5277244" y="145515"/>
                  <a:pt x="5277244" y="152778"/>
                </a:cubicBezTo>
                <a:cubicBezTo>
                  <a:pt x="5277244" y="160716"/>
                  <a:pt x="5280200" y="167114"/>
                  <a:pt x="5286112" y="171970"/>
                </a:cubicBezTo>
                <a:cubicBezTo>
                  <a:pt x="5292024" y="176826"/>
                  <a:pt x="5299033" y="179254"/>
                  <a:pt x="5307141" y="179254"/>
                </a:cubicBezTo>
                <a:cubicBezTo>
                  <a:pt x="5320485" y="179254"/>
                  <a:pt x="5331590" y="175285"/>
                  <a:pt x="5340458" y="167346"/>
                </a:cubicBezTo>
                <a:cubicBezTo>
                  <a:pt x="5349326" y="159407"/>
                  <a:pt x="5353760" y="149611"/>
                  <a:pt x="5353760" y="137956"/>
                </a:cubicBezTo>
                <a:lnTo>
                  <a:pt x="5353760" y="115913"/>
                </a:lnTo>
                <a:lnTo>
                  <a:pt x="5353253" y="115913"/>
                </a:lnTo>
                <a:close/>
                <a:moveTo>
                  <a:pt x="5419370" y="3927"/>
                </a:moveTo>
                <a:lnTo>
                  <a:pt x="5419370" y="189135"/>
                </a:lnTo>
                <a:lnTo>
                  <a:pt x="5403028" y="189135"/>
                </a:lnTo>
                <a:lnTo>
                  <a:pt x="5403028" y="3927"/>
                </a:lnTo>
                <a:lnTo>
                  <a:pt x="5419370" y="3927"/>
                </a:lnTo>
                <a:close/>
                <a:moveTo>
                  <a:pt x="5467367" y="3927"/>
                </a:moveTo>
                <a:lnTo>
                  <a:pt x="5467367" y="189135"/>
                </a:lnTo>
                <a:lnTo>
                  <a:pt x="5451025" y="189135"/>
                </a:lnTo>
                <a:lnTo>
                  <a:pt x="5451025" y="3927"/>
                </a:lnTo>
                <a:lnTo>
                  <a:pt x="5467367" y="3927"/>
                </a:lnTo>
                <a:close/>
                <a:moveTo>
                  <a:pt x="5623460" y="51433"/>
                </a:moveTo>
                <a:cubicBezTo>
                  <a:pt x="5640351" y="51433"/>
                  <a:pt x="5652766" y="55085"/>
                  <a:pt x="5660705" y="62391"/>
                </a:cubicBezTo>
                <a:cubicBezTo>
                  <a:pt x="5668643" y="69696"/>
                  <a:pt x="5672613" y="80020"/>
                  <a:pt x="5672613" y="93364"/>
                </a:cubicBezTo>
                <a:lnTo>
                  <a:pt x="5672613" y="166079"/>
                </a:lnTo>
                <a:cubicBezTo>
                  <a:pt x="5672613" y="168782"/>
                  <a:pt x="5673373" y="170999"/>
                  <a:pt x="5674893" y="172730"/>
                </a:cubicBezTo>
                <a:cubicBezTo>
                  <a:pt x="5676413" y="174461"/>
                  <a:pt x="5678862" y="175327"/>
                  <a:pt x="5682241" y="175327"/>
                </a:cubicBezTo>
                <a:cubicBezTo>
                  <a:pt x="5683169" y="175327"/>
                  <a:pt x="5684056" y="175264"/>
                  <a:pt x="5684901" y="175137"/>
                </a:cubicBezTo>
                <a:cubicBezTo>
                  <a:pt x="5685745" y="175010"/>
                  <a:pt x="5686548" y="174736"/>
                  <a:pt x="5687308" y="174313"/>
                </a:cubicBezTo>
                <a:lnTo>
                  <a:pt x="5687308" y="188122"/>
                </a:lnTo>
                <a:cubicBezTo>
                  <a:pt x="5685281" y="188544"/>
                  <a:pt x="5683486" y="188818"/>
                  <a:pt x="5681924" y="188945"/>
                </a:cubicBezTo>
                <a:cubicBezTo>
                  <a:pt x="5680361" y="189072"/>
                  <a:pt x="5678693" y="189135"/>
                  <a:pt x="5676920" y="189135"/>
                </a:cubicBezTo>
                <a:cubicBezTo>
                  <a:pt x="5669826" y="189135"/>
                  <a:pt x="5664822" y="187425"/>
                  <a:pt x="5661908" y="184005"/>
                </a:cubicBezTo>
                <a:cubicBezTo>
                  <a:pt x="5658994" y="180584"/>
                  <a:pt x="5657538" y="174989"/>
                  <a:pt x="5657538" y="167219"/>
                </a:cubicBezTo>
                <a:lnTo>
                  <a:pt x="5657538" y="165826"/>
                </a:lnTo>
                <a:lnTo>
                  <a:pt x="5657031" y="165826"/>
                </a:lnTo>
                <a:cubicBezTo>
                  <a:pt x="5650359" y="175960"/>
                  <a:pt x="5643370" y="183033"/>
                  <a:pt x="5636065" y="187045"/>
                </a:cubicBezTo>
                <a:cubicBezTo>
                  <a:pt x="5628760" y="191057"/>
                  <a:pt x="5619533" y="193062"/>
                  <a:pt x="5608385" y="193062"/>
                </a:cubicBezTo>
                <a:cubicBezTo>
                  <a:pt x="5594788" y="193062"/>
                  <a:pt x="5583894" y="189663"/>
                  <a:pt x="5575702" y="182864"/>
                </a:cubicBezTo>
                <a:cubicBezTo>
                  <a:pt x="5567509" y="176066"/>
                  <a:pt x="5563413" y="166375"/>
                  <a:pt x="5563413" y="153791"/>
                </a:cubicBezTo>
                <a:cubicBezTo>
                  <a:pt x="5563413" y="140870"/>
                  <a:pt x="5567911" y="131136"/>
                  <a:pt x="5576905" y="124591"/>
                </a:cubicBezTo>
                <a:cubicBezTo>
                  <a:pt x="5585899" y="118046"/>
                  <a:pt x="5605978" y="113380"/>
                  <a:pt x="5637142" y="110593"/>
                </a:cubicBezTo>
                <a:cubicBezTo>
                  <a:pt x="5644236" y="110002"/>
                  <a:pt x="5649198" y="108376"/>
                  <a:pt x="5652027" y="105716"/>
                </a:cubicBezTo>
                <a:cubicBezTo>
                  <a:pt x="5654856" y="103055"/>
                  <a:pt x="5656271" y="98685"/>
                  <a:pt x="5656271" y="92604"/>
                </a:cubicBezTo>
                <a:cubicBezTo>
                  <a:pt x="5656271" y="83567"/>
                  <a:pt x="5653526" y="76727"/>
                  <a:pt x="5648037" y="72082"/>
                </a:cubicBezTo>
                <a:cubicBezTo>
                  <a:pt x="5642547" y="67437"/>
                  <a:pt x="5633637" y="65114"/>
                  <a:pt x="5621307" y="65114"/>
                </a:cubicBezTo>
                <a:cubicBezTo>
                  <a:pt x="5610074" y="65114"/>
                  <a:pt x="5601376" y="67774"/>
                  <a:pt x="5595210" y="73095"/>
                </a:cubicBezTo>
                <a:cubicBezTo>
                  <a:pt x="5589045" y="78416"/>
                  <a:pt x="5585794" y="86143"/>
                  <a:pt x="5585456" y="96278"/>
                </a:cubicBezTo>
                <a:lnTo>
                  <a:pt x="5569114" y="96278"/>
                </a:lnTo>
                <a:cubicBezTo>
                  <a:pt x="5569874" y="81583"/>
                  <a:pt x="5574920" y="70435"/>
                  <a:pt x="5584253" y="62834"/>
                </a:cubicBezTo>
                <a:cubicBezTo>
                  <a:pt x="5593585" y="55233"/>
                  <a:pt x="5606654" y="51433"/>
                  <a:pt x="5623460" y="51433"/>
                </a:cubicBezTo>
                <a:moveTo>
                  <a:pt x="5655764" y="115913"/>
                </a:moveTo>
                <a:cubicBezTo>
                  <a:pt x="5654075" y="118954"/>
                  <a:pt x="5648881" y="121065"/>
                  <a:pt x="5640182" y="122247"/>
                </a:cubicBezTo>
                <a:cubicBezTo>
                  <a:pt x="5631568" y="123430"/>
                  <a:pt x="5622025" y="124929"/>
                  <a:pt x="5611552" y="126745"/>
                </a:cubicBezTo>
                <a:cubicBezTo>
                  <a:pt x="5601080" y="128560"/>
                  <a:pt x="5593162" y="131537"/>
                  <a:pt x="5587800" y="135676"/>
                </a:cubicBezTo>
                <a:cubicBezTo>
                  <a:pt x="5582437" y="139814"/>
                  <a:pt x="5579755" y="145515"/>
                  <a:pt x="5579755" y="152778"/>
                </a:cubicBezTo>
                <a:cubicBezTo>
                  <a:pt x="5579755" y="160716"/>
                  <a:pt x="5582711" y="167114"/>
                  <a:pt x="5588623" y="171970"/>
                </a:cubicBezTo>
                <a:cubicBezTo>
                  <a:pt x="5594535" y="176826"/>
                  <a:pt x="5601545" y="179254"/>
                  <a:pt x="5609652" y="179254"/>
                </a:cubicBezTo>
                <a:cubicBezTo>
                  <a:pt x="5622996" y="179254"/>
                  <a:pt x="5634102" y="175285"/>
                  <a:pt x="5642969" y="167346"/>
                </a:cubicBezTo>
                <a:cubicBezTo>
                  <a:pt x="5651837" y="159407"/>
                  <a:pt x="5656271" y="149611"/>
                  <a:pt x="5656271" y="137956"/>
                </a:cubicBezTo>
                <a:lnTo>
                  <a:pt x="5656271" y="115913"/>
                </a:lnTo>
                <a:lnTo>
                  <a:pt x="5655764" y="115913"/>
                </a:lnTo>
                <a:close/>
                <a:moveTo>
                  <a:pt x="5714407" y="55233"/>
                </a:moveTo>
                <a:lnTo>
                  <a:pt x="5752538" y="106159"/>
                </a:lnTo>
                <a:lnTo>
                  <a:pt x="5789909" y="55233"/>
                </a:lnTo>
                <a:lnTo>
                  <a:pt x="5810304" y="55233"/>
                </a:lnTo>
                <a:lnTo>
                  <a:pt x="5762039" y="119334"/>
                </a:lnTo>
                <a:lnTo>
                  <a:pt x="5814232" y="189135"/>
                </a:lnTo>
                <a:lnTo>
                  <a:pt x="5793456" y="189135"/>
                </a:lnTo>
                <a:lnTo>
                  <a:pt x="5751398" y="132889"/>
                </a:lnTo>
                <a:lnTo>
                  <a:pt x="5710226" y="189135"/>
                </a:lnTo>
                <a:lnTo>
                  <a:pt x="5689957" y="189135"/>
                </a:lnTo>
                <a:lnTo>
                  <a:pt x="5741897" y="119587"/>
                </a:lnTo>
                <a:lnTo>
                  <a:pt x="5693884" y="55233"/>
                </a:lnTo>
                <a:lnTo>
                  <a:pt x="5714407" y="55233"/>
                </a:lnTo>
                <a:close/>
                <a:moveTo>
                  <a:pt x="5880418" y="51433"/>
                </a:moveTo>
                <a:cubicBezTo>
                  <a:pt x="5898575" y="51433"/>
                  <a:pt x="5912933" y="58020"/>
                  <a:pt x="5923489" y="71195"/>
                </a:cubicBezTo>
                <a:cubicBezTo>
                  <a:pt x="5934046" y="84370"/>
                  <a:pt x="5939325" y="101936"/>
                  <a:pt x="5939325" y="123894"/>
                </a:cubicBezTo>
                <a:lnTo>
                  <a:pt x="5939325" y="126555"/>
                </a:lnTo>
                <a:lnTo>
                  <a:pt x="5836333" y="126555"/>
                </a:lnTo>
                <a:cubicBezTo>
                  <a:pt x="5836586" y="142094"/>
                  <a:pt x="5840745" y="154762"/>
                  <a:pt x="5848811" y="164559"/>
                </a:cubicBezTo>
                <a:cubicBezTo>
                  <a:pt x="5856876" y="174356"/>
                  <a:pt x="5867412" y="179254"/>
                  <a:pt x="5880418" y="179254"/>
                </a:cubicBezTo>
                <a:cubicBezTo>
                  <a:pt x="5891312" y="179254"/>
                  <a:pt x="5900264" y="176446"/>
                  <a:pt x="5907274" y="170830"/>
                </a:cubicBezTo>
                <a:cubicBezTo>
                  <a:pt x="5914284" y="165214"/>
                  <a:pt x="5919351" y="156620"/>
                  <a:pt x="5922476" y="145050"/>
                </a:cubicBezTo>
                <a:lnTo>
                  <a:pt x="5938818" y="145050"/>
                </a:lnTo>
                <a:cubicBezTo>
                  <a:pt x="5935017" y="161181"/>
                  <a:pt x="5928345" y="173216"/>
                  <a:pt x="5918802" y="181154"/>
                </a:cubicBezTo>
                <a:cubicBezTo>
                  <a:pt x="5909259" y="189093"/>
                  <a:pt x="5896464" y="193062"/>
                  <a:pt x="5880418" y="193062"/>
                </a:cubicBezTo>
                <a:cubicBezTo>
                  <a:pt x="5861500" y="193062"/>
                  <a:pt x="5846699" y="186728"/>
                  <a:pt x="5836016" y="174060"/>
                </a:cubicBezTo>
                <a:cubicBezTo>
                  <a:pt x="5825332" y="161392"/>
                  <a:pt x="5819991" y="144121"/>
                  <a:pt x="5819991" y="122247"/>
                </a:cubicBezTo>
                <a:cubicBezTo>
                  <a:pt x="5819991" y="101472"/>
                  <a:pt x="5825354" y="84475"/>
                  <a:pt x="5836079" y="71258"/>
                </a:cubicBezTo>
                <a:cubicBezTo>
                  <a:pt x="5846805" y="58041"/>
                  <a:pt x="5861584" y="51433"/>
                  <a:pt x="5880418" y="51433"/>
                </a:cubicBezTo>
                <a:moveTo>
                  <a:pt x="5922983" y="112873"/>
                </a:moveTo>
                <a:cubicBezTo>
                  <a:pt x="5922560" y="99614"/>
                  <a:pt x="5918401" y="88339"/>
                  <a:pt x="5910505" y="79049"/>
                </a:cubicBezTo>
                <a:cubicBezTo>
                  <a:pt x="5902608" y="69759"/>
                  <a:pt x="5892495" y="65114"/>
                  <a:pt x="5880164" y="65114"/>
                </a:cubicBezTo>
                <a:cubicBezTo>
                  <a:pt x="5868594" y="65114"/>
                  <a:pt x="5858861" y="69421"/>
                  <a:pt x="5850964" y="78036"/>
                </a:cubicBezTo>
                <a:cubicBezTo>
                  <a:pt x="5843068" y="86650"/>
                  <a:pt x="5838191" y="98262"/>
                  <a:pt x="5836333" y="112873"/>
                </a:cubicBezTo>
                <a:lnTo>
                  <a:pt x="5922983" y="112873"/>
                </a:lnTo>
                <a:close/>
                <a:moveTo>
                  <a:pt x="6008861" y="51433"/>
                </a:moveTo>
                <a:cubicBezTo>
                  <a:pt x="6023387" y="51433"/>
                  <a:pt x="6034979" y="55149"/>
                  <a:pt x="6043635" y="62581"/>
                </a:cubicBezTo>
                <a:cubicBezTo>
                  <a:pt x="6052292" y="70013"/>
                  <a:pt x="6057042" y="80612"/>
                  <a:pt x="6057887" y="94378"/>
                </a:cubicBezTo>
                <a:lnTo>
                  <a:pt x="6041545" y="94378"/>
                </a:lnTo>
                <a:cubicBezTo>
                  <a:pt x="6041038" y="84919"/>
                  <a:pt x="6037597" y="77677"/>
                  <a:pt x="6031220" y="72652"/>
                </a:cubicBezTo>
                <a:cubicBezTo>
                  <a:pt x="6024844" y="67627"/>
                  <a:pt x="6016589" y="65114"/>
                  <a:pt x="6006454" y="65114"/>
                </a:cubicBezTo>
                <a:cubicBezTo>
                  <a:pt x="5996995" y="65114"/>
                  <a:pt x="5989352" y="67141"/>
                  <a:pt x="5983525" y="71195"/>
                </a:cubicBezTo>
                <a:cubicBezTo>
                  <a:pt x="5977698" y="75249"/>
                  <a:pt x="5974784" y="80907"/>
                  <a:pt x="5974784" y="88170"/>
                </a:cubicBezTo>
                <a:cubicBezTo>
                  <a:pt x="5974784" y="93913"/>
                  <a:pt x="5977381" y="98664"/>
                  <a:pt x="5982575" y="102422"/>
                </a:cubicBezTo>
                <a:cubicBezTo>
                  <a:pt x="5987769" y="106180"/>
                  <a:pt x="5994462" y="108988"/>
                  <a:pt x="6002654" y="110846"/>
                </a:cubicBezTo>
                <a:lnTo>
                  <a:pt x="6030650" y="117054"/>
                </a:lnTo>
                <a:cubicBezTo>
                  <a:pt x="6039856" y="119165"/>
                  <a:pt x="6047478" y="123303"/>
                  <a:pt x="6053516" y="129468"/>
                </a:cubicBezTo>
                <a:cubicBezTo>
                  <a:pt x="6059555" y="135633"/>
                  <a:pt x="6062574" y="143403"/>
                  <a:pt x="6062574" y="152778"/>
                </a:cubicBezTo>
                <a:cubicBezTo>
                  <a:pt x="6062574" y="165277"/>
                  <a:pt x="6057443" y="175116"/>
                  <a:pt x="6047182" y="182294"/>
                </a:cubicBezTo>
                <a:cubicBezTo>
                  <a:pt x="6036921" y="189473"/>
                  <a:pt x="6024105" y="193062"/>
                  <a:pt x="6008734" y="193062"/>
                </a:cubicBezTo>
                <a:cubicBezTo>
                  <a:pt x="5992181" y="193062"/>
                  <a:pt x="5979218" y="189093"/>
                  <a:pt x="5969843" y="181154"/>
                </a:cubicBezTo>
                <a:cubicBezTo>
                  <a:pt x="5960469" y="173216"/>
                  <a:pt x="5955106" y="161434"/>
                  <a:pt x="5953755" y="145810"/>
                </a:cubicBezTo>
                <a:lnTo>
                  <a:pt x="5970223" y="145810"/>
                </a:lnTo>
                <a:cubicBezTo>
                  <a:pt x="5970815" y="156367"/>
                  <a:pt x="5974678" y="164580"/>
                  <a:pt x="5981815" y="170450"/>
                </a:cubicBezTo>
                <a:cubicBezTo>
                  <a:pt x="5988951" y="176319"/>
                  <a:pt x="5998220" y="179254"/>
                  <a:pt x="6009621" y="179254"/>
                </a:cubicBezTo>
                <a:cubicBezTo>
                  <a:pt x="6019756" y="179254"/>
                  <a:pt x="6028391" y="176974"/>
                  <a:pt x="6035528" y="172413"/>
                </a:cubicBezTo>
                <a:cubicBezTo>
                  <a:pt x="6042664" y="167853"/>
                  <a:pt x="6046232" y="161645"/>
                  <a:pt x="6046232" y="153791"/>
                </a:cubicBezTo>
                <a:cubicBezTo>
                  <a:pt x="6046232" y="147795"/>
                  <a:pt x="6043931" y="142812"/>
                  <a:pt x="6039328" y="138843"/>
                </a:cubicBezTo>
                <a:cubicBezTo>
                  <a:pt x="6034725" y="134873"/>
                  <a:pt x="6027061" y="131706"/>
                  <a:pt x="6016335" y="129342"/>
                </a:cubicBezTo>
                <a:lnTo>
                  <a:pt x="5995813" y="124781"/>
                </a:lnTo>
                <a:cubicBezTo>
                  <a:pt x="5984074" y="122247"/>
                  <a:pt x="5974911" y="118151"/>
                  <a:pt x="5968323" y="112493"/>
                </a:cubicBezTo>
                <a:cubicBezTo>
                  <a:pt x="5961736" y="106835"/>
                  <a:pt x="5958442" y="98980"/>
                  <a:pt x="5958442" y="88930"/>
                </a:cubicBezTo>
                <a:cubicBezTo>
                  <a:pt x="5958442" y="77360"/>
                  <a:pt x="5963171" y="68218"/>
                  <a:pt x="5972630" y="61504"/>
                </a:cubicBezTo>
                <a:cubicBezTo>
                  <a:pt x="5982089" y="54790"/>
                  <a:pt x="5994166" y="51433"/>
                  <a:pt x="6008861" y="51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DDB2F-FE72-4650-97AC-22F0D41C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9" y="7597932"/>
            <a:ext cx="869160" cy="23350"/>
          </a:xfrm>
          <a:custGeom xmlns:a="http://schemas.openxmlformats.org/drawingml/2006/main">
            <a:pathLst>
              <a:path w="869160" h="23350">
                <a:moveTo>
                  <a:pt x="0" y="0"/>
                </a:moveTo>
                <a:lnTo>
                  <a:pt x="869160" y="0"/>
                </a:lnTo>
                <a:lnTo>
                  <a:pt x="869160" y="23350"/>
                </a:lnTo>
                <a:lnTo>
                  <a:pt x="0" y="2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2D4DD-E332-4A8B-9C24-0528848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807" y="6666257"/>
            <a:ext cx="3208313" cy="716363"/>
          </a:xfrm>
          <a:custGeom xmlns:a="http://schemas.openxmlformats.org/drawingml/2006/main">
            <a:pathLst>
              <a:path w="3208313" h="716363">
                <a:moveTo>
                  <a:pt x="0" y="0"/>
                </a:moveTo>
                <a:lnTo>
                  <a:pt x="3208313" y="0"/>
                </a:lnTo>
                <a:lnTo>
                  <a:pt x="3208313" y="716363"/>
                </a:lnTo>
                <a:lnTo>
                  <a:pt x="0" y="7163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⋮">
            <a:extLst xmlns:a="http://schemas.openxmlformats.org/drawingml/2006/main">
              <a:ext uri="{FF2B5EF4-FFF2-40B4-BE49-F238E27FC236}">
                <a16:creationId xmlns:a16="http://schemas.microsoft.com/office/drawing/2014/main" id="{1DCC4E95-4529-4E38-9896-8FD36ABE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268" y="6921536"/>
            <a:ext cx="32656" cy="186137"/>
          </a:xfrm>
          <a:custGeom xmlns:a="http://schemas.openxmlformats.org/drawingml/2006/main">
            <a:pathLst>
              <a:path w="32656" h="186137">
                <a:moveTo>
                  <a:pt x="4898" y="104498"/>
                </a:moveTo>
                <a:cubicBezTo>
                  <a:pt x="1633" y="101232"/>
                  <a:pt x="0" y="97423"/>
                  <a:pt x="0" y="93069"/>
                </a:cubicBezTo>
                <a:cubicBezTo>
                  <a:pt x="0" y="88714"/>
                  <a:pt x="1633" y="84905"/>
                  <a:pt x="4898" y="81639"/>
                </a:cubicBezTo>
                <a:cubicBezTo>
                  <a:pt x="8164" y="78374"/>
                  <a:pt x="11974" y="76741"/>
                  <a:pt x="16328" y="76741"/>
                </a:cubicBezTo>
                <a:cubicBezTo>
                  <a:pt x="20682" y="76741"/>
                  <a:pt x="24492" y="78374"/>
                  <a:pt x="27757" y="81639"/>
                </a:cubicBezTo>
                <a:cubicBezTo>
                  <a:pt x="31023" y="84905"/>
                  <a:pt x="32656" y="88714"/>
                  <a:pt x="32656" y="93069"/>
                </a:cubicBezTo>
                <a:cubicBezTo>
                  <a:pt x="32656" y="97423"/>
                  <a:pt x="31023" y="101232"/>
                  <a:pt x="27757" y="104498"/>
                </a:cubicBezTo>
                <a:cubicBezTo>
                  <a:pt x="24492" y="107764"/>
                  <a:pt x="20682" y="109396"/>
                  <a:pt x="16328" y="109396"/>
                </a:cubicBezTo>
                <a:cubicBezTo>
                  <a:pt x="11974" y="109396"/>
                  <a:pt x="8164" y="107764"/>
                  <a:pt x="4898" y="104498"/>
                </a:cubicBezTo>
                <a:moveTo>
                  <a:pt x="4898" y="27757"/>
                </a:moveTo>
                <a:cubicBezTo>
                  <a:pt x="1633" y="24492"/>
                  <a:pt x="0" y="20682"/>
                  <a:pt x="0" y="16328"/>
                </a:cubicBezTo>
                <a:cubicBezTo>
                  <a:pt x="0" y="11974"/>
                  <a:pt x="1633" y="8164"/>
                  <a:pt x="4898" y="4898"/>
                </a:cubicBezTo>
                <a:cubicBezTo>
                  <a:pt x="8164" y="1633"/>
                  <a:pt x="11974" y="0"/>
                  <a:pt x="16328" y="0"/>
                </a:cubicBezTo>
                <a:cubicBezTo>
                  <a:pt x="20682" y="0"/>
                  <a:pt x="24492" y="1633"/>
                  <a:pt x="27757" y="4898"/>
                </a:cubicBezTo>
                <a:cubicBezTo>
                  <a:pt x="31023" y="8164"/>
                  <a:pt x="32656" y="11974"/>
                  <a:pt x="32656" y="16328"/>
                </a:cubicBezTo>
                <a:cubicBezTo>
                  <a:pt x="32656" y="20682"/>
                  <a:pt x="31023" y="24492"/>
                  <a:pt x="27757" y="27757"/>
                </a:cubicBezTo>
                <a:cubicBezTo>
                  <a:pt x="24492" y="31023"/>
                  <a:pt x="20682" y="32656"/>
                  <a:pt x="16328" y="32656"/>
                </a:cubicBezTo>
                <a:cubicBezTo>
                  <a:pt x="11974" y="32656"/>
                  <a:pt x="8164" y="31023"/>
                  <a:pt x="4898" y="27757"/>
                </a:cubicBezTo>
                <a:moveTo>
                  <a:pt x="4898" y="181239"/>
                </a:moveTo>
                <a:cubicBezTo>
                  <a:pt x="1633" y="177973"/>
                  <a:pt x="0" y="174163"/>
                  <a:pt x="0" y="169809"/>
                </a:cubicBezTo>
                <a:cubicBezTo>
                  <a:pt x="0" y="165455"/>
                  <a:pt x="1633" y="161645"/>
                  <a:pt x="4898" y="158380"/>
                </a:cubicBezTo>
                <a:cubicBezTo>
                  <a:pt x="8164" y="155114"/>
                  <a:pt x="11974" y="153481"/>
                  <a:pt x="16328" y="153481"/>
                </a:cubicBezTo>
                <a:cubicBezTo>
                  <a:pt x="20682" y="153481"/>
                  <a:pt x="24492" y="155114"/>
                  <a:pt x="27757" y="158380"/>
                </a:cubicBezTo>
                <a:cubicBezTo>
                  <a:pt x="31023" y="161645"/>
                  <a:pt x="32656" y="165455"/>
                  <a:pt x="32656" y="169809"/>
                </a:cubicBezTo>
                <a:cubicBezTo>
                  <a:pt x="32656" y="174163"/>
                  <a:pt x="31023" y="177973"/>
                  <a:pt x="27757" y="181239"/>
                </a:cubicBezTo>
                <a:cubicBezTo>
                  <a:pt x="24492" y="184504"/>
                  <a:pt x="20682" y="186137"/>
                  <a:pt x="16328" y="186137"/>
                </a:cubicBezTo>
                <a:cubicBezTo>
                  <a:pt x="11974" y="186137"/>
                  <a:pt x="8164" y="184504"/>
                  <a:pt x="4898" y="1812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D07A1-6D1F-4848-8414-B3BDE1AC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2927878"/>
            <a:ext cx="774244" cy="10"/>
          </a:xfrm>
          <a:custGeom xmlns:a="http://schemas.openxmlformats.org/drawingml/2006/main">
            <a:pathLst>
              <a:path w="774244" h="1">
                <a:moveTo>
                  <a:pt x="0" y="0"/>
                </a:moveTo>
                <a:lnTo>
                  <a:pt x="77424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65A0E-5F35-4D47-995F-8D3E3589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2927878"/>
            <a:ext cx="709383" cy="10"/>
          </a:xfrm>
          <a:custGeom xmlns:a="http://schemas.openxmlformats.org/drawingml/2006/main">
            <a:pathLst>
              <a:path w="709383" h="1" fill="none">
                <a:moveTo>
                  <a:pt x="0" y="0"/>
                </a:moveTo>
                <a:lnTo>
                  <a:pt x="7093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011DE-2263-4B8E-A42C-D82EE86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2910023"/>
            <a:ext cx="49058" cy="35711"/>
          </a:xfrm>
          <a:custGeom xmlns:a="http://schemas.openxmlformats.org/drawingml/2006/main">
            <a:pathLst>
              <a:path w="49058" h="35711">
                <a:moveTo>
                  <a:pt x="0" y="35711"/>
                </a:moveTo>
                <a:lnTo>
                  <a:pt x="0" y="0"/>
                </a:lnTo>
                <a:lnTo>
                  <a:pt x="49058" y="17855"/>
                </a:lnTo>
                <a:lnTo>
                  <a:pt x="0" y="35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27C00-EC69-4551-8BBF-D6DDF78A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2910023"/>
            <a:ext cx="49058" cy="35711"/>
          </a:xfrm>
          <a:custGeom xmlns:a="http://schemas.openxmlformats.org/drawingml/2006/main">
            <a:pathLst>
              <a:path w="49058" h="35711" fill="none">
                <a:moveTo>
                  <a:pt x="0" y="35711"/>
                </a:moveTo>
                <a:lnTo>
                  <a:pt x="49058" y="17855"/>
                </a:lnTo>
                <a:lnTo>
                  <a:pt x="0" y="0"/>
                </a:lnTo>
                <a:lnTo>
                  <a:pt x="0" y="35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2FBC0-156F-40E9-8B69-1FCFF7C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2408992"/>
            <a:ext cx="774244" cy="10"/>
          </a:xfrm>
          <a:custGeom xmlns:a="http://schemas.openxmlformats.org/drawingml/2006/main">
            <a:pathLst>
              <a:path w="774244" h="1">
                <a:moveTo>
                  <a:pt x="0" y="0"/>
                </a:moveTo>
                <a:lnTo>
                  <a:pt x="77424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8CC94-AD68-47D7-B807-EF443576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2408992"/>
            <a:ext cx="709383" cy="10"/>
          </a:xfrm>
          <a:custGeom xmlns:a="http://schemas.openxmlformats.org/drawingml/2006/main">
            <a:pathLst>
              <a:path w="709383" h="1" fill="none">
                <a:moveTo>
                  <a:pt x="0" y="0"/>
                </a:moveTo>
                <a:lnTo>
                  <a:pt x="7093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96F33-5155-4FA7-B1BE-E3203E19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2391136"/>
            <a:ext cx="49058" cy="35711"/>
          </a:xfrm>
          <a:custGeom xmlns:a="http://schemas.openxmlformats.org/drawingml/2006/main">
            <a:pathLst>
              <a:path w="49058" h="35711">
                <a:moveTo>
                  <a:pt x="0" y="35711"/>
                </a:moveTo>
                <a:lnTo>
                  <a:pt x="0" y="0"/>
                </a:lnTo>
                <a:lnTo>
                  <a:pt x="49058" y="17855"/>
                </a:lnTo>
                <a:lnTo>
                  <a:pt x="0" y="35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07B0A-A525-4A13-98D1-DA2CAF7B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2391136"/>
            <a:ext cx="49058" cy="35711"/>
          </a:xfrm>
          <a:custGeom xmlns:a="http://schemas.openxmlformats.org/drawingml/2006/main">
            <a:pathLst>
              <a:path w="49058" h="35711" fill="none">
                <a:moveTo>
                  <a:pt x="0" y="35711"/>
                </a:moveTo>
                <a:lnTo>
                  <a:pt x="49058" y="17855"/>
                </a:lnTo>
                <a:lnTo>
                  <a:pt x="0" y="0"/>
                </a:lnTo>
                <a:lnTo>
                  <a:pt x="0" y="35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3476F-6C30-4E9D-8FD8-3379D242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1025294"/>
            <a:ext cx="774244" cy="10"/>
          </a:xfrm>
          <a:custGeom xmlns:a="http://schemas.openxmlformats.org/drawingml/2006/main">
            <a:pathLst>
              <a:path w="774244" h="1">
                <a:moveTo>
                  <a:pt x="0" y="0"/>
                </a:moveTo>
                <a:lnTo>
                  <a:pt x="77424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75702-3D63-491E-BB33-76D6B342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1025294"/>
            <a:ext cx="709383" cy="10"/>
          </a:xfrm>
          <a:custGeom xmlns:a="http://schemas.openxmlformats.org/drawingml/2006/main">
            <a:pathLst>
              <a:path w="709383" h="1" fill="none">
                <a:moveTo>
                  <a:pt x="0" y="0"/>
                </a:moveTo>
                <a:lnTo>
                  <a:pt x="7093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9D543-06AB-4FA0-9734-C5C1F327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1007438"/>
            <a:ext cx="49058" cy="35711"/>
          </a:xfrm>
          <a:custGeom xmlns:a="http://schemas.openxmlformats.org/drawingml/2006/main">
            <a:pathLst>
              <a:path w="49058" h="35711">
                <a:moveTo>
                  <a:pt x="0" y="35711"/>
                </a:moveTo>
                <a:lnTo>
                  <a:pt x="0" y="0"/>
                </a:lnTo>
                <a:lnTo>
                  <a:pt x="49058" y="17855"/>
                </a:lnTo>
                <a:lnTo>
                  <a:pt x="0" y="35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A63B1-84B9-455D-9D01-B5F44B6F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1007438"/>
            <a:ext cx="49058" cy="35711"/>
          </a:xfrm>
          <a:custGeom xmlns:a="http://schemas.openxmlformats.org/drawingml/2006/main">
            <a:pathLst>
              <a:path w="49058" h="35711" fill="none">
                <a:moveTo>
                  <a:pt x="0" y="35711"/>
                </a:moveTo>
                <a:lnTo>
                  <a:pt x="49058" y="17855"/>
                </a:lnTo>
                <a:lnTo>
                  <a:pt x="0" y="0"/>
                </a:lnTo>
                <a:lnTo>
                  <a:pt x="0" y="35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D518C-4E7B-46A7-9A25-0374C920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7978398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1BD10-DCB6-4D16-A7C6-2259F3C1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7978398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6FE3E-5595-47F9-8560-78302B9F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7978398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383F2-54AD-406A-A783-6F5943F9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7978398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F7D1D-05E2-4090-B4F2-7B13171E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797300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F8226-9AD3-42CE-ABEB-AE6B6997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797300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4D2DC-3163-40B3-894A-4710D4C3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797300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C917B-B376-4B9E-BE20-4755DE48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797300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530D7-C283-4E70-A71E-0F9145B2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60" y="797300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40A84-2CC3-40BB-9FB3-DD95A305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7978398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F4EEC-631B-4750-9CAA-D42BC263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8428054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162" name="Text ✓✓✓✓">
            <a:extLst xmlns:a="http://schemas.openxmlformats.org/drawingml/2006/main">
              <a:ext uri="{FF2B5EF4-FFF2-40B4-BE49-F238E27FC236}">
                <a16:creationId xmlns:a16="http://schemas.microsoft.com/office/drawing/2014/main" id="{06197E60-107D-4E90-B94B-B9B0401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549" y="8122795"/>
            <a:ext cx="1439881" cy="147926"/>
          </a:xfrm>
          <a:custGeom xmlns:a="http://schemas.openxmlformats.org/drawingml/2006/main">
            <a:pathLst>
              <a:path w="1439881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  <a:moveTo>
                  <a:pt x="435293" y="107201"/>
                </a:moveTo>
                <a:cubicBezTo>
                  <a:pt x="435293" y="105099"/>
                  <a:pt x="435031" y="103259"/>
                  <a:pt x="434505" y="101683"/>
                </a:cubicBezTo>
                <a:cubicBezTo>
                  <a:pt x="434505" y="96953"/>
                  <a:pt x="437658" y="92749"/>
                  <a:pt x="443964" y="89071"/>
                </a:cubicBezTo>
                <a:cubicBezTo>
                  <a:pt x="448168" y="86969"/>
                  <a:pt x="451321" y="85918"/>
                  <a:pt x="453423" y="85918"/>
                </a:cubicBezTo>
                <a:cubicBezTo>
                  <a:pt x="456050" y="86444"/>
                  <a:pt x="457890" y="88020"/>
                  <a:pt x="458941" y="90648"/>
                </a:cubicBezTo>
                <a:cubicBezTo>
                  <a:pt x="462094" y="98004"/>
                  <a:pt x="464196" y="102997"/>
                  <a:pt x="465246" y="105624"/>
                </a:cubicBezTo>
                <a:cubicBezTo>
                  <a:pt x="466297" y="107726"/>
                  <a:pt x="467348" y="108777"/>
                  <a:pt x="468399" y="108777"/>
                </a:cubicBezTo>
                <a:cubicBezTo>
                  <a:pt x="469450" y="108777"/>
                  <a:pt x="470501" y="107989"/>
                  <a:pt x="471552" y="106412"/>
                </a:cubicBezTo>
                <a:cubicBezTo>
                  <a:pt x="489419" y="74883"/>
                  <a:pt x="505447" y="50447"/>
                  <a:pt x="519635" y="33106"/>
                </a:cubicBezTo>
                <a:cubicBezTo>
                  <a:pt x="530670" y="19969"/>
                  <a:pt x="537502" y="12349"/>
                  <a:pt x="540129" y="10247"/>
                </a:cubicBezTo>
                <a:cubicBezTo>
                  <a:pt x="548537" y="3941"/>
                  <a:pt x="558521" y="525"/>
                  <a:pt x="570082" y="0"/>
                </a:cubicBezTo>
                <a:lnTo>
                  <a:pt x="570871" y="3941"/>
                </a:lnTo>
                <a:cubicBezTo>
                  <a:pt x="561937" y="12875"/>
                  <a:pt x="546435" y="32843"/>
                  <a:pt x="524364" y="63847"/>
                </a:cubicBezTo>
                <a:cubicBezTo>
                  <a:pt x="502819" y="94851"/>
                  <a:pt x="487317" y="119287"/>
                  <a:pt x="477858" y="137154"/>
                </a:cubicBezTo>
                <a:cubicBezTo>
                  <a:pt x="475756" y="141883"/>
                  <a:pt x="473129" y="144773"/>
                  <a:pt x="469976" y="145824"/>
                </a:cubicBezTo>
                <a:cubicBezTo>
                  <a:pt x="468399" y="147401"/>
                  <a:pt x="464984" y="147926"/>
                  <a:pt x="459729" y="147401"/>
                </a:cubicBezTo>
                <a:cubicBezTo>
                  <a:pt x="456050" y="147926"/>
                  <a:pt x="453423" y="147401"/>
                  <a:pt x="451846" y="145824"/>
                </a:cubicBezTo>
                <a:cubicBezTo>
                  <a:pt x="450270" y="144773"/>
                  <a:pt x="448693" y="142671"/>
                  <a:pt x="447117" y="139518"/>
                </a:cubicBezTo>
                <a:cubicBezTo>
                  <a:pt x="441862" y="126907"/>
                  <a:pt x="437921" y="116134"/>
                  <a:pt x="435293" y="107201"/>
                </a:cubicBezTo>
                <a:close/>
                <a:moveTo>
                  <a:pt x="869799" y="107201"/>
                </a:moveTo>
                <a:cubicBezTo>
                  <a:pt x="869799" y="105099"/>
                  <a:pt x="869536" y="103259"/>
                  <a:pt x="869010" y="101683"/>
                </a:cubicBezTo>
                <a:cubicBezTo>
                  <a:pt x="869010" y="96953"/>
                  <a:pt x="872163" y="92749"/>
                  <a:pt x="878469" y="89071"/>
                </a:cubicBezTo>
                <a:cubicBezTo>
                  <a:pt x="882673" y="86969"/>
                  <a:pt x="885826" y="85918"/>
                  <a:pt x="887928" y="85918"/>
                </a:cubicBezTo>
                <a:cubicBezTo>
                  <a:pt x="890556" y="86444"/>
                  <a:pt x="892395" y="88020"/>
                  <a:pt x="893446" y="90648"/>
                </a:cubicBezTo>
                <a:cubicBezTo>
                  <a:pt x="896599" y="98004"/>
                  <a:pt x="898701" y="102997"/>
                  <a:pt x="899752" y="105624"/>
                </a:cubicBezTo>
                <a:cubicBezTo>
                  <a:pt x="900803" y="107726"/>
                  <a:pt x="901854" y="108777"/>
                  <a:pt x="902905" y="108777"/>
                </a:cubicBezTo>
                <a:cubicBezTo>
                  <a:pt x="903956" y="108777"/>
                  <a:pt x="905007" y="107989"/>
                  <a:pt x="906058" y="106412"/>
                </a:cubicBezTo>
                <a:cubicBezTo>
                  <a:pt x="923924" y="74883"/>
                  <a:pt x="939952" y="50447"/>
                  <a:pt x="954140" y="33106"/>
                </a:cubicBezTo>
                <a:cubicBezTo>
                  <a:pt x="965176" y="19969"/>
                  <a:pt x="972007" y="12349"/>
                  <a:pt x="974634" y="10247"/>
                </a:cubicBezTo>
                <a:cubicBezTo>
                  <a:pt x="983042" y="3941"/>
                  <a:pt x="993027" y="525"/>
                  <a:pt x="1004587" y="0"/>
                </a:cubicBezTo>
                <a:lnTo>
                  <a:pt x="1005376" y="3941"/>
                </a:lnTo>
                <a:cubicBezTo>
                  <a:pt x="996442" y="12875"/>
                  <a:pt x="980940" y="32843"/>
                  <a:pt x="958870" y="63847"/>
                </a:cubicBezTo>
                <a:cubicBezTo>
                  <a:pt x="937324" y="94851"/>
                  <a:pt x="921822" y="119287"/>
                  <a:pt x="912363" y="137154"/>
                </a:cubicBezTo>
                <a:cubicBezTo>
                  <a:pt x="910262" y="141883"/>
                  <a:pt x="907634" y="144773"/>
                  <a:pt x="904481" y="145824"/>
                </a:cubicBezTo>
                <a:cubicBezTo>
                  <a:pt x="902905" y="147401"/>
                  <a:pt x="899489" y="147926"/>
                  <a:pt x="894234" y="147401"/>
                </a:cubicBezTo>
                <a:cubicBezTo>
                  <a:pt x="890556" y="147926"/>
                  <a:pt x="887928" y="147401"/>
                  <a:pt x="886352" y="145824"/>
                </a:cubicBezTo>
                <a:cubicBezTo>
                  <a:pt x="884775" y="144773"/>
                  <a:pt x="883199" y="142671"/>
                  <a:pt x="881622" y="139518"/>
                </a:cubicBezTo>
                <a:cubicBezTo>
                  <a:pt x="876367" y="126907"/>
                  <a:pt x="872426" y="116134"/>
                  <a:pt x="869799" y="107201"/>
                </a:cubicBezTo>
                <a:close/>
                <a:moveTo>
                  <a:pt x="1304303" y="107201"/>
                </a:moveTo>
                <a:cubicBezTo>
                  <a:pt x="1304303" y="105099"/>
                  <a:pt x="1304041" y="103259"/>
                  <a:pt x="1303515" y="101683"/>
                </a:cubicBezTo>
                <a:cubicBezTo>
                  <a:pt x="1303515" y="96953"/>
                  <a:pt x="1306668" y="92749"/>
                  <a:pt x="1312974" y="89071"/>
                </a:cubicBezTo>
                <a:cubicBezTo>
                  <a:pt x="1317178" y="86969"/>
                  <a:pt x="1320331" y="85918"/>
                  <a:pt x="1322433" y="85918"/>
                </a:cubicBezTo>
                <a:cubicBezTo>
                  <a:pt x="1325060" y="86444"/>
                  <a:pt x="1326900" y="88020"/>
                  <a:pt x="1327951" y="90648"/>
                </a:cubicBezTo>
                <a:cubicBezTo>
                  <a:pt x="1331104" y="98004"/>
                  <a:pt x="1333206" y="102997"/>
                  <a:pt x="1334257" y="105624"/>
                </a:cubicBezTo>
                <a:cubicBezTo>
                  <a:pt x="1335308" y="107726"/>
                  <a:pt x="1336359" y="108777"/>
                  <a:pt x="1337409" y="108777"/>
                </a:cubicBezTo>
                <a:cubicBezTo>
                  <a:pt x="1338460" y="108777"/>
                  <a:pt x="1339511" y="107989"/>
                  <a:pt x="1340562" y="106412"/>
                </a:cubicBezTo>
                <a:cubicBezTo>
                  <a:pt x="1358429" y="74883"/>
                  <a:pt x="1374457" y="50447"/>
                  <a:pt x="1388645" y="33106"/>
                </a:cubicBezTo>
                <a:cubicBezTo>
                  <a:pt x="1399680" y="19969"/>
                  <a:pt x="1406512" y="12349"/>
                  <a:pt x="1409139" y="10247"/>
                </a:cubicBezTo>
                <a:cubicBezTo>
                  <a:pt x="1417547" y="3941"/>
                  <a:pt x="1427532" y="525"/>
                  <a:pt x="1439092" y="0"/>
                </a:cubicBezTo>
                <a:lnTo>
                  <a:pt x="1439881" y="3941"/>
                </a:lnTo>
                <a:cubicBezTo>
                  <a:pt x="1430947" y="12875"/>
                  <a:pt x="1415445" y="32843"/>
                  <a:pt x="1393374" y="63847"/>
                </a:cubicBezTo>
                <a:cubicBezTo>
                  <a:pt x="1371829" y="94851"/>
                  <a:pt x="1356327" y="119287"/>
                  <a:pt x="1346868" y="137154"/>
                </a:cubicBezTo>
                <a:cubicBezTo>
                  <a:pt x="1344766" y="141883"/>
                  <a:pt x="1342139" y="144773"/>
                  <a:pt x="1338986" y="145824"/>
                </a:cubicBezTo>
                <a:cubicBezTo>
                  <a:pt x="1337409" y="147401"/>
                  <a:pt x="1333994" y="147926"/>
                  <a:pt x="1328739" y="147401"/>
                </a:cubicBezTo>
                <a:cubicBezTo>
                  <a:pt x="1325060" y="147926"/>
                  <a:pt x="1322433" y="147401"/>
                  <a:pt x="1320856" y="145824"/>
                </a:cubicBezTo>
                <a:cubicBezTo>
                  <a:pt x="1319280" y="144773"/>
                  <a:pt x="1317704" y="142671"/>
                  <a:pt x="1316127" y="139518"/>
                </a:cubicBezTo>
                <a:cubicBezTo>
                  <a:pt x="1310872" y="126907"/>
                  <a:pt x="1306931" y="116134"/>
                  <a:pt x="1304303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8B682-69B0-4675-9DB3-34E8C0B3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0" y="7941229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Q">
            <a:extLst xmlns:a="http://schemas.openxmlformats.org/drawingml/2006/main">
              <a:ext uri="{FF2B5EF4-FFF2-40B4-BE49-F238E27FC236}">
                <a16:creationId xmlns:a16="http://schemas.microsoft.com/office/drawing/2014/main" id="{93185926-DD91-46BC-9243-02F6290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03" y="8091792"/>
            <a:ext cx="155171" cy="178705"/>
          </a:xfrm>
          <a:custGeom xmlns:a="http://schemas.openxmlformats.org/drawingml/2006/main">
            <a:pathLst>
              <a:path w="155171" h="178705">
                <a:moveTo>
                  <a:pt x="77698" y="0"/>
                </a:moveTo>
                <a:cubicBezTo>
                  <a:pt x="101345" y="0"/>
                  <a:pt x="120169" y="8070"/>
                  <a:pt x="134170" y="24210"/>
                </a:cubicBezTo>
                <a:cubicBezTo>
                  <a:pt x="148170" y="40350"/>
                  <a:pt x="155171" y="60882"/>
                  <a:pt x="155171" y="85805"/>
                </a:cubicBezTo>
                <a:cubicBezTo>
                  <a:pt x="155171" y="99243"/>
                  <a:pt x="152956" y="111630"/>
                  <a:pt x="148527" y="122965"/>
                </a:cubicBezTo>
                <a:cubicBezTo>
                  <a:pt x="144098" y="134301"/>
                  <a:pt x="138017" y="143647"/>
                  <a:pt x="130285" y="151004"/>
                </a:cubicBezTo>
                <a:lnTo>
                  <a:pt x="153819" y="169021"/>
                </a:lnTo>
                <a:lnTo>
                  <a:pt x="145937" y="178705"/>
                </a:lnTo>
                <a:lnTo>
                  <a:pt x="120375" y="159337"/>
                </a:lnTo>
                <a:cubicBezTo>
                  <a:pt x="114670" y="163391"/>
                  <a:pt x="108289" y="166450"/>
                  <a:pt x="101232" y="168514"/>
                </a:cubicBezTo>
                <a:cubicBezTo>
                  <a:pt x="94176" y="170579"/>
                  <a:pt x="86331" y="171611"/>
                  <a:pt x="77698" y="171611"/>
                </a:cubicBezTo>
                <a:cubicBezTo>
                  <a:pt x="54051" y="171611"/>
                  <a:pt x="35189" y="163597"/>
                  <a:pt x="21114" y="147570"/>
                </a:cubicBezTo>
                <a:cubicBezTo>
                  <a:pt x="7038" y="131542"/>
                  <a:pt x="0" y="110954"/>
                  <a:pt x="0" y="85805"/>
                </a:cubicBezTo>
                <a:cubicBezTo>
                  <a:pt x="0" y="60657"/>
                  <a:pt x="7038" y="40069"/>
                  <a:pt x="21114" y="24041"/>
                </a:cubicBezTo>
                <a:cubicBezTo>
                  <a:pt x="35189" y="8014"/>
                  <a:pt x="54051" y="0"/>
                  <a:pt x="77698" y="0"/>
                </a:cubicBezTo>
                <a:moveTo>
                  <a:pt x="15652" y="85805"/>
                </a:moveTo>
                <a:cubicBezTo>
                  <a:pt x="15652" y="106525"/>
                  <a:pt x="21114" y="123772"/>
                  <a:pt x="32036" y="137548"/>
                </a:cubicBezTo>
                <a:cubicBezTo>
                  <a:pt x="42959" y="151323"/>
                  <a:pt x="58180" y="158211"/>
                  <a:pt x="77698" y="158211"/>
                </a:cubicBezTo>
                <a:cubicBezTo>
                  <a:pt x="83553" y="158211"/>
                  <a:pt x="88996" y="157535"/>
                  <a:pt x="94026" y="156184"/>
                </a:cubicBezTo>
                <a:cubicBezTo>
                  <a:pt x="99055" y="154833"/>
                  <a:pt x="103747" y="152806"/>
                  <a:pt x="108101" y="150103"/>
                </a:cubicBezTo>
                <a:lnTo>
                  <a:pt x="86481" y="133775"/>
                </a:lnTo>
                <a:lnTo>
                  <a:pt x="94476" y="123866"/>
                </a:lnTo>
                <a:lnTo>
                  <a:pt x="118461" y="142108"/>
                </a:lnTo>
                <a:cubicBezTo>
                  <a:pt x="125518" y="135352"/>
                  <a:pt x="130791" y="127094"/>
                  <a:pt x="134282" y="117335"/>
                </a:cubicBezTo>
                <a:cubicBezTo>
                  <a:pt x="137773" y="107576"/>
                  <a:pt x="139518" y="97066"/>
                  <a:pt x="139518" y="85805"/>
                </a:cubicBezTo>
                <a:cubicBezTo>
                  <a:pt x="139518" y="65161"/>
                  <a:pt x="134076" y="47932"/>
                  <a:pt x="123191" y="34119"/>
                </a:cubicBezTo>
                <a:cubicBezTo>
                  <a:pt x="112305" y="20307"/>
                  <a:pt x="97066" y="13400"/>
                  <a:pt x="77473" y="13400"/>
                </a:cubicBezTo>
                <a:cubicBezTo>
                  <a:pt x="58405" y="13400"/>
                  <a:pt x="43334" y="20156"/>
                  <a:pt x="32262" y="33669"/>
                </a:cubicBezTo>
                <a:cubicBezTo>
                  <a:pt x="21189" y="47182"/>
                  <a:pt x="15652" y="64561"/>
                  <a:pt x="15652" y="8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lim">
            <a:extLst xmlns:a="http://schemas.openxmlformats.org/drawingml/2006/main">
              <a:ext uri="{FF2B5EF4-FFF2-40B4-BE49-F238E27FC236}">
                <a16:creationId xmlns:a16="http://schemas.microsoft.com/office/drawing/2014/main" id="{1619A236-A998-481F-A3D9-BAD8C873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98" y="8236641"/>
            <a:ext cx="166338" cy="109753"/>
          </a:xfrm>
          <a:custGeom xmlns:a="http://schemas.openxmlformats.org/drawingml/2006/main">
            <a:pathLst>
              <a:path w="166338" h="109753">
                <a:moveTo>
                  <a:pt x="9684" y="0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0"/>
                </a:lnTo>
                <a:lnTo>
                  <a:pt x="9684" y="0"/>
                </a:lnTo>
                <a:close/>
                <a:moveTo>
                  <a:pt x="38127" y="0"/>
                </a:moveTo>
                <a:lnTo>
                  <a:pt x="38127" y="15540"/>
                </a:lnTo>
                <a:lnTo>
                  <a:pt x="28443" y="15540"/>
                </a:lnTo>
                <a:lnTo>
                  <a:pt x="28443" y="0"/>
                </a:lnTo>
                <a:lnTo>
                  <a:pt x="38127" y="0"/>
                </a:lnTo>
                <a:moveTo>
                  <a:pt x="38127" y="30404"/>
                </a:moveTo>
                <a:lnTo>
                  <a:pt x="38127" y="109753"/>
                </a:lnTo>
                <a:lnTo>
                  <a:pt x="28443" y="109753"/>
                </a:lnTo>
                <a:lnTo>
                  <a:pt x="28443" y="30404"/>
                </a:lnTo>
                <a:lnTo>
                  <a:pt x="38127" y="30404"/>
                </a:lnTo>
                <a:close/>
                <a:moveTo>
                  <a:pt x="92093" y="28151"/>
                </a:moveTo>
                <a:cubicBezTo>
                  <a:pt x="97599" y="28151"/>
                  <a:pt x="102378" y="29465"/>
                  <a:pt x="106432" y="32093"/>
                </a:cubicBezTo>
                <a:cubicBezTo>
                  <a:pt x="110486" y="34720"/>
                  <a:pt x="113288" y="38561"/>
                  <a:pt x="114840" y="43616"/>
                </a:cubicBezTo>
                <a:cubicBezTo>
                  <a:pt x="117292" y="38561"/>
                  <a:pt x="120733" y="34720"/>
                  <a:pt x="125162" y="32093"/>
                </a:cubicBezTo>
                <a:cubicBezTo>
                  <a:pt x="129591" y="29465"/>
                  <a:pt x="134583" y="28151"/>
                  <a:pt x="140138" y="28151"/>
                </a:cubicBezTo>
                <a:cubicBezTo>
                  <a:pt x="148947" y="28151"/>
                  <a:pt x="155515" y="30491"/>
                  <a:pt x="159844" y="35170"/>
                </a:cubicBezTo>
                <a:cubicBezTo>
                  <a:pt x="164173" y="39850"/>
                  <a:pt x="166338" y="46544"/>
                  <a:pt x="166338" y="55252"/>
                </a:cubicBezTo>
                <a:lnTo>
                  <a:pt x="166338" y="109753"/>
                </a:lnTo>
                <a:lnTo>
                  <a:pt x="156654" y="109753"/>
                </a:lnTo>
                <a:lnTo>
                  <a:pt x="156654" y="55777"/>
                </a:lnTo>
                <a:cubicBezTo>
                  <a:pt x="156654" y="49071"/>
                  <a:pt x="155153" y="44141"/>
                  <a:pt x="152150" y="40988"/>
                </a:cubicBezTo>
                <a:cubicBezTo>
                  <a:pt x="149147" y="37835"/>
                  <a:pt x="144417" y="36259"/>
                  <a:pt x="137961" y="36259"/>
                </a:cubicBezTo>
                <a:cubicBezTo>
                  <a:pt x="130905" y="36259"/>
                  <a:pt x="125550" y="38686"/>
                  <a:pt x="121896" y="43541"/>
                </a:cubicBezTo>
                <a:cubicBezTo>
                  <a:pt x="118243" y="48395"/>
                  <a:pt x="116416" y="55252"/>
                  <a:pt x="116416" y="64110"/>
                </a:cubicBezTo>
                <a:lnTo>
                  <a:pt x="116416" y="109753"/>
                </a:lnTo>
                <a:lnTo>
                  <a:pt x="106657" y="109753"/>
                </a:lnTo>
                <a:lnTo>
                  <a:pt x="106657" y="55402"/>
                </a:lnTo>
                <a:cubicBezTo>
                  <a:pt x="106657" y="49446"/>
                  <a:pt x="105281" y="44767"/>
                  <a:pt x="102528" y="41364"/>
                </a:cubicBezTo>
                <a:cubicBezTo>
                  <a:pt x="99776" y="37961"/>
                  <a:pt x="95622" y="36259"/>
                  <a:pt x="90066" y="36259"/>
                </a:cubicBezTo>
                <a:cubicBezTo>
                  <a:pt x="82359" y="36259"/>
                  <a:pt x="76491" y="38874"/>
                  <a:pt x="72462" y="44104"/>
                </a:cubicBezTo>
                <a:cubicBezTo>
                  <a:pt x="68434" y="49334"/>
                  <a:pt x="66419" y="56228"/>
                  <a:pt x="66419" y="64786"/>
                </a:cubicBezTo>
                <a:lnTo>
                  <a:pt x="66419" y="109753"/>
                </a:lnTo>
                <a:lnTo>
                  <a:pt x="56735" y="109753"/>
                </a:lnTo>
                <a:lnTo>
                  <a:pt x="56735" y="30404"/>
                </a:lnTo>
                <a:lnTo>
                  <a:pt x="65669" y="30404"/>
                </a:lnTo>
                <a:lnTo>
                  <a:pt x="65669" y="43766"/>
                </a:lnTo>
                <a:lnTo>
                  <a:pt x="66119" y="43766"/>
                </a:lnTo>
                <a:cubicBezTo>
                  <a:pt x="68872" y="38561"/>
                  <a:pt x="72412" y="34658"/>
                  <a:pt x="76741" y="32055"/>
                </a:cubicBezTo>
                <a:cubicBezTo>
                  <a:pt x="81071" y="29453"/>
                  <a:pt x="86188" y="28151"/>
                  <a:pt x="92093" y="2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∪">
            <a:extLst xmlns:a="http://schemas.openxmlformats.org/drawingml/2006/main">
              <a:ext uri="{FF2B5EF4-FFF2-40B4-BE49-F238E27FC236}">
                <a16:creationId xmlns:a16="http://schemas.microsoft.com/office/drawing/2014/main" id="{2FD3176F-9879-4709-BA6F-4F93AABF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92" y="8101364"/>
            <a:ext cx="131523" cy="155846"/>
          </a:xfrm>
          <a:custGeom xmlns:a="http://schemas.openxmlformats.org/drawingml/2006/main">
            <a:pathLst>
              <a:path w="131523" h="155846">
                <a:moveTo>
                  <a:pt x="0" y="0"/>
                </a:moveTo>
                <a:lnTo>
                  <a:pt x="17116" y="0"/>
                </a:lnTo>
                <a:lnTo>
                  <a:pt x="17116" y="85580"/>
                </a:lnTo>
                <a:cubicBezTo>
                  <a:pt x="17116" y="101195"/>
                  <a:pt x="22221" y="114107"/>
                  <a:pt x="32430" y="124317"/>
                </a:cubicBezTo>
                <a:cubicBezTo>
                  <a:pt x="41439" y="133325"/>
                  <a:pt x="52549" y="137829"/>
                  <a:pt x="65762" y="137829"/>
                </a:cubicBezTo>
                <a:cubicBezTo>
                  <a:pt x="78974" y="137829"/>
                  <a:pt x="90084" y="133325"/>
                  <a:pt x="99093" y="124317"/>
                </a:cubicBezTo>
                <a:cubicBezTo>
                  <a:pt x="109303" y="114107"/>
                  <a:pt x="114407" y="101195"/>
                  <a:pt x="114407" y="85580"/>
                </a:cubicBezTo>
                <a:lnTo>
                  <a:pt x="114407" y="0"/>
                </a:lnTo>
                <a:lnTo>
                  <a:pt x="131523" y="0"/>
                </a:lnTo>
                <a:lnTo>
                  <a:pt x="131523" y="85580"/>
                </a:lnTo>
                <a:cubicBezTo>
                  <a:pt x="131523" y="106600"/>
                  <a:pt x="125217" y="123416"/>
                  <a:pt x="112606" y="136028"/>
                </a:cubicBezTo>
                <a:cubicBezTo>
                  <a:pt x="99393" y="149240"/>
                  <a:pt x="83779" y="155846"/>
                  <a:pt x="65762" y="155846"/>
                </a:cubicBezTo>
                <a:cubicBezTo>
                  <a:pt x="47745" y="155846"/>
                  <a:pt x="32130" y="149240"/>
                  <a:pt x="18918" y="136028"/>
                </a:cubicBezTo>
                <a:cubicBezTo>
                  <a:pt x="6306" y="123416"/>
                  <a:pt x="0" y="106600"/>
                  <a:pt x="0" y="8558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D17A2-2A00-43FB-9A9E-5476B28C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7540885"/>
            <a:ext cx="3480694" cy="489265"/>
          </a:xfrm>
          <a:custGeom xmlns:a="http://schemas.openxmlformats.org/drawingml/2006/main">
            <a:pathLst>
              <a:path w="3480694" h="489265">
                <a:moveTo>
                  <a:pt x="0" y="0"/>
                </a:moveTo>
                <a:lnTo>
                  <a:pt x="3480694" y="0"/>
                </a:lnTo>
                <a:lnTo>
                  <a:pt x="3480694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D">
            <a:extLst xmlns:a="http://schemas.openxmlformats.org/drawingml/2006/main">
              <a:ext uri="{FF2B5EF4-FFF2-40B4-BE49-F238E27FC236}">
                <a16:creationId xmlns:a16="http://schemas.microsoft.com/office/drawing/2014/main" id="{5CE394A6-DEE6-4FA7-A5F8-E5C39491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784" y="7694938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1">
            <a:extLst xmlns:a="http://schemas.openxmlformats.org/drawingml/2006/main">
              <a:ext uri="{FF2B5EF4-FFF2-40B4-BE49-F238E27FC236}">
                <a16:creationId xmlns:a16="http://schemas.microsoft.com/office/drawing/2014/main" id="{47CECC8E-AD04-4101-929D-8F6559AE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117" y="7838398"/>
            <a:ext cx="38136" cy="107651"/>
          </a:xfrm>
          <a:custGeom xmlns:a="http://schemas.openxmlformats.org/drawingml/2006/main">
            <a:pathLst>
              <a:path w="38136" h="107651">
                <a:moveTo>
                  <a:pt x="30253" y="0"/>
                </a:moveTo>
                <a:lnTo>
                  <a:pt x="38136" y="0"/>
                </a:lnTo>
                <a:lnTo>
                  <a:pt x="38136" y="107651"/>
                </a:lnTo>
                <a:lnTo>
                  <a:pt x="28452" y="107651"/>
                </a:lnTo>
                <a:lnTo>
                  <a:pt x="28452" y="27701"/>
                </a:lnTo>
                <a:lnTo>
                  <a:pt x="0" y="27701"/>
                </a:lnTo>
                <a:lnTo>
                  <a:pt x="0" y="20795"/>
                </a:lnTo>
                <a:cubicBezTo>
                  <a:pt x="8808" y="20644"/>
                  <a:pt x="14939" y="19881"/>
                  <a:pt x="18392" y="18505"/>
                </a:cubicBezTo>
                <a:cubicBezTo>
                  <a:pt x="21845" y="17129"/>
                  <a:pt x="24510" y="14977"/>
                  <a:pt x="26387" y="12049"/>
                </a:cubicBezTo>
                <a:cubicBezTo>
                  <a:pt x="28264" y="9121"/>
                  <a:pt x="29553" y="5105"/>
                  <a:pt x="3025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D">
            <a:extLst xmlns:a="http://schemas.openxmlformats.org/drawingml/2006/main">
              <a:ext uri="{FF2B5EF4-FFF2-40B4-BE49-F238E27FC236}">
                <a16:creationId xmlns:a16="http://schemas.microsoft.com/office/drawing/2014/main" id="{A74F1D94-B2FA-416D-A6B5-77C133E9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856" y="7694938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2">
            <a:extLst xmlns:a="http://schemas.openxmlformats.org/drawingml/2006/main">
              <a:ext uri="{FF2B5EF4-FFF2-40B4-BE49-F238E27FC236}">
                <a16:creationId xmlns:a16="http://schemas.microsoft.com/office/drawing/2014/main" id="{D287D388-E16C-4B87-BA90-26170C09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335" y="7837497"/>
            <a:ext cx="70866" cy="108552"/>
          </a:xfrm>
          <a:custGeom xmlns:a="http://schemas.openxmlformats.org/drawingml/2006/main">
            <a:pathLst>
              <a:path w="70866" h="108552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D">
            <a:extLst xmlns:a="http://schemas.openxmlformats.org/drawingml/2006/main">
              <a:ext uri="{FF2B5EF4-FFF2-40B4-BE49-F238E27FC236}">
                <a16:creationId xmlns:a16="http://schemas.microsoft.com/office/drawing/2014/main" id="{D2973083-EE82-41A5-82E2-95A0244F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457" y="7694938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3">
            <a:extLst xmlns:a="http://schemas.openxmlformats.org/drawingml/2006/main">
              <a:ext uri="{FF2B5EF4-FFF2-40B4-BE49-F238E27FC236}">
                <a16:creationId xmlns:a16="http://schemas.microsoft.com/office/drawing/2014/main" id="{220F7613-47D6-4DE7-9C2B-153CF88D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110" y="7837497"/>
            <a:ext cx="73944" cy="110879"/>
          </a:xfrm>
          <a:custGeom xmlns:a="http://schemas.openxmlformats.org/drawingml/2006/main">
            <a:pathLst>
              <a:path w="73944" h="110879">
                <a:moveTo>
                  <a:pt x="36559" y="0"/>
                </a:moveTo>
                <a:cubicBezTo>
                  <a:pt x="45918" y="0"/>
                  <a:pt x="53813" y="2402"/>
                  <a:pt x="60244" y="7207"/>
                </a:cubicBezTo>
                <a:cubicBezTo>
                  <a:pt x="66675" y="12011"/>
                  <a:pt x="69891" y="18743"/>
                  <a:pt x="69891" y="27401"/>
                </a:cubicBezTo>
                <a:cubicBezTo>
                  <a:pt x="69891" y="33306"/>
                  <a:pt x="68327" y="38361"/>
                  <a:pt x="65199" y="42565"/>
                </a:cubicBezTo>
                <a:cubicBezTo>
                  <a:pt x="62071" y="46769"/>
                  <a:pt x="57604" y="49647"/>
                  <a:pt x="51799" y="51198"/>
                </a:cubicBezTo>
                <a:lnTo>
                  <a:pt x="51799" y="51498"/>
                </a:lnTo>
                <a:cubicBezTo>
                  <a:pt x="59206" y="52850"/>
                  <a:pt x="64748" y="55927"/>
                  <a:pt x="68427" y="60732"/>
                </a:cubicBezTo>
                <a:cubicBezTo>
                  <a:pt x="72105" y="65536"/>
                  <a:pt x="73944" y="71317"/>
                  <a:pt x="73944" y="78073"/>
                </a:cubicBezTo>
                <a:cubicBezTo>
                  <a:pt x="73944" y="87882"/>
                  <a:pt x="70441" y="95802"/>
                  <a:pt x="63434" y="101833"/>
                </a:cubicBezTo>
                <a:cubicBezTo>
                  <a:pt x="56428" y="107864"/>
                  <a:pt x="47570" y="110879"/>
                  <a:pt x="36860" y="110879"/>
                </a:cubicBezTo>
                <a:cubicBezTo>
                  <a:pt x="26049" y="110879"/>
                  <a:pt x="17204" y="107851"/>
                  <a:pt x="10322" y="101795"/>
                </a:cubicBezTo>
                <a:cubicBezTo>
                  <a:pt x="3441" y="95740"/>
                  <a:pt x="0" y="87382"/>
                  <a:pt x="0" y="76722"/>
                </a:cubicBezTo>
                <a:cubicBezTo>
                  <a:pt x="0" y="75471"/>
                  <a:pt x="50" y="74645"/>
                  <a:pt x="150" y="74245"/>
                </a:cubicBezTo>
                <a:lnTo>
                  <a:pt x="9834" y="74245"/>
                </a:lnTo>
                <a:lnTo>
                  <a:pt x="9834" y="76272"/>
                </a:lnTo>
                <a:cubicBezTo>
                  <a:pt x="9834" y="84179"/>
                  <a:pt x="12249" y="90560"/>
                  <a:pt x="17079" y="95414"/>
                </a:cubicBezTo>
                <a:cubicBezTo>
                  <a:pt x="21908" y="100269"/>
                  <a:pt x="28452" y="102696"/>
                  <a:pt x="36709" y="102696"/>
                </a:cubicBezTo>
                <a:cubicBezTo>
                  <a:pt x="44517" y="102696"/>
                  <a:pt x="51060" y="100469"/>
                  <a:pt x="56340" y="96015"/>
                </a:cubicBezTo>
                <a:cubicBezTo>
                  <a:pt x="61620" y="91561"/>
                  <a:pt x="64260" y="85856"/>
                  <a:pt x="64260" y="78899"/>
                </a:cubicBezTo>
                <a:cubicBezTo>
                  <a:pt x="64260" y="71942"/>
                  <a:pt x="61946" y="66412"/>
                  <a:pt x="57316" y="62308"/>
                </a:cubicBezTo>
                <a:cubicBezTo>
                  <a:pt x="52687" y="58205"/>
                  <a:pt x="46343" y="56153"/>
                  <a:pt x="38286" y="56153"/>
                </a:cubicBezTo>
                <a:lnTo>
                  <a:pt x="30253" y="56153"/>
                </a:lnTo>
                <a:lnTo>
                  <a:pt x="30253" y="47970"/>
                </a:lnTo>
                <a:lnTo>
                  <a:pt x="38811" y="47970"/>
                </a:lnTo>
                <a:cubicBezTo>
                  <a:pt x="44567" y="47970"/>
                  <a:pt x="49571" y="46231"/>
                  <a:pt x="53825" y="42753"/>
                </a:cubicBezTo>
                <a:cubicBezTo>
                  <a:pt x="58079" y="39274"/>
                  <a:pt x="60206" y="34507"/>
                  <a:pt x="60206" y="28452"/>
                </a:cubicBezTo>
                <a:cubicBezTo>
                  <a:pt x="60206" y="21896"/>
                  <a:pt x="58054" y="16878"/>
                  <a:pt x="53750" y="13400"/>
                </a:cubicBezTo>
                <a:cubicBezTo>
                  <a:pt x="49446" y="9922"/>
                  <a:pt x="43766" y="8183"/>
                  <a:pt x="36709" y="8183"/>
                </a:cubicBezTo>
                <a:cubicBezTo>
                  <a:pt x="29353" y="8183"/>
                  <a:pt x="23434" y="10510"/>
                  <a:pt x="18955" y="15164"/>
                </a:cubicBezTo>
                <a:cubicBezTo>
                  <a:pt x="14476" y="19819"/>
                  <a:pt x="12236" y="26350"/>
                  <a:pt x="12236" y="34758"/>
                </a:cubicBezTo>
                <a:lnTo>
                  <a:pt x="12236" y="35358"/>
                </a:lnTo>
                <a:lnTo>
                  <a:pt x="2552" y="35358"/>
                </a:lnTo>
                <a:cubicBezTo>
                  <a:pt x="2652" y="24748"/>
                  <a:pt x="5868" y="16203"/>
                  <a:pt x="12199" y="9722"/>
                </a:cubicBezTo>
                <a:cubicBezTo>
                  <a:pt x="18530" y="3241"/>
                  <a:pt x="26650" y="0"/>
                  <a:pt x="3655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D">
            <a:extLst xmlns:a="http://schemas.openxmlformats.org/drawingml/2006/main">
              <a:ext uri="{FF2B5EF4-FFF2-40B4-BE49-F238E27FC236}">
                <a16:creationId xmlns:a16="http://schemas.microsoft.com/office/drawing/2014/main" id="{DEF9960C-75F6-45EC-B612-7AEF2481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59" y="7694938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4">
            <a:extLst xmlns:a="http://schemas.openxmlformats.org/drawingml/2006/main">
              <a:ext uri="{FF2B5EF4-FFF2-40B4-BE49-F238E27FC236}">
                <a16:creationId xmlns:a16="http://schemas.microsoft.com/office/drawing/2014/main" id="{0E9A36FC-61A7-471F-95F0-B795B3B9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61" y="7838398"/>
            <a:ext cx="74770" cy="107651"/>
          </a:xfrm>
          <a:custGeom xmlns:a="http://schemas.openxmlformats.org/drawingml/2006/main">
            <a:pathLst>
              <a:path w="74770" h="107651">
                <a:moveTo>
                  <a:pt x="49847" y="0"/>
                </a:moveTo>
                <a:lnTo>
                  <a:pt x="58630" y="0"/>
                </a:lnTo>
                <a:lnTo>
                  <a:pt x="58630" y="72743"/>
                </a:lnTo>
                <a:lnTo>
                  <a:pt x="74770" y="72743"/>
                </a:lnTo>
                <a:lnTo>
                  <a:pt x="74770" y="80926"/>
                </a:lnTo>
                <a:lnTo>
                  <a:pt x="58630" y="80926"/>
                </a:lnTo>
                <a:lnTo>
                  <a:pt x="58630" y="107651"/>
                </a:lnTo>
                <a:lnTo>
                  <a:pt x="49697" y="107651"/>
                </a:lnTo>
                <a:lnTo>
                  <a:pt x="49697" y="80926"/>
                </a:lnTo>
                <a:lnTo>
                  <a:pt x="0" y="80926"/>
                </a:lnTo>
                <a:lnTo>
                  <a:pt x="0" y="71542"/>
                </a:lnTo>
                <a:lnTo>
                  <a:pt x="49847" y="0"/>
                </a:lnTo>
                <a:moveTo>
                  <a:pt x="8783" y="72743"/>
                </a:moveTo>
                <a:lnTo>
                  <a:pt x="49697" y="72743"/>
                </a:lnTo>
                <a:lnTo>
                  <a:pt x="49697" y="14188"/>
                </a:lnTo>
                <a:lnTo>
                  <a:pt x="49396" y="14188"/>
                </a:lnTo>
                <a:lnTo>
                  <a:pt x="8783" y="72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DA6BC-24B5-489C-92FD-958959F8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910" y="7904060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S">
            <a:extLst xmlns:a="http://schemas.openxmlformats.org/drawingml/2006/main">
              <a:ext uri="{FF2B5EF4-FFF2-40B4-BE49-F238E27FC236}">
                <a16:creationId xmlns:a16="http://schemas.microsoft.com/office/drawing/2014/main" id="{5A6AD00E-7583-4320-B99D-40447FC3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196" y="8054622"/>
            <a:ext cx="128821" cy="171611"/>
          </a:xfrm>
          <a:custGeom xmlns:a="http://schemas.openxmlformats.org/drawingml/2006/main">
            <a:pathLst>
              <a:path w="128821" h="171611">
                <a:moveTo>
                  <a:pt x="62158" y="0"/>
                </a:moveTo>
                <a:cubicBezTo>
                  <a:pt x="79800" y="0"/>
                  <a:pt x="94326" y="4561"/>
                  <a:pt x="105737" y="13682"/>
                </a:cubicBezTo>
                <a:cubicBezTo>
                  <a:pt x="117147" y="22803"/>
                  <a:pt x="122853" y="35321"/>
                  <a:pt x="122853" y="51236"/>
                </a:cubicBezTo>
                <a:lnTo>
                  <a:pt x="107313" y="51236"/>
                </a:lnTo>
                <a:cubicBezTo>
                  <a:pt x="106638" y="39224"/>
                  <a:pt x="102077" y="29916"/>
                  <a:pt x="93632" y="23309"/>
                </a:cubicBezTo>
                <a:cubicBezTo>
                  <a:pt x="85186" y="16703"/>
                  <a:pt x="74770" y="13400"/>
                  <a:pt x="62384" y="13400"/>
                </a:cubicBezTo>
                <a:cubicBezTo>
                  <a:pt x="49396" y="13400"/>
                  <a:pt x="39262" y="16196"/>
                  <a:pt x="31980" y="21789"/>
                </a:cubicBezTo>
                <a:cubicBezTo>
                  <a:pt x="24698" y="27382"/>
                  <a:pt x="21057" y="35471"/>
                  <a:pt x="21057" y="46056"/>
                </a:cubicBezTo>
                <a:cubicBezTo>
                  <a:pt x="21057" y="52287"/>
                  <a:pt x="22915" y="57485"/>
                  <a:pt x="26631" y="61652"/>
                </a:cubicBezTo>
                <a:cubicBezTo>
                  <a:pt x="30347" y="65818"/>
                  <a:pt x="37122" y="69102"/>
                  <a:pt x="46957" y="71505"/>
                </a:cubicBezTo>
                <a:lnTo>
                  <a:pt x="84454" y="80738"/>
                </a:lnTo>
                <a:cubicBezTo>
                  <a:pt x="99919" y="84567"/>
                  <a:pt x="111179" y="90009"/>
                  <a:pt x="118236" y="97066"/>
                </a:cubicBezTo>
                <a:cubicBezTo>
                  <a:pt x="125292" y="104123"/>
                  <a:pt x="128821" y="113244"/>
                  <a:pt x="128821" y="124429"/>
                </a:cubicBezTo>
                <a:cubicBezTo>
                  <a:pt x="128821" y="138242"/>
                  <a:pt x="123528" y="149559"/>
                  <a:pt x="112943" y="158380"/>
                </a:cubicBezTo>
                <a:cubicBezTo>
                  <a:pt x="102358" y="167201"/>
                  <a:pt x="86669" y="171611"/>
                  <a:pt x="65874" y="171611"/>
                </a:cubicBezTo>
                <a:cubicBezTo>
                  <a:pt x="45380" y="171611"/>
                  <a:pt x="29277" y="166994"/>
                  <a:pt x="17566" y="157760"/>
                </a:cubicBezTo>
                <a:cubicBezTo>
                  <a:pt x="5855" y="148527"/>
                  <a:pt x="0" y="135164"/>
                  <a:pt x="0" y="117673"/>
                </a:cubicBezTo>
                <a:lnTo>
                  <a:pt x="0" y="113957"/>
                </a:lnTo>
                <a:lnTo>
                  <a:pt x="15765" y="113957"/>
                </a:lnTo>
                <a:lnTo>
                  <a:pt x="15765" y="115083"/>
                </a:lnTo>
                <a:cubicBezTo>
                  <a:pt x="15765" y="129647"/>
                  <a:pt x="20325" y="140475"/>
                  <a:pt x="29446" y="147570"/>
                </a:cubicBezTo>
                <a:cubicBezTo>
                  <a:pt x="38567" y="154664"/>
                  <a:pt x="51836" y="158211"/>
                  <a:pt x="69252" y="158211"/>
                </a:cubicBezTo>
                <a:cubicBezTo>
                  <a:pt x="80588" y="158211"/>
                  <a:pt x="90723" y="155227"/>
                  <a:pt x="99656" y="149259"/>
                </a:cubicBezTo>
                <a:cubicBezTo>
                  <a:pt x="108589" y="143291"/>
                  <a:pt x="113056" y="135127"/>
                  <a:pt x="113056" y="124767"/>
                </a:cubicBezTo>
                <a:cubicBezTo>
                  <a:pt x="113056" y="110579"/>
                  <a:pt x="102358" y="100820"/>
                  <a:pt x="80963" y="95490"/>
                </a:cubicBezTo>
                <a:cubicBezTo>
                  <a:pt x="59493" y="90235"/>
                  <a:pt x="46694" y="87082"/>
                  <a:pt x="42565" y="86031"/>
                </a:cubicBezTo>
                <a:cubicBezTo>
                  <a:pt x="29428" y="82803"/>
                  <a:pt x="19950" y="77998"/>
                  <a:pt x="14132" y="71617"/>
                </a:cubicBezTo>
                <a:cubicBezTo>
                  <a:pt x="8314" y="65236"/>
                  <a:pt x="5405" y="56866"/>
                  <a:pt x="5405" y="46506"/>
                </a:cubicBezTo>
                <a:cubicBezTo>
                  <a:pt x="5405" y="33744"/>
                  <a:pt x="10266" y="22803"/>
                  <a:pt x="19987" y="13682"/>
                </a:cubicBezTo>
                <a:cubicBezTo>
                  <a:pt x="29709" y="4561"/>
                  <a:pt x="43766" y="0"/>
                  <a:pt x="621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*">
            <a:extLst xmlns:a="http://schemas.openxmlformats.org/drawingml/2006/main">
              <a:ext uri="{FF2B5EF4-FFF2-40B4-BE49-F238E27FC236}">
                <a16:creationId xmlns:a16="http://schemas.microsoft.com/office/drawing/2014/main" id="{4DA371F1-FF03-4051-83B0-704660F8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556" y="8026509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5">
            <a:extLst xmlns:a="http://schemas.openxmlformats.org/drawingml/2006/main">
              <a:ext uri="{FF2B5EF4-FFF2-40B4-BE49-F238E27FC236}">
                <a16:creationId xmlns:a16="http://schemas.microsoft.com/office/drawing/2014/main" id="{11B8B887-427B-402A-82D7-FD89F7AE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094" y="8202999"/>
            <a:ext cx="72668" cy="108552"/>
          </a:xfrm>
          <a:custGeom xmlns:a="http://schemas.openxmlformats.org/drawingml/2006/main">
            <a:pathLst>
              <a:path w="72668" h="108552">
                <a:moveTo>
                  <a:pt x="67488" y="0"/>
                </a:moveTo>
                <a:lnTo>
                  <a:pt x="67488" y="8933"/>
                </a:lnTo>
                <a:lnTo>
                  <a:pt x="20419" y="8933"/>
                </a:lnTo>
                <a:lnTo>
                  <a:pt x="13513" y="44592"/>
                </a:lnTo>
                <a:lnTo>
                  <a:pt x="13813" y="44892"/>
                </a:lnTo>
                <a:cubicBezTo>
                  <a:pt x="16616" y="41689"/>
                  <a:pt x="20031" y="39224"/>
                  <a:pt x="24060" y="37498"/>
                </a:cubicBezTo>
                <a:cubicBezTo>
                  <a:pt x="28089" y="35771"/>
                  <a:pt x="32280" y="34908"/>
                  <a:pt x="36634" y="34908"/>
                </a:cubicBezTo>
                <a:cubicBezTo>
                  <a:pt x="47595" y="34908"/>
                  <a:pt x="56340" y="38348"/>
                  <a:pt x="62871" y="45230"/>
                </a:cubicBezTo>
                <a:cubicBezTo>
                  <a:pt x="69403" y="52111"/>
                  <a:pt x="72668" y="61057"/>
                  <a:pt x="72668" y="72068"/>
                </a:cubicBezTo>
                <a:cubicBezTo>
                  <a:pt x="72668" y="82377"/>
                  <a:pt x="69052" y="91035"/>
                  <a:pt x="61820" y="98042"/>
                </a:cubicBezTo>
                <a:cubicBezTo>
                  <a:pt x="54589" y="105049"/>
                  <a:pt x="45768" y="108552"/>
                  <a:pt x="35358" y="108552"/>
                </a:cubicBezTo>
                <a:cubicBezTo>
                  <a:pt x="25549" y="108552"/>
                  <a:pt x="17291" y="105649"/>
                  <a:pt x="10585" y="99844"/>
                </a:cubicBezTo>
                <a:cubicBezTo>
                  <a:pt x="3879" y="94038"/>
                  <a:pt x="350" y="85906"/>
                  <a:pt x="0" y="75446"/>
                </a:cubicBezTo>
                <a:lnTo>
                  <a:pt x="9684" y="75446"/>
                </a:lnTo>
                <a:cubicBezTo>
                  <a:pt x="9934" y="82903"/>
                  <a:pt x="12537" y="88921"/>
                  <a:pt x="17491" y="93500"/>
                </a:cubicBezTo>
                <a:cubicBezTo>
                  <a:pt x="22446" y="98079"/>
                  <a:pt x="28652" y="100369"/>
                  <a:pt x="36109" y="100369"/>
                </a:cubicBezTo>
                <a:cubicBezTo>
                  <a:pt x="43916" y="100369"/>
                  <a:pt x="50347" y="97541"/>
                  <a:pt x="55402" y="91886"/>
                </a:cubicBezTo>
                <a:cubicBezTo>
                  <a:pt x="60457" y="86231"/>
                  <a:pt x="62984" y="79274"/>
                  <a:pt x="62984" y="71017"/>
                </a:cubicBezTo>
                <a:cubicBezTo>
                  <a:pt x="62984" y="62909"/>
                  <a:pt x="60344" y="56215"/>
                  <a:pt x="55064" y="50935"/>
                </a:cubicBezTo>
                <a:cubicBezTo>
                  <a:pt x="49784" y="45655"/>
                  <a:pt x="43266" y="43015"/>
                  <a:pt x="35508" y="43015"/>
                </a:cubicBezTo>
                <a:cubicBezTo>
                  <a:pt x="30854" y="43015"/>
                  <a:pt x="26412" y="44079"/>
                  <a:pt x="22183" y="46206"/>
                </a:cubicBezTo>
                <a:cubicBezTo>
                  <a:pt x="17954" y="48333"/>
                  <a:pt x="14388" y="51523"/>
                  <a:pt x="11486" y="55777"/>
                </a:cubicBezTo>
                <a:lnTo>
                  <a:pt x="3228" y="55777"/>
                </a:lnTo>
                <a:lnTo>
                  <a:pt x="13663" y="0"/>
                </a:lnTo>
                <a:lnTo>
                  <a:pt x="674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DD26DE-294F-495F-8454-339E340E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8203226"/>
            <a:ext cx="774244" cy="10"/>
          </a:xfrm>
          <a:custGeom xmlns:a="http://schemas.openxmlformats.org/drawingml/2006/main">
            <a:pathLst>
              <a:path w="774244" h="1">
                <a:moveTo>
                  <a:pt x="0" y="0"/>
                </a:moveTo>
                <a:lnTo>
                  <a:pt x="77424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6D431-F919-4037-AF9D-E243445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8203226"/>
            <a:ext cx="709383" cy="10"/>
          </a:xfrm>
          <a:custGeom xmlns:a="http://schemas.openxmlformats.org/drawingml/2006/main">
            <a:pathLst>
              <a:path w="709383" h="1" fill="none">
                <a:moveTo>
                  <a:pt x="0" y="0"/>
                </a:moveTo>
                <a:lnTo>
                  <a:pt x="7093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4F2A8-7E4A-40D5-AE7E-2648EE1E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8185371"/>
            <a:ext cx="49058" cy="35710"/>
          </a:xfrm>
          <a:custGeom xmlns:a="http://schemas.openxmlformats.org/drawingml/2006/main">
            <a:pathLst>
              <a:path w="49058" h="35710">
                <a:moveTo>
                  <a:pt x="0" y="35710"/>
                </a:moveTo>
                <a:lnTo>
                  <a:pt x="0" y="0"/>
                </a:lnTo>
                <a:lnTo>
                  <a:pt x="49058" y="17855"/>
                </a:lnTo>
                <a:lnTo>
                  <a:pt x="0" y="35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787DE-C2BC-4CF1-BC50-C0BBEB35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8185371"/>
            <a:ext cx="49058" cy="35710"/>
          </a:xfrm>
          <a:custGeom xmlns:a="http://schemas.openxmlformats.org/drawingml/2006/main">
            <a:pathLst>
              <a:path w="49058" h="35710" fill="none">
                <a:moveTo>
                  <a:pt x="0" y="35710"/>
                </a:moveTo>
                <a:lnTo>
                  <a:pt x="49058" y="17855"/>
                </a:lnTo>
                <a:lnTo>
                  <a:pt x="0" y="0"/>
                </a:lnTo>
                <a:lnTo>
                  <a:pt x="0" y="357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B8F03-3D4B-497C-BF1E-AFB8CE2B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99" y="2099527"/>
            <a:ext cx="253996" cy="1574365"/>
          </a:xfrm>
          <a:custGeom xmlns:a="http://schemas.openxmlformats.org/drawingml/2006/main">
            <a:pathLst>
              <a:path w="253996" h="1574365">
                <a:moveTo>
                  <a:pt x="0" y="0"/>
                </a:moveTo>
                <a:lnTo>
                  <a:pt x="0" y="0"/>
                </a:lnTo>
                <a:cubicBezTo>
                  <a:pt x="33682" y="0"/>
                  <a:pt x="65984" y="13380"/>
                  <a:pt x="89801" y="37197"/>
                </a:cubicBezTo>
                <a:cubicBezTo>
                  <a:pt x="113618" y="61014"/>
                  <a:pt x="126998" y="93316"/>
                  <a:pt x="126998" y="126998"/>
                </a:cubicBezTo>
                <a:lnTo>
                  <a:pt x="126998" y="660185"/>
                </a:lnTo>
                <a:cubicBezTo>
                  <a:pt x="126998" y="730323"/>
                  <a:pt x="183857" y="787182"/>
                  <a:pt x="253996" y="787182"/>
                </a:cubicBezTo>
                <a:cubicBezTo>
                  <a:pt x="183857" y="787182"/>
                  <a:pt x="126998" y="844041"/>
                  <a:pt x="126998" y="914180"/>
                </a:cubicBezTo>
                <a:lnTo>
                  <a:pt x="126998" y="1447367"/>
                </a:lnTo>
                <a:cubicBezTo>
                  <a:pt x="126998" y="1517506"/>
                  <a:pt x="70139" y="1574365"/>
                  <a:pt x="0" y="157436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CC7DF-BEB0-425E-A63D-0C6BD16C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99" y="2099527"/>
            <a:ext cx="253996" cy="1574365"/>
          </a:xfrm>
          <a:custGeom xmlns:a="http://schemas.openxmlformats.org/drawingml/2006/main">
            <a:pathLst>
              <a:path w="253996" h="1574365">
                <a:moveTo>
                  <a:pt x="0" y="0"/>
                </a:moveTo>
                <a:lnTo>
                  <a:pt x="0" y="0"/>
                </a:lnTo>
                <a:cubicBezTo>
                  <a:pt x="33682" y="0"/>
                  <a:pt x="65984" y="13380"/>
                  <a:pt x="89801" y="37197"/>
                </a:cubicBezTo>
                <a:cubicBezTo>
                  <a:pt x="113618" y="61014"/>
                  <a:pt x="126998" y="93316"/>
                  <a:pt x="126998" y="126998"/>
                </a:cubicBezTo>
                <a:lnTo>
                  <a:pt x="126998" y="660185"/>
                </a:lnTo>
                <a:cubicBezTo>
                  <a:pt x="126998" y="730323"/>
                  <a:pt x="183857" y="787182"/>
                  <a:pt x="253996" y="787182"/>
                </a:cubicBezTo>
                <a:cubicBezTo>
                  <a:pt x="183857" y="787182"/>
                  <a:pt x="126998" y="844041"/>
                  <a:pt x="126998" y="914180"/>
                </a:cubicBezTo>
                <a:lnTo>
                  <a:pt x="126998" y="1447367"/>
                </a:lnTo>
                <a:cubicBezTo>
                  <a:pt x="126998" y="1517506"/>
                  <a:pt x="70139" y="1574365"/>
                  <a:pt x="0" y="1574365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FF51C-FD4F-495C-9FF5-52D854F2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99" y="2099527"/>
            <a:ext cx="253996" cy="1574365"/>
          </a:xfrm>
          <a:custGeom xmlns:a="http://schemas.openxmlformats.org/drawingml/2006/main">
            <a:pathLst>
              <a:path w="253996" h="1574365" fill="none">
                <a:moveTo>
                  <a:pt x="0" y="0"/>
                </a:moveTo>
                <a:lnTo>
                  <a:pt x="0" y="0"/>
                </a:lnTo>
                <a:cubicBezTo>
                  <a:pt x="33682" y="0"/>
                  <a:pt x="65984" y="13380"/>
                  <a:pt x="89801" y="37197"/>
                </a:cubicBezTo>
                <a:cubicBezTo>
                  <a:pt x="113618" y="61014"/>
                  <a:pt x="126998" y="93316"/>
                  <a:pt x="126998" y="126998"/>
                </a:cubicBezTo>
                <a:lnTo>
                  <a:pt x="126998" y="660185"/>
                </a:lnTo>
                <a:cubicBezTo>
                  <a:pt x="126998" y="730323"/>
                  <a:pt x="183857" y="787182"/>
                  <a:pt x="253996" y="787182"/>
                </a:cubicBezTo>
                <a:cubicBezTo>
                  <a:pt x="183857" y="787182"/>
                  <a:pt x="126998" y="844041"/>
                  <a:pt x="126998" y="914180"/>
                </a:cubicBezTo>
                <a:lnTo>
                  <a:pt x="126998" y="1447367"/>
                </a:lnTo>
                <a:cubicBezTo>
                  <a:pt x="126998" y="1517506"/>
                  <a:pt x="70139" y="1574365"/>
                  <a:pt x="0" y="15743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60B18-06CF-4353-97CE-261A8B60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711" y="715517"/>
            <a:ext cx="523994" cy="7809857"/>
          </a:xfrm>
          <a:custGeom xmlns:a="http://schemas.openxmlformats.org/drawingml/2006/main">
            <a:pathLst>
              <a:path w="523994" h="7809857">
                <a:moveTo>
                  <a:pt x="0" y="0"/>
                </a:moveTo>
                <a:lnTo>
                  <a:pt x="0" y="0"/>
                </a:lnTo>
                <a:cubicBezTo>
                  <a:pt x="69486" y="0"/>
                  <a:pt x="136126" y="27603"/>
                  <a:pt x="185261" y="76737"/>
                </a:cubicBezTo>
                <a:cubicBezTo>
                  <a:pt x="234394" y="125871"/>
                  <a:pt x="261997" y="192511"/>
                  <a:pt x="261997" y="261997"/>
                </a:cubicBezTo>
                <a:lnTo>
                  <a:pt x="261997" y="3642931"/>
                </a:lnTo>
                <a:cubicBezTo>
                  <a:pt x="261997" y="3787628"/>
                  <a:pt x="379297" y="3904928"/>
                  <a:pt x="523994" y="3904928"/>
                </a:cubicBezTo>
                <a:cubicBezTo>
                  <a:pt x="379297" y="3904928"/>
                  <a:pt x="261997" y="4022228"/>
                  <a:pt x="261997" y="4166925"/>
                </a:cubicBezTo>
                <a:lnTo>
                  <a:pt x="261997" y="7547860"/>
                </a:lnTo>
                <a:cubicBezTo>
                  <a:pt x="261997" y="7692557"/>
                  <a:pt x="144697" y="7809857"/>
                  <a:pt x="0" y="780985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14C6D-27BD-4356-BCEF-1FE989CD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711" y="715517"/>
            <a:ext cx="523994" cy="7809857"/>
          </a:xfrm>
          <a:custGeom xmlns:a="http://schemas.openxmlformats.org/drawingml/2006/main">
            <a:pathLst>
              <a:path w="523994" h="7809857">
                <a:moveTo>
                  <a:pt x="0" y="0"/>
                </a:moveTo>
                <a:lnTo>
                  <a:pt x="0" y="0"/>
                </a:lnTo>
                <a:cubicBezTo>
                  <a:pt x="69486" y="0"/>
                  <a:pt x="136126" y="27603"/>
                  <a:pt x="185261" y="76737"/>
                </a:cubicBezTo>
                <a:cubicBezTo>
                  <a:pt x="234394" y="125871"/>
                  <a:pt x="261997" y="192511"/>
                  <a:pt x="261997" y="261997"/>
                </a:cubicBezTo>
                <a:lnTo>
                  <a:pt x="261997" y="3642931"/>
                </a:lnTo>
                <a:cubicBezTo>
                  <a:pt x="261997" y="3787628"/>
                  <a:pt x="379297" y="3904928"/>
                  <a:pt x="523994" y="3904928"/>
                </a:cubicBezTo>
                <a:cubicBezTo>
                  <a:pt x="379297" y="3904928"/>
                  <a:pt x="261997" y="4022228"/>
                  <a:pt x="261997" y="4166925"/>
                </a:cubicBezTo>
                <a:lnTo>
                  <a:pt x="261997" y="7547860"/>
                </a:lnTo>
                <a:cubicBezTo>
                  <a:pt x="261997" y="7692557"/>
                  <a:pt x="144697" y="7809857"/>
                  <a:pt x="0" y="7809857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89407-124E-4B34-A153-71F5BD98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711" y="715517"/>
            <a:ext cx="523994" cy="7809857"/>
          </a:xfrm>
          <a:custGeom xmlns:a="http://schemas.openxmlformats.org/drawingml/2006/main">
            <a:pathLst>
              <a:path w="523994" h="7809857" fill="none">
                <a:moveTo>
                  <a:pt x="0" y="0"/>
                </a:moveTo>
                <a:lnTo>
                  <a:pt x="0" y="0"/>
                </a:lnTo>
                <a:cubicBezTo>
                  <a:pt x="69486" y="0"/>
                  <a:pt x="136126" y="27603"/>
                  <a:pt x="185261" y="76737"/>
                </a:cubicBezTo>
                <a:cubicBezTo>
                  <a:pt x="234394" y="125871"/>
                  <a:pt x="261997" y="192511"/>
                  <a:pt x="261997" y="261997"/>
                </a:cubicBezTo>
                <a:lnTo>
                  <a:pt x="261997" y="3642931"/>
                </a:lnTo>
                <a:cubicBezTo>
                  <a:pt x="261997" y="3787628"/>
                  <a:pt x="379297" y="3904928"/>
                  <a:pt x="523994" y="3904928"/>
                </a:cubicBezTo>
                <a:cubicBezTo>
                  <a:pt x="379297" y="3904928"/>
                  <a:pt x="261997" y="4022228"/>
                  <a:pt x="261997" y="4166925"/>
                </a:cubicBezTo>
                <a:lnTo>
                  <a:pt x="261997" y="7547860"/>
                </a:lnTo>
                <a:cubicBezTo>
                  <a:pt x="261997" y="7692557"/>
                  <a:pt x="144697" y="7809857"/>
                  <a:pt x="0" y="78098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B5CA0-DB1A-4FA4-BE35-BBD32ECB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932" y="4375813"/>
            <a:ext cx="2104429" cy="489265"/>
          </a:xfrm>
          <a:custGeom xmlns:a="http://schemas.openxmlformats.org/drawingml/2006/main">
            <a:pathLst>
              <a:path w="2104429" h="489265">
                <a:moveTo>
                  <a:pt x="2104429" y="489265"/>
                </a:moveTo>
                <a:lnTo>
                  <a:pt x="0" y="489265"/>
                </a:lnTo>
                <a:lnTo>
                  <a:pt x="0" y="0"/>
                </a:lnTo>
                <a:lnTo>
                  <a:pt x="2104429" y="0"/>
                </a:lnTo>
                <a:lnTo>
                  <a:pt x="2104429" y="4892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argmax">
            <a:extLst xmlns:a="http://schemas.openxmlformats.org/drawingml/2006/main">
              <a:ext uri="{FF2B5EF4-FFF2-40B4-BE49-F238E27FC236}">
                <a16:creationId xmlns:a16="http://schemas.microsoft.com/office/drawing/2014/main" id="{2E8C97E7-A0E3-4A99-90F2-8111E7C2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655" y="4572093"/>
            <a:ext cx="732611" cy="169922"/>
          </a:xfrm>
          <a:custGeom xmlns:a="http://schemas.openxmlformats.org/drawingml/2006/main">
            <a:pathLst>
              <a:path w="732611" h="169922">
                <a:moveTo>
                  <a:pt x="53375" y="0"/>
                </a:moveTo>
                <a:cubicBezTo>
                  <a:pt x="68389" y="0"/>
                  <a:pt x="79424" y="3247"/>
                  <a:pt x="86481" y="9740"/>
                </a:cubicBezTo>
                <a:cubicBezTo>
                  <a:pt x="93538" y="16234"/>
                  <a:pt x="97066" y="25411"/>
                  <a:pt x="97066" y="37272"/>
                </a:cubicBezTo>
                <a:lnTo>
                  <a:pt x="97066" y="101908"/>
                </a:lnTo>
                <a:cubicBezTo>
                  <a:pt x="97066" y="104310"/>
                  <a:pt x="97742" y="106281"/>
                  <a:pt x="99093" y="107820"/>
                </a:cubicBezTo>
                <a:cubicBezTo>
                  <a:pt x="100444" y="109359"/>
                  <a:pt x="102621" y="110128"/>
                  <a:pt x="105624" y="110128"/>
                </a:cubicBezTo>
                <a:cubicBezTo>
                  <a:pt x="106450" y="110128"/>
                  <a:pt x="107238" y="110072"/>
                  <a:pt x="107989" y="109959"/>
                </a:cubicBezTo>
                <a:cubicBezTo>
                  <a:pt x="108739" y="109847"/>
                  <a:pt x="109453" y="109603"/>
                  <a:pt x="110128" y="109227"/>
                </a:cubicBezTo>
                <a:lnTo>
                  <a:pt x="110128" y="121501"/>
                </a:lnTo>
                <a:cubicBezTo>
                  <a:pt x="108327" y="121877"/>
                  <a:pt x="106731" y="122121"/>
                  <a:pt x="105343" y="122233"/>
                </a:cubicBezTo>
                <a:cubicBezTo>
                  <a:pt x="103954" y="122346"/>
                  <a:pt x="102471" y="122402"/>
                  <a:pt x="100895" y="122402"/>
                </a:cubicBezTo>
                <a:cubicBezTo>
                  <a:pt x="94589" y="122402"/>
                  <a:pt x="90141" y="120882"/>
                  <a:pt x="87551" y="117842"/>
                </a:cubicBezTo>
                <a:cubicBezTo>
                  <a:pt x="84961" y="114801"/>
                  <a:pt x="83666" y="109828"/>
                  <a:pt x="83666" y="102922"/>
                </a:cubicBezTo>
                <a:lnTo>
                  <a:pt x="83666" y="101683"/>
                </a:lnTo>
                <a:lnTo>
                  <a:pt x="83216" y="101683"/>
                </a:lnTo>
                <a:cubicBezTo>
                  <a:pt x="77285" y="110691"/>
                  <a:pt x="71073" y="116978"/>
                  <a:pt x="64579" y="120544"/>
                </a:cubicBezTo>
                <a:cubicBezTo>
                  <a:pt x="58086" y="124110"/>
                  <a:pt x="49884" y="125893"/>
                  <a:pt x="39975" y="125893"/>
                </a:cubicBezTo>
                <a:cubicBezTo>
                  <a:pt x="27889" y="125893"/>
                  <a:pt x="18205" y="122871"/>
                  <a:pt x="10923" y="116828"/>
                </a:cubicBezTo>
                <a:cubicBezTo>
                  <a:pt x="3641" y="110785"/>
                  <a:pt x="0" y="102171"/>
                  <a:pt x="0" y="90985"/>
                </a:cubicBezTo>
                <a:cubicBezTo>
                  <a:pt x="0" y="79500"/>
                  <a:pt x="3997" y="70848"/>
                  <a:pt x="11992" y="65030"/>
                </a:cubicBezTo>
                <a:cubicBezTo>
                  <a:pt x="19987" y="59212"/>
                  <a:pt x="37835" y="55064"/>
                  <a:pt x="65536" y="52587"/>
                </a:cubicBezTo>
                <a:cubicBezTo>
                  <a:pt x="71842" y="52061"/>
                  <a:pt x="76253" y="50616"/>
                  <a:pt x="78768" y="48251"/>
                </a:cubicBezTo>
                <a:cubicBezTo>
                  <a:pt x="81282" y="45887"/>
                  <a:pt x="82540" y="42002"/>
                  <a:pt x="82540" y="36597"/>
                </a:cubicBezTo>
                <a:cubicBezTo>
                  <a:pt x="82540" y="28564"/>
                  <a:pt x="80100" y="22484"/>
                  <a:pt x="75221" y="18355"/>
                </a:cubicBezTo>
                <a:cubicBezTo>
                  <a:pt x="70341" y="14226"/>
                  <a:pt x="62421" y="12161"/>
                  <a:pt x="51461" y="12161"/>
                </a:cubicBezTo>
                <a:cubicBezTo>
                  <a:pt x="41476" y="12161"/>
                  <a:pt x="33744" y="14526"/>
                  <a:pt x="28264" y="19256"/>
                </a:cubicBezTo>
                <a:cubicBezTo>
                  <a:pt x="22784" y="23985"/>
                  <a:pt x="19894" y="30854"/>
                  <a:pt x="19593" y="39862"/>
                </a:cubicBezTo>
                <a:lnTo>
                  <a:pt x="5067" y="39862"/>
                </a:lnTo>
                <a:cubicBezTo>
                  <a:pt x="5743" y="26800"/>
                  <a:pt x="10228" y="16891"/>
                  <a:pt x="18524" y="10135"/>
                </a:cubicBezTo>
                <a:cubicBezTo>
                  <a:pt x="26819" y="3378"/>
                  <a:pt x="38436" y="0"/>
                  <a:pt x="53375" y="0"/>
                </a:cubicBezTo>
                <a:moveTo>
                  <a:pt x="82089" y="57316"/>
                </a:moveTo>
                <a:cubicBezTo>
                  <a:pt x="80588" y="60019"/>
                  <a:pt x="75971" y="61896"/>
                  <a:pt x="68239" y="62947"/>
                </a:cubicBezTo>
                <a:cubicBezTo>
                  <a:pt x="60582" y="63998"/>
                  <a:pt x="52099" y="65330"/>
                  <a:pt x="42790" y="66944"/>
                </a:cubicBezTo>
                <a:cubicBezTo>
                  <a:pt x="33481" y="68558"/>
                  <a:pt x="26444" y="71204"/>
                  <a:pt x="21677" y="74883"/>
                </a:cubicBezTo>
                <a:cubicBezTo>
                  <a:pt x="16910" y="78561"/>
                  <a:pt x="14526" y="83628"/>
                  <a:pt x="14526" y="90084"/>
                </a:cubicBezTo>
                <a:cubicBezTo>
                  <a:pt x="14526" y="97141"/>
                  <a:pt x="17154" y="102828"/>
                  <a:pt x="22409" y="107144"/>
                </a:cubicBezTo>
                <a:cubicBezTo>
                  <a:pt x="27663" y="111461"/>
                  <a:pt x="33894" y="113619"/>
                  <a:pt x="41101" y="113619"/>
                </a:cubicBezTo>
                <a:cubicBezTo>
                  <a:pt x="52962" y="113619"/>
                  <a:pt x="62834" y="110091"/>
                  <a:pt x="70716" y="103034"/>
                </a:cubicBezTo>
                <a:cubicBezTo>
                  <a:pt x="78599" y="95978"/>
                  <a:pt x="82540" y="87269"/>
                  <a:pt x="82540" y="76910"/>
                </a:cubicBezTo>
                <a:lnTo>
                  <a:pt x="82540" y="57316"/>
                </a:lnTo>
                <a:lnTo>
                  <a:pt x="82089" y="57316"/>
                </a:lnTo>
                <a:close/>
                <a:moveTo>
                  <a:pt x="181285" y="1802"/>
                </a:moveTo>
                <a:lnTo>
                  <a:pt x="184889" y="1802"/>
                </a:lnTo>
                <a:lnTo>
                  <a:pt x="184889" y="16328"/>
                </a:lnTo>
                <a:lnTo>
                  <a:pt x="183200" y="16328"/>
                </a:lnTo>
                <a:cubicBezTo>
                  <a:pt x="170363" y="16328"/>
                  <a:pt x="160059" y="20438"/>
                  <a:pt x="152289" y="28658"/>
                </a:cubicBezTo>
                <a:cubicBezTo>
                  <a:pt x="144520" y="36878"/>
                  <a:pt x="140635" y="47107"/>
                  <a:pt x="140635" y="59343"/>
                </a:cubicBezTo>
                <a:lnTo>
                  <a:pt x="140635" y="122402"/>
                </a:lnTo>
                <a:lnTo>
                  <a:pt x="126109" y="122402"/>
                </a:lnTo>
                <a:lnTo>
                  <a:pt x="126109" y="3378"/>
                </a:lnTo>
                <a:lnTo>
                  <a:pt x="139509" y="3378"/>
                </a:lnTo>
                <a:lnTo>
                  <a:pt x="139509" y="31304"/>
                </a:lnTo>
                <a:lnTo>
                  <a:pt x="139959" y="31304"/>
                </a:lnTo>
                <a:cubicBezTo>
                  <a:pt x="143562" y="21996"/>
                  <a:pt x="149024" y="14751"/>
                  <a:pt x="156343" y="9571"/>
                </a:cubicBezTo>
                <a:cubicBezTo>
                  <a:pt x="163663" y="4392"/>
                  <a:pt x="171977" y="1802"/>
                  <a:pt x="181285" y="1802"/>
                </a:cubicBezTo>
                <a:close/>
                <a:moveTo>
                  <a:pt x="243387" y="0"/>
                </a:moveTo>
                <a:cubicBezTo>
                  <a:pt x="251795" y="0"/>
                  <a:pt x="259452" y="2252"/>
                  <a:pt x="266359" y="6756"/>
                </a:cubicBezTo>
                <a:cubicBezTo>
                  <a:pt x="273265" y="11261"/>
                  <a:pt x="278257" y="17003"/>
                  <a:pt x="281335" y="23985"/>
                </a:cubicBezTo>
                <a:lnTo>
                  <a:pt x="281786" y="23985"/>
                </a:lnTo>
                <a:lnTo>
                  <a:pt x="281786" y="3378"/>
                </a:lnTo>
                <a:lnTo>
                  <a:pt x="296312" y="3378"/>
                </a:lnTo>
                <a:lnTo>
                  <a:pt x="296312" y="113957"/>
                </a:lnTo>
                <a:cubicBezTo>
                  <a:pt x="296312" y="132274"/>
                  <a:pt x="292033" y="146181"/>
                  <a:pt x="283475" y="155677"/>
                </a:cubicBezTo>
                <a:cubicBezTo>
                  <a:pt x="274917" y="165174"/>
                  <a:pt x="261629" y="169922"/>
                  <a:pt x="243612" y="169922"/>
                </a:cubicBezTo>
                <a:cubicBezTo>
                  <a:pt x="230100" y="169922"/>
                  <a:pt x="218708" y="166788"/>
                  <a:pt x="209437" y="160519"/>
                </a:cubicBezTo>
                <a:cubicBezTo>
                  <a:pt x="200165" y="154251"/>
                  <a:pt x="195079" y="145374"/>
                  <a:pt x="194179" y="133888"/>
                </a:cubicBezTo>
                <a:lnTo>
                  <a:pt x="208705" y="133888"/>
                </a:lnTo>
                <a:cubicBezTo>
                  <a:pt x="209906" y="141395"/>
                  <a:pt x="213565" y="147232"/>
                  <a:pt x="219684" y="151398"/>
                </a:cubicBezTo>
                <a:cubicBezTo>
                  <a:pt x="225802" y="155565"/>
                  <a:pt x="233741" y="157648"/>
                  <a:pt x="243500" y="157648"/>
                </a:cubicBezTo>
                <a:cubicBezTo>
                  <a:pt x="256412" y="157648"/>
                  <a:pt x="266021" y="153969"/>
                  <a:pt x="272327" y="146612"/>
                </a:cubicBezTo>
                <a:cubicBezTo>
                  <a:pt x="278633" y="139256"/>
                  <a:pt x="281786" y="128333"/>
                  <a:pt x="281786" y="113844"/>
                </a:cubicBezTo>
                <a:lnTo>
                  <a:pt x="281786" y="96616"/>
                </a:lnTo>
                <a:lnTo>
                  <a:pt x="281335" y="96616"/>
                </a:lnTo>
                <a:cubicBezTo>
                  <a:pt x="277732" y="104348"/>
                  <a:pt x="272571" y="110353"/>
                  <a:pt x="265852" y="114633"/>
                </a:cubicBezTo>
                <a:cubicBezTo>
                  <a:pt x="259133" y="118912"/>
                  <a:pt x="251645" y="121051"/>
                  <a:pt x="243387" y="121051"/>
                </a:cubicBezTo>
                <a:cubicBezTo>
                  <a:pt x="226421" y="121051"/>
                  <a:pt x="213246" y="115702"/>
                  <a:pt x="203863" y="105005"/>
                </a:cubicBezTo>
                <a:cubicBezTo>
                  <a:pt x="194479" y="94307"/>
                  <a:pt x="189787" y="79312"/>
                  <a:pt x="189787" y="60019"/>
                </a:cubicBezTo>
                <a:cubicBezTo>
                  <a:pt x="189787" y="42602"/>
                  <a:pt x="194648" y="28245"/>
                  <a:pt x="204369" y="16947"/>
                </a:cubicBezTo>
                <a:cubicBezTo>
                  <a:pt x="214091" y="5649"/>
                  <a:pt x="227097" y="0"/>
                  <a:pt x="243387" y="0"/>
                </a:cubicBezTo>
                <a:moveTo>
                  <a:pt x="204313" y="61483"/>
                </a:moveTo>
                <a:cubicBezTo>
                  <a:pt x="204313" y="75521"/>
                  <a:pt x="207860" y="86913"/>
                  <a:pt x="214954" y="95658"/>
                </a:cubicBezTo>
                <a:cubicBezTo>
                  <a:pt x="222048" y="104404"/>
                  <a:pt x="231564" y="108777"/>
                  <a:pt x="243500" y="108777"/>
                </a:cubicBezTo>
                <a:cubicBezTo>
                  <a:pt x="254986" y="108777"/>
                  <a:pt x="264238" y="104235"/>
                  <a:pt x="271257" y="95152"/>
                </a:cubicBezTo>
                <a:cubicBezTo>
                  <a:pt x="278276" y="86068"/>
                  <a:pt x="281786" y="74845"/>
                  <a:pt x="281786" y="61483"/>
                </a:cubicBezTo>
                <a:cubicBezTo>
                  <a:pt x="281786" y="47369"/>
                  <a:pt x="278408" y="35621"/>
                  <a:pt x="271651" y="26237"/>
                </a:cubicBezTo>
                <a:cubicBezTo>
                  <a:pt x="264895" y="16853"/>
                  <a:pt x="255436" y="12161"/>
                  <a:pt x="243275" y="12161"/>
                </a:cubicBezTo>
                <a:cubicBezTo>
                  <a:pt x="231338" y="12161"/>
                  <a:pt x="221861" y="16722"/>
                  <a:pt x="214842" y="25843"/>
                </a:cubicBezTo>
                <a:cubicBezTo>
                  <a:pt x="207823" y="34964"/>
                  <a:pt x="204313" y="46844"/>
                  <a:pt x="204313" y="61483"/>
                </a:cubicBezTo>
                <a:close/>
                <a:moveTo>
                  <a:pt x="377015" y="0"/>
                </a:moveTo>
                <a:cubicBezTo>
                  <a:pt x="385273" y="0"/>
                  <a:pt x="392442" y="1971"/>
                  <a:pt x="398523" y="5912"/>
                </a:cubicBezTo>
                <a:cubicBezTo>
                  <a:pt x="404604" y="9853"/>
                  <a:pt x="408807" y="15615"/>
                  <a:pt x="411135" y="23197"/>
                </a:cubicBezTo>
                <a:cubicBezTo>
                  <a:pt x="414813" y="15615"/>
                  <a:pt x="419974" y="9853"/>
                  <a:pt x="426618" y="5912"/>
                </a:cubicBezTo>
                <a:cubicBezTo>
                  <a:pt x="433262" y="1971"/>
                  <a:pt x="440750" y="0"/>
                  <a:pt x="449083" y="0"/>
                </a:cubicBezTo>
                <a:cubicBezTo>
                  <a:pt x="462295" y="0"/>
                  <a:pt x="472148" y="3510"/>
                  <a:pt x="478642" y="10529"/>
                </a:cubicBezTo>
                <a:cubicBezTo>
                  <a:pt x="485135" y="17548"/>
                  <a:pt x="488382" y="27588"/>
                  <a:pt x="488382" y="40651"/>
                </a:cubicBezTo>
                <a:lnTo>
                  <a:pt x="488382" y="122402"/>
                </a:lnTo>
                <a:lnTo>
                  <a:pt x="473856" y="122402"/>
                </a:lnTo>
                <a:lnTo>
                  <a:pt x="473856" y="41439"/>
                </a:lnTo>
                <a:cubicBezTo>
                  <a:pt x="473856" y="31379"/>
                  <a:pt x="471604" y="23985"/>
                  <a:pt x="467100" y="19256"/>
                </a:cubicBezTo>
                <a:cubicBezTo>
                  <a:pt x="462595" y="14526"/>
                  <a:pt x="455501" y="12161"/>
                  <a:pt x="445817" y="12161"/>
                </a:cubicBezTo>
                <a:cubicBezTo>
                  <a:pt x="435232" y="12161"/>
                  <a:pt x="427200" y="15802"/>
                  <a:pt x="421720" y="23084"/>
                </a:cubicBezTo>
                <a:cubicBezTo>
                  <a:pt x="416239" y="30366"/>
                  <a:pt x="413499" y="40651"/>
                  <a:pt x="413499" y="53938"/>
                </a:cubicBezTo>
                <a:lnTo>
                  <a:pt x="413499" y="122402"/>
                </a:lnTo>
                <a:lnTo>
                  <a:pt x="398861" y="122402"/>
                </a:lnTo>
                <a:lnTo>
                  <a:pt x="398861" y="40876"/>
                </a:lnTo>
                <a:cubicBezTo>
                  <a:pt x="398861" y="31942"/>
                  <a:pt x="396796" y="24923"/>
                  <a:pt x="392667" y="19819"/>
                </a:cubicBezTo>
                <a:cubicBezTo>
                  <a:pt x="388538" y="14714"/>
                  <a:pt x="382308" y="12161"/>
                  <a:pt x="373975" y="12161"/>
                </a:cubicBezTo>
                <a:cubicBezTo>
                  <a:pt x="362414" y="12161"/>
                  <a:pt x="353612" y="16084"/>
                  <a:pt x="347569" y="23929"/>
                </a:cubicBezTo>
                <a:cubicBezTo>
                  <a:pt x="341526" y="31774"/>
                  <a:pt x="338504" y="42114"/>
                  <a:pt x="338504" y="54952"/>
                </a:cubicBezTo>
                <a:lnTo>
                  <a:pt x="338504" y="122402"/>
                </a:lnTo>
                <a:lnTo>
                  <a:pt x="323978" y="122402"/>
                </a:lnTo>
                <a:lnTo>
                  <a:pt x="323978" y="3378"/>
                </a:lnTo>
                <a:lnTo>
                  <a:pt x="337378" y="3378"/>
                </a:lnTo>
                <a:lnTo>
                  <a:pt x="337378" y="23422"/>
                </a:lnTo>
                <a:lnTo>
                  <a:pt x="338054" y="23422"/>
                </a:lnTo>
                <a:cubicBezTo>
                  <a:pt x="342182" y="15615"/>
                  <a:pt x="347494" y="9759"/>
                  <a:pt x="353987" y="5855"/>
                </a:cubicBezTo>
                <a:cubicBezTo>
                  <a:pt x="360481" y="1952"/>
                  <a:pt x="368157" y="0"/>
                  <a:pt x="377015" y="0"/>
                </a:cubicBezTo>
                <a:close/>
                <a:moveTo>
                  <a:pt x="563037" y="0"/>
                </a:moveTo>
                <a:cubicBezTo>
                  <a:pt x="578051" y="0"/>
                  <a:pt x="589087" y="3247"/>
                  <a:pt x="596143" y="9740"/>
                </a:cubicBezTo>
                <a:cubicBezTo>
                  <a:pt x="603200" y="16234"/>
                  <a:pt x="606728" y="25411"/>
                  <a:pt x="606728" y="37272"/>
                </a:cubicBezTo>
                <a:lnTo>
                  <a:pt x="606728" y="101908"/>
                </a:lnTo>
                <a:cubicBezTo>
                  <a:pt x="606728" y="104310"/>
                  <a:pt x="607404" y="106281"/>
                  <a:pt x="608755" y="107820"/>
                </a:cubicBezTo>
                <a:cubicBezTo>
                  <a:pt x="610106" y="109359"/>
                  <a:pt x="612284" y="110128"/>
                  <a:pt x="615286" y="110128"/>
                </a:cubicBezTo>
                <a:cubicBezTo>
                  <a:pt x="616112" y="110128"/>
                  <a:pt x="616900" y="110072"/>
                  <a:pt x="617651" y="109959"/>
                </a:cubicBezTo>
                <a:cubicBezTo>
                  <a:pt x="618402" y="109847"/>
                  <a:pt x="619115" y="109603"/>
                  <a:pt x="619791" y="109227"/>
                </a:cubicBezTo>
                <a:lnTo>
                  <a:pt x="619791" y="121501"/>
                </a:lnTo>
                <a:cubicBezTo>
                  <a:pt x="617989" y="121877"/>
                  <a:pt x="616394" y="122121"/>
                  <a:pt x="615005" y="122233"/>
                </a:cubicBezTo>
                <a:cubicBezTo>
                  <a:pt x="613616" y="122346"/>
                  <a:pt x="612133" y="122402"/>
                  <a:pt x="610557" y="122402"/>
                </a:cubicBezTo>
                <a:cubicBezTo>
                  <a:pt x="604251" y="122402"/>
                  <a:pt x="599803" y="120882"/>
                  <a:pt x="597213" y="117842"/>
                </a:cubicBezTo>
                <a:cubicBezTo>
                  <a:pt x="594623" y="114801"/>
                  <a:pt x="593328" y="109828"/>
                  <a:pt x="593328" y="102922"/>
                </a:cubicBezTo>
                <a:lnTo>
                  <a:pt x="593328" y="101683"/>
                </a:lnTo>
                <a:lnTo>
                  <a:pt x="592878" y="101683"/>
                </a:lnTo>
                <a:cubicBezTo>
                  <a:pt x="586947" y="110691"/>
                  <a:pt x="580735" y="116978"/>
                  <a:pt x="574242" y="120544"/>
                </a:cubicBezTo>
                <a:cubicBezTo>
                  <a:pt x="567748" y="124110"/>
                  <a:pt x="559547" y="125893"/>
                  <a:pt x="549637" y="125893"/>
                </a:cubicBezTo>
                <a:cubicBezTo>
                  <a:pt x="537551" y="125893"/>
                  <a:pt x="527867" y="122871"/>
                  <a:pt x="520585" y="116828"/>
                </a:cubicBezTo>
                <a:cubicBezTo>
                  <a:pt x="513303" y="110785"/>
                  <a:pt x="509662" y="102171"/>
                  <a:pt x="509662" y="90985"/>
                </a:cubicBezTo>
                <a:cubicBezTo>
                  <a:pt x="509662" y="79500"/>
                  <a:pt x="513660" y="70848"/>
                  <a:pt x="521655" y="65030"/>
                </a:cubicBezTo>
                <a:cubicBezTo>
                  <a:pt x="529650" y="59212"/>
                  <a:pt x="547498" y="55064"/>
                  <a:pt x="575199" y="52587"/>
                </a:cubicBezTo>
                <a:cubicBezTo>
                  <a:pt x="581505" y="52061"/>
                  <a:pt x="585915" y="50616"/>
                  <a:pt x="588430" y="48251"/>
                </a:cubicBezTo>
                <a:cubicBezTo>
                  <a:pt x="590945" y="45887"/>
                  <a:pt x="592202" y="42002"/>
                  <a:pt x="592202" y="36597"/>
                </a:cubicBezTo>
                <a:cubicBezTo>
                  <a:pt x="592202" y="28564"/>
                  <a:pt x="589762" y="22484"/>
                  <a:pt x="584883" y="18355"/>
                </a:cubicBezTo>
                <a:cubicBezTo>
                  <a:pt x="580003" y="14226"/>
                  <a:pt x="572083" y="12161"/>
                  <a:pt x="561123" y="12161"/>
                </a:cubicBezTo>
                <a:cubicBezTo>
                  <a:pt x="551139" y="12161"/>
                  <a:pt x="543406" y="14526"/>
                  <a:pt x="537926" y="19256"/>
                </a:cubicBezTo>
                <a:cubicBezTo>
                  <a:pt x="532446" y="23985"/>
                  <a:pt x="529556" y="30854"/>
                  <a:pt x="529256" y="39862"/>
                </a:cubicBezTo>
                <a:lnTo>
                  <a:pt x="514730" y="39862"/>
                </a:lnTo>
                <a:cubicBezTo>
                  <a:pt x="515405" y="26800"/>
                  <a:pt x="519891" y="16891"/>
                  <a:pt x="528186" y="10135"/>
                </a:cubicBezTo>
                <a:cubicBezTo>
                  <a:pt x="536481" y="3378"/>
                  <a:pt x="548098" y="0"/>
                  <a:pt x="563037" y="0"/>
                </a:cubicBezTo>
                <a:moveTo>
                  <a:pt x="591752" y="57316"/>
                </a:moveTo>
                <a:cubicBezTo>
                  <a:pt x="590250" y="60019"/>
                  <a:pt x="585634" y="61896"/>
                  <a:pt x="577901" y="62947"/>
                </a:cubicBezTo>
                <a:cubicBezTo>
                  <a:pt x="570244" y="63998"/>
                  <a:pt x="561761" y="65330"/>
                  <a:pt x="552452" y="66944"/>
                </a:cubicBezTo>
                <a:cubicBezTo>
                  <a:pt x="543144" y="68558"/>
                  <a:pt x="536106" y="71204"/>
                  <a:pt x="531339" y="74883"/>
                </a:cubicBezTo>
                <a:cubicBezTo>
                  <a:pt x="526572" y="78561"/>
                  <a:pt x="524188" y="83628"/>
                  <a:pt x="524188" y="90084"/>
                </a:cubicBezTo>
                <a:cubicBezTo>
                  <a:pt x="524188" y="97141"/>
                  <a:pt x="526816" y="102828"/>
                  <a:pt x="532071" y="107144"/>
                </a:cubicBezTo>
                <a:cubicBezTo>
                  <a:pt x="537326" y="111461"/>
                  <a:pt x="543557" y="113619"/>
                  <a:pt x="550763" y="113619"/>
                </a:cubicBezTo>
                <a:cubicBezTo>
                  <a:pt x="562624" y="113619"/>
                  <a:pt x="572496" y="110091"/>
                  <a:pt x="580379" y="103034"/>
                </a:cubicBezTo>
                <a:cubicBezTo>
                  <a:pt x="588261" y="95978"/>
                  <a:pt x="592202" y="87269"/>
                  <a:pt x="592202" y="76910"/>
                </a:cubicBezTo>
                <a:lnTo>
                  <a:pt x="592202" y="57316"/>
                </a:lnTo>
                <a:lnTo>
                  <a:pt x="591752" y="57316"/>
                </a:lnTo>
                <a:close/>
                <a:moveTo>
                  <a:pt x="643878" y="3378"/>
                </a:moveTo>
                <a:lnTo>
                  <a:pt x="677772" y="48646"/>
                </a:lnTo>
                <a:lnTo>
                  <a:pt x="710991" y="3378"/>
                </a:lnTo>
                <a:lnTo>
                  <a:pt x="729120" y="3378"/>
                </a:lnTo>
                <a:lnTo>
                  <a:pt x="686217" y="60357"/>
                </a:lnTo>
                <a:lnTo>
                  <a:pt x="732611" y="122402"/>
                </a:lnTo>
                <a:lnTo>
                  <a:pt x="714144" y="122402"/>
                </a:lnTo>
                <a:lnTo>
                  <a:pt x="676758" y="72405"/>
                </a:lnTo>
                <a:lnTo>
                  <a:pt x="640162" y="122402"/>
                </a:lnTo>
                <a:lnTo>
                  <a:pt x="622145" y="122402"/>
                </a:lnTo>
                <a:lnTo>
                  <a:pt x="668313" y="60582"/>
                </a:lnTo>
                <a:lnTo>
                  <a:pt x="625636" y="3378"/>
                </a:lnTo>
                <a:lnTo>
                  <a:pt x="643878" y="3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i">
            <a:extLst xmlns:a="http://schemas.openxmlformats.org/drawingml/2006/main">
              <a:ext uri="{FF2B5EF4-FFF2-40B4-BE49-F238E27FC236}">
                <a16:creationId xmlns:a16="http://schemas.microsoft.com/office/drawing/2014/main" id="{9454B40D-4F94-493C-B83B-F8C65B2B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921" y="4671224"/>
            <a:ext cx="9684" cy="109753"/>
          </a:xfrm>
          <a:custGeom xmlns:a="http://schemas.openxmlformats.org/drawingml/2006/main">
            <a:pathLst>
              <a:path w="9684" h="109753">
                <a:moveTo>
                  <a:pt x="9684" y="0"/>
                </a:moveTo>
                <a:lnTo>
                  <a:pt x="9684" y="15540"/>
                </a:lnTo>
                <a:lnTo>
                  <a:pt x="0" y="15540"/>
                </a:lnTo>
                <a:lnTo>
                  <a:pt x="0" y="0"/>
                </a:lnTo>
                <a:lnTo>
                  <a:pt x="9684" y="0"/>
                </a:lnTo>
                <a:moveTo>
                  <a:pt x="9684" y="30404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30404"/>
                </a:lnTo>
                <a:lnTo>
                  <a:pt x="9684" y="30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F">
            <a:extLst xmlns:a="http://schemas.openxmlformats.org/drawingml/2006/main">
              <a:ext uri="{FF2B5EF4-FFF2-40B4-BE49-F238E27FC236}">
                <a16:creationId xmlns:a16="http://schemas.microsoft.com/office/drawing/2014/main" id="{BFD12241-1BE9-4031-9B21-C8C8C59A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899" y="4529415"/>
            <a:ext cx="111367" cy="165080"/>
          </a:xfrm>
          <a:custGeom xmlns:a="http://schemas.openxmlformats.org/drawingml/2006/main">
            <a:pathLst>
              <a:path w="111367" h="165080">
                <a:moveTo>
                  <a:pt x="0" y="165080"/>
                </a:moveTo>
                <a:lnTo>
                  <a:pt x="0" y="0"/>
                </a:lnTo>
                <a:lnTo>
                  <a:pt x="111367" y="0"/>
                </a:lnTo>
                <a:lnTo>
                  <a:pt x="111367" y="19593"/>
                </a:lnTo>
                <a:lnTo>
                  <a:pt x="21845" y="19593"/>
                </a:lnTo>
                <a:lnTo>
                  <a:pt x="21845" y="70491"/>
                </a:lnTo>
                <a:lnTo>
                  <a:pt x="99318" y="70491"/>
                </a:lnTo>
                <a:lnTo>
                  <a:pt x="99318" y="90084"/>
                </a:lnTo>
                <a:lnTo>
                  <a:pt x="21845" y="90084"/>
                </a:lnTo>
                <a:lnTo>
                  <a:pt x="21845" y="165080"/>
                </a:lnTo>
                <a:lnTo>
                  <a:pt x="0" y="1650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̅(S*">
            <a:extLst xmlns:a="http://schemas.openxmlformats.org/drawingml/2006/main">
              <a:ext uri="{FF2B5EF4-FFF2-40B4-BE49-F238E27FC236}">
                <a16:creationId xmlns:a16="http://schemas.microsoft.com/office/drawing/2014/main" id="{4FA762BE-5BA3-449C-AB45-4E700B55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974" y="4503516"/>
            <a:ext cx="410474" cy="235008"/>
          </a:xfrm>
          <a:custGeom xmlns:a="http://schemas.openxmlformats.org/drawingml/2006/main">
            <a:pathLst>
              <a:path w="410474" h="235008">
                <a:moveTo>
                  <a:pt x="134338" y="14639"/>
                </a:moveTo>
                <a:lnTo>
                  <a:pt x="0" y="14639"/>
                </a:lnTo>
                <a:lnTo>
                  <a:pt x="0" y="0"/>
                </a:lnTo>
                <a:lnTo>
                  <a:pt x="134338" y="0"/>
                </a:lnTo>
                <a:lnTo>
                  <a:pt x="134338" y="14639"/>
                </a:lnTo>
                <a:close/>
                <a:moveTo>
                  <a:pt x="179097" y="22859"/>
                </a:moveTo>
                <a:lnTo>
                  <a:pt x="190695" y="22859"/>
                </a:lnTo>
                <a:cubicBezTo>
                  <a:pt x="180786" y="38549"/>
                  <a:pt x="173372" y="55852"/>
                  <a:pt x="168455" y="74770"/>
                </a:cubicBezTo>
                <a:cubicBezTo>
                  <a:pt x="163538" y="93688"/>
                  <a:pt x="161080" y="113657"/>
                  <a:pt x="161080" y="134676"/>
                </a:cubicBezTo>
                <a:cubicBezTo>
                  <a:pt x="161080" y="151042"/>
                  <a:pt x="163745" y="168233"/>
                  <a:pt x="169075" y="186250"/>
                </a:cubicBezTo>
                <a:cubicBezTo>
                  <a:pt x="174405" y="204267"/>
                  <a:pt x="181611" y="220519"/>
                  <a:pt x="190695" y="235008"/>
                </a:cubicBezTo>
                <a:lnTo>
                  <a:pt x="179097" y="235008"/>
                </a:lnTo>
                <a:cubicBezTo>
                  <a:pt x="167085" y="215039"/>
                  <a:pt x="158659" y="196816"/>
                  <a:pt x="153817" y="180338"/>
                </a:cubicBezTo>
                <a:cubicBezTo>
                  <a:pt x="148975" y="163860"/>
                  <a:pt x="146554" y="146950"/>
                  <a:pt x="146554" y="129609"/>
                </a:cubicBezTo>
                <a:cubicBezTo>
                  <a:pt x="146554" y="111142"/>
                  <a:pt x="149275" y="92937"/>
                  <a:pt x="154717" y="74995"/>
                </a:cubicBezTo>
                <a:cubicBezTo>
                  <a:pt x="160160" y="57053"/>
                  <a:pt x="168286" y="39675"/>
                  <a:pt x="179097" y="22859"/>
                </a:cubicBezTo>
                <a:close/>
                <a:moveTo>
                  <a:pt x="260575" y="22859"/>
                </a:moveTo>
                <a:cubicBezTo>
                  <a:pt x="278216" y="22859"/>
                  <a:pt x="292742" y="27419"/>
                  <a:pt x="304153" y="36541"/>
                </a:cubicBezTo>
                <a:cubicBezTo>
                  <a:pt x="315564" y="45662"/>
                  <a:pt x="321269" y="58180"/>
                  <a:pt x="321269" y="74094"/>
                </a:cubicBezTo>
                <a:lnTo>
                  <a:pt x="305729" y="74094"/>
                </a:lnTo>
                <a:cubicBezTo>
                  <a:pt x="305054" y="62083"/>
                  <a:pt x="300493" y="52774"/>
                  <a:pt x="292048" y="46168"/>
                </a:cubicBezTo>
                <a:cubicBezTo>
                  <a:pt x="283602" y="39562"/>
                  <a:pt x="273186" y="36259"/>
                  <a:pt x="260800" y="36259"/>
                </a:cubicBezTo>
                <a:cubicBezTo>
                  <a:pt x="247813" y="36259"/>
                  <a:pt x="237678" y="39055"/>
                  <a:pt x="230396" y="44648"/>
                </a:cubicBezTo>
                <a:cubicBezTo>
                  <a:pt x="223114" y="50241"/>
                  <a:pt x="219473" y="58330"/>
                  <a:pt x="219473" y="68915"/>
                </a:cubicBezTo>
                <a:cubicBezTo>
                  <a:pt x="219473" y="75145"/>
                  <a:pt x="221331" y="80344"/>
                  <a:pt x="225047" y="84511"/>
                </a:cubicBezTo>
                <a:cubicBezTo>
                  <a:pt x="228763" y="88677"/>
                  <a:pt x="235539" y="91961"/>
                  <a:pt x="245373" y="94364"/>
                </a:cubicBezTo>
                <a:lnTo>
                  <a:pt x="282870" y="103597"/>
                </a:lnTo>
                <a:cubicBezTo>
                  <a:pt x="298335" y="107426"/>
                  <a:pt x="309595" y="112868"/>
                  <a:pt x="316652" y="119925"/>
                </a:cubicBezTo>
                <a:cubicBezTo>
                  <a:pt x="323709" y="126982"/>
                  <a:pt x="327237" y="136103"/>
                  <a:pt x="327237" y="147288"/>
                </a:cubicBezTo>
                <a:cubicBezTo>
                  <a:pt x="327237" y="161101"/>
                  <a:pt x="321945" y="172418"/>
                  <a:pt x="311360" y="181239"/>
                </a:cubicBezTo>
                <a:cubicBezTo>
                  <a:pt x="300775" y="190059"/>
                  <a:pt x="285085" y="194470"/>
                  <a:pt x="264290" y="194470"/>
                </a:cubicBezTo>
                <a:cubicBezTo>
                  <a:pt x="243796" y="194470"/>
                  <a:pt x="227694" y="189853"/>
                  <a:pt x="215983" y="180619"/>
                </a:cubicBezTo>
                <a:cubicBezTo>
                  <a:pt x="204272" y="171386"/>
                  <a:pt x="198416" y="158023"/>
                  <a:pt x="198416" y="140532"/>
                </a:cubicBezTo>
                <a:lnTo>
                  <a:pt x="198416" y="136816"/>
                </a:lnTo>
                <a:lnTo>
                  <a:pt x="214181" y="136816"/>
                </a:lnTo>
                <a:lnTo>
                  <a:pt x="214181" y="137942"/>
                </a:lnTo>
                <a:cubicBezTo>
                  <a:pt x="214181" y="152506"/>
                  <a:pt x="218742" y="163334"/>
                  <a:pt x="227863" y="170429"/>
                </a:cubicBezTo>
                <a:cubicBezTo>
                  <a:pt x="236984" y="177523"/>
                  <a:pt x="250252" y="181070"/>
                  <a:pt x="267669" y="181070"/>
                </a:cubicBezTo>
                <a:cubicBezTo>
                  <a:pt x="279004" y="181070"/>
                  <a:pt x="289139" y="178086"/>
                  <a:pt x="298072" y="172118"/>
                </a:cubicBezTo>
                <a:cubicBezTo>
                  <a:pt x="307006" y="166150"/>
                  <a:pt x="311472" y="157986"/>
                  <a:pt x="311472" y="147626"/>
                </a:cubicBezTo>
                <a:cubicBezTo>
                  <a:pt x="311472" y="133438"/>
                  <a:pt x="300775" y="123678"/>
                  <a:pt x="279380" y="118348"/>
                </a:cubicBezTo>
                <a:cubicBezTo>
                  <a:pt x="257910" y="113094"/>
                  <a:pt x="245110" y="109941"/>
                  <a:pt x="240981" y="108890"/>
                </a:cubicBezTo>
                <a:cubicBezTo>
                  <a:pt x="227844" y="105662"/>
                  <a:pt x="218366" y="100857"/>
                  <a:pt x="212548" y="94476"/>
                </a:cubicBezTo>
                <a:cubicBezTo>
                  <a:pt x="206730" y="88095"/>
                  <a:pt x="203821" y="79725"/>
                  <a:pt x="203821" y="69365"/>
                </a:cubicBezTo>
                <a:cubicBezTo>
                  <a:pt x="203821" y="56603"/>
                  <a:pt x="208682" y="45662"/>
                  <a:pt x="218404" y="36541"/>
                </a:cubicBezTo>
                <a:cubicBezTo>
                  <a:pt x="228125" y="27419"/>
                  <a:pt x="242182" y="22859"/>
                  <a:pt x="260575" y="22859"/>
                </a:cubicBezTo>
                <a:close/>
                <a:moveTo>
                  <a:pt x="371400" y="26350"/>
                </a:moveTo>
                <a:lnTo>
                  <a:pt x="380408" y="26350"/>
                </a:lnTo>
                <a:lnTo>
                  <a:pt x="380408" y="54726"/>
                </a:lnTo>
                <a:lnTo>
                  <a:pt x="406983" y="45267"/>
                </a:lnTo>
                <a:lnTo>
                  <a:pt x="410474" y="53713"/>
                </a:lnTo>
                <a:lnTo>
                  <a:pt x="383224" y="62721"/>
                </a:lnTo>
                <a:lnTo>
                  <a:pt x="399777" y="85355"/>
                </a:lnTo>
                <a:lnTo>
                  <a:pt x="392457" y="90648"/>
                </a:lnTo>
                <a:lnTo>
                  <a:pt x="375566" y="67563"/>
                </a:lnTo>
                <a:lnTo>
                  <a:pt x="358788" y="90648"/>
                </a:lnTo>
                <a:lnTo>
                  <a:pt x="351356" y="85355"/>
                </a:lnTo>
                <a:lnTo>
                  <a:pt x="368247" y="62721"/>
                </a:lnTo>
                <a:lnTo>
                  <a:pt x="341672" y="53713"/>
                </a:lnTo>
                <a:lnTo>
                  <a:pt x="344938" y="45267"/>
                </a:lnTo>
                <a:lnTo>
                  <a:pt x="371400" y="54726"/>
                </a:lnTo>
                <a:lnTo>
                  <a:pt x="371400" y="26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i">
            <a:extLst xmlns:a="http://schemas.openxmlformats.org/drawingml/2006/main">
              <a:ext uri="{FF2B5EF4-FFF2-40B4-BE49-F238E27FC236}">
                <a16:creationId xmlns:a16="http://schemas.microsoft.com/office/drawing/2014/main" id="{97DA3296-3852-4A1F-906A-BC4EF387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209" y="4671224"/>
            <a:ext cx="9684" cy="109753"/>
          </a:xfrm>
          <a:custGeom xmlns:a="http://schemas.openxmlformats.org/drawingml/2006/main">
            <a:pathLst>
              <a:path w="9684" h="109753">
                <a:moveTo>
                  <a:pt x="9684" y="0"/>
                </a:moveTo>
                <a:lnTo>
                  <a:pt x="9684" y="15540"/>
                </a:lnTo>
                <a:lnTo>
                  <a:pt x="0" y="15540"/>
                </a:lnTo>
                <a:lnTo>
                  <a:pt x="0" y="0"/>
                </a:lnTo>
                <a:lnTo>
                  <a:pt x="9684" y="0"/>
                </a:lnTo>
                <a:moveTo>
                  <a:pt x="9684" y="30404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30404"/>
                </a:lnTo>
                <a:lnTo>
                  <a:pt x="9684" y="30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)=S">
            <a:extLst xmlns:a="http://schemas.openxmlformats.org/drawingml/2006/main">
              <a:ext uri="{FF2B5EF4-FFF2-40B4-BE49-F238E27FC236}">
                <a16:creationId xmlns:a16="http://schemas.microsoft.com/office/drawing/2014/main" id="{B0297DFA-F073-47F5-A5BF-480CADB7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044" y="4526375"/>
            <a:ext cx="458752" cy="212036"/>
          </a:xfrm>
          <a:custGeom xmlns:a="http://schemas.openxmlformats.org/drawingml/2006/main">
            <a:pathLst>
              <a:path w="458752" h="212036">
                <a:moveTo>
                  <a:pt x="0" y="0"/>
                </a:moveTo>
                <a:lnTo>
                  <a:pt x="11486" y="0"/>
                </a:lnTo>
                <a:cubicBezTo>
                  <a:pt x="22596" y="18317"/>
                  <a:pt x="30798" y="35771"/>
                  <a:pt x="36090" y="52362"/>
                </a:cubicBezTo>
                <a:cubicBezTo>
                  <a:pt x="41383" y="68952"/>
                  <a:pt x="44029" y="86631"/>
                  <a:pt x="44029" y="105399"/>
                </a:cubicBezTo>
                <a:cubicBezTo>
                  <a:pt x="44029" y="124392"/>
                  <a:pt x="41270" y="142840"/>
                  <a:pt x="35752" y="160745"/>
                </a:cubicBezTo>
                <a:cubicBezTo>
                  <a:pt x="30235" y="178649"/>
                  <a:pt x="22183" y="195746"/>
                  <a:pt x="11598" y="212036"/>
                </a:cubicBezTo>
                <a:lnTo>
                  <a:pt x="0" y="212036"/>
                </a:lnTo>
                <a:cubicBezTo>
                  <a:pt x="9909" y="196046"/>
                  <a:pt x="17304" y="178649"/>
                  <a:pt x="22183" y="159844"/>
                </a:cubicBezTo>
                <a:cubicBezTo>
                  <a:pt x="27063" y="141039"/>
                  <a:pt x="29503" y="121201"/>
                  <a:pt x="29503" y="100332"/>
                </a:cubicBezTo>
                <a:cubicBezTo>
                  <a:pt x="29503" y="84342"/>
                  <a:pt x="26894" y="67526"/>
                  <a:pt x="21677" y="49884"/>
                </a:cubicBezTo>
                <a:cubicBezTo>
                  <a:pt x="16459" y="32243"/>
                  <a:pt x="9234" y="15615"/>
                  <a:pt x="0" y="0"/>
                </a:cubicBezTo>
                <a:close/>
                <a:moveTo>
                  <a:pt x="246930" y="80963"/>
                </a:moveTo>
                <a:lnTo>
                  <a:pt x="246930" y="93125"/>
                </a:lnTo>
                <a:lnTo>
                  <a:pt x="130946" y="93125"/>
                </a:lnTo>
                <a:lnTo>
                  <a:pt x="130946" y="80963"/>
                </a:lnTo>
                <a:lnTo>
                  <a:pt x="246930" y="80963"/>
                </a:lnTo>
                <a:moveTo>
                  <a:pt x="246930" y="126343"/>
                </a:moveTo>
                <a:lnTo>
                  <a:pt x="246930" y="138617"/>
                </a:lnTo>
                <a:lnTo>
                  <a:pt x="130946" y="138617"/>
                </a:lnTo>
                <a:lnTo>
                  <a:pt x="130946" y="126343"/>
                </a:lnTo>
                <a:lnTo>
                  <a:pt x="246930" y="126343"/>
                </a:lnTo>
                <a:close/>
                <a:moveTo>
                  <a:pt x="392089" y="0"/>
                </a:moveTo>
                <a:cubicBezTo>
                  <a:pt x="409731" y="0"/>
                  <a:pt x="424257" y="4561"/>
                  <a:pt x="435668" y="13682"/>
                </a:cubicBezTo>
                <a:cubicBezTo>
                  <a:pt x="447078" y="22803"/>
                  <a:pt x="452784" y="35321"/>
                  <a:pt x="452784" y="51236"/>
                </a:cubicBezTo>
                <a:lnTo>
                  <a:pt x="437244" y="51236"/>
                </a:lnTo>
                <a:cubicBezTo>
                  <a:pt x="436568" y="39224"/>
                  <a:pt x="432008" y="29916"/>
                  <a:pt x="423563" y="23309"/>
                </a:cubicBezTo>
                <a:cubicBezTo>
                  <a:pt x="415117" y="16703"/>
                  <a:pt x="404701" y="13400"/>
                  <a:pt x="392314" y="13400"/>
                </a:cubicBezTo>
                <a:cubicBezTo>
                  <a:pt x="379327" y="13400"/>
                  <a:pt x="369193" y="16196"/>
                  <a:pt x="361911" y="21789"/>
                </a:cubicBezTo>
                <a:cubicBezTo>
                  <a:pt x="354629" y="27382"/>
                  <a:pt x="350988" y="35471"/>
                  <a:pt x="350988" y="46056"/>
                </a:cubicBezTo>
                <a:cubicBezTo>
                  <a:pt x="350988" y="52287"/>
                  <a:pt x="352846" y="57485"/>
                  <a:pt x="356562" y="61652"/>
                </a:cubicBezTo>
                <a:cubicBezTo>
                  <a:pt x="360278" y="65818"/>
                  <a:pt x="367053" y="69102"/>
                  <a:pt x="376888" y="71505"/>
                </a:cubicBezTo>
                <a:lnTo>
                  <a:pt x="414385" y="80738"/>
                </a:lnTo>
                <a:cubicBezTo>
                  <a:pt x="429850" y="84567"/>
                  <a:pt x="441110" y="90009"/>
                  <a:pt x="448167" y="97066"/>
                </a:cubicBezTo>
                <a:cubicBezTo>
                  <a:pt x="455223" y="104123"/>
                  <a:pt x="458752" y="113244"/>
                  <a:pt x="458752" y="124429"/>
                </a:cubicBezTo>
                <a:cubicBezTo>
                  <a:pt x="458752" y="138242"/>
                  <a:pt x="453459" y="149559"/>
                  <a:pt x="442874" y="158380"/>
                </a:cubicBezTo>
                <a:cubicBezTo>
                  <a:pt x="432289" y="167201"/>
                  <a:pt x="416600" y="171611"/>
                  <a:pt x="395805" y="171611"/>
                </a:cubicBezTo>
                <a:cubicBezTo>
                  <a:pt x="375311" y="171611"/>
                  <a:pt x="359208" y="166994"/>
                  <a:pt x="347497" y="157760"/>
                </a:cubicBezTo>
                <a:cubicBezTo>
                  <a:pt x="335786" y="148527"/>
                  <a:pt x="329931" y="135164"/>
                  <a:pt x="329931" y="117673"/>
                </a:cubicBezTo>
                <a:lnTo>
                  <a:pt x="329931" y="113957"/>
                </a:lnTo>
                <a:lnTo>
                  <a:pt x="345696" y="113957"/>
                </a:lnTo>
                <a:lnTo>
                  <a:pt x="345696" y="115083"/>
                </a:lnTo>
                <a:cubicBezTo>
                  <a:pt x="345696" y="129647"/>
                  <a:pt x="350256" y="140475"/>
                  <a:pt x="359377" y="147570"/>
                </a:cubicBezTo>
                <a:cubicBezTo>
                  <a:pt x="368498" y="154664"/>
                  <a:pt x="381767" y="158211"/>
                  <a:pt x="399183" y="158211"/>
                </a:cubicBezTo>
                <a:cubicBezTo>
                  <a:pt x="410519" y="158211"/>
                  <a:pt x="420654" y="155227"/>
                  <a:pt x="429587" y="149259"/>
                </a:cubicBezTo>
                <a:cubicBezTo>
                  <a:pt x="438520" y="143291"/>
                  <a:pt x="442987" y="135127"/>
                  <a:pt x="442987" y="124767"/>
                </a:cubicBezTo>
                <a:cubicBezTo>
                  <a:pt x="442987" y="110579"/>
                  <a:pt x="432289" y="100820"/>
                  <a:pt x="410894" y="95490"/>
                </a:cubicBezTo>
                <a:cubicBezTo>
                  <a:pt x="389424" y="90235"/>
                  <a:pt x="376625" y="87082"/>
                  <a:pt x="372496" y="86031"/>
                </a:cubicBezTo>
                <a:cubicBezTo>
                  <a:pt x="359359" y="82803"/>
                  <a:pt x="349881" y="77998"/>
                  <a:pt x="344063" y="71617"/>
                </a:cubicBezTo>
                <a:cubicBezTo>
                  <a:pt x="338245" y="65236"/>
                  <a:pt x="335336" y="56866"/>
                  <a:pt x="335336" y="46506"/>
                </a:cubicBezTo>
                <a:cubicBezTo>
                  <a:pt x="335336" y="33744"/>
                  <a:pt x="340197" y="22803"/>
                  <a:pt x="349918" y="13682"/>
                </a:cubicBezTo>
                <a:cubicBezTo>
                  <a:pt x="359640" y="4561"/>
                  <a:pt x="373697" y="0"/>
                  <a:pt x="39208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*">
            <a:extLst xmlns:a="http://schemas.openxmlformats.org/drawingml/2006/main">
              <a:ext uri="{FF2B5EF4-FFF2-40B4-BE49-F238E27FC236}">
                <a16:creationId xmlns:a16="http://schemas.microsoft.com/office/drawing/2014/main" id="{C26C8FF0-A39D-4D82-A89A-40DADD93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710" y="4498262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DF6CE-4CEB-4EF7-8C54-20CE31E8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1948"/>
            <a:ext cx="7651651" cy="838594"/>
          </a:xfrm>
          <a:custGeom xmlns:a="http://schemas.openxmlformats.org/drawingml/2006/main">
            <a:pathLst>
              <a:path w="7651651" h="838594">
                <a:moveTo>
                  <a:pt x="7651651" y="838594"/>
                </a:moveTo>
                <a:lnTo>
                  <a:pt x="0" y="838594"/>
                </a:lnTo>
                <a:lnTo>
                  <a:pt x="0" y="0"/>
                </a:lnTo>
                <a:lnTo>
                  <a:pt x="7651651" y="0"/>
                </a:lnTo>
                <a:lnTo>
                  <a:pt x="7651651" y="83859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2AFD5-46CB-4389-9890-8FD2728B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9" y="3955829"/>
            <a:ext cx="724870" cy="326964"/>
          </a:xfrm>
          <a:custGeom xmlns:a="http://schemas.openxmlformats.org/drawingml/2006/main">
            <a:pathLst>
              <a:path w="724870" h="326964">
                <a:moveTo>
                  <a:pt x="0" y="0"/>
                </a:moveTo>
                <a:lnTo>
                  <a:pt x="724870" y="0"/>
                </a:lnTo>
                <a:lnTo>
                  <a:pt x="724870" y="326964"/>
                </a:lnTo>
                <a:lnTo>
                  <a:pt x="0" y="326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Stage">
            <a:extLst xmlns:a="http://schemas.openxmlformats.org/drawingml/2006/main">
              <a:ext uri="{FF2B5EF4-FFF2-40B4-BE49-F238E27FC236}">
                <a16:creationId xmlns:a16="http://schemas.microsoft.com/office/drawing/2014/main" id="{3BFC0B2F-9137-4EC9-A5A9-9470BC4A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" y="4019169"/>
            <a:ext cx="637056" cy="242595"/>
          </a:xfrm>
          <a:custGeom xmlns:a="http://schemas.openxmlformats.org/drawingml/2006/main">
            <a:pathLst>
              <a:path w="637056" h="242595">
                <a:moveTo>
                  <a:pt x="69928" y="0"/>
                </a:moveTo>
                <a:cubicBezTo>
                  <a:pt x="89775" y="0"/>
                  <a:pt x="106117" y="5131"/>
                  <a:pt x="118954" y="15392"/>
                </a:cubicBezTo>
                <a:cubicBezTo>
                  <a:pt x="131791" y="25653"/>
                  <a:pt x="138209" y="39736"/>
                  <a:pt x="138209" y="57640"/>
                </a:cubicBezTo>
                <a:lnTo>
                  <a:pt x="120727" y="57640"/>
                </a:lnTo>
                <a:cubicBezTo>
                  <a:pt x="119967" y="44127"/>
                  <a:pt x="114837" y="33655"/>
                  <a:pt x="105336" y="26223"/>
                </a:cubicBezTo>
                <a:cubicBezTo>
                  <a:pt x="95834" y="18791"/>
                  <a:pt x="84116" y="15075"/>
                  <a:pt x="70181" y="15075"/>
                </a:cubicBezTo>
                <a:cubicBezTo>
                  <a:pt x="55571" y="15075"/>
                  <a:pt x="44170" y="18221"/>
                  <a:pt x="35977" y="24513"/>
                </a:cubicBezTo>
                <a:cubicBezTo>
                  <a:pt x="27785" y="30805"/>
                  <a:pt x="23689" y="39905"/>
                  <a:pt x="23689" y="51813"/>
                </a:cubicBezTo>
                <a:cubicBezTo>
                  <a:pt x="23689" y="58822"/>
                  <a:pt x="25780" y="64671"/>
                  <a:pt x="29960" y="69358"/>
                </a:cubicBezTo>
                <a:cubicBezTo>
                  <a:pt x="34141" y="74045"/>
                  <a:pt x="41763" y="77740"/>
                  <a:pt x="52826" y="80443"/>
                </a:cubicBezTo>
                <a:lnTo>
                  <a:pt x="95011" y="90830"/>
                </a:lnTo>
                <a:cubicBezTo>
                  <a:pt x="112409" y="95138"/>
                  <a:pt x="125077" y="101261"/>
                  <a:pt x="133015" y="109199"/>
                </a:cubicBezTo>
                <a:cubicBezTo>
                  <a:pt x="140954" y="117138"/>
                  <a:pt x="144923" y="127399"/>
                  <a:pt x="144923" y="139983"/>
                </a:cubicBezTo>
                <a:cubicBezTo>
                  <a:pt x="144923" y="155522"/>
                  <a:pt x="138969" y="168254"/>
                  <a:pt x="127061" y="178177"/>
                </a:cubicBezTo>
                <a:cubicBezTo>
                  <a:pt x="115153" y="188101"/>
                  <a:pt x="97502" y="193062"/>
                  <a:pt x="74109" y="193062"/>
                </a:cubicBezTo>
                <a:cubicBezTo>
                  <a:pt x="51053" y="193062"/>
                  <a:pt x="32937" y="187868"/>
                  <a:pt x="19762" y="177481"/>
                </a:cubicBezTo>
                <a:cubicBezTo>
                  <a:pt x="6587" y="167093"/>
                  <a:pt x="0" y="152060"/>
                  <a:pt x="0" y="132382"/>
                </a:cubicBezTo>
                <a:lnTo>
                  <a:pt x="0" y="128201"/>
                </a:lnTo>
                <a:lnTo>
                  <a:pt x="17735" y="128201"/>
                </a:lnTo>
                <a:lnTo>
                  <a:pt x="17735" y="129468"/>
                </a:lnTo>
                <a:cubicBezTo>
                  <a:pt x="17735" y="145852"/>
                  <a:pt x="22866" y="158035"/>
                  <a:pt x="33127" y="166016"/>
                </a:cubicBezTo>
                <a:cubicBezTo>
                  <a:pt x="43388" y="173997"/>
                  <a:pt x="58316" y="177987"/>
                  <a:pt x="77909" y="177987"/>
                </a:cubicBezTo>
                <a:cubicBezTo>
                  <a:pt x="90662" y="177987"/>
                  <a:pt x="102063" y="174630"/>
                  <a:pt x="112113" y="167916"/>
                </a:cubicBezTo>
                <a:cubicBezTo>
                  <a:pt x="122163" y="161202"/>
                  <a:pt x="127188" y="152018"/>
                  <a:pt x="127188" y="140363"/>
                </a:cubicBezTo>
                <a:cubicBezTo>
                  <a:pt x="127188" y="124401"/>
                  <a:pt x="115153" y="113422"/>
                  <a:pt x="91084" y="107426"/>
                </a:cubicBezTo>
                <a:cubicBezTo>
                  <a:pt x="66930" y="101514"/>
                  <a:pt x="52531" y="97967"/>
                  <a:pt x="47886" y="96785"/>
                </a:cubicBezTo>
                <a:cubicBezTo>
                  <a:pt x="33106" y="93153"/>
                  <a:pt x="22444" y="87748"/>
                  <a:pt x="15899" y="80569"/>
                </a:cubicBezTo>
                <a:cubicBezTo>
                  <a:pt x="9353" y="73391"/>
                  <a:pt x="6081" y="63974"/>
                  <a:pt x="6081" y="52319"/>
                </a:cubicBezTo>
                <a:cubicBezTo>
                  <a:pt x="6081" y="37962"/>
                  <a:pt x="11549" y="25653"/>
                  <a:pt x="22486" y="15392"/>
                </a:cubicBezTo>
                <a:cubicBezTo>
                  <a:pt x="33423" y="5131"/>
                  <a:pt x="49237" y="0"/>
                  <a:pt x="69928" y="0"/>
                </a:cubicBezTo>
                <a:close/>
                <a:moveTo>
                  <a:pt x="194969" y="15075"/>
                </a:moveTo>
                <a:lnTo>
                  <a:pt x="194969" y="55233"/>
                </a:lnTo>
                <a:lnTo>
                  <a:pt x="222205" y="55233"/>
                </a:lnTo>
                <a:lnTo>
                  <a:pt x="222205" y="69041"/>
                </a:lnTo>
                <a:lnTo>
                  <a:pt x="194969" y="69041"/>
                </a:lnTo>
                <a:lnTo>
                  <a:pt x="194969" y="160379"/>
                </a:lnTo>
                <a:cubicBezTo>
                  <a:pt x="194969" y="167219"/>
                  <a:pt x="196257" y="171695"/>
                  <a:pt x="198832" y="173807"/>
                </a:cubicBezTo>
                <a:cubicBezTo>
                  <a:pt x="201408" y="175918"/>
                  <a:pt x="204723" y="176974"/>
                  <a:pt x="208777" y="176974"/>
                </a:cubicBezTo>
                <a:cubicBezTo>
                  <a:pt x="210466" y="176974"/>
                  <a:pt x="212472" y="176910"/>
                  <a:pt x="214794" y="176784"/>
                </a:cubicBezTo>
                <a:cubicBezTo>
                  <a:pt x="217117" y="176657"/>
                  <a:pt x="219587" y="176467"/>
                  <a:pt x="222205" y="176214"/>
                </a:cubicBezTo>
                <a:lnTo>
                  <a:pt x="222205" y="190149"/>
                </a:lnTo>
                <a:cubicBezTo>
                  <a:pt x="219840" y="190318"/>
                  <a:pt x="217455" y="190444"/>
                  <a:pt x="215048" y="190529"/>
                </a:cubicBezTo>
                <a:cubicBezTo>
                  <a:pt x="212641" y="190613"/>
                  <a:pt x="210213" y="190655"/>
                  <a:pt x="207763" y="190655"/>
                </a:cubicBezTo>
                <a:cubicBezTo>
                  <a:pt x="196869" y="190655"/>
                  <a:pt x="189289" y="188586"/>
                  <a:pt x="185024" y="184448"/>
                </a:cubicBezTo>
                <a:cubicBezTo>
                  <a:pt x="180759" y="180310"/>
                  <a:pt x="178627" y="172878"/>
                  <a:pt x="178627" y="162152"/>
                </a:cubicBezTo>
                <a:lnTo>
                  <a:pt x="178627" y="69041"/>
                </a:lnTo>
                <a:lnTo>
                  <a:pt x="155191" y="69041"/>
                </a:lnTo>
                <a:lnTo>
                  <a:pt x="155191" y="55233"/>
                </a:lnTo>
                <a:lnTo>
                  <a:pt x="178627" y="55233"/>
                </a:lnTo>
                <a:lnTo>
                  <a:pt x="178627" y="15075"/>
                </a:lnTo>
                <a:lnTo>
                  <a:pt x="194969" y="15075"/>
                </a:lnTo>
                <a:close/>
                <a:moveTo>
                  <a:pt x="298361" y="51433"/>
                </a:moveTo>
                <a:cubicBezTo>
                  <a:pt x="315252" y="51433"/>
                  <a:pt x="327666" y="55085"/>
                  <a:pt x="335605" y="62391"/>
                </a:cubicBezTo>
                <a:cubicBezTo>
                  <a:pt x="343544" y="69696"/>
                  <a:pt x="347513" y="80020"/>
                  <a:pt x="347513" y="93364"/>
                </a:cubicBezTo>
                <a:lnTo>
                  <a:pt x="347513" y="166079"/>
                </a:lnTo>
                <a:cubicBezTo>
                  <a:pt x="347513" y="168782"/>
                  <a:pt x="348273" y="170999"/>
                  <a:pt x="349793" y="172730"/>
                </a:cubicBezTo>
                <a:cubicBezTo>
                  <a:pt x="351314" y="174461"/>
                  <a:pt x="353763" y="175327"/>
                  <a:pt x="357141" y="175327"/>
                </a:cubicBezTo>
                <a:cubicBezTo>
                  <a:pt x="358070" y="175327"/>
                  <a:pt x="358957" y="175264"/>
                  <a:pt x="359801" y="175137"/>
                </a:cubicBezTo>
                <a:cubicBezTo>
                  <a:pt x="360646" y="175010"/>
                  <a:pt x="361448" y="174736"/>
                  <a:pt x="362208" y="174313"/>
                </a:cubicBezTo>
                <a:lnTo>
                  <a:pt x="362208" y="188122"/>
                </a:lnTo>
                <a:cubicBezTo>
                  <a:pt x="360181" y="188544"/>
                  <a:pt x="358387" y="188818"/>
                  <a:pt x="356824" y="188945"/>
                </a:cubicBezTo>
                <a:cubicBezTo>
                  <a:pt x="355262" y="189072"/>
                  <a:pt x="353594" y="189135"/>
                  <a:pt x="351820" y="189135"/>
                </a:cubicBezTo>
                <a:cubicBezTo>
                  <a:pt x="344726" y="189135"/>
                  <a:pt x="339722" y="187425"/>
                  <a:pt x="336809" y="184005"/>
                </a:cubicBezTo>
                <a:cubicBezTo>
                  <a:pt x="333895" y="180584"/>
                  <a:pt x="332438" y="174989"/>
                  <a:pt x="332438" y="167219"/>
                </a:cubicBezTo>
                <a:lnTo>
                  <a:pt x="332438" y="165826"/>
                </a:lnTo>
                <a:lnTo>
                  <a:pt x="331931" y="165826"/>
                </a:lnTo>
                <a:cubicBezTo>
                  <a:pt x="325259" y="175960"/>
                  <a:pt x="318271" y="183033"/>
                  <a:pt x="310966" y="187045"/>
                </a:cubicBezTo>
                <a:cubicBezTo>
                  <a:pt x="303660" y="191057"/>
                  <a:pt x="294434" y="193062"/>
                  <a:pt x="283286" y="193062"/>
                </a:cubicBezTo>
                <a:cubicBezTo>
                  <a:pt x="269689" y="193062"/>
                  <a:pt x="258794" y="189663"/>
                  <a:pt x="250602" y="182864"/>
                </a:cubicBezTo>
                <a:cubicBezTo>
                  <a:pt x="242410" y="176066"/>
                  <a:pt x="238314" y="166375"/>
                  <a:pt x="238314" y="153791"/>
                </a:cubicBezTo>
                <a:cubicBezTo>
                  <a:pt x="238314" y="140870"/>
                  <a:pt x="242811" y="131136"/>
                  <a:pt x="251805" y="124591"/>
                </a:cubicBezTo>
                <a:cubicBezTo>
                  <a:pt x="260800" y="118046"/>
                  <a:pt x="280879" y="113380"/>
                  <a:pt x="312042" y="110593"/>
                </a:cubicBezTo>
                <a:cubicBezTo>
                  <a:pt x="319137" y="110002"/>
                  <a:pt x="324098" y="108376"/>
                  <a:pt x="326927" y="105716"/>
                </a:cubicBezTo>
                <a:cubicBezTo>
                  <a:pt x="329757" y="103055"/>
                  <a:pt x="331171" y="98685"/>
                  <a:pt x="331171" y="92604"/>
                </a:cubicBezTo>
                <a:cubicBezTo>
                  <a:pt x="331171" y="83567"/>
                  <a:pt x="328427" y="76727"/>
                  <a:pt x="322937" y="72082"/>
                </a:cubicBezTo>
                <a:cubicBezTo>
                  <a:pt x="317447" y="67437"/>
                  <a:pt x="308538" y="65114"/>
                  <a:pt x="296207" y="65114"/>
                </a:cubicBezTo>
                <a:cubicBezTo>
                  <a:pt x="284975" y="65114"/>
                  <a:pt x="276276" y="67774"/>
                  <a:pt x="270111" y="73095"/>
                </a:cubicBezTo>
                <a:cubicBezTo>
                  <a:pt x="263946" y="78416"/>
                  <a:pt x="260694" y="86143"/>
                  <a:pt x="260356" y="96278"/>
                </a:cubicBezTo>
                <a:lnTo>
                  <a:pt x="244015" y="96278"/>
                </a:lnTo>
                <a:cubicBezTo>
                  <a:pt x="244775" y="81583"/>
                  <a:pt x="249821" y="70435"/>
                  <a:pt x="259153" y="62834"/>
                </a:cubicBezTo>
                <a:cubicBezTo>
                  <a:pt x="268485" y="55233"/>
                  <a:pt x="281554" y="51433"/>
                  <a:pt x="298361" y="51433"/>
                </a:cubicBezTo>
                <a:moveTo>
                  <a:pt x="330665" y="115913"/>
                </a:moveTo>
                <a:cubicBezTo>
                  <a:pt x="328975" y="118954"/>
                  <a:pt x="323782" y="121065"/>
                  <a:pt x="315083" y="122247"/>
                </a:cubicBezTo>
                <a:cubicBezTo>
                  <a:pt x="306468" y="123430"/>
                  <a:pt x="296925" y="124929"/>
                  <a:pt x="286453" y="126745"/>
                </a:cubicBezTo>
                <a:cubicBezTo>
                  <a:pt x="275980" y="128560"/>
                  <a:pt x="268063" y="131537"/>
                  <a:pt x="262700" y="135676"/>
                </a:cubicBezTo>
                <a:cubicBezTo>
                  <a:pt x="257337" y="139814"/>
                  <a:pt x="254656" y="145515"/>
                  <a:pt x="254656" y="152778"/>
                </a:cubicBezTo>
                <a:cubicBezTo>
                  <a:pt x="254656" y="160716"/>
                  <a:pt x="257612" y="167114"/>
                  <a:pt x="263523" y="171970"/>
                </a:cubicBezTo>
                <a:cubicBezTo>
                  <a:pt x="269435" y="176826"/>
                  <a:pt x="276445" y="179254"/>
                  <a:pt x="284553" y="179254"/>
                </a:cubicBezTo>
                <a:cubicBezTo>
                  <a:pt x="297896" y="179254"/>
                  <a:pt x="309002" y="175285"/>
                  <a:pt x="317870" y="167346"/>
                </a:cubicBezTo>
                <a:cubicBezTo>
                  <a:pt x="326737" y="159407"/>
                  <a:pt x="331171" y="149611"/>
                  <a:pt x="331171" y="137956"/>
                </a:cubicBezTo>
                <a:lnTo>
                  <a:pt x="331171" y="115913"/>
                </a:lnTo>
                <a:lnTo>
                  <a:pt x="330665" y="115913"/>
                </a:lnTo>
                <a:close/>
                <a:moveTo>
                  <a:pt x="433772" y="51433"/>
                </a:moveTo>
                <a:cubicBezTo>
                  <a:pt x="443231" y="51433"/>
                  <a:pt x="451845" y="53966"/>
                  <a:pt x="459615" y="59033"/>
                </a:cubicBezTo>
                <a:cubicBezTo>
                  <a:pt x="467385" y="64101"/>
                  <a:pt x="473001" y="70561"/>
                  <a:pt x="476464" y="78416"/>
                </a:cubicBezTo>
                <a:lnTo>
                  <a:pt x="476970" y="78416"/>
                </a:lnTo>
                <a:lnTo>
                  <a:pt x="476970" y="55233"/>
                </a:lnTo>
                <a:lnTo>
                  <a:pt x="493312" y="55233"/>
                </a:lnTo>
                <a:lnTo>
                  <a:pt x="493312" y="179634"/>
                </a:lnTo>
                <a:cubicBezTo>
                  <a:pt x="493312" y="200241"/>
                  <a:pt x="488498" y="215886"/>
                  <a:pt x="478871" y="226570"/>
                </a:cubicBezTo>
                <a:cubicBezTo>
                  <a:pt x="469243" y="237253"/>
                  <a:pt x="454294" y="242595"/>
                  <a:pt x="434025" y="242595"/>
                </a:cubicBezTo>
                <a:cubicBezTo>
                  <a:pt x="418824" y="242595"/>
                  <a:pt x="406008" y="239069"/>
                  <a:pt x="395578" y="232017"/>
                </a:cubicBezTo>
                <a:cubicBezTo>
                  <a:pt x="385148" y="224965"/>
                  <a:pt x="379426" y="214978"/>
                  <a:pt x="378412" y="202057"/>
                </a:cubicBezTo>
                <a:lnTo>
                  <a:pt x="394754" y="202057"/>
                </a:lnTo>
                <a:cubicBezTo>
                  <a:pt x="396105" y="210502"/>
                  <a:pt x="400223" y="217068"/>
                  <a:pt x="407106" y="221756"/>
                </a:cubicBezTo>
                <a:cubicBezTo>
                  <a:pt x="413989" y="226443"/>
                  <a:pt x="422920" y="228786"/>
                  <a:pt x="433899" y="228786"/>
                </a:cubicBezTo>
                <a:cubicBezTo>
                  <a:pt x="448425" y="228786"/>
                  <a:pt x="459235" y="224648"/>
                  <a:pt x="466329" y="216372"/>
                </a:cubicBezTo>
                <a:cubicBezTo>
                  <a:pt x="473423" y="208095"/>
                  <a:pt x="476970" y="195807"/>
                  <a:pt x="476970" y="179507"/>
                </a:cubicBezTo>
                <a:lnTo>
                  <a:pt x="476970" y="160125"/>
                </a:lnTo>
                <a:lnTo>
                  <a:pt x="476464" y="160125"/>
                </a:lnTo>
                <a:cubicBezTo>
                  <a:pt x="472410" y="168824"/>
                  <a:pt x="466604" y="175580"/>
                  <a:pt x="459045" y="180394"/>
                </a:cubicBezTo>
                <a:cubicBezTo>
                  <a:pt x="451486" y="185208"/>
                  <a:pt x="443062" y="187615"/>
                  <a:pt x="433772" y="187615"/>
                </a:cubicBezTo>
                <a:cubicBezTo>
                  <a:pt x="414685" y="187615"/>
                  <a:pt x="399864" y="181598"/>
                  <a:pt x="389307" y="169563"/>
                </a:cubicBezTo>
                <a:cubicBezTo>
                  <a:pt x="378750" y="157528"/>
                  <a:pt x="373472" y="140658"/>
                  <a:pt x="373472" y="118954"/>
                </a:cubicBezTo>
                <a:cubicBezTo>
                  <a:pt x="373472" y="99360"/>
                  <a:pt x="378940" y="83208"/>
                  <a:pt x="389877" y="70498"/>
                </a:cubicBezTo>
                <a:cubicBezTo>
                  <a:pt x="400814" y="57788"/>
                  <a:pt x="415445" y="51433"/>
                  <a:pt x="433772" y="51433"/>
                </a:cubicBezTo>
                <a:moveTo>
                  <a:pt x="389814" y="120601"/>
                </a:moveTo>
                <a:cubicBezTo>
                  <a:pt x="389814" y="136394"/>
                  <a:pt x="393804" y="149209"/>
                  <a:pt x="401785" y="159048"/>
                </a:cubicBezTo>
                <a:cubicBezTo>
                  <a:pt x="409766" y="168887"/>
                  <a:pt x="420470" y="173807"/>
                  <a:pt x="433899" y="173807"/>
                </a:cubicBezTo>
                <a:cubicBezTo>
                  <a:pt x="446820" y="173807"/>
                  <a:pt x="457229" y="168697"/>
                  <a:pt x="465126" y="158478"/>
                </a:cubicBezTo>
                <a:cubicBezTo>
                  <a:pt x="473022" y="148259"/>
                  <a:pt x="476970" y="135633"/>
                  <a:pt x="476970" y="120601"/>
                </a:cubicBezTo>
                <a:cubicBezTo>
                  <a:pt x="476970" y="104723"/>
                  <a:pt x="473170" y="91506"/>
                  <a:pt x="465569" y="80949"/>
                </a:cubicBezTo>
                <a:cubicBezTo>
                  <a:pt x="457968" y="70393"/>
                  <a:pt x="447327" y="65114"/>
                  <a:pt x="433645" y="65114"/>
                </a:cubicBezTo>
                <a:cubicBezTo>
                  <a:pt x="420217" y="65114"/>
                  <a:pt x="409555" y="70245"/>
                  <a:pt x="401658" y="80506"/>
                </a:cubicBezTo>
                <a:cubicBezTo>
                  <a:pt x="393762" y="90767"/>
                  <a:pt x="389814" y="104132"/>
                  <a:pt x="389814" y="120601"/>
                </a:cubicBezTo>
                <a:close/>
                <a:moveTo>
                  <a:pt x="578149" y="51433"/>
                </a:moveTo>
                <a:cubicBezTo>
                  <a:pt x="596307" y="51433"/>
                  <a:pt x="610664" y="58020"/>
                  <a:pt x="621221" y="71195"/>
                </a:cubicBezTo>
                <a:cubicBezTo>
                  <a:pt x="631778" y="84370"/>
                  <a:pt x="637056" y="101936"/>
                  <a:pt x="637056" y="123894"/>
                </a:cubicBezTo>
                <a:lnTo>
                  <a:pt x="637056" y="126555"/>
                </a:lnTo>
                <a:lnTo>
                  <a:pt x="534064" y="126555"/>
                </a:lnTo>
                <a:cubicBezTo>
                  <a:pt x="534317" y="142094"/>
                  <a:pt x="538477" y="154762"/>
                  <a:pt x="546542" y="164559"/>
                </a:cubicBezTo>
                <a:cubicBezTo>
                  <a:pt x="554608" y="174356"/>
                  <a:pt x="565143" y="179254"/>
                  <a:pt x="578149" y="179254"/>
                </a:cubicBezTo>
                <a:cubicBezTo>
                  <a:pt x="589044" y="179254"/>
                  <a:pt x="597996" y="176446"/>
                  <a:pt x="605006" y="170830"/>
                </a:cubicBezTo>
                <a:cubicBezTo>
                  <a:pt x="612015" y="165214"/>
                  <a:pt x="617083" y="156620"/>
                  <a:pt x="620207" y="145050"/>
                </a:cubicBezTo>
                <a:lnTo>
                  <a:pt x="636549" y="145050"/>
                </a:lnTo>
                <a:cubicBezTo>
                  <a:pt x="632749" y="161181"/>
                  <a:pt x="626077" y="173216"/>
                  <a:pt x="616534" y="181154"/>
                </a:cubicBezTo>
                <a:cubicBezTo>
                  <a:pt x="606990" y="189093"/>
                  <a:pt x="594196" y="193062"/>
                  <a:pt x="578149" y="193062"/>
                </a:cubicBezTo>
                <a:cubicBezTo>
                  <a:pt x="559231" y="193062"/>
                  <a:pt x="544431" y="186728"/>
                  <a:pt x="533747" y="174060"/>
                </a:cubicBezTo>
                <a:cubicBezTo>
                  <a:pt x="523064" y="161392"/>
                  <a:pt x="517722" y="144121"/>
                  <a:pt x="517722" y="122247"/>
                </a:cubicBezTo>
                <a:cubicBezTo>
                  <a:pt x="517722" y="101472"/>
                  <a:pt x="523085" y="84475"/>
                  <a:pt x="533811" y="71258"/>
                </a:cubicBezTo>
                <a:cubicBezTo>
                  <a:pt x="544536" y="58041"/>
                  <a:pt x="559316" y="51433"/>
                  <a:pt x="578149" y="51433"/>
                </a:cubicBezTo>
                <a:moveTo>
                  <a:pt x="620714" y="112873"/>
                </a:moveTo>
                <a:cubicBezTo>
                  <a:pt x="620292" y="99614"/>
                  <a:pt x="616132" y="88339"/>
                  <a:pt x="608236" y="79049"/>
                </a:cubicBezTo>
                <a:cubicBezTo>
                  <a:pt x="600340" y="69759"/>
                  <a:pt x="590226" y="65114"/>
                  <a:pt x="577896" y="65114"/>
                </a:cubicBezTo>
                <a:cubicBezTo>
                  <a:pt x="566326" y="65114"/>
                  <a:pt x="556592" y="69421"/>
                  <a:pt x="548696" y="78036"/>
                </a:cubicBezTo>
                <a:cubicBezTo>
                  <a:pt x="540799" y="86650"/>
                  <a:pt x="535922" y="98262"/>
                  <a:pt x="534064" y="112873"/>
                </a:cubicBezTo>
                <a:lnTo>
                  <a:pt x="620714" y="1128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EC596-123F-4C93-A411-2EA321A3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30" y="3955829"/>
            <a:ext cx="144290" cy="326964"/>
          </a:xfrm>
          <a:custGeom xmlns:a="http://schemas.openxmlformats.org/drawingml/2006/main">
            <a:pathLst>
              <a:path w="144290" h="326964">
                <a:moveTo>
                  <a:pt x="0" y="0"/>
                </a:moveTo>
                <a:lnTo>
                  <a:pt x="144290" y="0"/>
                </a:lnTo>
                <a:lnTo>
                  <a:pt x="144290" y="326964"/>
                </a:lnTo>
                <a:lnTo>
                  <a:pt x="0" y="326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3:Searchbyextendingthesyntaxalongtwoaxes">
            <a:extLst xmlns:a="http://schemas.openxmlformats.org/drawingml/2006/main">
              <a:ext uri="{FF2B5EF4-FFF2-40B4-BE49-F238E27FC236}">
                <a16:creationId xmlns:a16="http://schemas.microsoft.com/office/drawing/2014/main" id="{C8AC6B04-D9E8-428B-B571-64DB3BA7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11" y="4019169"/>
            <a:ext cx="5521106" cy="242595"/>
          </a:xfrm>
          <a:custGeom xmlns:a="http://schemas.openxmlformats.org/drawingml/2006/main">
            <a:pathLst>
              <a:path w="5521106" h="242595">
                <a:moveTo>
                  <a:pt x="61694" y="5954"/>
                </a:moveTo>
                <a:cubicBezTo>
                  <a:pt x="77487" y="5954"/>
                  <a:pt x="90809" y="10008"/>
                  <a:pt x="101662" y="18115"/>
                </a:cubicBezTo>
                <a:cubicBezTo>
                  <a:pt x="112514" y="26223"/>
                  <a:pt x="117940" y="37582"/>
                  <a:pt x="117940" y="52193"/>
                </a:cubicBezTo>
                <a:cubicBezTo>
                  <a:pt x="117940" y="62158"/>
                  <a:pt x="115301" y="70688"/>
                  <a:pt x="110023" y="77782"/>
                </a:cubicBezTo>
                <a:cubicBezTo>
                  <a:pt x="104744" y="84876"/>
                  <a:pt x="97207" y="89733"/>
                  <a:pt x="87410" y="92351"/>
                </a:cubicBezTo>
                <a:lnTo>
                  <a:pt x="87410" y="92857"/>
                </a:lnTo>
                <a:cubicBezTo>
                  <a:pt x="99909" y="95138"/>
                  <a:pt x="109263" y="100332"/>
                  <a:pt x="115470" y="108439"/>
                </a:cubicBezTo>
                <a:cubicBezTo>
                  <a:pt x="121677" y="116547"/>
                  <a:pt x="124781" y="126301"/>
                  <a:pt x="124781" y="137703"/>
                </a:cubicBezTo>
                <a:cubicBezTo>
                  <a:pt x="124781" y="154256"/>
                  <a:pt x="118869" y="167620"/>
                  <a:pt x="107046" y="177797"/>
                </a:cubicBezTo>
                <a:cubicBezTo>
                  <a:pt x="95222" y="187974"/>
                  <a:pt x="80274" y="193062"/>
                  <a:pt x="62201" y="193062"/>
                </a:cubicBezTo>
                <a:cubicBezTo>
                  <a:pt x="43958" y="193062"/>
                  <a:pt x="29031" y="187953"/>
                  <a:pt x="17419" y="177734"/>
                </a:cubicBezTo>
                <a:cubicBezTo>
                  <a:pt x="5806" y="167515"/>
                  <a:pt x="0" y="153411"/>
                  <a:pt x="0" y="135422"/>
                </a:cubicBezTo>
                <a:cubicBezTo>
                  <a:pt x="0" y="133311"/>
                  <a:pt x="84" y="131917"/>
                  <a:pt x="253" y="131242"/>
                </a:cubicBezTo>
                <a:lnTo>
                  <a:pt x="16595" y="131242"/>
                </a:lnTo>
                <a:lnTo>
                  <a:pt x="16595" y="134662"/>
                </a:lnTo>
                <a:cubicBezTo>
                  <a:pt x="16595" y="148006"/>
                  <a:pt x="20670" y="158774"/>
                  <a:pt x="28820" y="166966"/>
                </a:cubicBezTo>
                <a:cubicBezTo>
                  <a:pt x="36970" y="175158"/>
                  <a:pt x="48012" y="179254"/>
                  <a:pt x="61947" y="179254"/>
                </a:cubicBezTo>
                <a:cubicBezTo>
                  <a:pt x="75122" y="179254"/>
                  <a:pt x="86164" y="175496"/>
                  <a:pt x="95074" y="167979"/>
                </a:cubicBezTo>
                <a:cubicBezTo>
                  <a:pt x="103984" y="160463"/>
                  <a:pt x="108439" y="150835"/>
                  <a:pt x="108439" y="139096"/>
                </a:cubicBezTo>
                <a:cubicBezTo>
                  <a:pt x="108439" y="127357"/>
                  <a:pt x="104533" y="118025"/>
                  <a:pt x="96721" y="111100"/>
                </a:cubicBezTo>
                <a:cubicBezTo>
                  <a:pt x="88909" y="104174"/>
                  <a:pt x="78205" y="100712"/>
                  <a:pt x="64607" y="100712"/>
                </a:cubicBezTo>
                <a:lnTo>
                  <a:pt x="51053" y="100712"/>
                </a:lnTo>
                <a:lnTo>
                  <a:pt x="51053" y="86903"/>
                </a:lnTo>
                <a:lnTo>
                  <a:pt x="65494" y="86903"/>
                </a:lnTo>
                <a:cubicBezTo>
                  <a:pt x="75206" y="86903"/>
                  <a:pt x="83652" y="83969"/>
                  <a:pt x="90830" y="78099"/>
                </a:cubicBezTo>
                <a:cubicBezTo>
                  <a:pt x="98009" y="72229"/>
                  <a:pt x="101598" y="64185"/>
                  <a:pt x="101598" y="53966"/>
                </a:cubicBezTo>
                <a:cubicBezTo>
                  <a:pt x="101598" y="42903"/>
                  <a:pt x="97967" y="34436"/>
                  <a:pt x="90704" y="28567"/>
                </a:cubicBezTo>
                <a:cubicBezTo>
                  <a:pt x="83441" y="22697"/>
                  <a:pt x="73855" y="19762"/>
                  <a:pt x="61947" y="19762"/>
                </a:cubicBezTo>
                <a:cubicBezTo>
                  <a:pt x="49532" y="19762"/>
                  <a:pt x="39546" y="23689"/>
                  <a:pt x="31987" y="31544"/>
                </a:cubicBezTo>
                <a:cubicBezTo>
                  <a:pt x="24428" y="39398"/>
                  <a:pt x="20649" y="50419"/>
                  <a:pt x="20649" y="64607"/>
                </a:cubicBezTo>
                <a:lnTo>
                  <a:pt x="20649" y="65621"/>
                </a:lnTo>
                <a:lnTo>
                  <a:pt x="4307" y="65621"/>
                </a:lnTo>
                <a:cubicBezTo>
                  <a:pt x="4476" y="47717"/>
                  <a:pt x="9902" y="33296"/>
                  <a:pt x="20586" y="22359"/>
                </a:cubicBezTo>
                <a:cubicBezTo>
                  <a:pt x="31269" y="11422"/>
                  <a:pt x="44972" y="5954"/>
                  <a:pt x="61694" y="5954"/>
                </a:cubicBezTo>
                <a:close/>
                <a:moveTo>
                  <a:pt x="183308" y="59414"/>
                </a:moveTo>
                <a:lnTo>
                  <a:pt x="183308" y="86903"/>
                </a:lnTo>
                <a:lnTo>
                  <a:pt x="161519" y="86903"/>
                </a:lnTo>
                <a:lnTo>
                  <a:pt x="161519" y="59414"/>
                </a:lnTo>
                <a:lnTo>
                  <a:pt x="183308" y="59414"/>
                </a:lnTo>
                <a:moveTo>
                  <a:pt x="183308" y="161645"/>
                </a:moveTo>
                <a:lnTo>
                  <a:pt x="183308" y="189135"/>
                </a:lnTo>
                <a:lnTo>
                  <a:pt x="161519" y="189135"/>
                </a:lnTo>
                <a:lnTo>
                  <a:pt x="161519" y="161645"/>
                </a:lnTo>
                <a:lnTo>
                  <a:pt x="183308" y="161645"/>
                </a:lnTo>
                <a:close/>
                <a:moveTo>
                  <a:pt x="358963" y="0"/>
                </a:moveTo>
                <a:cubicBezTo>
                  <a:pt x="378810" y="0"/>
                  <a:pt x="395152" y="5131"/>
                  <a:pt x="407989" y="15392"/>
                </a:cubicBezTo>
                <a:cubicBezTo>
                  <a:pt x="420826" y="25653"/>
                  <a:pt x="427244" y="39736"/>
                  <a:pt x="427244" y="57640"/>
                </a:cubicBezTo>
                <a:lnTo>
                  <a:pt x="409762" y="57640"/>
                </a:lnTo>
                <a:cubicBezTo>
                  <a:pt x="409002" y="44127"/>
                  <a:pt x="403872" y="33655"/>
                  <a:pt x="394371" y="26223"/>
                </a:cubicBezTo>
                <a:cubicBezTo>
                  <a:pt x="384870" y="18791"/>
                  <a:pt x="373152" y="15075"/>
                  <a:pt x="359217" y="15075"/>
                </a:cubicBezTo>
                <a:cubicBezTo>
                  <a:pt x="344606" y="15075"/>
                  <a:pt x="333205" y="18221"/>
                  <a:pt x="325013" y="24513"/>
                </a:cubicBezTo>
                <a:cubicBezTo>
                  <a:pt x="316821" y="30805"/>
                  <a:pt x="312725" y="39905"/>
                  <a:pt x="312725" y="51813"/>
                </a:cubicBezTo>
                <a:cubicBezTo>
                  <a:pt x="312725" y="58822"/>
                  <a:pt x="314815" y="64671"/>
                  <a:pt x="318995" y="69358"/>
                </a:cubicBezTo>
                <a:cubicBezTo>
                  <a:pt x="323176" y="74045"/>
                  <a:pt x="330798" y="77740"/>
                  <a:pt x="341861" y="80443"/>
                </a:cubicBezTo>
                <a:lnTo>
                  <a:pt x="384046" y="90830"/>
                </a:lnTo>
                <a:cubicBezTo>
                  <a:pt x="401444" y="95138"/>
                  <a:pt x="414112" y="101261"/>
                  <a:pt x="422051" y="109199"/>
                </a:cubicBezTo>
                <a:cubicBezTo>
                  <a:pt x="429989" y="117138"/>
                  <a:pt x="433959" y="127399"/>
                  <a:pt x="433959" y="139983"/>
                </a:cubicBezTo>
                <a:cubicBezTo>
                  <a:pt x="433959" y="155522"/>
                  <a:pt x="428005" y="168254"/>
                  <a:pt x="416096" y="178177"/>
                </a:cubicBezTo>
                <a:cubicBezTo>
                  <a:pt x="404188" y="188101"/>
                  <a:pt x="386538" y="193062"/>
                  <a:pt x="363144" y="193062"/>
                </a:cubicBezTo>
                <a:cubicBezTo>
                  <a:pt x="340088" y="193062"/>
                  <a:pt x="321972" y="187868"/>
                  <a:pt x="308797" y="177481"/>
                </a:cubicBezTo>
                <a:cubicBezTo>
                  <a:pt x="295623" y="167093"/>
                  <a:pt x="289035" y="152060"/>
                  <a:pt x="289035" y="132382"/>
                </a:cubicBezTo>
                <a:lnTo>
                  <a:pt x="289035" y="128201"/>
                </a:lnTo>
                <a:lnTo>
                  <a:pt x="306771" y="128201"/>
                </a:lnTo>
                <a:lnTo>
                  <a:pt x="306771" y="129468"/>
                </a:lnTo>
                <a:cubicBezTo>
                  <a:pt x="306771" y="145852"/>
                  <a:pt x="311901" y="158035"/>
                  <a:pt x="322162" y="166016"/>
                </a:cubicBezTo>
                <a:cubicBezTo>
                  <a:pt x="332423" y="173997"/>
                  <a:pt x="347351" y="177987"/>
                  <a:pt x="366944" y="177987"/>
                </a:cubicBezTo>
                <a:cubicBezTo>
                  <a:pt x="379697" y="177987"/>
                  <a:pt x="391098" y="174630"/>
                  <a:pt x="401148" y="167916"/>
                </a:cubicBezTo>
                <a:cubicBezTo>
                  <a:pt x="411198" y="161202"/>
                  <a:pt x="416223" y="152018"/>
                  <a:pt x="416223" y="140363"/>
                </a:cubicBezTo>
                <a:cubicBezTo>
                  <a:pt x="416223" y="124401"/>
                  <a:pt x="404188" y="113422"/>
                  <a:pt x="380119" y="107426"/>
                </a:cubicBezTo>
                <a:cubicBezTo>
                  <a:pt x="355965" y="101514"/>
                  <a:pt x="341566" y="97967"/>
                  <a:pt x="336921" y="96785"/>
                </a:cubicBezTo>
                <a:cubicBezTo>
                  <a:pt x="322141" y="93153"/>
                  <a:pt x="311479" y="87748"/>
                  <a:pt x="304934" y="80569"/>
                </a:cubicBezTo>
                <a:cubicBezTo>
                  <a:pt x="298388" y="73391"/>
                  <a:pt x="295116" y="63974"/>
                  <a:pt x="295116" y="52319"/>
                </a:cubicBezTo>
                <a:cubicBezTo>
                  <a:pt x="295116" y="37962"/>
                  <a:pt x="300584" y="25653"/>
                  <a:pt x="311521" y="15392"/>
                </a:cubicBezTo>
                <a:cubicBezTo>
                  <a:pt x="322458" y="5131"/>
                  <a:pt x="338272" y="0"/>
                  <a:pt x="358963" y="0"/>
                </a:cubicBezTo>
                <a:close/>
                <a:moveTo>
                  <a:pt x="512525" y="51433"/>
                </a:moveTo>
                <a:cubicBezTo>
                  <a:pt x="530683" y="51433"/>
                  <a:pt x="545040" y="58020"/>
                  <a:pt x="555597" y="71195"/>
                </a:cubicBezTo>
                <a:cubicBezTo>
                  <a:pt x="566154" y="84370"/>
                  <a:pt x="571432" y="101936"/>
                  <a:pt x="571432" y="123894"/>
                </a:cubicBezTo>
                <a:lnTo>
                  <a:pt x="571432" y="126555"/>
                </a:lnTo>
                <a:lnTo>
                  <a:pt x="468440" y="126555"/>
                </a:lnTo>
                <a:cubicBezTo>
                  <a:pt x="468694" y="142094"/>
                  <a:pt x="472853" y="154762"/>
                  <a:pt x="480918" y="164559"/>
                </a:cubicBezTo>
                <a:cubicBezTo>
                  <a:pt x="488984" y="174356"/>
                  <a:pt x="499519" y="179254"/>
                  <a:pt x="512525" y="179254"/>
                </a:cubicBezTo>
                <a:cubicBezTo>
                  <a:pt x="523420" y="179254"/>
                  <a:pt x="532372" y="176446"/>
                  <a:pt x="539382" y="170830"/>
                </a:cubicBezTo>
                <a:cubicBezTo>
                  <a:pt x="546391" y="165214"/>
                  <a:pt x="551459" y="156620"/>
                  <a:pt x="554583" y="145050"/>
                </a:cubicBezTo>
                <a:lnTo>
                  <a:pt x="570925" y="145050"/>
                </a:lnTo>
                <a:cubicBezTo>
                  <a:pt x="567125" y="161181"/>
                  <a:pt x="560453" y="173216"/>
                  <a:pt x="550910" y="181154"/>
                </a:cubicBezTo>
                <a:cubicBezTo>
                  <a:pt x="541366" y="189093"/>
                  <a:pt x="528572" y="193062"/>
                  <a:pt x="512525" y="193062"/>
                </a:cubicBezTo>
                <a:cubicBezTo>
                  <a:pt x="493608" y="193062"/>
                  <a:pt x="478807" y="186728"/>
                  <a:pt x="468123" y="174060"/>
                </a:cubicBezTo>
                <a:cubicBezTo>
                  <a:pt x="457440" y="161392"/>
                  <a:pt x="452098" y="144121"/>
                  <a:pt x="452098" y="122247"/>
                </a:cubicBezTo>
                <a:cubicBezTo>
                  <a:pt x="452098" y="101472"/>
                  <a:pt x="457461" y="84475"/>
                  <a:pt x="468187" y="71258"/>
                </a:cubicBezTo>
                <a:cubicBezTo>
                  <a:pt x="478912" y="58041"/>
                  <a:pt x="493692" y="51433"/>
                  <a:pt x="512525" y="51433"/>
                </a:cubicBezTo>
                <a:moveTo>
                  <a:pt x="555090" y="112873"/>
                </a:moveTo>
                <a:cubicBezTo>
                  <a:pt x="554668" y="99614"/>
                  <a:pt x="550509" y="88339"/>
                  <a:pt x="542612" y="79049"/>
                </a:cubicBezTo>
                <a:cubicBezTo>
                  <a:pt x="534716" y="69759"/>
                  <a:pt x="524602" y="65114"/>
                  <a:pt x="512272" y="65114"/>
                </a:cubicBezTo>
                <a:cubicBezTo>
                  <a:pt x="500702" y="65114"/>
                  <a:pt x="490968" y="69421"/>
                  <a:pt x="483072" y="78036"/>
                </a:cubicBezTo>
                <a:cubicBezTo>
                  <a:pt x="475175" y="86650"/>
                  <a:pt x="470298" y="98262"/>
                  <a:pt x="468440" y="112873"/>
                </a:cubicBezTo>
                <a:lnTo>
                  <a:pt x="555090" y="112873"/>
                </a:lnTo>
                <a:close/>
                <a:moveTo>
                  <a:pt x="646290" y="51433"/>
                </a:moveTo>
                <a:cubicBezTo>
                  <a:pt x="663181" y="51433"/>
                  <a:pt x="675595" y="55085"/>
                  <a:pt x="683534" y="62391"/>
                </a:cubicBezTo>
                <a:cubicBezTo>
                  <a:pt x="691473" y="69696"/>
                  <a:pt x="695442" y="80020"/>
                  <a:pt x="695442" y="93364"/>
                </a:cubicBezTo>
                <a:lnTo>
                  <a:pt x="695442" y="166079"/>
                </a:lnTo>
                <a:cubicBezTo>
                  <a:pt x="695442" y="168782"/>
                  <a:pt x="696202" y="170999"/>
                  <a:pt x="697722" y="172730"/>
                </a:cubicBezTo>
                <a:cubicBezTo>
                  <a:pt x="699243" y="174461"/>
                  <a:pt x="701692" y="175327"/>
                  <a:pt x="705070" y="175327"/>
                </a:cubicBezTo>
                <a:cubicBezTo>
                  <a:pt x="705999" y="175327"/>
                  <a:pt x="706886" y="175264"/>
                  <a:pt x="707730" y="175137"/>
                </a:cubicBezTo>
                <a:cubicBezTo>
                  <a:pt x="708575" y="175010"/>
                  <a:pt x="709377" y="174736"/>
                  <a:pt x="710137" y="174313"/>
                </a:cubicBezTo>
                <a:lnTo>
                  <a:pt x="710137" y="188122"/>
                </a:lnTo>
                <a:cubicBezTo>
                  <a:pt x="708110" y="188544"/>
                  <a:pt x="706316" y="188818"/>
                  <a:pt x="704753" y="188945"/>
                </a:cubicBezTo>
                <a:cubicBezTo>
                  <a:pt x="703191" y="189072"/>
                  <a:pt x="701523" y="189135"/>
                  <a:pt x="699749" y="189135"/>
                </a:cubicBezTo>
                <a:cubicBezTo>
                  <a:pt x="692655" y="189135"/>
                  <a:pt x="687651" y="187425"/>
                  <a:pt x="684737" y="184005"/>
                </a:cubicBezTo>
                <a:cubicBezTo>
                  <a:pt x="681824" y="180584"/>
                  <a:pt x="680367" y="174989"/>
                  <a:pt x="680367" y="167219"/>
                </a:cubicBezTo>
                <a:lnTo>
                  <a:pt x="680367" y="165826"/>
                </a:lnTo>
                <a:lnTo>
                  <a:pt x="679860" y="165826"/>
                </a:lnTo>
                <a:cubicBezTo>
                  <a:pt x="673188" y="175960"/>
                  <a:pt x="666200" y="183033"/>
                  <a:pt x="658895" y="187045"/>
                </a:cubicBezTo>
                <a:cubicBezTo>
                  <a:pt x="651589" y="191057"/>
                  <a:pt x="642363" y="193062"/>
                  <a:pt x="631215" y="193062"/>
                </a:cubicBezTo>
                <a:cubicBezTo>
                  <a:pt x="617618" y="193062"/>
                  <a:pt x="606723" y="189663"/>
                  <a:pt x="598531" y="182864"/>
                </a:cubicBezTo>
                <a:cubicBezTo>
                  <a:pt x="590339" y="176066"/>
                  <a:pt x="586243" y="166375"/>
                  <a:pt x="586243" y="153791"/>
                </a:cubicBezTo>
                <a:cubicBezTo>
                  <a:pt x="586243" y="140870"/>
                  <a:pt x="590740" y="131136"/>
                  <a:pt x="599734" y="124591"/>
                </a:cubicBezTo>
                <a:cubicBezTo>
                  <a:pt x="608729" y="118046"/>
                  <a:pt x="628808" y="113380"/>
                  <a:pt x="659971" y="110593"/>
                </a:cubicBezTo>
                <a:cubicBezTo>
                  <a:pt x="667065" y="110002"/>
                  <a:pt x="672027" y="108376"/>
                  <a:pt x="674856" y="105716"/>
                </a:cubicBezTo>
                <a:cubicBezTo>
                  <a:pt x="677686" y="103055"/>
                  <a:pt x="679100" y="98685"/>
                  <a:pt x="679100" y="92604"/>
                </a:cubicBezTo>
                <a:cubicBezTo>
                  <a:pt x="679100" y="83567"/>
                  <a:pt x="676355" y="76727"/>
                  <a:pt x="670866" y="72082"/>
                </a:cubicBezTo>
                <a:cubicBezTo>
                  <a:pt x="665376" y="67437"/>
                  <a:pt x="656466" y="65114"/>
                  <a:pt x="644136" y="65114"/>
                </a:cubicBezTo>
                <a:cubicBezTo>
                  <a:pt x="632904" y="65114"/>
                  <a:pt x="624205" y="67774"/>
                  <a:pt x="618040" y="73095"/>
                </a:cubicBezTo>
                <a:cubicBezTo>
                  <a:pt x="611875" y="78416"/>
                  <a:pt x="608623" y="86143"/>
                  <a:pt x="608285" y="96278"/>
                </a:cubicBezTo>
                <a:lnTo>
                  <a:pt x="591943" y="96278"/>
                </a:lnTo>
                <a:cubicBezTo>
                  <a:pt x="592704" y="81583"/>
                  <a:pt x="597750" y="70435"/>
                  <a:pt x="607082" y="62834"/>
                </a:cubicBezTo>
                <a:cubicBezTo>
                  <a:pt x="616414" y="55233"/>
                  <a:pt x="629483" y="51433"/>
                  <a:pt x="646290" y="51433"/>
                </a:cubicBezTo>
                <a:moveTo>
                  <a:pt x="678593" y="115913"/>
                </a:moveTo>
                <a:cubicBezTo>
                  <a:pt x="676904" y="118954"/>
                  <a:pt x="671710" y="121065"/>
                  <a:pt x="663012" y="122247"/>
                </a:cubicBezTo>
                <a:cubicBezTo>
                  <a:pt x="654397" y="123430"/>
                  <a:pt x="644854" y="124929"/>
                  <a:pt x="634382" y="126745"/>
                </a:cubicBezTo>
                <a:cubicBezTo>
                  <a:pt x="623909" y="128560"/>
                  <a:pt x="615992" y="131537"/>
                  <a:pt x="610629" y="135676"/>
                </a:cubicBezTo>
                <a:cubicBezTo>
                  <a:pt x="605266" y="139814"/>
                  <a:pt x="602585" y="145515"/>
                  <a:pt x="602585" y="152778"/>
                </a:cubicBezTo>
                <a:cubicBezTo>
                  <a:pt x="602585" y="160716"/>
                  <a:pt x="605541" y="167114"/>
                  <a:pt x="611452" y="171970"/>
                </a:cubicBezTo>
                <a:cubicBezTo>
                  <a:pt x="617364" y="176826"/>
                  <a:pt x="624374" y="179254"/>
                  <a:pt x="632481" y="179254"/>
                </a:cubicBezTo>
                <a:cubicBezTo>
                  <a:pt x="645825" y="179254"/>
                  <a:pt x="656931" y="175285"/>
                  <a:pt x="665799" y="167346"/>
                </a:cubicBezTo>
                <a:cubicBezTo>
                  <a:pt x="674666" y="159407"/>
                  <a:pt x="679100" y="149611"/>
                  <a:pt x="679100" y="137956"/>
                </a:cubicBezTo>
                <a:lnTo>
                  <a:pt x="679100" y="115913"/>
                </a:lnTo>
                <a:lnTo>
                  <a:pt x="678593" y="115913"/>
                </a:lnTo>
                <a:close/>
                <a:moveTo>
                  <a:pt x="790188" y="53460"/>
                </a:moveTo>
                <a:lnTo>
                  <a:pt x="794242" y="53460"/>
                </a:lnTo>
                <a:lnTo>
                  <a:pt x="794242" y="69801"/>
                </a:lnTo>
                <a:lnTo>
                  <a:pt x="792342" y="69801"/>
                </a:lnTo>
                <a:cubicBezTo>
                  <a:pt x="777900" y="69801"/>
                  <a:pt x="766309" y="74425"/>
                  <a:pt x="757568" y="83673"/>
                </a:cubicBezTo>
                <a:cubicBezTo>
                  <a:pt x="748827" y="92921"/>
                  <a:pt x="744457" y="104428"/>
                  <a:pt x="744457" y="118194"/>
                </a:cubicBezTo>
                <a:lnTo>
                  <a:pt x="744457" y="189135"/>
                </a:lnTo>
                <a:lnTo>
                  <a:pt x="728115" y="189135"/>
                </a:lnTo>
                <a:lnTo>
                  <a:pt x="728115" y="55233"/>
                </a:lnTo>
                <a:lnTo>
                  <a:pt x="743190" y="55233"/>
                </a:lnTo>
                <a:lnTo>
                  <a:pt x="743190" y="86650"/>
                </a:lnTo>
                <a:lnTo>
                  <a:pt x="743696" y="86650"/>
                </a:lnTo>
                <a:cubicBezTo>
                  <a:pt x="747750" y="76178"/>
                  <a:pt x="753894" y="68028"/>
                  <a:pt x="762129" y="62201"/>
                </a:cubicBezTo>
                <a:cubicBezTo>
                  <a:pt x="770363" y="56373"/>
                  <a:pt x="779716" y="53460"/>
                  <a:pt x="790188" y="53460"/>
                </a:cubicBezTo>
                <a:close/>
                <a:moveTo>
                  <a:pt x="862966" y="51433"/>
                </a:moveTo>
                <a:cubicBezTo>
                  <a:pt x="878675" y="51433"/>
                  <a:pt x="891195" y="55486"/>
                  <a:pt x="900527" y="63594"/>
                </a:cubicBezTo>
                <a:cubicBezTo>
                  <a:pt x="909860" y="71702"/>
                  <a:pt x="915412" y="82934"/>
                  <a:pt x="917186" y="97291"/>
                </a:cubicBezTo>
                <a:lnTo>
                  <a:pt x="900844" y="97291"/>
                </a:lnTo>
                <a:cubicBezTo>
                  <a:pt x="898479" y="86650"/>
                  <a:pt x="894130" y="78627"/>
                  <a:pt x="887796" y="73222"/>
                </a:cubicBezTo>
                <a:cubicBezTo>
                  <a:pt x="881462" y="67817"/>
                  <a:pt x="873185" y="65114"/>
                  <a:pt x="862966" y="65114"/>
                </a:cubicBezTo>
                <a:cubicBezTo>
                  <a:pt x="848947" y="65114"/>
                  <a:pt x="837630" y="70625"/>
                  <a:pt x="829016" y="81646"/>
                </a:cubicBezTo>
                <a:cubicBezTo>
                  <a:pt x="820401" y="92667"/>
                  <a:pt x="816094" y="106201"/>
                  <a:pt x="816094" y="122247"/>
                </a:cubicBezTo>
                <a:cubicBezTo>
                  <a:pt x="816094" y="138125"/>
                  <a:pt x="820401" y="151595"/>
                  <a:pt x="829016" y="162659"/>
                </a:cubicBezTo>
                <a:cubicBezTo>
                  <a:pt x="837630" y="173722"/>
                  <a:pt x="848947" y="179254"/>
                  <a:pt x="862966" y="179254"/>
                </a:cubicBezTo>
                <a:cubicBezTo>
                  <a:pt x="872763" y="179254"/>
                  <a:pt x="881377" y="175791"/>
                  <a:pt x="888809" y="168866"/>
                </a:cubicBezTo>
                <a:cubicBezTo>
                  <a:pt x="896241" y="161941"/>
                  <a:pt x="900633" y="152693"/>
                  <a:pt x="901984" y="141123"/>
                </a:cubicBezTo>
                <a:lnTo>
                  <a:pt x="918326" y="141123"/>
                </a:lnTo>
                <a:cubicBezTo>
                  <a:pt x="915792" y="157760"/>
                  <a:pt x="909670" y="170576"/>
                  <a:pt x="899957" y="179571"/>
                </a:cubicBezTo>
                <a:cubicBezTo>
                  <a:pt x="890245" y="188565"/>
                  <a:pt x="877915" y="193062"/>
                  <a:pt x="862966" y="193062"/>
                </a:cubicBezTo>
                <a:cubicBezTo>
                  <a:pt x="844049" y="193062"/>
                  <a:pt x="828784" y="186412"/>
                  <a:pt x="817171" y="173110"/>
                </a:cubicBezTo>
                <a:cubicBezTo>
                  <a:pt x="805559" y="159808"/>
                  <a:pt x="799752" y="142854"/>
                  <a:pt x="799752" y="122247"/>
                </a:cubicBezTo>
                <a:cubicBezTo>
                  <a:pt x="799752" y="101556"/>
                  <a:pt x="805538" y="84581"/>
                  <a:pt x="817108" y="71322"/>
                </a:cubicBezTo>
                <a:cubicBezTo>
                  <a:pt x="828678" y="58062"/>
                  <a:pt x="843964" y="51433"/>
                  <a:pt x="862966" y="51433"/>
                </a:cubicBezTo>
                <a:close/>
                <a:moveTo>
                  <a:pt x="957206" y="3927"/>
                </a:moveTo>
                <a:lnTo>
                  <a:pt x="957206" y="78416"/>
                </a:lnTo>
                <a:lnTo>
                  <a:pt x="957713" y="78416"/>
                </a:lnTo>
                <a:cubicBezTo>
                  <a:pt x="960838" y="70393"/>
                  <a:pt x="966327" y="63890"/>
                  <a:pt x="974182" y="58907"/>
                </a:cubicBezTo>
                <a:cubicBezTo>
                  <a:pt x="982036" y="53924"/>
                  <a:pt x="990861" y="51433"/>
                  <a:pt x="1000658" y="51433"/>
                </a:cubicBezTo>
                <a:cubicBezTo>
                  <a:pt x="1017802" y="51433"/>
                  <a:pt x="1030238" y="55613"/>
                  <a:pt x="1037966" y="63974"/>
                </a:cubicBezTo>
                <a:cubicBezTo>
                  <a:pt x="1045693" y="72335"/>
                  <a:pt x="1049557" y="84919"/>
                  <a:pt x="1049557" y="101725"/>
                </a:cubicBezTo>
                <a:lnTo>
                  <a:pt x="1049557" y="189135"/>
                </a:lnTo>
                <a:lnTo>
                  <a:pt x="1033215" y="189135"/>
                </a:lnTo>
                <a:lnTo>
                  <a:pt x="1033215" y="104512"/>
                </a:lnTo>
                <a:cubicBezTo>
                  <a:pt x="1033215" y="91591"/>
                  <a:pt x="1030407" y="81794"/>
                  <a:pt x="1024791" y="75122"/>
                </a:cubicBezTo>
                <a:cubicBezTo>
                  <a:pt x="1019174" y="68450"/>
                  <a:pt x="1010666" y="65114"/>
                  <a:pt x="999264" y="65114"/>
                </a:cubicBezTo>
                <a:cubicBezTo>
                  <a:pt x="990312" y="65114"/>
                  <a:pt x="982606" y="67289"/>
                  <a:pt x="976145" y="71638"/>
                </a:cubicBezTo>
                <a:cubicBezTo>
                  <a:pt x="969684" y="75988"/>
                  <a:pt x="964913" y="81815"/>
                  <a:pt x="961830" y="89120"/>
                </a:cubicBezTo>
                <a:cubicBezTo>
                  <a:pt x="958748" y="96426"/>
                  <a:pt x="957206" y="103668"/>
                  <a:pt x="957206" y="110846"/>
                </a:cubicBezTo>
                <a:lnTo>
                  <a:pt x="957206" y="189135"/>
                </a:lnTo>
                <a:lnTo>
                  <a:pt x="940864" y="189135"/>
                </a:lnTo>
                <a:lnTo>
                  <a:pt x="940864" y="3927"/>
                </a:lnTo>
                <a:lnTo>
                  <a:pt x="957206" y="3927"/>
                </a:lnTo>
                <a:close/>
                <a:moveTo>
                  <a:pt x="1168646" y="3927"/>
                </a:moveTo>
                <a:lnTo>
                  <a:pt x="1168646" y="80696"/>
                </a:lnTo>
                <a:lnTo>
                  <a:pt x="1169153" y="80696"/>
                </a:lnTo>
                <a:cubicBezTo>
                  <a:pt x="1172278" y="71659"/>
                  <a:pt x="1178147" y="64523"/>
                  <a:pt x="1186762" y="59287"/>
                </a:cubicBezTo>
                <a:cubicBezTo>
                  <a:pt x="1195376" y="54051"/>
                  <a:pt x="1205046" y="51433"/>
                  <a:pt x="1215772" y="51433"/>
                </a:cubicBezTo>
                <a:cubicBezTo>
                  <a:pt x="1234436" y="51433"/>
                  <a:pt x="1249110" y="58020"/>
                  <a:pt x="1259793" y="71195"/>
                </a:cubicBezTo>
                <a:cubicBezTo>
                  <a:pt x="1270477" y="84370"/>
                  <a:pt x="1275819" y="101387"/>
                  <a:pt x="1275819" y="122247"/>
                </a:cubicBezTo>
                <a:cubicBezTo>
                  <a:pt x="1275819" y="143277"/>
                  <a:pt x="1270414" y="160336"/>
                  <a:pt x="1259603" y="173427"/>
                </a:cubicBezTo>
                <a:cubicBezTo>
                  <a:pt x="1248793" y="186517"/>
                  <a:pt x="1234141" y="193062"/>
                  <a:pt x="1215645" y="193062"/>
                </a:cubicBezTo>
                <a:cubicBezTo>
                  <a:pt x="1205004" y="193062"/>
                  <a:pt x="1195355" y="190529"/>
                  <a:pt x="1186698" y="185461"/>
                </a:cubicBezTo>
                <a:cubicBezTo>
                  <a:pt x="1178042" y="180394"/>
                  <a:pt x="1171771" y="173131"/>
                  <a:pt x="1167886" y="163672"/>
                </a:cubicBezTo>
                <a:lnTo>
                  <a:pt x="1167379" y="163672"/>
                </a:lnTo>
                <a:lnTo>
                  <a:pt x="1167379" y="189135"/>
                </a:lnTo>
                <a:lnTo>
                  <a:pt x="1152304" y="189135"/>
                </a:lnTo>
                <a:lnTo>
                  <a:pt x="1152304" y="3927"/>
                </a:lnTo>
                <a:lnTo>
                  <a:pt x="1168646" y="3927"/>
                </a:lnTo>
                <a:moveTo>
                  <a:pt x="1168646" y="122247"/>
                </a:moveTo>
                <a:cubicBezTo>
                  <a:pt x="1168646" y="139138"/>
                  <a:pt x="1172721" y="152862"/>
                  <a:pt x="1180871" y="163419"/>
                </a:cubicBezTo>
                <a:cubicBezTo>
                  <a:pt x="1189021" y="173976"/>
                  <a:pt x="1200612" y="179254"/>
                  <a:pt x="1215645" y="179254"/>
                </a:cubicBezTo>
                <a:cubicBezTo>
                  <a:pt x="1229327" y="179254"/>
                  <a:pt x="1240052" y="173828"/>
                  <a:pt x="1247822" y="162975"/>
                </a:cubicBezTo>
                <a:cubicBezTo>
                  <a:pt x="1255592" y="152123"/>
                  <a:pt x="1259477" y="138547"/>
                  <a:pt x="1259477" y="122247"/>
                </a:cubicBezTo>
                <a:cubicBezTo>
                  <a:pt x="1259477" y="105863"/>
                  <a:pt x="1255613" y="92245"/>
                  <a:pt x="1247885" y="81393"/>
                </a:cubicBezTo>
                <a:cubicBezTo>
                  <a:pt x="1240158" y="70540"/>
                  <a:pt x="1229327" y="65114"/>
                  <a:pt x="1215392" y="65114"/>
                </a:cubicBezTo>
                <a:cubicBezTo>
                  <a:pt x="1200612" y="65114"/>
                  <a:pt x="1189126" y="70371"/>
                  <a:pt x="1180934" y="80886"/>
                </a:cubicBezTo>
                <a:cubicBezTo>
                  <a:pt x="1172742" y="91401"/>
                  <a:pt x="1168646" y="105188"/>
                  <a:pt x="1168646" y="122247"/>
                </a:cubicBezTo>
                <a:close/>
                <a:moveTo>
                  <a:pt x="1303505" y="55233"/>
                </a:moveTo>
                <a:lnTo>
                  <a:pt x="1347590" y="169246"/>
                </a:lnTo>
                <a:lnTo>
                  <a:pt x="1388888" y="55233"/>
                </a:lnTo>
                <a:lnTo>
                  <a:pt x="1405230" y="55233"/>
                </a:lnTo>
                <a:lnTo>
                  <a:pt x="1347590" y="208264"/>
                </a:lnTo>
                <a:cubicBezTo>
                  <a:pt x="1343790" y="218652"/>
                  <a:pt x="1339588" y="226316"/>
                  <a:pt x="1334986" y="231257"/>
                </a:cubicBezTo>
                <a:cubicBezTo>
                  <a:pt x="1330383" y="236197"/>
                  <a:pt x="1322845" y="238668"/>
                  <a:pt x="1312373" y="238668"/>
                </a:cubicBezTo>
                <a:cubicBezTo>
                  <a:pt x="1311951" y="238668"/>
                  <a:pt x="1310029" y="238583"/>
                  <a:pt x="1306609" y="238414"/>
                </a:cubicBezTo>
                <a:cubicBezTo>
                  <a:pt x="1303189" y="238245"/>
                  <a:pt x="1300803" y="237907"/>
                  <a:pt x="1299451" y="237401"/>
                </a:cubicBezTo>
                <a:lnTo>
                  <a:pt x="1299451" y="223593"/>
                </a:lnTo>
                <a:lnTo>
                  <a:pt x="1299705" y="223593"/>
                </a:lnTo>
                <a:cubicBezTo>
                  <a:pt x="1300296" y="223846"/>
                  <a:pt x="1301816" y="224141"/>
                  <a:pt x="1304265" y="224479"/>
                </a:cubicBezTo>
                <a:cubicBezTo>
                  <a:pt x="1306715" y="224817"/>
                  <a:pt x="1308826" y="224986"/>
                  <a:pt x="1310599" y="224986"/>
                </a:cubicBezTo>
                <a:cubicBezTo>
                  <a:pt x="1317356" y="224986"/>
                  <a:pt x="1322486" y="222917"/>
                  <a:pt x="1325991" y="218779"/>
                </a:cubicBezTo>
                <a:cubicBezTo>
                  <a:pt x="1329496" y="214640"/>
                  <a:pt x="1334035" y="204590"/>
                  <a:pt x="1339609" y="188628"/>
                </a:cubicBezTo>
                <a:lnTo>
                  <a:pt x="1286150" y="55233"/>
                </a:lnTo>
                <a:lnTo>
                  <a:pt x="1303505" y="55233"/>
                </a:lnTo>
                <a:close/>
                <a:moveTo>
                  <a:pt x="1546666" y="51433"/>
                </a:moveTo>
                <a:cubicBezTo>
                  <a:pt x="1564824" y="51433"/>
                  <a:pt x="1579181" y="58020"/>
                  <a:pt x="1589738" y="71195"/>
                </a:cubicBezTo>
                <a:cubicBezTo>
                  <a:pt x="1600295" y="84370"/>
                  <a:pt x="1605573" y="101936"/>
                  <a:pt x="1605573" y="123894"/>
                </a:cubicBezTo>
                <a:lnTo>
                  <a:pt x="1605573" y="126555"/>
                </a:lnTo>
                <a:lnTo>
                  <a:pt x="1502581" y="126555"/>
                </a:lnTo>
                <a:cubicBezTo>
                  <a:pt x="1502835" y="142094"/>
                  <a:pt x="1506994" y="154762"/>
                  <a:pt x="1515059" y="164559"/>
                </a:cubicBezTo>
                <a:cubicBezTo>
                  <a:pt x="1523125" y="174356"/>
                  <a:pt x="1533660" y="179254"/>
                  <a:pt x="1546666" y="179254"/>
                </a:cubicBezTo>
                <a:cubicBezTo>
                  <a:pt x="1557561" y="179254"/>
                  <a:pt x="1566513" y="176446"/>
                  <a:pt x="1573523" y="170830"/>
                </a:cubicBezTo>
                <a:cubicBezTo>
                  <a:pt x="1580533" y="165214"/>
                  <a:pt x="1585600" y="156620"/>
                  <a:pt x="1588725" y="145050"/>
                </a:cubicBezTo>
                <a:lnTo>
                  <a:pt x="1605066" y="145050"/>
                </a:lnTo>
                <a:cubicBezTo>
                  <a:pt x="1601266" y="161181"/>
                  <a:pt x="1594594" y="173216"/>
                  <a:pt x="1585051" y="181154"/>
                </a:cubicBezTo>
                <a:cubicBezTo>
                  <a:pt x="1575508" y="189093"/>
                  <a:pt x="1562713" y="193062"/>
                  <a:pt x="1546666" y="193062"/>
                </a:cubicBezTo>
                <a:cubicBezTo>
                  <a:pt x="1527749" y="193062"/>
                  <a:pt x="1512948" y="186728"/>
                  <a:pt x="1502265" y="174060"/>
                </a:cubicBezTo>
                <a:cubicBezTo>
                  <a:pt x="1491581" y="161392"/>
                  <a:pt x="1486239" y="144121"/>
                  <a:pt x="1486239" y="122247"/>
                </a:cubicBezTo>
                <a:cubicBezTo>
                  <a:pt x="1486239" y="101472"/>
                  <a:pt x="1491602" y="84475"/>
                  <a:pt x="1502328" y="71258"/>
                </a:cubicBezTo>
                <a:cubicBezTo>
                  <a:pt x="1513054" y="58041"/>
                  <a:pt x="1527833" y="51433"/>
                  <a:pt x="1546666" y="51433"/>
                </a:cubicBezTo>
                <a:moveTo>
                  <a:pt x="1589231" y="112873"/>
                </a:moveTo>
                <a:cubicBezTo>
                  <a:pt x="1588809" y="99614"/>
                  <a:pt x="1584650" y="88339"/>
                  <a:pt x="1576753" y="79049"/>
                </a:cubicBezTo>
                <a:cubicBezTo>
                  <a:pt x="1568857" y="69759"/>
                  <a:pt x="1558743" y="65114"/>
                  <a:pt x="1546413" y="65114"/>
                </a:cubicBezTo>
                <a:cubicBezTo>
                  <a:pt x="1534843" y="65114"/>
                  <a:pt x="1525109" y="69421"/>
                  <a:pt x="1517213" y="78036"/>
                </a:cubicBezTo>
                <a:cubicBezTo>
                  <a:pt x="1509317" y="86650"/>
                  <a:pt x="1504439" y="98262"/>
                  <a:pt x="1502581" y="112873"/>
                </a:cubicBezTo>
                <a:lnTo>
                  <a:pt x="1589231" y="112873"/>
                </a:lnTo>
                <a:close/>
                <a:moveTo>
                  <a:pt x="1633612" y="55233"/>
                </a:moveTo>
                <a:lnTo>
                  <a:pt x="1671744" y="106159"/>
                </a:lnTo>
                <a:lnTo>
                  <a:pt x="1709115" y="55233"/>
                </a:lnTo>
                <a:lnTo>
                  <a:pt x="1729510" y="55233"/>
                </a:lnTo>
                <a:lnTo>
                  <a:pt x="1681245" y="119334"/>
                </a:lnTo>
                <a:lnTo>
                  <a:pt x="1733437" y="189135"/>
                </a:lnTo>
                <a:lnTo>
                  <a:pt x="1712662" y="189135"/>
                </a:lnTo>
                <a:lnTo>
                  <a:pt x="1670603" y="132889"/>
                </a:lnTo>
                <a:lnTo>
                  <a:pt x="1629432" y="189135"/>
                </a:lnTo>
                <a:lnTo>
                  <a:pt x="1609163" y="189135"/>
                </a:lnTo>
                <a:lnTo>
                  <a:pt x="1661102" y="119587"/>
                </a:lnTo>
                <a:lnTo>
                  <a:pt x="1613090" y="55233"/>
                </a:lnTo>
                <a:lnTo>
                  <a:pt x="1633612" y="55233"/>
                </a:lnTo>
                <a:close/>
                <a:moveTo>
                  <a:pt x="1774994" y="15075"/>
                </a:moveTo>
                <a:lnTo>
                  <a:pt x="1774994" y="55233"/>
                </a:lnTo>
                <a:lnTo>
                  <a:pt x="1802230" y="55233"/>
                </a:lnTo>
                <a:lnTo>
                  <a:pt x="1802230" y="69041"/>
                </a:lnTo>
                <a:lnTo>
                  <a:pt x="1774994" y="69041"/>
                </a:lnTo>
                <a:lnTo>
                  <a:pt x="1774994" y="160379"/>
                </a:lnTo>
                <a:cubicBezTo>
                  <a:pt x="1774994" y="167219"/>
                  <a:pt x="1776282" y="171695"/>
                  <a:pt x="1778858" y="173807"/>
                </a:cubicBezTo>
                <a:cubicBezTo>
                  <a:pt x="1781434" y="175918"/>
                  <a:pt x="1784748" y="176974"/>
                  <a:pt x="1788802" y="176974"/>
                </a:cubicBezTo>
                <a:cubicBezTo>
                  <a:pt x="1790491" y="176974"/>
                  <a:pt x="1792497" y="176910"/>
                  <a:pt x="1794820" y="176784"/>
                </a:cubicBezTo>
                <a:cubicBezTo>
                  <a:pt x="1797142" y="176657"/>
                  <a:pt x="1799612" y="176467"/>
                  <a:pt x="1802230" y="176214"/>
                </a:cubicBezTo>
                <a:lnTo>
                  <a:pt x="1802230" y="190149"/>
                </a:lnTo>
                <a:cubicBezTo>
                  <a:pt x="1799866" y="190318"/>
                  <a:pt x="1797480" y="190444"/>
                  <a:pt x="1795073" y="190529"/>
                </a:cubicBezTo>
                <a:cubicBezTo>
                  <a:pt x="1792666" y="190613"/>
                  <a:pt x="1790238" y="190655"/>
                  <a:pt x="1787789" y="190655"/>
                </a:cubicBezTo>
                <a:cubicBezTo>
                  <a:pt x="1776894" y="190655"/>
                  <a:pt x="1769314" y="188586"/>
                  <a:pt x="1765049" y="184448"/>
                </a:cubicBezTo>
                <a:cubicBezTo>
                  <a:pt x="1760785" y="180310"/>
                  <a:pt x="1758652" y="172878"/>
                  <a:pt x="1758652" y="162152"/>
                </a:cubicBezTo>
                <a:lnTo>
                  <a:pt x="1758652" y="69041"/>
                </a:lnTo>
                <a:lnTo>
                  <a:pt x="1735216" y="69041"/>
                </a:lnTo>
                <a:lnTo>
                  <a:pt x="1735216" y="55233"/>
                </a:lnTo>
                <a:lnTo>
                  <a:pt x="1758652" y="55233"/>
                </a:lnTo>
                <a:lnTo>
                  <a:pt x="1758652" y="15075"/>
                </a:lnTo>
                <a:lnTo>
                  <a:pt x="1774994" y="15075"/>
                </a:lnTo>
                <a:close/>
                <a:moveTo>
                  <a:pt x="1875641" y="51433"/>
                </a:moveTo>
                <a:cubicBezTo>
                  <a:pt x="1893798" y="51433"/>
                  <a:pt x="1908156" y="58020"/>
                  <a:pt x="1918712" y="71195"/>
                </a:cubicBezTo>
                <a:cubicBezTo>
                  <a:pt x="1929269" y="84370"/>
                  <a:pt x="1934547" y="101936"/>
                  <a:pt x="1934547" y="123894"/>
                </a:cubicBezTo>
                <a:lnTo>
                  <a:pt x="1934547" y="126555"/>
                </a:lnTo>
                <a:lnTo>
                  <a:pt x="1831556" y="126555"/>
                </a:lnTo>
                <a:cubicBezTo>
                  <a:pt x="1831809" y="142094"/>
                  <a:pt x="1835968" y="154762"/>
                  <a:pt x="1844034" y="164559"/>
                </a:cubicBezTo>
                <a:cubicBezTo>
                  <a:pt x="1852099" y="174356"/>
                  <a:pt x="1862635" y="179254"/>
                  <a:pt x="1875641" y="179254"/>
                </a:cubicBezTo>
                <a:cubicBezTo>
                  <a:pt x="1886535" y="179254"/>
                  <a:pt x="1895487" y="176446"/>
                  <a:pt x="1902497" y="170830"/>
                </a:cubicBezTo>
                <a:cubicBezTo>
                  <a:pt x="1909507" y="165214"/>
                  <a:pt x="1914574" y="156620"/>
                  <a:pt x="1917699" y="145050"/>
                </a:cubicBezTo>
                <a:lnTo>
                  <a:pt x="1934041" y="145050"/>
                </a:lnTo>
                <a:cubicBezTo>
                  <a:pt x="1930240" y="161181"/>
                  <a:pt x="1923568" y="173216"/>
                  <a:pt x="1914025" y="181154"/>
                </a:cubicBezTo>
                <a:cubicBezTo>
                  <a:pt x="1904482" y="189093"/>
                  <a:pt x="1891687" y="193062"/>
                  <a:pt x="1875641" y="193062"/>
                </a:cubicBezTo>
                <a:cubicBezTo>
                  <a:pt x="1856723" y="193062"/>
                  <a:pt x="1841922" y="186728"/>
                  <a:pt x="1831239" y="174060"/>
                </a:cubicBezTo>
                <a:cubicBezTo>
                  <a:pt x="1820555" y="161392"/>
                  <a:pt x="1815214" y="144121"/>
                  <a:pt x="1815214" y="122247"/>
                </a:cubicBezTo>
                <a:cubicBezTo>
                  <a:pt x="1815214" y="101472"/>
                  <a:pt x="1820577" y="84475"/>
                  <a:pt x="1831302" y="71258"/>
                </a:cubicBezTo>
                <a:cubicBezTo>
                  <a:pt x="1842028" y="58041"/>
                  <a:pt x="1856807" y="51433"/>
                  <a:pt x="1875641" y="51433"/>
                </a:cubicBezTo>
                <a:moveTo>
                  <a:pt x="1918206" y="112873"/>
                </a:moveTo>
                <a:cubicBezTo>
                  <a:pt x="1917783" y="99614"/>
                  <a:pt x="1913624" y="88339"/>
                  <a:pt x="1905727" y="79049"/>
                </a:cubicBezTo>
                <a:cubicBezTo>
                  <a:pt x="1897831" y="69759"/>
                  <a:pt x="1887718" y="65114"/>
                  <a:pt x="1875387" y="65114"/>
                </a:cubicBezTo>
                <a:cubicBezTo>
                  <a:pt x="1863817" y="65114"/>
                  <a:pt x="1854084" y="69421"/>
                  <a:pt x="1846187" y="78036"/>
                </a:cubicBezTo>
                <a:cubicBezTo>
                  <a:pt x="1838291" y="86650"/>
                  <a:pt x="1833414" y="98262"/>
                  <a:pt x="1831556" y="112873"/>
                </a:cubicBezTo>
                <a:lnTo>
                  <a:pt x="1918206" y="112873"/>
                </a:lnTo>
                <a:close/>
                <a:moveTo>
                  <a:pt x="2016119" y="51433"/>
                </a:moveTo>
                <a:cubicBezTo>
                  <a:pt x="2033263" y="51433"/>
                  <a:pt x="2045699" y="55613"/>
                  <a:pt x="2053427" y="63974"/>
                </a:cubicBezTo>
                <a:cubicBezTo>
                  <a:pt x="2061154" y="72335"/>
                  <a:pt x="2065018" y="84919"/>
                  <a:pt x="2065018" y="101725"/>
                </a:cubicBezTo>
                <a:lnTo>
                  <a:pt x="2065018" y="189135"/>
                </a:lnTo>
                <a:lnTo>
                  <a:pt x="2048676" y="189135"/>
                </a:lnTo>
                <a:lnTo>
                  <a:pt x="2048676" y="104512"/>
                </a:lnTo>
                <a:cubicBezTo>
                  <a:pt x="2048676" y="91591"/>
                  <a:pt x="2045868" y="81794"/>
                  <a:pt x="2040252" y="75122"/>
                </a:cubicBezTo>
                <a:cubicBezTo>
                  <a:pt x="2034636" y="68450"/>
                  <a:pt x="2026127" y="65114"/>
                  <a:pt x="2014726" y="65114"/>
                </a:cubicBezTo>
                <a:cubicBezTo>
                  <a:pt x="2005773" y="65114"/>
                  <a:pt x="1998067" y="67289"/>
                  <a:pt x="1991606" y="71638"/>
                </a:cubicBezTo>
                <a:cubicBezTo>
                  <a:pt x="1985146" y="75988"/>
                  <a:pt x="1980374" y="81815"/>
                  <a:pt x="1977291" y="89120"/>
                </a:cubicBezTo>
                <a:cubicBezTo>
                  <a:pt x="1974209" y="96426"/>
                  <a:pt x="1972667" y="103668"/>
                  <a:pt x="1972667" y="110846"/>
                </a:cubicBezTo>
                <a:lnTo>
                  <a:pt x="1972667" y="189135"/>
                </a:lnTo>
                <a:lnTo>
                  <a:pt x="1956326" y="189135"/>
                </a:lnTo>
                <a:lnTo>
                  <a:pt x="1956326" y="55233"/>
                </a:lnTo>
                <a:lnTo>
                  <a:pt x="1972667" y="55233"/>
                </a:lnTo>
                <a:lnTo>
                  <a:pt x="1972667" y="78416"/>
                </a:lnTo>
                <a:lnTo>
                  <a:pt x="1973174" y="78416"/>
                </a:lnTo>
                <a:cubicBezTo>
                  <a:pt x="1976299" y="70393"/>
                  <a:pt x="1981788" y="63890"/>
                  <a:pt x="1989643" y="58907"/>
                </a:cubicBezTo>
                <a:cubicBezTo>
                  <a:pt x="1997497" y="53924"/>
                  <a:pt x="2006322" y="51433"/>
                  <a:pt x="2016119" y="51433"/>
                </a:cubicBezTo>
                <a:close/>
                <a:moveTo>
                  <a:pt x="2213714" y="3927"/>
                </a:moveTo>
                <a:lnTo>
                  <a:pt x="2213714" y="189135"/>
                </a:lnTo>
                <a:lnTo>
                  <a:pt x="2198638" y="189135"/>
                </a:lnTo>
                <a:lnTo>
                  <a:pt x="2198638" y="163672"/>
                </a:lnTo>
                <a:lnTo>
                  <a:pt x="2198132" y="163672"/>
                </a:lnTo>
                <a:cubicBezTo>
                  <a:pt x="2194331" y="172624"/>
                  <a:pt x="2187828" y="179761"/>
                  <a:pt x="2178623" y="185081"/>
                </a:cubicBezTo>
                <a:cubicBezTo>
                  <a:pt x="2169417" y="190402"/>
                  <a:pt x="2159958" y="193062"/>
                  <a:pt x="2150246" y="193062"/>
                </a:cubicBezTo>
                <a:cubicBezTo>
                  <a:pt x="2132004" y="193062"/>
                  <a:pt x="2117436" y="186644"/>
                  <a:pt x="2106541" y="173807"/>
                </a:cubicBezTo>
                <a:cubicBezTo>
                  <a:pt x="2095647" y="160970"/>
                  <a:pt x="2090199" y="143783"/>
                  <a:pt x="2090199" y="122247"/>
                </a:cubicBezTo>
                <a:cubicBezTo>
                  <a:pt x="2090199" y="100881"/>
                  <a:pt x="2095604" y="83736"/>
                  <a:pt x="2106414" y="70815"/>
                </a:cubicBezTo>
                <a:cubicBezTo>
                  <a:pt x="2117225" y="57893"/>
                  <a:pt x="2131835" y="51433"/>
                  <a:pt x="2150246" y="51433"/>
                </a:cubicBezTo>
                <a:cubicBezTo>
                  <a:pt x="2160719" y="51433"/>
                  <a:pt x="2170220" y="53966"/>
                  <a:pt x="2178750" y="59033"/>
                </a:cubicBezTo>
                <a:cubicBezTo>
                  <a:pt x="2187279" y="64101"/>
                  <a:pt x="2193318" y="71322"/>
                  <a:pt x="2196865" y="80696"/>
                </a:cubicBezTo>
                <a:lnTo>
                  <a:pt x="2197372" y="80696"/>
                </a:lnTo>
                <a:lnTo>
                  <a:pt x="2197372" y="3927"/>
                </a:lnTo>
                <a:lnTo>
                  <a:pt x="2213714" y="3927"/>
                </a:lnTo>
                <a:moveTo>
                  <a:pt x="2106541" y="122247"/>
                </a:moveTo>
                <a:cubicBezTo>
                  <a:pt x="2106541" y="138800"/>
                  <a:pt x="2110447" y="152440"/>
                  <a:pt x="2118259" y="163166"/>
                </a:cubicBezTo>
                <a:cubicBezTo>
                  <a:pt x="2126071" y="173891"/>
                  <a:pt x="2136776" y="179254"/>
                  <a:pt x="2150373" y="179254"/>
                </a:cubicBezTo>
                <a:cubicBezTo>
                  <a:pt x="2165321" y="179254"/>
                  <a:pt x="2176892" y="173933"/>
                  <a:pt x="2185084" y="163292"/>
                </a:cubicBezTo>
                <a:cubicBezTo>
                  <a:pt x="2193276" y="152651"/>
                  <a:pt x="2197372" y="138969"/>
                  <a:pt x="2197372" y="122247"/>
                </a:cubicBezTo>
                <a:cubicBezTo>
                  <a:pt x="2197372" y="105441"/>
                  <a:pt x="2193297" y="91717"/>
                  <a:pt x="2185147" y="81076"/>
                </a:cubicBezTo>
                <a:cubicBezTo>
                  <a:pt x="2176997" y="70435"/>
                  <a:pt x="2165364" y="65114"/>
                  <a:pt x="2150246" y="65114"/>
                </a:cubicBezTo>
                <a:cubicBezTo>
                  <a:pt x="2136987" y="65114"/>
                  <a:pt x="2126388" y="70371"/>
                  <a:pt x="2118449" y="80886"/>
                </a:cubicBezTo>
                <a:cubicBezTo>
                  <a:pt x="2110511" y="91401"/>
                  <a:pt x="2106541" y="105188"/>
                  <a:pt x="2106541" y="122247"/>
                </a:cubicBezTo>
                <a:close/>
                <a:moveTo>
                  <a:pt x="2261416" y="3927"/>
                </a:moveTo>
                <a:lnTo>
                  <a:pt x="2261416" y="30150"/>
                </a:lnTo>
                <a:lnTo>
                  <a:pt x="2245074" y="30150"/>
                </a:lnTo>
                <a:lnTo>
                  <a:pt x="2245074" y="3927"/>
                </a:lnTo>
                <a:lnTo>
                  <a:pt x="2261416" y="3927"/>
                </a:lnTo>
                <a:moveTo>
                  <a:pt x="2261416" y="55233"/>
                </a:moveTo>
                <a:lnTo>
                  <a:pt x="2261416" y="189135"/>
                </a:lnTo>
                <a:lnTo>
                  <a:pt x="2245074" y="189135"/>
                </a:lnTo>
                <a:lnTo>
                  <a:pt x="2245074" y="55233"/>
                </a:lnTo>
                <a:lnTo>
                  <a:pt x="2261416" y="55233"/>
                </a:lnTo>
                <a:close/>
                <a:moveTo>
                  <a:pt x="2352358" y="51433"/>
                </a:moveTo>
                <a:cubicBezTo>
                  <a:pt x="2369502" y="51433"/>
                  <a:pt x="2381938" y="55613"/>
                  <a:pt x="2389665" y="63974"/>
                </a:cubicBezTo>
                <a:cubicBezTo>
                  <a:pt x="2397393" y="72335"/>
                  <a:pt x="2401257" y="84919"/>
                  <a:pt x="2401257" y="101725"/>
                </a:cubicBezTo>
                <a:lnTo>
                  <a:pt x="2401257" y="189135"/>
                </a:lnTo>
                <a:lnTo>
                  <a:pt x="2384915" y="189135"/>
                </a:lnTo>
                <a:lnTo>
                  <a:pt x="2384915" y="104512"/>
                </a:lnTo>
                <a:cubicBezTo>
                  <a:pt x="2384915" y="91591"/>
                  <a:pt x="2382107" y="81794"/>
                  <a:pt x="2376490" y="75122"/>
                </a:cubicBezTo>
                <a:cubicBezTo>
                  <a:pt x="2370874" y="68450"/>
                  <a:pt x="2362366" y="65114"/>
                  <a:pt x="2350964" y="65114"/>
                </a:cubicBezTo>
                <a:cubicBezTo>
                  <a:pt x="2342012" y="65114"/>
                  <a:pt x="2334306" y="67289"/>
                  <a:pt x="2327845" y="71638"/>
                </a:cubicBezTo>
                <a:cubicBezTo>
                  <a:pt x="2321384" y="75988"/>
                  <a:pt x="2316612" y="81815"/>
                  <a:pt x="2313530" y="89120"/>
                </a:cubicBezTo>
                <a:cubicBezTo>
                  <a:pt x="2310447" y="96426"/>
                  <a:pt x="2308906" y="103668"/>
                  <a:pt x="2308906" y="110846"/>
                </a:cubicBezTo>
                <a:lnTo>
                  <a:pt x="2308906" y="189135"/>
                </a:lnTo>
                <a:lnTo>
                  <a:pt x="2292564" y="189135"/>
                </a:lnTo>
                <a:lnTo>
                  <a:pt x="2292564" y="55233"/>
                </a:lnTo>
                <a:lnTo>
                  <a:pt x="2308906" y="55233"/>
                </a:lnTo>
                <a:lnTo>
                  <a:pt x="2308906" y="78416"/>
                </a:lnTo>
                <a:lnTo>
                  <a:pt x="2309413" y="78416"/>
                </a:lnTo>
                <a:cubicBezTo>
                  <a:pt x="2312538" y="70393"/>
                  <a:pt x="2318027" y="63890"/>
                  <a:pt x="2325881" y="58907"/>
                </a:cubicBezTo>
                <a:cubicBezTo>
                  <a:pt x="2333736" y="53924"/>
                  <a:pt x="2342561" y="51433"/>
                  <a:pt x="2352358" y="51433"/>
                </a:cubicBezTo>
                <a:close/>
                <a:moveTo>
                  <a:pt x="2485725" y="51433"/>
                </a:moveTo>
                <a:cubicBezTo>
                  <a:pt x="2495184" y="51433"/>
                  <a:pt x="2503798" y="53966"/>
                  <a:pt x="2511568" y="59033"/>
                </a:cubicBezTo>
                <a:cubicBezTo>
                  <a:pt x="2519338" y="64101"/>
                  <a:pt x="2524954" y="70561"/>
                  <a:pt x="2528416" y="78416"/>
                </a:cubicBezTo>
                <a:lnTo>
                  <a:pt x="2528923" y="78416"/>
                </a:lnTo>
                <a:lnTo>
                  <a:pt x="2528923" y="55233"/>
                </a:lnTo>
                <a:lnTo>
                  <a:pt x="2545265" y="55233"/>
                </a:lnTo>
                <a:lnTo>
                  <a:pt x="2545265" y="179634"/>
                </a:lnTo>
                <a:cubicBezTo>
                  <a:pt x="2545265" y="200241"/>
                  <a:pt x="2540451" y="215886"/>
                  <a:pt x="2530823" y="226570"/>
                </a:cubicBezTo>
                <a:cubicBezTo>
                  <a:pt x="2521196" y="237253"/>
                  <a:pt x="2506247" y="242595"/>
                  <a:pt x="2485978" y="242595"/>
                </a:cubicBezTo>
                <a:cubicBezTo>
                  <a:pt x="2470776" y="242595"/>
                  <a:pt x="2457960" y="239069"/>
                  <a:pt x="2447530" y="232017"/>
                </a:cubicBezTo>
                <a:cubicBezTo>
                  <a:pt x="2437100" y="224965"/>
                  <a:pt x="2431379" y="214978"/>
                  <a:pt x="2430365" y="202057"/>
                </a:cubicBezTo>
                <a:lnTo>
                  <a:pt x="2446707" y="202057"/>
                </a:lnTo>
                <a:cubicBezTo>
                  <a:pt x="2448058" y="210502"/>
                  <a:pt x="2452175" y="217068"/>
                  <a:pt x="2459058" y="221756"/>
                </a:cubicBezTo>
                <a:cubicBezTo>
                  <a:pt x="2465941" y="226443"/>
                  <a:pt x="2474872" y="228786"/>
                  <a:pt x="2485851" y="228786"/>
                </a:cubicBezTo>
                <a:cubicBezTo>
                  <a:pt x="2500378" y="228786"/>
                  <a:pt x="2511188" y="224648"/>
                  <a:pt x="2518282" y="216372"/>
                </a:cubicBezTo>
                <a:cubicBezTo>
                  <a:pt x="2525376" y="208095"/>
                  <a:pt x="2528923" y="195807"/>
                  <a:pt x="2528923" y="179507"/>
                </a:cubicBezTo>
                <a:lnTo>
                  <a:pt x="2528923" y="160125"/>
                </a:lnTo>
                <a:lnTo>
                  <a:pt x="2528416" y="160125"/>
                </a:lnTo>
                <a:cubicBezTo>
                  <a:pt x="2524363" y="168824"/>
                  <a:pt x="2518556" y="175580"/>
                  <a:pt x="2510998" y="180394"/>
                </a:cubicBezTo>
                <a:cubicBezTo>
                  <a:pt x="2503439" y="185208"/>
                  <a:pt x="2495015" y="187615"/>
                  <a:pt x="2485725" y="187615"/>
                </a:cubicBezTo>
                <a:cubicBezTo>
                  <a:pt x="2466638" y="187615"/>
                  <a:pt x="2451816" y="181598"/>
                  <a:pt x="2441260" y="169563"/>
                </a:cubicBezTo>
                <a:cubicBezTo>
                  <a:pt x="2430703" y="157528"/>
                  <a:pt x="2425425" y="140658"/>
                  <a:pt x="2425425" y="118954"/>
                </a:cubicBezTo>
                <a:cubicBezTo>
                  <a:pt x="2425425" y="99360"/>
                  <a:pt x="2430893" y="83208"/>
                  <a:pt x="2441830" y="70498"/>
                </a:cubicBezTo>
                <a:cubicBezTo>
                  <a:pt x="2452767" y="57788"/>
                  <a:pt x="2467398" y="51433"/>
                  <a:pt x="2485725" y="51433"/>
                </a:cubicBezTo>
                <a:moveTo>
                  <a:pt x="2441766" y="120601"/>
                </a:moveTo>
                <a:cubicBezTo>
                  <a:pt x="2441766" y="136394"/>
                  <a:pt x="2445757" y="149209"/>
                  <a:pt x="2453738" y="159048"/>
                </a:cubicBezTo>
                <a:cubicBezTo>
                  <a:pt x="2461719" y="168887"/>
                  <a:pt x="2472423" y="173807"/>
                  <a:pt x="2485851" y="173807"/>
                </a:cubicBezTo>
                <a:cubicBezTo>
                  <a:pt x="2498773" y="173807"/>
                  <a:pt x="2509182" y="168697"/>
                  <a:pt x="2517078" y="158478"/>
                </a:cubicBezTo>
                <a:cubicBezTo>
                  <a:pt x="2524975" y="148259"/>
                  <a:pt x="2528923" y="135633"/>
                  <a:pt x="2528923" y="120601"/>
                </a:cubicBezTo>
                <a:cubicBezTo>
                  <a:pt x="2528923" y="104723"/>
                  <a:pt x="2525123" y="91506"/>
                  <a:pt x="2517522" y="80949"/>
                </a:cubicBezTo>
                <a:cubicBezTo>
                  <a:pt x="2509921" y="70393"/>
                  <a:pt x="2499280" y="65114"/>
                  <a:pt x="2485598" y="65114"/>
                </a:cubicBezTo>
                <a:cubicBezTo>
                  <a:pt x="2472170" y="65114"/>
                  <a:pt x="2461508" y="70245"/>
                  <a:pt x="2453611" y="80506"/>
                </a:cubicBezTo>
                <a:cubicBezTo>
                  <a:pt x="2445715" y="90767"/>
                  <a:pt x="2441766" y="104132"/>
                  <a:pt x="2441766" y="120601"/>
                </a:cubicBezTo>
                <a:close/>
                <a:moveTo>
                  <a:pt x="2674224" y="15075"/>
                </a:moveTo>
                <a:lnTo>
                  <a:pt x="2674224" y="55233"/>
                </a:lnTo>
                <a:lnTo>
                  <a:pt x="2701461" y="55233"/>
                </a:lnTo>
                <a:lnTo>
                  <a:pt x="2701461" y="69041"/>
                </a:lnTo>
                <a:lnTo>
                  <a:pt x="2674224" y="69041"/>
                </a:lnTo>
                <a:lnTo>
                  <a:pt x="2674224" y="160379"/>
                </a:lnTo>
                <a:cubicBezTo>
                  <a:pt x="2674224" y="167219"/>
                  <a:pt x="2675512" y="171695"/>
                  <a:pt x="2678088" y="173807"/>
                </a:cubicBezTo>
                <a:cubicBezTo>
                  <a:pt x="2680664" y="175918"/>
                  <a:pt x="2683979" y="176974"/>
                  <a:pt x="2688033" y="176974"/>
                </a:cubicBezTo>
                <a:cubicBezTo>
                  <a:pt x="2689722" y="176974"/>
                  <a:pt x="2691728" y="176910"/>
                  <a:pt x="2694050" y="176784"/>
                </a:cubicBezTo>
                <a:cubicBezTo>
                  <a:pt x="2696373" y="176657"/>
                  <a:pt x="2698843" y="176467"/>
                  <a:pt x="2701461" y="176214"/>
                </a:cubicBezTo>
                <a:lnTo>
                  <a:pt x="2701461" y="190149"/>
                </a:lnTo>
                <a:cubicBezTo>
                  <a:pt x="2699096" y="190318"/>
                  <a:pt x="2696710" y="190444"/>
                  <a:pt x="2694303" y="190529"/>
                </a:cubicBezTo>
                <a:cubicBezTo>
                  <a:pt x="2691896" y="190613"/>
                  <a:pt x="2689468" y="190655"/>
                  <a:pt x="2687019" y="190655"/>
                </a:cubicBezTo>
                <a:cubicBezTo>
                  <a:pt x="2676125" y="190655"/>
                  <a:pt x="2668545" y="188586"/>
                  <a:pt x="2664280" y="184448"/>
                </a:cubicBezTo>
                <a:cubicBezTo>
                  <a:pt x="2660015" y="180310"/>
                  <a:pt x="2657883" y="172878"/>
                  <a:pt x="2657883" y="162152"/>
                </a:cubicBezTo>
                <a:lnTo>
                  <a:pt x="2657883" y="69041"/>
                </a:lnTo>
                <a:lnTo>
                  <a:pt x="2634447" y="69041"/>
                </a:lnTo>
                <a:lnTo>
                  <a:pt x="2634447" y="55233"/>
                </a:lnTo>
                <a:lnTo>
                  <a:pt x="2657883" y="55233"/>
                </a:lnTo>
                <a:lnTo>
                  <a:pt x="2657883" y="15075"/>
                </a:lnTo>
                <a:lnTo>
                  <a:pt x="2674224" y="15075"/>
                </a:lnTo>
                <a:close/>
                <a:moveTo>
                  <a:pt x="2740879" y="3927"/>
                </a:moveTo>
                <a:lnTo>
                  <a:pt x="2740879" y="78416"/>
                </a:lnTo>
                <a:lnTo>
                  <a:pt x="2741386" y="78416"/>
                </a:lnTo>
                <a:cubicBezTo>
                  <a:pt x="2744511" y="70393"/>
                  <a:pt x="2750000" y="63890"/>
                  <a:pt x="2757854" y="58907"/>
                </a:cubicBezTo>
                <a:cubicBezTo>
                  <a:pt x="2765709" y="53924"/>
                  <a:pt x="2774534" y="51433"/>
                  <a:pt x="2784331" y="51433"/>
                </a:cubicBezTo>
                <a:cubicBezTo>
                  <a:pt x="2801475" y="51433"/>
                  <a:pt x="2813911" y="55613"/>
                  <a:pt x="2821638" y="63974"/>
                </a:cubicBezTo>
                <a:cubicBezTo>
                  <a:pt x="2829366" y="72335"/>
                  <a:pt x="2833230" y="84919"/>
                  <a:pt x="2833230" y="101725"/>
                </a:cubicBezTo>
                <a:lnTo>
                  <a:pt x="2833230" y="189135"/>
                </a:lnTo>
                <a:lnTo>
                  <a:pt x="2816888" y="189135"/>
                </a:lnTo>
                <a:lnTo>
                  <a:pt x="2816888" y="104512"/>
                </a:lnTo>
                <a:cubicBezTo>
                  <a:pt x="2816888" y="91591"/>
                  <a:pt x="2814080" y="81794"/>
                  <a:pt x="2808464" y="75122"/>
                </a:cubicBezTo>
                <a:cubicBezTo>
                  <a:pt x="2802847" y="68450"/>
                  <a:pt x="2794339" y="65114"/>
                  <a:pt x="2782937" y="65114"/>
                </a:cubicBezTo>
                <a:cubicBezTo>
                  <a:pt x="2773985" y="65114"/>
                  <a:pt x="2766279" y="67289"/>
                  <a:pt x="2759818" y="71638"/>
                </a:cubicBezTo>
                <a:cubicBezTo>
                  <a:pt x="2753357" y="75988"/>
                  <a:pt x="2748586" y="81815"/>
                  <a:pt x="2745503" y="89120"/>
                </a:cubicBezTo>
                <a:cubicBezTo>
                  <a:pt x="2742420" y="96426"/>
                  <a:pt x="2740879" y="103668"/>
                  <a:pt x="2740879" y="110846"/>
                </a:cubicBezTo>
                <a:lnTo>
                  <a:pt x="2740879" y="189135"/>
                </a:lnTo>
                <a:lnTo>
                  <a:pt x="2724537" y="189135"/>
                </a:lnTo>
                <a:lnTo>
                  <a:pt x="2724537" y="3927"/>
                </a:lnTo>
                <a:lnTo>
                  <a:pt x="2740879" y="3927"/>
                </a:lnTo>
                <a:close/>
                <a:moveTo>
                  <a:pt x="2917824" y="51433"/>
                </a:moveTo>
                <a:cubicBezTo>
                  <a:pt x="2935982" y="51433"/>
                  <a:pt x="2950339" y="58020"/>
                  <a:pt x="2960896" y="71195"/>
                </a:cubicBezTo>
                <a:cubicBezTo>
                  <a:pt x="2971453" y="84370"/>
                  <a:pt x="2976731" y="101936"/>
                  <a:pt x="2976731" y="123894"/>
                </a:cubicBezTo>
                <a:lnTo>
                  <a:pt x="2976731" y="126555"/>
                </a:lnTo>
                <a:lnTo>
                  <a:pt x="2873739" y="126555"/>
                </a:lnTo>
                <a:cubicBezTo>
                  <a:pt x="2873993" y="142094"/>
                  <a:pt x="2878152" y="154762"/>
                  <a:pt x="2886217" y="164559"/>
                </a:cubicBezTo>
                <a:cubicBezTo>
                  <a:pt x="2894283" y="174356"/>
                  <a:pt x="2904818" y="179254"/>
                  <a:pt x="2917824" y="179254"/>
                </a:cubicBezTo>
                <a:cubicBezTo>
                  <a:pt x="2928719" y="179254"/>
                  <a:pt x="2937671" y="176446"/>
                  <a:pt x="2944681" y="170830"/>
                </a:cubicBezTo>
                <a:cubicBezTo>
                  <a:pt x="2951690" y="165214"/>
                  <a:pt x="2956758" y="156620"/>
                  <a:pt x="2959883" y="145050"/>
                </a:cubicBezTo>
                <a:lnTo>
                  <a:pt x="2976224" y="145050"/>
                </a:lnTo>
                <a:cubicBezTo>
                  <a:pt x="2972424" y="161181"/>
                  <a:pt x="2965752" y="173216"/>
                  <a:pt x="2956209" y="181154"/>
                </a:cubicBezTo>
                <a:cubicBezTo>
                  <a:pt x="2946665" y="189093"/>
                  <a:pt x="2933871" y="193062"/>
                  <a:pt x="2917824" y="193062"/>
                </a:cubicBezTo>
                <a:cubicBezTo>
                  <a:pt x="2898907" y="193062"/>
                  <a:pt x="2884106" y="186728"/>
                  <a:pt x="2873423" y="174060"/>
                </a:cubicBezTo>
                <a:cubicBezTo>
                  <a:pt x="2862739" y="161392"/>
                  <a:pt x="2857397" y="144121"/>
                  <a:pt x="2857397" y="122247"/>
                </a:cubicBezTo>
                <a:cubicBezTo>
                  <a:pt x="2857397" y="101472"/>
                  <a:pt x="2862760" y="84475"/>
                  <a:pt x="2873486" y="71258"/>
                </a:cubicBezTo>
                <a:cubicBezTo>
                  <a:pt x="2884212" y="58041"/>
                  <a:pt x="2898991" y="51433"/>
                  <a:pt x="2917824" y="51433"/>
                </a:cubicBezTo>
                <a:moveTo>
                  <a:pt x="2960389" y="112873"/>
                </a:moveTo>
                <a:cubicBezTo>
                  <a:pt x="2959967" y="99614"/>
                  <a:pt x="2955808" y="88339"/>
                  <a:pt x="2947911" y="79049"/>
                </a:cubicBezTo>
                <a:cubicBezTo>
                  <a:pt x="2940015" y="69759"/>
                  <a:pt x="2929901" y="65114"/>
                  <a:pt x="2917571" y="65114"/>
                </a:cubicBezTo>
                <a:cubicBezTo>
                  <a:pt x="2906001" y="65114"/>
                  <a:pt x="2896267" y="69421"/>
                  <a:pt x="2888371" y="78036"/>
                </a:cubicBezTo>
                <a:cubicBezTo>
                  <a:pt x="2880474" y="86650"/>
                  <a:pt x="2875597" y="98262"/>
                  <a:pt x="2873739" y="112873"/>
                </a:cubicBezTo>
                <a:lnTo>
                  <a:pt x="2960389" y="112873"/>
                </a:lnTo>
                <a:close/>
                <a:moveTo>
                  <a:pt x="3118134" y="51433"/>
                </a:moveTo>
                <a:cubicBezTo>
                  <a:pt x="3132660" y="51433"/>
                  <a:pt x="3144251" y="55149"/>
                  <a:pt x="3152908" y="62581"/>
                </a:cubicBezTo>
                <a:cubicBezTo>
                  <a:pt x="3161564" y="70013"/>
                  <a:pt x="3166315" y="80612"/>
                  <a:pt x="3167160" y="94378"/>
                </a:cubicBezTo>
                <a:lnTo>
                  <a:pt x="3150818" y="94378"/>
                </a:lnTo>
                <a:cubicBezTo>
                  <a:pt x="3150311" y="84919"/>
                  <a:pt x="3146869" y="77677"/>
                  <a:pt x="3140493" y="72652"/>
                </a:cubicBezTo>
                <a:cubicBezTo>
                  <a:pt x="3134117" y="67627"/>
                  <a:pt x="3125861" y="65114"/>
                  <a:pt x="3115727" y="65114"/>
                </a:cubicBezTo>
                <a:cubicBezTo>
                  <a:pt x="3106268" y="65114"/>
                  <a:pt x="3098625" y="67141"/>
                  <a:pt x="3092798" y="71195"/>
                </a:cubicBezTo>
                <a:cubicBezTo>
                  <a:pt x="3086970" y="75249"/>
                  <a:pt x="3084057" y="80907"/>
                  <a:pt x="3084057" y="88170"/>
                </a:cubicBezTo>
                <a:cubicBezTo>
                  <a:pt x="3084057" y="93913"/>
                  <a:pt x="3086654" y="98664"/>
                  <a:pt x="3091848" y="102422"/>
                </a:cubicBezTo>
                <a:cubicBezTo>
                  <a:pt x="3097041" y="106180"/>
                  <a:pt x="3103734" y="108988"/>
                  <a:pt x="3111927" y="110846"/>
                </a:cubicBezTo>
                <a:lnTo>
                  <a:pt x="3139923" y="117054"/>
                </a:lnTo>
                <a:cubicBezTo>
                  <a:pt x="3149129" y="119165"/>
                  <a:pt x="3156751" y="123303"/>
                  <a:pt x="3162789" y="129468"/>
                </a:cubicBezTo>
                <a:cubicBezTo>
                  <a:pt x="3168828" y="135633"/>
                  <a:pt x="3171847" y="143403"/>
                  <a:pt x="3171847" y="152778"/>
                </a:cubicBezTo>
                <a:cubicBezTo>
                  <a:pt x="3171847" y="165277"/>
                  <a:pt x="3166716" y="175116"/>
                  <a:pt x="3156455" y="182294"/>
                </a:cubicBezTo>
                <a:cubicBezTo>
                  <a:pt x="3146194" y="189473"/>
                  <a:pt x="3133378" y="193062"/>
                  <a:pt x="3118007" y="193062"/>
                </a:cubicBezTo>
                <a:cubicBezTo>
                  <a:pt x="3101454" y="193062"/>
                  <a:pt x="3088490" y="189093"/>
                  <a:pt x="3079116" y="181154"/>
                </a:cubicBezTo>
                <a:cubicBezTo>
                  <a:pt x="3069742" y="173216"/>
                  <a:pt x="3064379" y="161434"/>
                  <a:pt x="3063028" y="145810"/>
                </a:cubicBezTo>
                <a:lnTo>
                  <a:pt x="3079496" y="145810"/>
                </a:lnTo>
                <a:cubicBezTo>
                  <a:pt x="3080087" y="156367"/>
                  <a:pt x="3083951" y="164580"/>
                  <a:pt x="3091087" y="170450"/>
                </a:cubicBezTo>
                <a:cubicBezTo>
                  <a:pt x="3098224" y="176319"/>
                  <a:pt x="3107493" y="179254"/>
                  <a:pt x="3118894" y="179254"/>
                </a:cubicBezTo>
                <a:cubicBezTo>
                  <a:pt x="3129029" y="179254"/>
                  <a:pt x="3137664" y="176974"/>
                  <a:pt x="3144800" y="172413"/>
                </a:cubicBezTo>
                <a:cubicBezTo>
                  <a:pt x="3151937" y="167853"/>
                  <a:pt x="3155505" y="161645"/>
                  <a:pt x="3155505" y="153791"/>
                </a:cubicBezTo>
                <a:cubicBezTo>
                  <a:pt x="3155505" y="147795"/>
                  <a:pt x="3153204" y="142812"/>
                  <a:pt x="3148601" y="138843"/>
                </a:cubicBezTo>
                <a:cubicBezTo>
                  <a:pt x="3143998" y="134873"/>
                  <a:pt x="3136334" y="131706"/>
                  <a:pt x="3125608" y="129342"/>
                </a:cubicBezTo>
                <a:lnTo>
                  <a:pt x="3105086" y="124781"/>
                </a:lnTo>
                <a:cubicBezTo>
                  <a:pt x="3093347" y="122247"/>
                  <a:pt x="3084183" y="118151"/>
                  <a:pt x="3077596" y="112493"/>
                </a:cubicBezTo>
                <a:cubicBezTo>
                  <a:pt x="3071008" y="106835"/>
                  <a:pt x="3067715" y="98980"/>
                  <a:pt x="3067715" y="88930"/>
                </a:cubicBezTo>
                <a:cubicBezTo>
                  <a:pt x="3067715" y="77360"/>
                  <a:pt x="3072444" y="68218"/>
                  <a:pt x="3081903" y="61504"/>
                </a:cubicBezTo>
                <a:cubicBezTo>
                  <a:pt x="3091362" y="54790"/>
                  <a:pt x="3103439" y="51433"/>
                  <a:pt x="3118134" y="51433"/>
                </a:cubicBezTo>
                <a:close/>
                <a:moveTo>
                  <a:pt x="3197441" y="55233"/>
                </a:moveTo>
                <a:lnTo>
                  <a:pt x="3241526" y="169246"/>
                </a:lnTo>
                <a:lnTo>
                  <a:pt x="3282825" y="55233"/>
                </a:lnTo>
                <a:lnTo>
                  <a:pt x="3299166" y="55233"/>
                </a:lnTo>
                <a:lnTo>
                  <a:pt x="3241526" y="208264"/>
                </a:lnTo>
                <a:cubicBezTo>
                  <a:pt x="3237726" y="218652"/>
                  <a:pt x="3233524" y="226316"/>
                  <a:pt x="3228922" y="231257"/>
                </a:cubicBezTo>
                <a:cubicBezTo>
                  <a:pt x="3224319" y="236197"/>
                  <a:pt x="3216781" y="238668"/>
                  <a:pt x="3206309" y="238668"/>
                </a:cubicBezTo>
                <a:cubicBezTo>
                  <a:pt x="3205887" y="238668"/>
                  <a:pt x="3203965" y="238583"/>
                  <a:pt x="3200545" y="238414"/>
                </a:cubicBezTo>
                <a:cubicBezTo>
                  <a:pt x="3197125" y="238245"/>
                  <a:pt x="3194739" y="237907"/>
                  <a:pt x="3193388" y="237401"/>
                </a:cubicBezTo>
                <a:lnTo>
                  <a:pt x="3193388" y="223593"/>
                </a:lnTo>
                <a:lnTo>
                  <a:pt x="3193641" y="223593"/>
                </a:lnTo>
                <a:cubicBezTo>
                  <a:pt x="3194232" y="223846"/>
                  <a:pt x="3195752" y="224141"/>
                  <a:pt x="3198201" y="224479"/>
                </a:cubicBezTo>
                <a:cubicBezTo>
                  <a:pt x="3200651" y="224817"/>
                  <a:pt x="3202762" y="224986"/>
                  <a:pt x="3204536" y="224986"/>
                </a:cubicBezTo>
                <a:cubicBezTo>
                  <a:pt x="3211292" y="224986"/>
                  <a:pt x="3216422" y="222917"/>
                  <a:pt x="3219927" y="218779"/>
                </a:cubicBezTo>
                <a:cubicBezTo>
                  <a:pt x="3223432" y="214640"/>
                  <a:pt x="3227972" y="204590"/>
                  <a:pt x="3233546" y="188628"/>
                </a:cubicBezTo>
                <a:lnTo>
                  <a:pt x="3180086" y="55233"/>
                </a:lnTo>
                <a:lnTo>
                  <a:pt x="3197441" y="55233"/>
                </a:lnTo>
                <a:close/>
                <a:moveTo>
                  <a:pt x="3374564" y="51433"/>
                </a:moveTo>
                <a:cubicBezTo>
                  <a:pt x="3391709" y="51433"/>
                  <a:pt x="3404144" y="55613"/>
                  <a:pt x="3411872" y="63974"/>
                </a:cubicBezTo>
                <a:cubicBezTo>
                  <a:pt x="3419600" y="72335"/>
                  <a:pt x="3423463" y="84919"/>
                  <a:pt x="3423463" y="101725"/>
                </a:cubicBezTo>
                <a:lnTo>
                  <a:pt x="3423463" y="189135"/>
                </a:lnTo>
                <a:lnTo>
                  <a:pt x="3407121" y="189135"/>
                </a:lnTo>
                <a:lnTo>
                  <a:pt x="3407121" y="104512"/>
                </a:lnTo>
                <a:cubicBezTo>
                  <a:pt x="3407121" y="91591"/>
                  <a:pt x="3404313" y="81794"/>
                  <a:pt x="3398697" y="75122"/>
                </a:cubicBezTo>
                <a:cubicBezTo>
                  <a:pt x="3393081" y="68450"/>
                  <a:pt x="3384572" y="65114"/>
                  <a:pt x="3373171" y="65114"/>
                </a:cubicBezTo>
                <a:cubicBezTo>
                  <a:pt x="3364219" y="65114"/>
                  <a:pt x="3356512" y="67289"/>
                  <a:pt x="3350051" y="71638"/>
                </a:cubicBezTo>
                <a:cubicBezTo>
                  <a:pt x="3343591" y="75988"/>
                  <a:pt x="3338819" y="81815"/>
                  <a:pt x="3335737" y="89120"/>
                </a:cubicBezTo>
                <a:cubicBezTo>
                  <a:pt x="3332654" y="96426"/>
                  <a:pt x="3331113" y="103668"/>
                  <a:pt x="3331113" y="110846"/>
                </a:cubicBezTo>
                <a:lnTo>
                  <a:pt x="3331113" y="189135"/>
                </a:lnTo>
                <a:lnTo>
                  <a:pt x="3314771" y="189135"/>
                </a:lnTo>
                <a:lnTo>
                  <a:pt x="3314771" y="55233"/>
                </a:lnTo>
                <a:lnTo>
                  <a:pt x="3331113" y="55233"/>
                </a:lnTo>
                <a:lnTo>
                  <a:pt x="3331113" y="78416"/>
                </a:lnTo>
                <a:lnTo>
                  <a:pt x="3331619" y="78416"/>
                </a:lnTo>
                <a:cubicBezTo>
                  <a:pt x="3334744" y="70393"/>
                  <a:pt x="3340234" y="63890"/>
                  <a:pt x="3348088" y="58907"/>
                </a:cubicBezTo>
                <a:cubicBezTo>
                  <a:pt x="3355942" y="53924"/>
                  <a:pt x="3364768" y="51433"/>
                  <a:pt x="3374564" y="51433"/>
                </a:cubicBezTo>
                <a:close/>
                <a:moveTo>
                  <a:pt x="3480315" y="15075"/>
                </a:moveTo>
                <a:lnTo>
                  <a:pt x="3480315" y="55233"/>
                </a:lnTo>
                <a:lnTo>
                  <a:pt x="3507551" y="55233"/>
                </a:lnTo>
                <a:lnTo>
                  <a:pt x="3507551" y="69041"/>
                </a:lnTo>
                <a:lnTo>
                  <a:pt x="3480315" y="69041"/>
                </a:lnTo>
                <a:lnTo>
                  <a:pt x="3480315" y="160379"/>
                </a:lnTo>
                <a:cubicBezTo>
                  <a:pt x="3480315" y="167219"/>
                  <a:pt x="3481603" y="171695"/>
                  <a:pt x="3484179" y="173807"/>
                </a:cubicBezTo>
                <a:cubicBezTo>
                  <a:pt x="3486755" y="175918"/>
                  <a:pt x="3490069" y="176974"/>
                  <a:pt x="3494123" y="176974"/>
                </a:cubicBezTo>
                <a:cubicBezTo>
                  <a:pt x="3495812" y="176974"/>
                  <a:pt x="3497818" y="176910"/>
                  <a:pt x="3500141" y="176784"/>
                </a:cubicBezTo>
                <a:cubicBezTo>
                  <a:pt x="3502463" y="176657"/>
                  <a:pt x="3504933" y="176467"/>
                  <a:pt x="3507551" y="176214"/>
                </a:cubicBezTo>
                <a:lnTo>
                  <a:pt x="3507551" y="190149"/>
                </a:lnTo>
                <a:cubicBezTo>
                  <a:pt x="3505187" y="190318"/>
                  <a:pt x="3502801" y="190444"/>
                  <a:pt x="3500394" y="190529"/>
                </a:cubicBezTo>
                <a:cubicBezTo>
                  <a:pt x="3497987" y="190613"/>
                  <a:pt x="3495559" y="190655"/>
                  <a:pt x="3493110" y="190655"/>
                </a:cubicBezTo>
                <a:cubicBezTo>
                  <a:pt x="3482215" y="190655"/>
                  <a:pt x="3474635" y="188586"/>
                  <a:pt x="3470370" y="184448"/>
                </a:cubicBezTo>
                <a:cubicBezTo>
                  <a:pt x="3466105" y="180310"/>
                  <a:pt x="3463973" y="172878"/>
                  <a:pt x="3463973" y="162152"/>
                </a:cubicBezTo>
                <a:lnTo>
                  <a:pt x="3463973" y="69041"/>
                </a:lnTo>
                <a:lnTo>
                  <a:pt x="3440537" y="69041"/>
                </a:lnTo>
                <a:lnTo>
                  <a:pt x="3440537" y="55233"/>
                </a:lnTo>
                <a:lnTo>
                  <a:pt x="3463973" y="55233"/>
                </a:lnTo>
                <a:lnTo>
                  <a:pt x="3463973" y="15075"/>
                </a:lnTo>
                <a:lnTo>
                  <a:pt x="3480315" y="15075"/>
                </a:lnTo>
                <a:close/>
                <a:moveTo>
                  <a:pt x="3583707" y="51433"/>
                </a:moveTo>
                <a:cubicBezTo>
                  <a:pt x="3600598" y="51433"/>
                  <a:pt x="3613013" y="55085"/>
                  <a:pt x="3620951" y="62391"/>
                </a:cubicBezTo>
                <a:cubicBezTo>
                  <a:pt x="3628890" y="69696"/>
                  <a:pt x="3632860" y="80020"/>
                  <a:pt x="3632860" y="93364"/>
                </a:cubicBezTo>
                <a:lnTo>
                  <a:pt x="3632860" y="166079"/>
                </a:lnTo>
                <a:cubicBezTo>
                  <a:pt x="3632860" y="168782"/>
                  <a:pt x="3633620" y="170999"/>
                  <a:pt x="3635140" y="172730"/>
                </a:cubicBezTo>
                <a:cubicBezTo>
                  <a:pt x="3636660" y="174461"/>
                  <a:pt x="3639109" y="175327"/>
                  <a:pt x="3642487" y="175327"/>
                </a:cubicBezTo>
                <a:cubicBezTo>
                  <a:pt x="3643416" y="175327"/>
                  <a:pt x="3644303" y="175264"/>
                  <a:pt x="3645148" y="175137"/>
                </a:cubicBezTo>
                <a:cubicBezTo>
                  <a:pt x="3645992" y="175010"/>
                  <a:pt x="3646794" y="174736"/>
                  <a:pt x="3647555" y="174313"/>
                </a:cubicBezTo>
                <a:lnTo>
                  <a:pt x="3647555" y="188122"/>
                </a:lnTo>
                <a:cubicBezTo>
                  <a:pt x="3645528" y="188544"/>
                  <a:pt x="3643733" y="188818"/>
                  <a:pt x="3642171" y="188945"/>
                </a:cubicBezTo>
                <a:cubicBezTo>
                  <a:pt x="3640608" y="189072"/>
                  <a:pt x="3638940" y="189135"/>
                  <a:pt x="3637167" y="189135"/>
                </a:cubicBezTo>
                <a:cubicBezTo>
                  <a:pt x="3630073" y="189135"/>
                  <a:pt x="3625069" y="187425"/>
                  <a:pt x="3622155" y="184005"/>
                </a:cubicBezTo>
                <a:cubicBezTo>
                  <a:pt x="3619241" y="180584"/>
                  <a:pt x="3617784" y="174989"/>
                  <a:pt x="3617784" y="167219"/>
                </a:cubicBezTo>
                <a:lnTo>
                  <a:pt x="3617784" y="165826"/>
                </a:lnTo>
                <a:lnTo>
                  <a:pt x="3617278" y="165826"/>
                </a:lnTo>
                <a:cubicBezTo>
                  <a:pt x="3610606" y="175960"/>
                  <a:pt x="3603617" y="183033"/>
                  <a:pt x="3596312" y="187045"/>
                </a:cubicBezTo>
                <a:cubicBezTo>
                  <a:pt x="3589007" y="191057"/>
                  <a:pt x="3579780" y="193062"/>
                  <a:pt x="3568632" y="193062"/>
                </a:cubicBezTo>
                <a:cubicBezTo>
                  <a:pt x="3555035" y="193062"/>
                  <a:pt x="3544140" y="189663"/>
                  <a:pt x="3535948" y="182864"/>
                </a:cubicBezTo>
                <a:cubicBezTo>
                  <a:pt x="3527756" y="176066"/>
                  <a:pt x="3523660" y="166375"/>
                  <a:pt x="3523660" y="153791"/>
                </a:cubicBezTo>
                <a:cubicBezTo>
                  <a:pt x="3523660" y="140870"/>
                  <a:pt x="3528157" y="131136"/>
                  <a:pt x="3537152" y="124591"/>
                </a:cubicBezTo>
                <a:cubicBezTo>
                  <a:pt x="3546146" y="118046"/>
                  <a:pt x="3566225" y="113380"/>
                  <a:pt x="3597389" y="110593"/>
                </a:cubicBezTo>
                <a:cubicBezTo>
                  <a:pt x="3604483" y="110002"/>
                  <a:pt x="3609445" y="108376"/>
                  <a:pt x="3612274" y="105716"/>
                </a:cubicBezTo>
                <a:cubicBezTo>
                  <a:pt x="3615103" y="103055"/>
                  <a:pt x="3616518" y="98685"/>
                  <a:pt x="3616518" y="92604"/>
                </a:cubicBezTo>
                <a:cubicBezTo>
                  <a:pt x="3616518" y="83567"/>
                  <a:pt x="3613773" y="76727"/>
                  <a:pt x="3608283" y="72082"/>
                </a:cubicBezTo>
                <a:cubicBezTo>
                  <a:pt x="3602794" y="67437"/>
                  <a:pt x="3593884" y="65114"/>
                  <a:pt x="3581554" y="65114"/>
                </a:cubicBezTo>
                <a:cubicBezTo>
                  <a:pt x="3570321" y="65114"/>
                  <a:pt x="3561622" y="67774"/>
                  <a:pt x="3555457" y="73095"/>
                </a:cubicBezTo>
                <a:cubicBezTo>
                  <a:pt x="3549292" y="78416"/>
                  <a:pt x="3546041" y="86143"/>
                  <a:pt x="3545703" y="96278"/>
                </a:cubicBezTo>
                <a:lnTo>
                  <a:pt x="3529361" y="96278"/>
                </a:lnTo>
                <a:cubicBezTo>
                  <a:pt x="3530121" y="81583"/>
                  <a:pt x="3535167" y="70435"/>
                  <a:pt x="3544499" y="62834"/>
                </a:cubicBezTo>
                <a:cubicBezTo>
                  <a:pt x="3553832" y="55233"/>
                  <a:pt x="3566901" y="51433"/>
                  <a:pt x="3583707" y="51433"/>
                </a:cubicBezTo>
                <a:moveTo>
                  <a:pt x="3616011" y="115913"/>
                </a:moveTo>
                <a:cubicBezTo>
                  <a:pt x="3614322" y="118954"/>
                  <a:pt x="3609128" y="121065"/>
                  <a:pt x="3600429" y="122247"/>
                </a:cubicBezTo>
                <a:cubicBezTo>
                  <a:pt x="3591815" y="123430"/>
                  <a:pt x="3582271" y="124929"/>
                  <a:pt x="3571799" y="126745"/>
                </a:cubicBezTo>
                <a:cubicBezTo>
                  <a:pt x="3561327" y="128560"/>
                  <a:pt x="3553409" y="131537"/>
                  <a:pt x="3548046" y="135676"/>
                </a:cubicBezTo>
                <a:cubicBezTo>
                  <a:pt x="3542684" y="139814"/>
                  <a:pt x="3540002" y="145515"/>
                  <a:pt x="3540002" y="152778"/>
                </a:cubicBezTo>
                <a:cubicBezTo>
                  <a:pt x="3540002" y="160716"/>
                  <a:pt x="3542958" y="167114"/>
                  <a:pt x="3548870" y="171970"/>
                </a:cubicBezTo>
                <a:cubicBezTo>
                  <a:pt x="3554782" y="176826"/>
                  <a:pt x="3561791" y="179254"/>
                  <a:pt x="3569899" y="179254"/>
                </a:cubicBezTo>
                <a:cubicBezTo>
                  <a:pt x="3583243" y="179254"/>
                  <a:pt x="3594348" y="175285"/>
                  <a:pt x="3603216" y="167346"/>
                </a:cubicBezTo>
                <a:cubicBezTo>
                  <a:pt x="3612084" y="159407"/>
                  <a:pt x="3616518" y="149611"/>
                  <a:pt x="3616518" y="137956"/>
                </a:cubicBezTo>
                <a:lnTo>
                  <a:pt x="3616518" y="115913"/>
                </a:lnTo>
                <a:lnTo>
                  <a:pt x="3616011" y="115913"/>
                </a:lnTo>
                <a:close/>
                <a:moveTo>
                  <a:pt x="3674653" y="55233"/>
                </a:moveTo>
                <a:lnTo>
                  <a:pt x="3712784" y="106159"/>
                </a:lnTo>
                <a:lnTo>
                  <a:pt x="3750155" y="55233"/>
                </a:lnTo>
                <a:lnTo>
                  <a:pt x="3770551" y="55233"/>
                </a:lnTo>
                <a:lnTo>
                  <a:pt x="3722285" y="119334"/>
                </a:lnTo>
                <a:lnTo>
                  <a:pt x="3774478" y="189135"/>
                </a:lnTo>
                <a:lnTo>
                  <a:pt x="3753702" y="189135"/>
                </a:lnTo>
                <a:lnTo>
                  <a:pt x="3711644" y="132889"/>
                </a:lnTo>
                <a:lnTo>
                  <a:pt x="3670472" y="189135"/>
                </a:lnTo>
                <a:lnTo>
                  <a:pt x="3650203" y="189135"/>
                </a:lnTo>
                <a:lnTo>
                  <a:pt x="3702143" y="119587"/>
                </a:lnTo>
                <a:lnTo>
                  <a:pt x="3654131" y="55233"/>
                </a:lnTo>
                <a:lnTo>
                  <a:pt x="3674653" y="55233"/>
                </a:lnTo>
                <a:close/>
                <a:moveTo>
                  <a:pt x="3914757" y="51433"/>
                </a:moveTo>
                <a:cubicBezTo>
                  <a:pt x="3931647" y="51433"/>
                  <a:pt x="3944062" y="55085"/>
                  <a:pt x="3952001" y="62391"/>
                </a:cubicBezTo>
                <a:cubicBezTo>
                  <a:pt x="3959940" y="69696"/>
                  <a:pt x="3963909" y="80020"/>
                  <a:pt x="3963909" y="93364"/>
                </a:cubicBezTo>
                <a:lnTo>
                  <a:pt x="3963909" y="166079"/>
                </a:lnTo>
                <a:cubicBezTo>
                  <a:pt x="3963909" y="168782"/>
                  <a:pt x="3964669" y="170999"/>
                  <a:pt x="3966189" y="172730"/>
                </a:cubicBezTo>
                <a:cubicBezTo>
                  <a:pt x="3967709" y="174461"/>
                  <a:pt x="3970159" y="175327"/>
                  <a:pt x="3973537" y="175327"/>
                </a:cubicBezTo>
                <a:cubicBezTo>
                  <a:pt x="3974466" y="175327"/>
                  <a:pt x="3975352" y="175264"/>
                  <a:pt x="3976197" y="175137"/>
                </a:cubicBezTo>
                <a:cubicBezTo>
                  <a:pt x="3977042" y="175010"/>
                  <a:pt x="3977844" y="174736"/>
                  <a:pt x="3978604" y="174313"/>
                </a:cubicBezTo>
                <a:lnTo>
                  <a:pt x="3978604" y="188122"/>
                </a:lnTo>
                <a:cubicBezTo>
                  <a:pt x="3976577" y="188544"/>
                  <a:pt x="3974782" y="188818"/>
                  <a:pt x="3973220" y="188945"/>
                </a:cubicBezTo>
                <a:cubicBezTo>
                  <a:pt x="3971658" y="189072"/>
                  <a:pt x="3969990" y="189135"/>
                  <a:pt x="3968216" y="189135"/>
                </a:cubicBezTo>
                <a:cubicBezTo>
                  <a:pt x="3961122" y="189135"/>
                  <a:pt x="3956118" y="187425"/>
                  <a:pt x="3953204" y="184005"/>
                </a:cubicBezTo>
                <a:cubicBezTo>
                  <a:pt x="3950291" y="180584"/>
                  <a:pt x="3948834" y="174989"/>
                  <a:pt x="3948834" y="167219"/>
                </a:cubicBezTo>
                <a:lnTo>
                  <a:pt x="3948834" y="165826"/>
                </a:lnTo>
                <a:lnTo>
                  <a:pt x="3948327" y="165826"/>
                </a:lnTo>
                <a:cubicBezTo>
                  <a:pt x="3941655" y="175960"/>
                  <a:pt x="3934667" y="183033"/>
                  <a:pt x="3927361" y="187045"/>
                </a:cubicBezTo>
                <a:cubicBezTo>
                  <a:pt x="3920056" y="191057"/>
                  <a:pt x="3910829" y="193062"/>
                  <a:pt x="3899681" y="193062"/>
                </a:cubicBezTo>
                <a:cubicBezTo>
                  <a:pt x="3886084" y="193062"/>
                  <a:pt x="3875190" y="189663"/>
                  <a:pt x="3866998" y="182864"/>
                </a:cubicBezTo>
                <a:cubicBezTo>
                  <a:pt x="3858806" y="176066"/>
                  <a:pt x="3854710" y="166375"/>
                  <a:pt x="3854710" y="153791"/>
                </a:cubicBezTo>
                <a:cubicBezTo>
                  <a:pt x="3854710" y="140870"/>
                  <a:pt x="3859207" y="131136"/>
                  <a:pt x="3868201" y="124591"/>
                </a:cubicBezTo>
                <a:cubicBezTo>
                  <a:pt x="3877196" y="118046"/>
                  <a:pt x="3897275" y="113380"/>
                  <a:pt x="3928438" y="110593"/>
                </a:cubicBezTo>
                <a:cubicBezTo>
                  <a:pt x="3935532" y="110002"/>
                  <a:pt x="3940494" y="108376"/>
                  <a:pt x="3943323" y="105716"/>
                </a:cubicBezTo>
                <a:cubicBezTo>
                  <a:pt x="3946152" y="103055"/>
                  <a:pt x="3947567" y="98685"/>
                  <a:pt x="3947567" y="92604"/>
                </a:cubicBezTo>
                <a:cubicBezTo>
                  <a:pt x="3947567" y="83567"/>
                  <a:pt x="3944822" y="76727"/>
                  <a:pt x="3939333" y="72082"/>
                </a:cubicBezTo>
                <a:cubicBezTo>
                  <a:pt x="3933843" y="67437"/>
                  <a:pt x="3924933" y="65114"/>
                  <a:pt x="3912603" y="65114"/>
                </a:cubicBezTo>
                <a:cubicBezTo>
                  <a:pt x="3901371" y="65114"/>
                  <a:pt x="3892672" y="67774"/>
                  <a:pt x="3886507" y="73095"/>
                </a:cubicBezTo>
                <a:cubicBezTo>
                  <a:pt x="3880341" y="78416"/>
                  <a:pt x="3877090" y="86143"/>
                  <a:pt x="3876752" y="96278"/>
                </a:cubicBezTo>
                <a:lnTo>
                  <a:pt x="3860410" y="96278"/>
                </a:lnTo>
                <a:cubicBezTo>
                  <a:pt x="3861170" y="81583"/>
                  <a:pt x="3866217" y="70435"/>
                  <a:pt x="3875549" y="62834"/>
                </a:cubicBezTo>
                <a:cubicBezTo>
                  <a:pt x="3884881" y="55233"/>
                  <a:pt x="3897950" y="51433"/>
                  <a:pt x="3914757" y="51433"/>
                </a:cubicBezTo>
                <a:moveTo>
                  <a:pt x="3947060" y="115913"/>
                </a:moveTo>
                <a:cubicBezTo>
                  <a:pt x="3945371" y="118954"/>
                  <a:pt x="3940177" y="121065"/>
                  <a:pt x="3931479" y="122247"/>
                </a:cubicBezTo>
                <a:cubicBezTo>
                  <a:pt x="3922864" y="123430"/>
                  <a:pt x="3913321" y="124929"/>
                  <a:pt x="3902849" y="126745"/>
                </a:cubicBezTo>
                <a:cubicBezTo>
                  <a:pt x="3892376" y="128560"/>
                  <a:pt x="3884459" y="131537"/>
                  <a:pt x="3879096" y="135676"/>
                </a:cubicBezTo>
                <a:cubicBezTo>
                  <a:pt x="3873733" y="139814"/>
                  <a:pt x="3871052" y="145515"/>
                  <a:pt x="3871052" y="152778"/>
                </a:cubicBezTo>
                <a:cubicBezTo>
                  <a:pt x="3871052" y="160716"/>
                  <a:pt x="3874007" y="167114"/>
                  <a:pt x="3879919" y="171970"/>
                </a:cubicBezTo>
                <a:cubicBezTo>
                  <a:pt x="3885831" y="176826"/>
                  <a:pt x="3892841" y="179254"/>
                  <a:pt x="3900948" y="179254"/>
                </a:cubicBezTo>
                <a:cubicBezTo>
                  <a:pt x="3914292" y="179254"/>
                  <a:pt x="3925398" y="175285"/>
                  <a:pt x="3934265" y="167346"/>
                </a:cubicBezTo>
                <a:cubicBezTo>
                  <a:pt x="3943133" y="159407"/>
                  <a:pt x="3947567" y="149611"/>
                  <a:pt x="3947567" y="137956"/>
                </a:cubicBezTo>
                <a:lnTo>
                  <a:pt x="3947567" y="115913"/>
                </a:lnTo>
                <a:lnTo>
                  <a:pt x="3947060" y="115913"/>
                </a:lnTo>
                <a:close/>
                <a:moveTo>
                  <a:pt x="4013177" y="3927"/>
                </a:moveTo>
                <a:lnTo>
                  <a:pt x="4013177" y="189135"/>
                </a:lnTo>
                <a:lnTo>
                  <a:pt x="3996835" y="189135"/>
                </a:lnTo>
                <a:lnTo>
                  <a:pt x="3996835" y="3927"/>
                </a:lnTo>
                <a:lnTo>
                  <a:pt x="4013177" y="3927"/>
                </a:lnTo>
                <a:close/>
                <a:moveTo>
                  <a:pt x="4101078" y="51433"/>
                </a:moveTo>
                <a:cubicBezTo>
                  <a:pt x="4120165" y="51433"/>
                  <a:pt x="4135493" y="58062"/>
                  <a:pt x="4147064" y="71322"/>
                </a:cubicBezTo>
                <a:cubicBezTo>
                  <a:pt x="4158634" y="84581"/>
                  <a:pt x="4164419" y="101556"/>
                  <a:pt x="4164419" y="122247"/>
                </a:cubicBezTo>
                <a:cubicBezTo>
                  <a:pt x="4164419" y="134747"/>
                  <a:pt x="4162033" y="146401"/>
                  <a:pt x="4157261" y="157211"/>
                </a:cubicBezTo>
                <a:cubicBezTo>
                  <a:pt x="4152490" y="168022"/>
                  <a:pt x="4145227" y="176699"/>
                  <a:pt x="4135472" y="183245"/>
                </a:cubicBezTo>
                <a:cubicBezTo>
                  <a:pt x="4125718" y="189790"/>
                  <a:pt x="4114253" y="193062"/>
                  <a:pt x="4101078" y="193062"/>
                </a:cubicBezTo>
                <a:cubicBezTo>
                  <a:pt x="4082161" y="193062"/>
                  <a:pt x="4066895" y="186412"/>
                  <a:pt x="4055283" y="173110"/>
                </a:cubicBezTo>
                <a:cubicBezTo>
                  <a:pt x="4043671" y="159808"/>
                  <a:pt x="4037864" y="142854"/>
                  <a:pt x="4037864" y="122247"/>
                </a:cubicBezTo>
                <a:cubicBezTo>
                  <a:pt x="4037864" y="101556"/>
                  <a:pt x="4043649" y="84581"/>
                  <a:pt x="4055220" y="71322"/>
                </a:cubicBezTo>
                <a:cubicBezTo>
                  <a:pt x="4066790" y="58062"/>
                  <a:pt x="4082076" y="51433"/>
                  <a:pt x="4101078" y="51433"/>
                </a:cubicBezTo>
                <a:moveTo>
                  <a:pt x="4054206" y="122247"/>
                </a:moveTo>
                <a:cubicBezTo>
                  <a:pt x="4054206" y="138040"/>
                  <a:pt x="4058471" y="151490"/>
                  <a:pt x="4067001" y="162595"/>
                </a:cubicBezTo>
                <a:cubicBezTo>
                  <a:pt x="4075531" y="173701"/>
                  <a:pt x="4086890" y="179254"/>
                  <a:pt x="4101078" y="179254"/>
                </a:cubicBezTo>
                <a:cubicBezTo>
                  <a:pt x="4115267" y="179254"/>
                  <a:pt x="4126647" y="173680"/>
                  <a:pt x="4135219" y="162532"/>
                </a:cubicBezTo>
                <a:cubicBezTo>
                  <a:pt x="4143791" y="151384"/>
                  <a:pt x="4148077" y="137956"/>
                  <a:pt x="4148077" y="122247"/>
                </a:cubicBezTo>
                <a:cubicBezTo>
                  <a:pt x="4148077" y="106539"/>
                  <a:pt x="4143791" y="93090"/>
                  <a:pt x="4135219" y="81899"/>
                </a:cubicBezTo>
                <a:cubicBezTo>
                  <a:pt x="4126647" y="70709"/>
                  <a:pt x="4115182" y="65114"/>
                  <a:pt x="4100825" y="65114"/>
                </a:cubicBezTo>
                <a:cubicBezTo>
                  <a:pt x="4086974" y="65114"/>
                  <a:pt x="4075742" y="70646"/>
                  <a:pt x="4067128" y="81709"/>
                </a:cubicBezTo>
                <a:cubicBezTo>
                  <a:pt x="4058513" y="92773"/>
                  <a:pt x="4054206" y="106286"/>
                  <a:pt x="4054206" y="122247"/>
                </a:cubicBezTo>
                <a:close/>
                <a:moveTo>
                  <a:pt x="4248369" y="51433"/>
                </a:moveTo>
                <a:cubicBezTo>
                  <a:pt x="4265513" y="51433"/>
                  <a:pt x="4277949" y="55613"/>
                  <a:pt x="4285677" y="63974"/>
                </a:cubicBezTo>
                <a:cubicBezTo>
                  <a:pt x="4293404" y="72335"/>
                  <a:pt x="4297268" y="84919"/>
                  <a:pt x="4297268" y="101725"/>
                </a:cubicBezTo>
                <a:lnTo>
                  <a:pt x="4297268" y="189135"/>
                </a:lnTo>
                <a:lnTo>
                  <a:pt x="4280926" y="189135"/>
                </a:lnTo>
                <a:lnTo>
                  <a:pt x="4280926" y="104512"/>
                </a:lnTo>
                <a:cubicBezTo>
                  <a:pt x="4280926" y="91591"/>
                  <a:pt x="4278118" y="81794"/>
                  <a:pt x="4272502" y="75122"/>
                </a:cubicBezTo>
                <a:cubicBezTo>
                  <a:pt x="4266886" y="68450"/>
                  <a:pt x="4258377" y="65114"/>
                  <a:pt x="4246976" y="65114"/>
                </a:cubicBezTo>
                <a:cubicBezTo>
                  <a:pt x="4238024" y="65114"/>
                  <a:pt x="4230317" y="67289"/>
                  <a:pt x="4223856" y="71638"/>
                </a:cubicBezTo>
                <a:cubicBezTo>
                  <a:pt x="4217396" y="75988"/>
                  <a:pt x="4212624" y="81815"/>
                  <a:pt x="4209541" y="89120"/>
                </a:cubicBezTo>
                <a:cubicBezTo>
                  <a:pt x="4206459" y="96426"/>
                  <a:pt x="4204918" y="103668"/>
                  <a:pt x="4204918" y="110846"/>
                </a:cubicBezTo>
                <a:lnTo>
                  <a:pt x="4204918" y="189135"/>
                </a:lnTo>
                <a:lnTo>
                  <a:pt x="4188576" y="189135"/>
                </a:lnTo>
                <a:lnTo>
                  <a:pt x="4188576" y="55233"/>
                </a:lnTo>
                <a:lnTo>
                  <a:pt x="4204918" y="55233"/>
                </a:lnTo>
                <a:lnTo>
                  <a:pt x="4204918" y="78416"/>
                </a:lnTo>
                <a:lnTo>
                  <a:pt x="4205424" y="78416"/>
                </a:lnTo>
                <a:cubicBezTo>
                  <a:pt x="4208549" y="70393"/>
                  <a:pt x="4214039" y="63890"/>
                  <a:pt x="4221893" y="58907"/>
                </a:cubicBezTo>
                <a:cubicBezTo>
                  <a:pt x="4229747" y="53924"/>
                  <a:pt x="4238573" y="51433"/>
                  <a:pt x="4248369" y="51433"/>
                </a:cubicBezTo>
                <a:close/>
                <a:moveTo>
                  <a:pt x="4381736" y="51433"/>
                </a:moveTo>
                <a:cubicBezTo>
                  <a:pt x="4391195" y="51433"/>
                  <a:pt x="4399809" y="53966"/>
                  <a:pt x="4407579" y="59033"/>
                </a:cubicBezTo>
                <a:cubicBezTo>
                  <a:pt x="4415349" y="64101"/>
                  <a:pt x="4420965" y="70561"/>
                  <a:pt x="4424428" y="78416"/>
                </a:cubicBezTo>
                <a:lnTo>
                  <a:pt x="4424934" y="78416"/>
                </a:lnTo>
                <a:lnTo>
                  <a:pt x="4424934" y="55233"/>
                </a:lnTo>
                <a:lnTo>
                  <a:pt x="4441276" y="55233"/>
                </a:lnTo>
                <a:lnTo>
                  <a:pt x="4441276" y="179634"/>
                </a:lnTo>
                <a:cubicBezTo>
                  <a:pt x="4441276" y="200241"/>
                  <a:pt x="4436462" y="215886"/>
                  <a:pt x="4426835" y="226570"/>
                </a:cubicBezTo>
                <a:cubicBezTo>
                  <a:pt x="4417207" y="237253"/>
                  <a:pt x="4402258" y="242595"/>
                  <a:pt x="4381989" y="242595"/>
                </a:cubicBezTo>
                <a:cubicBezTo>
                  <a:pt x="4366788" y="242595"/>
                  <a:pt x="4353972" y="239069"/>
                  <a:pt x="4343542" y="232017"/>
                </a:cubicBezTo>
                <a:cubicBezTo>
                  <a:pt x="4333112" y="224965"/>
                  <a:pt x="4327390" y="214978"/>
                  <a:pt x="4326376" y="202057"/>
                </a:cubicBezTo>
                <a:lnTo>
                  <a:pt x="4342718" y="202057"/>
                </a:lnTo>
                <a:cubicBezTo>
                  <a:pt x="4344069" y="210502"/>
                  <a:pt x="4348187" y="217068"/>
                  <a:pt x="4355070" y="221756"/>
                </a:cubicBezTo>
                <a:cubicBezTo>
                  <a:pt x="4361953" y="226443"/>
                  <a:pt x="4370884" y="228786"/>
                  <a:pt x="4381863" y="228786"/>
                </a:cubicBezTo>
                <a:cubicBezTo>
                  <a:pt x="4396389" y="228786"/>
                  <a:pt x="4407199" y="224648"/>
                  <a:pt x="4414293" y="216372"/>
                </a:cubicBezTo>
                <a:cubicBezTo>
                  <a:pt x="4421387" y="208095"/>
                  <a:pt x="4424934" y="195807"/>
                  <a:pt x="4424934" y="179507"/>
                </a:cubicBezTo>
                <a:lnTo>
                  <a:pt x="4424934" y="160125"/>
                </a:lnTo>
                <a:lnTo>
                  <a:pt x="4424428" y="160125"/>
                </a:lnTo>
                <a:cubicBezTo>
                  <a:pt x="4420374" y="168824"/>
                  <a:pt x="4414568" y="175580"/>
                  <a:pt x="4407009" y="180394"/>
                </a:cubicBezTo>
                <a:cubicBezTo>
                  <a:pt x="4399450" y="185208"/>
                  <a:pt x="4391026" y="187615"/>
                  <a:pt x="4381736" y="187615"/>
                </a:cubicBezTo>
                <a:cubicBezTo>
                  <a:pt x="4362649" y="187615"/>
                  <a:pt x="4347828" y="181598"/>
                  <a:pt x="4337271" y="169563"/>
                </a:cubicBezTo>
                <a:cubicBezTo>
                  <a:pt x="4326714" y="157528"/>
                  <a:pt x="4321436" y="140658"/>
                  <a:pt x="4321436" y="118954"/>
                </a:cubicBezTo>
                <a:cubicBezTo>
                  <a:pt x="4321436" y="99360"/>
                  <a:pt x="4326904" y="83208"/>
                  <a:pt x="4337841" y="70498"/>
                </a:cubicBezTo>
                <a:cubicBezTo>
                  <a:pt x="4348778" y="57788"/>
                  <a:pt x="4363410" y="51433"/>
                  <a:pt x="4381736" y="51433"/>
                </a:cubicBezTo>
                <a:moveTo>
                  <a:pt x="4337778" y="120601"/>
                </a:moveTo>
                <a:cubicBezTo>
                  <a:pt x="4337778" y="136394"/>
                  <a:pt x="4341768" y="149209"/>
                  <a:pt x="4349749" y="159048"/>
                </a:cubicBezTo>
                <a:cubicBezTo>
                  <a:pt x="4357730" y="168887"/>
                  <a:pt x="4368435" y="173807"/>
                  <a:pt x="4381863" y="173807"/>
                </a:cubicBezTo>
                <a:cubicBezTo>
                  <a:pt x="4394784" y="173807"/>
                  <a:pt x="4405193" y="168697"/>
                  <a:pt x="4413090" y="158478"/>
                </a:cubicBezTo>
                <a:cubicBezTo>
                  <a:pt x="4420986" y="148259"/>
                  <a:pt x="4424934" y="135633"/>
                  <a:pt x="4424934" y="120601"/>
                </a:cubicBezTo>
                <a:cubicBezTo>
                  <a:pt x="4424934" y="104723"/>
                  <a:pt x="4421134" y="91506"/>
                  <a:pt x="4413533" y="80949"/>
                </a:cubicBezTo>
                <a:cubicBezTo>
                  <a:pt x="4405932" y="70393"/>
                  <a:pt x="4395291" y="65114"/>
                  <a:pt x="4381609" y="65114"/>
                </a:cubicBezTo>
                <a:cubicBezTo>
                  <a:pt x="4368181" y="65114"/>
                  <a:pt x="4357519" y="70245"/>
                  <a:pt x="4349622" y="80506"/>
                </a:cubicBezTo>
                <a:cubicBezTo>
                  <a:pt x="4341726" y="90767"/>
                  <a:pt x="4337778" y="104132"/>
                  <a:pt x="4337778" y="120601"/>
                </a:cubicBezTo>
                <a:close/>
                <a:moveTo>
                  <a:pt x="4570236" y="15075"/>
                </a:moveTo>
                <a:lnTo>
                  <a:pt x="4570236" y="55233"/>
                </a:lnTo>
                <a:lnTo>
                  <a:pt x="4597472" y="55233"/>
                </a:lnTo>
                <a:lnTo>
                  <a:pt x="4597472" y="69041"/>
                </a:lnTo>
                <a:lnTo>
                  <a:pt x="4570236" y="69041"/>
                </a:lnTo>
                <a:lnTo>
                  <a:pt x="4570236" y="160379"/>
                </a:lnTo>
                <a:cubicBezTo>
                  <a:pt x="4570236" y="167219"/>
                  <a:pt x="4571524" y="171695"/>
                  <a:pt x="4574099" y="173807"/>
                </a:cubicBezTo>
                <a:cubicBezTo>
                  <a:pt x="4576675" y="175918"/>
                  <a:pt x="4579990" y="176974"/>
                  <a:pt x="4584044" y="176974"/>
                </a:cubicBezTo>
                <a:cubicBezTo>
                  <a:pt x="4585733" y="176974"/>
                  <a:pt x="4587739" y="176910"/>
                  <a:pt x="4590061" y="176784"/>
                </a:cubicBezTo>
                <a:cubicBezTo>
                  <a:pt x="4592384" y="176657"/>
                  <a:pt x="4594854" y="176467"/>
                  <a:pt x="4597472" y="176214"/>
                </a:cubicBezTo>
                <a:lnTo>
                  <a:pt x="4597472" y="190149"/>
                </a:lnTo>
                <a:cubicBezTo>
                  <a:pt x="4595107" y="190318"/>
                  <a:pt x="4592722" y="190444"/>
                  <a:pt x="4590315" y="190529"/>
                </a:cubicBezTo>
                <a:cubicBezTo>
                  <a:pt x="4587908" y="190613"/>
                  <a:pt x="4585480" y="190655"/>
                  <a:pt x="4583031" y="190655"/>
                </a:cubicBezTo>
                <a:cubicBezTo>
                  <a:pt x="4572136" y="190655"/>
                  <a:pt x="4564556" y="188586"/>
                  <a:pt x="4560291" y="184448"/>
                </a:cubicBezTo>
                <a:cubicBezTo>
                  <a:pt x="4556026" y="180310"/>
                  <a:pt x="4553894" y="172878"/>
                  <a:pt x="4553894" y="162152"/>
                </a:cubicBezTo>
                <a:lnTo>
                  <a:pt x="4553894" y="69041"/>
                </a:lnTo>
                <a:lnTo>
                  <a:pt x="4530458" y="69041"/>
                </a:lnTo>
                <a:lnTo>
                  <a:pt x="4530458" y="55233"/>
                </a:lnTo>
                <a:lnTo>
                  <a:pt x="4553894" y="55233"/>
                </a:lnTo>
                <a:lnTo>
                  <a:pt x="4553894" y="15075"/>
                </a:lnTo>
                <a:lnTo>
                  <a:pt x="4570236" y="15075"/>
                </a:lnTo>
                <a:close/>
                <a:moveTo>
                  <a:pt x="4624729" y="55233"/>
                </a:moveTo>
                <a:lnTo>
                  <a:pt x="4658933" y="169880"/>
                </a:lnTo>
                <a:lnTo>
                  <a:pt x="4659440" y="169880"/>
                </a:lnTo>
                <a:lnTo>
                  <a:pt x="4692124" y="55233"/>
                </a:lnTo>
                <a:lnTo>
                  <a:pt x="4710493" y="55233"/>
                </a:lnTo>
                <a:lnTo>
                  <a:pt x="4743303" y="169880"/>
                </a:lnTo>
                <a:lnTo>
                  <a:pt x="4743810" y="169880"/>
                </a:lnTo>
                <a:lnTo>
                  <a:pt x="4778014" y="55233"/>
                </a:lnTo>
                <a:lnTo>
                  <a:pt x="4795369" y="55233"/>
                </a:lnTo>
                <a:lnTo>
                  <a:pt x="4752424" y="188628"/>
                </a:lnTo>
                <a:lnTo>
                  <a:pt x="4752171" y="189135"/>
                </a:lnTo>
                <a:lnTo>
                  <a:pt x="4734435" y="189135"/>
                </a:lnTo>
                <a:lnTo>
                  <a:pt x="4701498" y="76516"/>
                </a:lnTo>
                <a:lnTo>
                  <a:pt x="4700991" y="76516"/>
                </a:lnTo>
                <a:lnTo>
                  <a:pt x="4668308" y="189135"/>
                </a:lnTo>
                <a:lnTo>
                  <a:pt x="4650319" y="189135"/>
                </a:lnTo>
                <a:lnTo>
                  <a:pt x="4607247" y="55233"/>
                </a:lnTo>
                <a:lnTo>
                  <a:pt x="4624729" y="55233"/>
                </a:lnTo>
                <a:close/>
                <a:moveTo>
                  <a:pt x="4869550" y="51433"/>
                </a:moveTo>
                <a:cubicBezTo>
                  <a:pt x="4888636" y="51433"/>
                  <a:pt x="4903965" y="58062"/>
                  <a:pt x="4915535" y="71322"/>
                </a:cubicBezTo>
                <a:cubicBezTo>
                  <a:pt x="4927105" y="84581"/>
                  <a:pt x="4932890" y="101556"/>
                  <a:pt x="4932890" y="122247"/>
                </a:cubicBezTo>
                <a:cubicBezTo>
                  <a:pt x="4932890" y="134747"/>
                  <a:pt x="4930505" y="146401"/>
                  <a:pt x="4925733" y="157211"/>
                </a:cubicBezTo>
                <a:cubicBezTo>
                  <a:pt x="4920961" y="168022"/>
                  <a:pt x="4913698" y="176699"/>
                  <a:pt x="4903944" y="183245"/>
                </a:cubicBezTo>
                <a:cubicBezTo>
                  <a:pt x="4894189" y="189790"/>
                  <a:pt x="4882725" y="193062"/>
                  <a:pt x="4869550" y="193062"/>
                </a:cubicBezTo>
                <a:cubicBezTo>
                  <a:pt x="4850632" y="193062"/>
                  <a:pt x="4835367" y="186412"/>
                  <a:pt x="4823754" y="173110"/>
                </a:cubicBezTo>
                <a:cubicBezTo>
                  <a:pt x="4812142" y="159808"/>
                  <a:pt x="4806336" y="142854"/>
                  <a:pt x="4806336" y="122247"/>
                </a:cubicBezTo>
                <a:cubicBezTo>
                  <a:pt x="4806336" y="101556"/>
                  <a:pt x="4812121" y="84581"/>
                  <a:pt x="4823691" y="71322"/>
                </a:cubicBezTo>
                <a:cubicBezTo>
                  <a:pt x="4835261" y="58062"/>
                  <a:pt x="4850548" y="51433"/>
                  <a:pt x="4869550" y="51433"/>
                </a:cubicBezTo>
                <a:moveTo>
                  <a:pt x="4822678" y="122247"/>
                </a:moveTo>
                <a:cubicBezTo>
                  <a:pt x="4822678" y="138040"/>
                  <a:pt x="4826943" y="151490"/>
                  <a:pt x="4835473" y="162595"/>
                </a:cubicBezTo>
                <a:cubicBezTo>
                  <a:pt x="4844002" y="173701"/>
                  <a:pt x="4855361" y="179254"/>
                  <a:pt x="4869550" y="179254"/>
                </a:cubicBezTo>
                <a:cubicBezTo>
                  <a:pt x="4883738" y="179254"/>
                  <a:pt x="4895118" y="173680"/>
                  <a:pt x="4903690" y="162532"/>
                </a:cubicBezTo>
                <a:cubicBezTo>
                  <a:pt x="4912262" y="151384"/>
                  <a:pt x="4916549" y="137956"/>
                  <a:pt x="4916549" y="122247"/>
                </a:cubicBezTo>
                <a:cubicBezTo>
                  <a:pt x="4916549" y="106539"/>
                  <a:pt x="4912262" y="93090"/>
                  <a:pt x="4903690" y="81899"/>
                </a:cubicBezTo>
                <a:cubicBezTo>
                  <a:pt x="4895118" y="70709"/>
                  <a:pt x="4883654" y="65114"/>
                  <a:pt x="4869296" y="65114"/>
                </a:cubicBezTo>
                <a:cubicBezTo>
                  <a:pt x="4855446" y="65114"/>
                  <a:pt x="4844214" y="70646"/>
                  <a:pt x="4835599" y="81709"/>
                </a:cubicBezTo>
                <a:cubicBezTo>
                  <a:pt x="4826985" y="92773"/>
                  <a:pt x="4822678" y="106286"/>
                  <a:pt x="4822678" y="122247"/>
                </a:cubicBezTo>
                <a:close/>
                <a:moveTo>
                  <a:pt x="5081992" y="51433"/>
                </a:moveTo>
                <a:cubicBezTo>
                  <a:pt x="5098883" y="51433"/>
                  <a:pt x="5111298" y="55085"/>
                  <a:pt x="5119237" y="62391"/>
                </a:cubicBezTo>
                <a:cubicBezTo>
                  <a:pt x="5127175" y="69696"/>
                  <a:pt x="5131145" y="80020"/>
                  <a:pt x="5131145" y="93364"/>
                </a:cubicBezTo>
                <a:lnTo>
                  <a:pt x="5131145" y="166079"/>
                </a:lnTo>
                <a:cubicBezTo>
                  <a:pt x="5131145" y="168782"/>
                  <a:pt x="5131905" y="170999"/>
                  <a:pt x="5133425" y="172730"/>
                </a:cubicBezTo>
                <a:cubicBezTo>
                  <a:pt x="5134945" y="174461"/>
                  <a:pt x="5137394" y="175327"/>
                  <a:pt x="5140773" y="175327"/>
                </a:cubicBezTo>
                <a:cubicBezTo>
                  <a:pt x="5141702" y="175327"/>
                  <a:pt x="5142588" y="175264"/>
                  <a:pt x="5143433" y="175137"/>
                </a:cubicBezTo>
                <a:cubicBezTo>
                  <a:pt x="5144277" y="175010"/>
                  <a:pt x="5145080" y="174736"/>
                  <a:pt x="5145840" y="174313"/>
                </a:cubicBezTo>
                <a:lnTo>
                  <a:pt x="5145840" y="188122"/>
                </a:lnTo>
                <a:cubicBezTo>
                  <a:pt x="5143813" y="188544"/>
                  <a:pt x="5142018" y="188818"/>
                  <a:pt x="5140456" y="188945"/>
                </a:cubicBezTo>
                <a:cubicBezTo>
                  <a:pt x="5138893" y="189072"/>
                  <a:pt x="5137226" y="189135"/>
                  <a:pt x="5135452" y="189135"/>
                </a:cubicBezTo>
                <a:cubicBezTo>
                  <a:pt x="5128358" y="189135"/>
                  <a:pt x="5123354" y="187425"/>
                  <a:pt x="5120440" y="184005"/>
                </a:cubicBezTo>
                <a:cubicBezTo>
                  <a:pt x="5117527" y="180584"/>
                  <a:pt x="5116070" y="174989"/>
                  <a:pt x="5116070" y="167219"/>
                </a:cubicBezTo>
                <a:lnTo>
                  <a:pt x="5116070" y="165826"/>
                </a:lnTo>
                <a:lnTo>
                  <a:pt x="5115563" y="165826"/>
                </a:lnTo>
                <a:cubicBezTo>
                  <a:pt x="5108891" y="175960"/>
                  <a:pt x="5101903" y="183033"/>
                  <a:pt x="5094597" y="187045"/>
                </a:cubicBezTo>
                <a:cubicBezTo>
                  <a:pt x="5087292" y="191057"/>
                  <a:pt x="5078065" y="193062"/>
                  <a:pt x="5066917" y="193062"/>
                </a:cubicBezTo>
                <a:cubicBezTo>
                  <a:pt x="5053320" y="193062"/>
                  <a:pt x="5042426" y="189663"/>
                  <a:pt x="5034234" y="182864"/>
                </a:cubicBezTo>
                <a:cubicBezTo>
                  <a:pt x="5026042" y="176066"/>
                  <a:pt x="5021946" y="166375"/>
                  <a:pt x="5021946" y="153791"/>
                </a:cubicBezTo>
                <a:cubicBezTo>
                  <a:pt x="5021946" y="140870"/>
                  <a:pt x="5026443" y="131136"/>
                  <a:pt x="5035437" y="124591"/>
                </a:cubicBezTo>
                <a:cubicBezTo>
                  <a:pt x="5044431" y="118046"/>
                  <a:pt x="5064510" y="113380"/>
                  <a:pt x="5095674" y="110593"/>
                </a:cubicBezTo>
                <a:cubicBezTo>
                  <a:pt x="5102768" y="110002"/>
                  <a:pt x="5107730" y="108376"/>
                  <a:pt x="5110559" y="105716"/>
                </a:cubicBezTo>
                <a:cubicBezTo>
                  <a:pt x="5113388" y="103055"/>
                  <a:pt x="5114803" y="98685"/>
                  <a:pt x="5114803" y="92604"/>
                </a:cubicBezTo>
                <a:cubicBezTo>
                  <a:pt x="5114803" y="83567"/>
                  <a:pt x="5112058" y="76727"/>
                  <a:pt x="5106569" y="72082"/>
                </a:cubicBezTo>
                <a:cubicBezTo>
                  <a:pt x="5101079" y="67437"/>
                  <a:pt x="5092169" y="65114"/>
                  <a:pt x="5079839" y="65114"/>
                </a:cubicBezTo>
                <a:cubicBezTo>
                  <a:pt x="5068606" y="65114"/>
                  <a:pt x="5059908" y="67774"/>
                  <a:pt x="5053743" y="73095"/>
                </a:cubicBezTo>
                <a:cubicBezTo>
                  <a:pt x="5047577" y="78416"/>
                  <a:pt x="5044326" y="86143"/>
                  <a:pt x="5043988" y="96278"/>
                </a:cubicBezTo>
                <a:lnTo>
                  <a:pt x="5027646" y="96278"/>
                </a:lnTo>
                <a:cubicBezTo>
                  <a:pt x="5028406" y="81583"/>
                  <a:pt x="5033452" y="70435"/>
                  <a:pt x="5042785" y="62834"/>
                </a:cubicBezTo>
                <a:cubicBezTo>
                  <a:pt x="5052117" y="55233"/>
                  <a:pt x="5065186" y="51433"/>
                  <a:pt x="5081992" y="51433"/>
                </a:cubicBezTo>
                <a:moveTo>
                  <a:pt x="5114296" y="115913"/>
                </a:moveTo>
                <a:cubicBezTo>
                  <a:pt x="5112607" y="118954"/>
                  <a:pt x="5107413" y="121065"/>
                  <a:pt x="5098714" y="122247"/>
                </a:cubicBezTo>
                <a:cubicBezTo>
                  <a:pt x="5090100" y="123430"/>
                  <a:pt x="5080557" y="124929"/>
                  <a:pt x="5070084" y="126745"/>
                </a:cubicBezTo>
                <a:cubicBezTo>
                  <a:pt x="5059612" y="128560"/>
                  <a:pt x="5051695" y="131537"/>
                  <a:pt x="5046332" y="135676"/>
                </a:cubicBezTo>
                <a:cubicBezTo>
                  <a:pt x="5040969" y="139814"/>
                  <a:pt x="5038287" y="145515"/>
                  <a:pt x="5038287" y="152778"/>
                </a:cubicBezTo>
                <a:cubicBezTo>
                  <a:pt x="5038287" y="160716"/>
                  <a:pt x="5041243" y="167114"/>
                  <a:pt x="5047155" y="171970"/>
                </a:cubicBezTo>
                <a:cubicBezTo>
                  <a:pt x="5053067" y="176826"/>
                  <a:pt x="5060077" y="179254"/>
                  <a:pt x="5068184" y="179254"/>
                </a:cubicBezTo>
                <a:cubicBezTo>
                  <a:pt x="5081528" y="179254"/>
                  <a:pt x="5092634" y="175285"/>
                  <a:pt x="5101501" y="167346"/>
                </a:cubicBezTo>
                <a:cubicBezTo>
                  <a:pt x="5110369" y="159407"/>
                  <a:pt x="5114803" y="149611"/>
                  <a:pt x="5114803" y="137956"/>
                </a:cubicBezTo>
                <a:lnTo>
                  <a:pt x="5114803" y="115913"/>
                </a:lnTo>
                <a:lnTo>
                  <a:pt x="5114296" y="115913"/>
                </a:lnTo>
                <a:close/>
                <a:moveTo>
                  <a:pt x="5172938" y="55233"/>
                </a:moveTo>
                <a:lnTo>
                  <a:pt x="5211069" y="106159"/>
                </a:lnTo>
                <a:lnTo>
                  <a:pt x="5248440" y="55233"/>
                </a:lnTo>
                <a:lnTo>
                  <a:pt x="5268836" y="55233"/>
                </a:lnTo>
                <a:lnTo>
                  <a:pt x="5220570" y="119334"/>
                </a:lnTo>
                <a:lnTo>
                  <a:pt x="5272763" y="189135"/>
                </a:lnTo>
                <a:lnTo>
                  <a:pt x="5251987" y="189135"/>
                </a:lnTo>
                <a:lnTo>
                  <a:pt x="5209929" y="132889"/>
                </a:lnTo>
                <a:lnTo>
                  <a:pt x="5168757" y="189135"/>
                </a:lnTo>
                <a:lnTo>
                  <a:pt x="5148488" y="189135"/>
                </a:lnTo>
                <a:lnTo>
                  <a:pt x="5200428" y="119587"/>
                </a:lnTo>
                <a:lnTo>
                  <a:pt x="5152416" y="55233"/>
                </a:lnTo>
                <a:lnTo>
                  <a:pt x="5172938" y="55233"/>
                </a:lnTo>
                <a:close/>
                <a:moveTo>
                  <a:pt x="5338949" y="51433"/>
                </a:moveTo>
                <a:cubicBezTo>
                  <a:pt x="5357107" y="51433"/>
                  <a:pt x="5371464" y="58020"/>
                  <a:pt x="5382021" y="71195"/>
                </a:cubicBezTo>
                <a:cubicBezTo>
                  <a:pt x="5392578" y="84370"/>
                  <a:pt x="5397856" y="101936"/>
                  <a:pt x="5397856" y="123894"/>
                </a:cubicBezTo>
                <a:lnTo>
                  <a:pt x="5397856" y="126555"/>
                </a:lnTo>
                <a:lnTo>
                  <a:pt x="5294864" y="126555"/>
                </a:lnTo>
                <a:cubicBezTo>
                  <a:pt x="5295117" y="142094"/>
                  <a:pt x="5299277" y="154762"/>
                  <a:pt x="5307342" y="164559"/>
                </a:cubicBezTo>
                <a:cubicBezTo>
                  <a:pt x="5315408" y="174356"/>
                  <a:pt x="5325943" y="179254"/>
                  <a:pt x="5338949" y="179254"/>
                </a:cubicBezTo>
                <a:cubicBezTo>
                  <a:pt x="5349844" y="179254"/>
                  <a:pt x="5358796" y="176446"/>
                  <a:pt x="5365806" y="170830"/>
                </a:cubicBezTo>
                <a:cubicBezTo>
                  <a:pt x="5372815" y="165214"/>
                  <a:pt x="5377883" y="156620"/>
                  <a:pt x="5381007" y="145050"/>
                </a:cubicBezTo>
                <a:lnTo>
                  <a:pt x="5397349" y="145050"/>
                </a:lnTo>
                <a:cubicBezTo>
                  <a:pt x="5393549" y="161181"/>
                  <a:pt x="5386877" y="173216"/>
                  <a:pt x="5377334" y="181154"/>
                </a:cubicBezTo>
                <a:cubicBezTo>
                  <a:pt x="5367790" y="189093"/>
                  <a:pt x="5354996" y="193062"/>
                  <a:pt x="5338949" y="193062"/>
                </a:cubicBezTo>
                <a:cubicBezTo>
                  <a:pt x="5320031" y="193062"/>
                  <a:pt x="5305231" y="186728"/>
                  <a:pt x="5294547" y="174060"/>
                </a:cubicBezTo>
                <a:cubicBezTo>
                  <a:pt x="5283864" y="161392"/>
                  <a:pt x="5278522" y="144121"/>
                  <a:pt x="5278522" y="122247"/>
                </a:cubicBezTo>
                <a:cubicBezTo>
                  <a:pt x="5278522" y="101472"/>
                  <a:pt x="5283885" y="84475"/>
                  <a:pt x="5294611" y="71258"/>
                </a:cubicBezTo>
                <a:cubicBezTo>
                  <a:pt x="5305336" y="58041"/>
                  <a:pt x="5320116" y="51433"/>
                  <a:pt x="5338949" y="51433"/>
                </a:cubicBezTo>
                <a:moveTo>
                  <a:pt x="5381514" y="112873"/>
                </a:moveTo>
                <a:cubicBezTo>
                  <a:pt x="5381092" y="99614"/>
                  <a:pt x="5376933" y="88339"/>
                  <a:pt x="5369036" y="79049"/>
                </a:cubicBezTo>
                <a:cubicBezTo>
                  <a:pt x="5361140" y="69759"/>
                  <a:pt x="5351026" y="65114"/>
                  <a:pt x="5338696" y="65114"/>
                </a:cubicBezTo>
                <a:cubicBezTo>
                  <a:pt x="5327126" y="65114"/>
                  <a:pt x="5317392" y="69421"/>
                  <a:pt x="5309496" y="78036"/>
                </a:cubicBezTo>
                <a:cubicBezTo>
                  <a:pt x="5301599" y="86650"/>
                  <a:pt x="5296722" y="98262"/>
                  <a:pt x="5294864" y="112873"/>
                </a:cubicBezTo>
                <a:lnTo>
                  <a:pt x="5381514" y="112873"/>
                </a:lnTo>
                <a:close/>
                <a:moveTo>
                  <a:pt x="5467393" y="51433"/>
                </a:moveTo>
                <a:cubicBezTo>
                  <a:pt x="5481919" y="51433"/>
                  <a:pt x="5493510" y="55149"/>
                  <a:pt x="5502167" y="62581"/>
                </a:cubicBezTo>
                <a:cubicBezTo>
                  <a:pt x="5510824" y="70013"/>
                  <a:pt x="5515574" y="80612"/>
                  <a:pt x="5516419" y="94378"/>
                </a:cubicBezTo>
                <a:lnTo>
                  <a:pt x="5500077" y="94378"/>
                </a:lnTo>
                <a:cubicBezTo>
                  <a:pt x="5499570" y="84919"/>
                  <a:pt x="5496129" y="77677"/>
                  <a:pt x="5489752" y="72652"/>
                </a:cubicBezTo>
                <a:cubicBezTo>
                  <a:pt x="5483376" y="67627"/>
                  <a:pt x="5475121" y="65114"/>
                  <a:pt x="5464986" y="65114"/>
                </a:cubicBezTo>
                <a:cubicBezTo>
                  <a:pt x="5455527" y="65114"/>
                  <a:pt x="5447884" y="67141"/>
                  <a:pt x="5442057" y="71195"/>
                </a:cubicBezTo>
                <a:cubicBezTo>
                  <a:pt x="5436229" y="75249"/>
                  <a:pt x="5433316" y="80907"/>
                  <a:pt x="5433316" y="88170"/>
                </a:cubicBezTo>
                <a:cubicBezTo>
                  <a:pt x="5433316" y="93913"/>
                  <a:pt x="5435913" y="98664"/>
                  <a:pt x="5441107" y="102422"/>
                </a:cubicBezTo>
                <a:cubicBezTo>
                  <a:pt x="5446301" y="106180"/>
                  <a:pt x="5452994" y="108988"/>
                  <a:pt x="5461186" y="110846"/>
                </a:cubicBezTo>
                <a:lnTo>
                  <a:pt x="5489182" y="117054"/>
                </a:lnTo>
                <a:cubicBezTo>
                  <a:pt x="5498388" y="119165"/>
                  <a:pt x="5506010" y="123303"/>
                  <a:pt x="5512048" y="129468"/>
                </a:cubicBezTo>
                <a:cubicBezTo>
                  <a:pt x="5518087" y="135633"/>
                  <a:pt x="5521106" y="143403"/>
                  <a:pt x="5521106" y="152778"/>
                </a:cubicBezTo>
                <a:cubicBezTo>
                  <a:pt x="5521106" y="165277"/>
                  <a:pt x="5515975" y="175116"/>
                  <a:pt x="5505714" y="182294"/>
                </a:cubicBezTo>
                <a:cubicBezTo>
                  <a:pt x="5495453" y="189473"/>
                  <a:pt x="5482637" y="193062"/>
                  <a:pt x="5467266" y="193062"/>
                </a:cubicBezTo>
                <a:cubicBezTo>
                  <a:pt x="5450713" y="193062"/>
                  <a:pt x="5437750" y="189093"/>
                  <a:pt x="5428375" y="181154"/>
                </a:cubicBezTo>
                <a:cubicBezTo>
                  <a:pt x="5419001" y="173216"/>
                  <a:pt x="5413638" y="161434"/>
                  <a:pt x="5412287" y="145810"/>
                </a:cubicBezTo>
                <a:lnTo>
                  <a:pt x="5428755" y="145810"/>
                </a:lnTo>
                <a:cubicBezTo>
                  <a:pt x="5429346" y="156367"/>
                  <a:pt x="5433210" y="164580"/>
                  <a:pt x="5440347" y="170450"/>
                </a:cubicBezTo>
                <a:cubicBezTo>
                  <a:pt x="5447483" y="176319"/>
                  <a:pt x="5456752" y="179254"/>
                  <a:pt x="5468153" y="179254"/>
                </a:cubicBezTo>
                <a:cubicBezTo>
                  <a:pt x="5478288" y="179254"/>
                  <a:pt x="5486923" y="176974"/>
                  <a:pt x="5494059" y="172413"/>
                </a:cubicBezTo>
                <a:cubicBezTo>
                  <a:pt x="5501196" y="167853"/>
                  <a:pt x="5504764" y="161645"/>
                  <a:pt x="5504764" y="153791"/>
                </a:cubicBezTo>
                <a:cubicBezTo>
                  <a:pt x="5504764" y="147795"/>
                  <a:pt x="5502463" y="142812"/>
                  <a:pt x="5497860" y="138843"/>
                </a:cubicBezTo>
                <a:cubicBezTo>
                  <a:pt x="5493257" y="134873"/>
                  <a:pt x="5485593" y="131706"/>
                  <a:pt x="5474867" y="129342"/>
                </a:cubicBezTo>
                <a:lnTo>
                  <a:pt x="5454345" y="124781"/>
                </a:lnTo>
                <a:cubicBezTo>
                  <a:pt x="5442606" y="122247"/>
                  <a:pt x="5433442" y="118151"/>
                  <a:pt x="5426855" y="112493"/>
                </a:cubicBezTo>
                <a:cubicBezTo>
                  <a:pt x="5420268" y="106835"/>
                  <a:pt x="5416974" y="98980"/>
                  <a:pt x="5416974" y="88930"/>
                </a:cubicBezTo>
                <a:cubicBezTo>
                  <a:pt x="5416974" y="77360"/>
                  <a:pt x="5421703" y="68218"/>
                  <a:pt x="5431162" y="61504"/>
                </a:cubicBezTo>
                <a:cubicBezTo>
                  <a:pt x="5440621" y="54790"/>
                  <a:pt x="5452698" y="51433"/>
                  <a:pt x="5467393" y="51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8BE02-EDCE-4B6E-B80F-41F771C9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9" y="4225169"/>
            <a:ext cx="869160" cy="23350"/>
          </a:xfrm>
          <a:custGeom xmlns:a="http://schemas.openxmlformats.org/drawingml/2006/main">
            <a:pathLst>
              <a:path w="869160" h="23350">
                <a:moveTo>
                  <a:pt x="0" y="0"/>
                </a:moveTo>
                <a:lnTo>
                  <a:pt x="869160" y="0"/>
                </a:lnTo>
                <a:lnTo>
                  <a:pt x="869160" y="23350"/>
                </a:lnTo>
                <a:lnTo>
                  <a:pt x="0" y="23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(Suppose">
            <a:extLst xmlns:a="http://schemas.openxmlformats.org/drawingml/2006/main">
              <a:ext uri="{FF2B5EF4-FFF2-40B4-BE49-F238E27FC236}">
                <a16:creationId xmlns:a16="http://schemas.microsoft.com/office/drawing/2014/main" id="{876B1897-0474-4E4B-80FA-F0F00FDA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4" y="4330501"/>
            <a:ext cx="1046688" cy="238668"/>
          </a:xfrm>
          <a:custGeom xmlns:a="http://schemas.openxmlformats.org/drawingml/2006/main">
            <a:pathLst>
              <a:path w="1046688" h="238668">
                <a:moveTo>
                  <a:pt x="36611" y="0"/>
                </a:moveTo>
                <a:lnTo>
                  <a:pt x="49659" y="0"/>
                </a:lnTo>
                <a:cubicBezTo>
                  <a:pt x="38511" y="17651"/>
                  <a:pt x="30171" y="37118"/>
                  <a:pt x="24640" y="58400"/>
                </a:cubicBezTo>
                <a:cubicBezTo>
                  <a:pt x="19108" y="79683"/>
                  <a:pt x="16342" y="102147"/>
                  <a:pt x="16342" y="125795"/>
                </a:cubicBezTo>
                <a:cubicBezTo>
                  <a:pt x="16342" y="144206"/>
                  <a:pt x="19340" y="163546"/>
                  <a:pt x="25336" y="183815"/>
                </a:cubicBezTo>
                <a:cubicBezTo>
                  <a:pt x="31333" y="204084"/>
                  <a:pt x="39440" y="222368"/>
                  <a:pt x="49659" y="238668"/>
                </a:cubicBezTo>
                <a:lnTo>
                  <a:pt x="36611" y="238668"/>
                </a:lnTo>
                <a:cubicBezTo>
                  <a:pt x="23098" y="216203"/>
                  <a:pt x="13618" y="195702"/>
                  <a:pt x="8171" y="177164"/>
                </a:cubicBezTo>
                <a:cubicBezTo>
                  <a:pt x="2724" y="158626"/>
                  <a:pt x="0" y="139603"/>
                  <a:pt x="0" y="120094"/>
                </a:cubicBezTo>
                <a:cubicBezTo>
                  <a:pt x="0" y="99318"/>
                  <a:pt x="3061" y="78838"/>
                  <a:pt x="9184" y="58653"/>
                </a:cubicBezTo>
                <a:cubicBezTo>
                  <a:pt x="15307" y="38469"/>
                  <a:pt x="24449" y="18918"/>
                  <a:pt x="36611" y="0"/>
                </a:cubicBezTo>
                <a:close/>
                <a:moveTo>
                  <a:pt x="128273" y="0"/>
                </a:moveTo>
                <a:cubicBezTo>
                  <a:pt x="148120" y="0"/>
                  <a:pt x="164462" y="5131"/>
                  <a:pt x="177299" y="15392"/>
                </a:cubicBezTo>
                <a:cubicBezTo>
                  <a:pt x="190136" y="25653"/>
                  <a:pt x="196555" y="39736"/>
                  <a:pt x="196555" y="57640"/>
                </a:cubicBezTo>
                <a:lnTo>
                  <a:pt x="179073" y="57640"/>
                </a:lnTo>
                <a:cubicBezTo>
                  <a:pt x="178313" y="44127"/>
                  <a:pt x="173182" y="33655"/>
                  <a:pt x="163681" y="26223"/>
                </a:cubicBezTo>
                <a:cubicBezTo>
                  <a:pt x="154180" y="18791"/>
                  <a:pt x="142462" y="15075"/>
                  <a:pt x="128527" y="15075"/>
                </a:cubicBezTo>
                <a:cubicBezTo>
                  <a:pt x="113916" y="15075"/>
                  <a:pt x="102515" y="18221"/>
                  <a:pt x="94323" y="24513"/>
                </a:cubicBezTo>
                <a:cubicBezTo>
                  <a:pt x="86131" y="30805"/>
                  <a:pt x="82035" y="39905"/>
                  <a:pt x="82035" y="51813"/>
                </a:cubicBezTo>
                <a:cubicBezTo>
                  <a:pt x="82035" y="58822"/>
                  <a:pt x="84125" y="64671"/>
                  <a:pt x="88305" y="69358"/>
                </a:cubicBezTo>
                <a:cubicBezTo>
                  <a:pt x="92486" y="74045"/>
                  <a:pt x="100108" y="77740"/>
                  <a:pt x="111171" y="80443"/>
                </a:cubicBezTo>
                <a:lnTo>
                  <a:pt x="153356" y="90830"/>
                </a:lnTo>
                <a:cubicBezTo>
                  <a:pt x="170754" y="95138"/>
                  <a:pt x="183422" y="101261"/>
                  <a:pt x="191361" y="109199"/>
                </a:cubicBezTo>
                <a:cubicBezTo>
                  <a:pt x="199299" y="117138"/>
                  <a:pt x="203269" y="127399"/>
                  <a:pt x="203269" y="139983"/>
                </a:cubicBezTo>
                <a:cubicBezTo>
                  <a:pt x="203269" y="155522"/>
                  <a:pt x="197315" y="168254"/>
                  <a:pt x="185407" y="178177"/>
                </a:cubicBezTo>
                <a:cubicBezTo>
                  <a:pt x="173499" y="188101"/>
                  <a:pt x="155848" y="193062"/>
                  <a:pt x="132454" y="193062"/>
                </a:cubicBezTo>
                <a:cubicBezTo>
                  <a:pt x="109398" y="193062"/>
                  <a:pt x="91282" y="187868"/>
                  <a:pt x="78108" y="177481"/>
                </a:cubicBezTo>
                <a:cubicBezTo>
                  <a:pt x="64933" y="167093"/>
                  <a:pt x="58345" y="152060"/>
                  <a:pt x="58345" y="132382"/>
                </a:cubicBezTo>
                <a:lnTo>
                  <a:pt x="58345" y="128201"/>
                </a:lnTo>
                <a:lnTo>
                  <a:pt x="76081" y="128201"/>
                </a:lnTo>
                <a:lnTo>
                  <a:pt x="76081" y="129468"/>
                </a:lnTo>
                <a:cubicBezTo>
                  <a:pt x="76081" y="145852"/>
                  <a:pt x="81211" y="158035"/>
                  <a:pt x="91473" y="166016"/>
                </a:cubicBezTo>
                <a:cubicBezTo>
                  <a:pt x="101734" y="173997"/>
                  <a:pt x="116661" y="177987"/>
                  <a:pt x="136254" y="177987"/>
                </a:cubicBezTo>
                <a:cubicBezTo>
                  <a:pt x="149007" y="177987"/>
                  <a:pt x="160408" y="174630"/>
                  <a:pt x="170458" y="167916"/>
                </a:cubicBezTo>
                <a:cubicBezTo>
                  <a:pt x="180508" y="161202"/>
                  <a:pt x="185533" y="152018"/>
                  <a:pt x="185533" y="140363"/>
                </a:cubicBezTo>
                <a:cubicBezTo>
                  <a:pt x="185533" y="124401"/>
                  <a:pt x="173499" y="113422"/>
                  <a:pt x="149429" y="107426"/>
                </a:cubicBezTo>
                <a:cubicBezTo>
                  <a:pt x="125275" y="101514"/>
                  <a:pt x="110876" y="97967"/>
                  <a:pt x="106231" y="96785"/>
                </a:cubicBezTo>
                <a:cubicBezTo>
                  <a:pt x="91451" y="93153"/>
                  <a:pt x="80789" y="87748"/>
                  <a:pt x="74244" y="80569"/>
                </a:cubicBezTo>
                <a:cubicBezTo>
                  <a:pt x="67699" y="73391"/>
                  <a:pt x="64426" y="63974"/>
                  <a:pt x="64426" y="52319"/>
                </a:cubicBezTo>
                <a:cubicBezTo>
                  <a:pt x="64426" y="37962"/>
                  <a:pt x="69894" y="25653"/>
                  <a:pt x="80831" y="15392"/>
                </a:cubicBezTo>
                <a:cubicBezTo>
                  <a:pt x="91768" y="5131"/>
                  <a:pt x="107582" y="0"/>
                  <a:pt x="128273" y="0"/>
                </a:cubicBezTo>
                <a:close/>
                <a:moveTo>
                  <a:pt x="244211" y="55233"/>
                </a:moveTo>
                <a:lnTo>
                  <a:pt x="244211" y="142516"/>
                </a:lnTo>
                <a:cubicBezTo>
                  <a:pt x="244211" y="153749"/>
                  <a:pt x="246850" y="162680"/>
                  <a:pt x="252129" y="169310"/>
                </a:cubicBezTo>
                <a:cubicBezTo>
                  <a:pt x="257407" y="175939"/>
                  <a:pt x="266634" y="179254"/>
                  <a:pt x="279809" y="179254"/>
                </a:cubicBezTo>
                <a:cubicBezTo>
                  <a:pt x="292392" y="179254"/>
                  <a:pt x="302273" y="174229"/>
                  <a:pt x="309452" y="164179"/>
                </a:cubicBezTo>
                <a:cubicBezTo>
                  <a:pt x="316631" y="154129"/>
                  <a:pt x="320220" y="141587"/>
                  <a:pt x="320220" y="126555"/>
                </a:cubicBezTo>
                <a:lnTo>
                  <a:pt x="320220" y="55233"/>
                </a:lnTo>
                <a:lnTo>
                  <a:pt x="336562" y="55233"/>
                </a:lnTo>
                <a:lnTo>
                  <a:pt x="336562" y="189135"/>
                </a:lnTo>
                <a:lnTo>
                  <a:pt x="321487" y="189135"/>
                </a:lnTo>
                <a:lnTo>
                  <a:pt x="321487" y="165066"/>
                </a:lnTo>
                <a:lnTo>
                  <a:pt x="320980" y="165066"/>
                </a:lnTo>
                <a:cubicBezTo>
                  <a:pt x="316673" y="173849"/>
                  <a:pt x="310465" y="180711"/>
                  <a:pt x="302358" y="185651"/>
                </a:cubicBezTo>
                <a:cubicBezTo>
                  <a:pt x="294250" y="190592"/>
                  <a:pt x="285045" y="193062"/>
                  <a:pt x="274741" y="193062"/>
                </a:cubicBezTo>
                <a:cubicBezTo>
                  <a:pt x="258695" y="193062"/>
                  <a:pt x="246871" y="188797"/>
                  <a:pt x="239271" y="180267"/>
                </a:cubicBezTo>
                <a:cubicBezTo>
                  <a:pt x="231670" y="171738"/>
                  <a:pt x="227869" y="159407"/>
                  <a:pt x="227869" y="143277"/>
                </a:cubicBezTo>
                <a:lnTo>
                  <a:pt x="227869" y="55233"/>
                </a:lnTo>
                <a:lnTo>
                  <a:pt x="244211" y="55233"/>
                </a:lnTo>
                <a:close/>
                <a:moveTo>
                  <a:pt x="430784" y="51433"/>
                </a:moveTo>
                <a:cubicBezTo>
                  <a:pt x="449533" y="51433"/>
                  <a:pt x="464249" y="57978"/>
                  <a:pt x="474933" y="71068"/>
                </a:cubicBezTo>
                <a:cubicBezTo>
                  <a:pt x="485616" y="84159"/>
                  <a:pt x="490958" y="101218"/>
                  <a:pt x="490958" y="122247"/>
                </a:cubicBezTo>
                <a:cubicBezTo>
                  <a:pt x="490958" y="143108"/>
                  <a:pt x="485595" y="160125"/>
                  <a:pt x="474869" y="173300"/>
                </a:cubicBezTo>
                <a:cubicBezTo>
                  <a:pt x="464144" y="186475"/>
                  <a:pt x="449491" y="193062"/>
                  <a:pt x="430911" y="193062"/>
                </a:cubicBezTo>
                <a:cubicBezTo>
                  <a:pt x="420270" y="193062"/>
                  <a:pt x="410663" y="190444"/>
                  <a:pt x="402091" y="185208"/>
                </a:cubicBezTo>
                <a:cubicBezTo>
                  <a:pt x="393519" y="179972"/>
                  <a:pt x="387586" y="172793"/>
                  <a:pt x="384292" y="163672"/>
                </a:cubicBezTo>
                <a:lnTo>
                  <a:pt x="383786" y="163672"/>
                </a:lnTo>
                <a:lnTo>
                  <a:pt x="383786" y="238668"/>
                </a:lnTo>
                <a:lnTo>
                  <a:pt x="367444" y="238668"/>
                </a:lnTo>
                <a:lnTo>
                  <a:pt x="367444" y="55233"/>
                </a:lnTo>
                <a:lnTo>
                  <a:pt x="382519" y="55233"/>
                </a:lnTo>
                <a:lnTo>
                  <a:pt x="382519" y="80696"/>
                </a:lnTo>
                <a:lnTo>
                  <a:pt x="383026" y="80696"/>
                </a:lnTo>
                <a:cubicBezTo>
                  <a:pt x="386995" y="71322"/>
                  <a:pt x="393244" y="64101"/>
                  <a:pt x="401774" y="59033"/>
                </a:cubicBezTo>
                <a:cubicBezTo>
                  <a:pt x="410304" y="53966"/>
                  <a:pt x="419974" y="51433"/>
                  <a:pt x="430784" y="51433"/>
                </a:cubicBezTo>
                <a:moveTo>
                  <a:pt x="383786" y="122121"/>
                </a:moveTo>
                <a:cubicBezTo>
                  <a:pt x="383786" y="139096"/>
                  <a:pt x="387861" y="152862"/>
                  <a:pt x="396010" y="163419"/>
                </a:cubicBezTo>
                <a:cubicBezTo>
                  <a:pt x="404160" y="173976"/>
                  <a:pt x="415752" y="179254"/>
                  <a:pt x="430784" y="179254"/>
                </a:cubicBezTo>
                <a:cubicBezTo>
                  <a:pt x="444466" y="179254"/>
                  <a:pt x="455192" y="173828"/>
                  <a:pt x="462961" y="162975"/>
                </a:cubicBezTo>
                <a:cubicBezTo>
                  <a:pt x="470731" y="152123"/>
                  <a:pt x="474616" y="138547"/>
                  <a:pt x="474616" y="122247"/>
                </a:cubicBezTo>
                <a:cubicBezTo>
                  <a:pt x="474616" y="105863"/>
                  <a:pt x="470731" y="92245"/>
                  <a:pt x="462961" y="81393"/>
                </a:cubicBezTo>
                <a:cubicBezTo>
                  <a:pt x="455192" y="70540"/>
                  <a:pt x="444339" y="65114"/>
                  <a:pt x="430404" y="65114"/>
                </a:cubicBezTo>
                <a:cubicBezTo>
                  <a:pt x="415287" y="65114"/>
                  <a:pt x="403738" y="69886"/>
                  <a:pt x="395757" y="79429"/>
                </a:cubicBezTo>
                <a:cubicBezTo>
                  <a:pt x="387776" y="88972"/>
                  <a:pt x="383786" y="103203"/>
                  <a:pt x="383786" y="122121"/>
                </a:cubicBezTo>
                <a:close/>
                <a:moveTo>
                  <a:pt x="579705" y="51433"/>
                </a:moveTo>
                <a:cubicBezTo>
                  <a:pt x="598454" y="51433"/>
                  <a:pt x="613170" y="57978"/>
                  <a:pt x="623853" y="71068"/>
                </a:cubicBezTo>
                <a:cubicBezTo>
                  <a:pt x="634537" y="84159"/>
                  <a:pt x="639878" y="101218"/>
                  <a:pt x="639878" y="122247"/>
                </a:cubicBezTo>
                <a:cubicBezTo>
                  <a:pt x="639878" y="143108"/>
                  <a:pt x="634516" y="160125"/>
                  <a:pt x="623790" y="173300"/>
                </a:cubicBezTo>
                <a:cubicBezTo>
                  <a:pt x="613064" y="186475"/>
                  <a:pt x="598411" y="193062"/>
                  <a:pt x="579832" y="193062"/>
                </a:cubicBezTo>
                <a:cubicBezTo>
                  <a:pt x="569190" y="193062"/>
                  <a:pt x="559584" y="190444"/>
                  <a:pt x="551012" y="185208"/>
                </a:cubicBezTo>
                <a:cubicBezTo>
                  <a:pt x="542439" y="179972"/>
                  <a:pt x="536507" y="172793"/>
                  <a:pt x="533213" y="163672"/>
                </a:cubicBezTo>
                <a:lnTo>
                  <a:pt x="532706" y="163672"/>
                </a:lnTo>
                <a:lnTo>
                  <a:pt x="532706" y="238668"/>
                </a:lnTo>
                <a:lnTo>
                  <a:pt x="516364" y="238668"/>
                </a:lnTo>
                <a:lnTo>
                  <a:pt x="516364" y="55233"/>
                </a:lnTo>
                <a:lnTo>
                  <a:pt x="531439" y="55233"/>
                </a:lnTo>
                <a:lnTo>
                  <a:pt x="531439" y="80696"/>
                </a:lnTo>
                <a:lnTo>
                  <a:pt x="531946" y="80696"/>
                </a:lnTo>
                <a:cubicBezTo>
                  <a:pt x="535915" y="71322"/>
                  <a:pt x="542165" y="64101"/>
                  <a:pt x="550695" y="59033"/>
                </a:cubicBezTo>
                <a:cubicBezTo>
                  <a:pt x="559225" y="53966"/>
                  <a:pt x="568895" y="51433"/>
                  <a:pt x="579705" y="51433"/>
                </a:cubicBezTo>
                <a:moveTo>
                  <a:pt x="532706" y="122121"/>
                </a:moveTo>
                <a:cubicBezTo>
                  <a:pt x="532706" y="139096"/>
                  <a:pt x="536781" y="152862"/>
                  <a:pt x="544931" y="163419"/>
                </a:cubicBezTo>
                <a:cubicBezTo>
                  <a:pt x="553081" y="173976"/>
                  <a:pt x="564672" y="179254"/>
                  <a:pt x="579705" y="179254"/>
                </a:cubicBezTo>
                <a:cubicBezTo>
                  <a:pt x="593386" y="179254"/>
                  <a:pt x="604112" y="173828"/>
                  <a:pt x="611882" y="162975"/>
                </a:cubicBezTo>
                <a:cubicBezTo>
                  <a:pt x="619652" y="152123"/>
                  <a:pt x="623537" y="138547"/>
                  <a:pt x="623537" y="122247"/>
                </a:cubicBezTo>
                <a:cubicBezTo>
                  <a:pt x="623537" y="105863"/>
                  <a:pt x="619652" y="92245"/>
                  <a:pt x="611882" y="81393"/>
                </a:cubicBezTo>
                <a:cubicBezTo>
                  <a:pt x="604112" y="70540"/>
                  <a:pt x="593260" y="65114"/>
                  <a:pt x="579325" y="65114"/>
                </a:cubicBezTo>
                <a:cubicBezTo>
                  <a:pt x="564208" y="65114"/>
                  <a:pt x="552658" y="69886"/>
                  <a:pt x="544677" y="79429"/>
                </a:cubicBezTo>
                <a:cubicBezTo>
                  <a:pt x="536697" y="88972"/>
                  <a:pt x="532706" y="103203"/>
                  <a:pt x="532706" y="122121"/>
                </a:cubicBezTo>
                <a:close/>
                <a:moveTo>
                  <a:pt x="721784" y="51433"/>
                </a:moveTo>
                <a:cubicBezTo>
                  <a:pt x="740871" y="51433"/>
                  <a:pt x="756200" y="58062"/>
                  <a:pt x="767770" y="71322"/>
                </a:cubicBezTo>
                <a:cubicBezTo>
                  <a:pt x="779340" y="84581"/>
                  <a:pt x="785125" y="101556"/>
                  <a:pt x="785125" y="122247"/>
                </a:cubicBezTo>
                <a:cubicBezTo>
                  <a:pt x="785125" y="134747"/>
                  <a:pt x="782739" y="146401"/>
                  <a:pt x="777968" y="157211"/>
                </a:cubicBezTo>
                <a:cubicBezTo>
                  <a:pt x="773196" y="168022"/>
                  <a:pt x="765933" y="176699"/>
                  <a:pt x="756178" y="183245"/>
                </a:cubicBezTo>
                <a:cubicBezTo>
                  <a:pt x="746424" y="189790"/>
                  <a:pt x="734959" y="193062"/>
                  <a:pt x="721784" y="193062"/>
                </a:cubicBezTo>
                <a:cubicBezTo>
                  <a:pt x="702867" y="193062"/>
                  <a:pt x="687602" y="186412"/>
                  <a:pt x="675989" y="173110"/>
                </a:cubicBezTo>
                <a:cubicBezTo>
                  <a:pt x="664377" y="159808"/>
                  <a:pt x="658571" y="142854"/>
                  <a:pt x="658571" y="122247"/>
                </a:cubicBezTo>
                <a:cubicBezTo>
                  <a:pt x="658571" y="101556"/>
                  <a:pt x="664356" y="84581"/>
                  <a:pt x="675926" y="71322"/>
                </a:cubicBezTo>
                <a:cubicBezTo>
                  <a:pt x="687496" y="58062"/>
                  <a:pt x="702782" y="51433"/>
                  <a:pt x="721784" y="51433"/>
                </a:cubicBezTo>
                <a:moveTo>
                  <a:pt x="674912" y="122247"/>
                </a:moveTo>
                <a:cubicBezTo>
                  <a:pt x="674912" y="138040"/>
                  <a:pt x="679177" y="151490"/>
                  <a:pt x="687707" y="162595"/>
                </a:cubicBezTo>
                <a:cubicBezTo>
                  <a:pt x="696237" y="173701"/>
                  <a:pt x="707596" y="179254"/>
                  <a:pt x="721784" y="179254"/>
                </a:cubicBezTo>
                <a:cubicBezTo>
                  <a:pt x="735973" y="179254"/>
                  <a:pt x="747353" y="173680"/>
                  <a:pt x="755925" y="162532"/>
                </a:cubicBezTo>
                <a:cubicBezTo>
                  <a:pt x="764497" y="151384"/>
                  <a:pt x="768783" y="137956"/>
                  <a:pt x="768783" y="122247"/>
                </a:cubicBezTo>
                <a:cubicBezTo>
                  <a:pt x="768783" y="106539"/>
                  <a:pt x="764497" y="93090"/>
                  <a:pt x="755925" y="81899"/>
                </a:cubicBezTo>
                <a:cubicBezTo>
                  <a:pt x="747353" y="70709"/>
                  <a:pt x="735888" y="65114"/>
                  <a:pt x="721531" y="65114"/>
                </a:cubicBezTo>
                <a:cubicBezTo>
                  <a:pt x="707681" y="65114"/>
                  <a:pt x="696448" y="70646"/>
                  <a:pt x="687834" y="81709"/>
                </a:cubicBezTo>
                <a:cubicBezTo>
                  <a:pt x="679220" y="92773"/>
                  <a:pt x="674912" y="106286"/>
                  <a:pt x="674912" y="122247"/>
                </a:cubicBezTo>
                <a:close/>
                <a:moveTo>
                  <a:pt x="857041" y="51433"/>
                </a:moveTo>
                <a:cubicBezTo>
                  <a:pt x="871567" y="51433"/>
                  <a:pt x="883158" y="55149"/>
                  <a:pt x="891815" y="62581"/>
                </a:cubicBezTo>
                <a:cubicBezTo>
                  <a:pt x="900471" y="70013"/>
                  <a:pt x="905222" y="80612"/>
                  <a:pt x="906066" y="94378"/>
                </a:cubicBezTo>
                <a:lnTo>
                  <a:pt x="889724" y="94378"/>
                </a:lnTo>
                <a:cubicBezTo>
                  <a:pt x="889218" y="84919"/>
                  <a:pt x="885776" y="77677"/>
                  <a:pt x="879400" y="72652"/>
                </a:cubicBezTo>
                <a:cubicBezTo>
                  <a:pt x="873024" y="67627"/>
                  <a:pt x="864768" y="65114"/>
                  <a:pt x="854634" y="65114"/>
                </a:cubicBezTo>
                <a:cubicBezTo>
                  <a:pt x="845175" y="65114"/>
                  <a:pt x="837532" y="67141"/>
                  <a:pt x="831704" y="71195"/>
                </a:cubicBezTo>
                <a:cubicBezTo>
                  <a:pt x="825877" y="75249"/>
                  <a:pt x="822963" y="80907"/>
                  <a:pt x="822963" y="88170"/>
                </a:cubicBezTo>
                <a:cubicBezTo>
                  <a:pt x="822963" y="93913"/>
                  <a:pt x="825560" y="98664"/>
                  <a:pt x="830754" y="102422"/>
                </a:cubicBezTo>
                <a:cubicBezTo>
                  <a:pt x="835948" y="106180"/>
                  <a:pt x="842641" y="108988"/>
                  <a:pt x="850833" y="110846"/>
                </a:cubicBezTo>
                <a:lnTo>
                  <a:pt x="878830" y="117054"/>
                </a:lnTo>
                <a:cubicBezTo>
                  <a:pt x="888035" y="119165"/>
                  <a:pt x="895657" y="123303"/>
                  <a:pt x="901696" y="129468"/>
                </a:cubicBezTo>
                <a:cubicBezTo>
                  <a:pt x="907734" y="135633"/>
                  <a:pt x="910754" y="143403"/>
                  <a:pt x="910754" y="152778"/>
                </a:cubicBezTo>
                <a:cubicBezTo>
                  <a:pt x="910754" y="165277"/>
                  <a:pt x="905623" y="175116"/>
                  <a:pt x="895362" y="182294"/>
                </a:cubicBezTo>
                <a:cubicBezTo>
                  <a:pt x="885101" y="189473"/>
                  <a:pt x="872285" y="193062"/>
                  <a:pt x="856914" y="193062"/>
                </a:cubicBezTo>
                <a:cubicBezTo>
                  <a:pt x="840361" y="193062"/>
                  <a:pt x="827397" y="189093"/>
                  <a:pt x="818023" y="181154"/>
                </a:cubicBezTo>
                <a:cubicBezTo>
                  <a:pt x="808648" y="173216"/>
                  <a:pt x="803286" y="161434"/>
                  <a:pt x="801934" y="145810"/>
                </a:cubicBezTo>
                <a:lnTo>
                  <a:pt x="818403" y="145810"/>
                </a:lnTo>
                <a:cubicBezTo>
                  <a:pt x="818994" y="156367"/>
                  <a:pt x="822858" y="164580"/>
                  <a:pt x="829994" y="170450"/>
                </a:cubicBezTo>
                <a:cubicBezTo>
                  <a:pt x="837131" y="176319"/>
                  <a:pt x="846399" y="179254"/>
                  <a:pt x="857801" y="179254"/>
                </a:cubicBezTo>
                <a:cubicBezTo>
                  <a:pt x="867935" y="179254"/>
                  <a:pt x="876571" y="176974"/>
                  <a:pt x="883707" y="172413"/>
                </a:cubicBezTo>
                <a:cubicBezTo>
                  <a:pt x="890843" y="167853"/>
                  <a:pt x="894412" y="161645"/>
                  <a:pt x="894412" y="153791"/>
                </a:cubicBezTo>
                <a:cubicBezTo>
                  <a:pt x="894412" y="147795"/>
                  <a:pt x="892110" y="142812"/>
                  <a:pt x="887508" y="138843"/>
                </a:cubicBezTo>
                <a:cubicBezTo>
                  <a:pt x="882905" y="134873"/>
                  <a:pt x="875241" y="131706"/>
                  <a:pt x="864515" y="129342"/>
                </a:cubicBezTo>
                <a:lnTo>
                  <a:pt x="843992" y="124781"/>
                </a:lnTo>
                <a:cubicBezTo>
                  <a:pt x="832253" y="122247"/>
                  <a:pt x="823090" y="118151"/>
                  <a:pt x="816503" y="112493"/>
                </a:cubicBezTo>
                <a:cubicBezTo>
                  <a:pt x="809915" y="106835"/>
                  <a:pt x="806621" y="98980"/>
                  <a:pt x="806621" y="88930"/>
                </a:cubicBezTo>
                <a:cubicBezTo>
                  <a:pt x="806621" y="77360"/>
                  <a:pt x="811351" y="68218"/>
                  <a:pt x="820810" y="61504"/>
                </a:cubicBezTo>
                <a:cubicBezTo>
                  <a:pt x="830269" y="54790"/>
                  <a:pt x="842346" y="51433"/>
                  <a:pt x="857041" y="51433"/>
                </a:cubicBezTo>
                <a:close/>
                <a:moveTo>
                  <a:pt x="987781" y="51433"/>
                </a:moveTo>
                <a:cubicBezTo>
                  <a:pt x="1005938" y="51433"/>
                  <a:pt x="1020296" y="58020"/>
                  <a:pt x="1030852" y="71195"/>
                </a:cubicBezTo>
                <a:cubicBezTo>
                  <a:pt x="1041409" y="84370"/>
                  <a:pt x="1046688" y="101936"/>
                  <a:pt x="1046688" y="123894"/>
                </a:cubicBezTo>
                <a:lnTo>
                  <a:pt x="1046688" y="126555"/>
                </a:lnTo>
                <a:lnTo>
                  <a:pt x="943696" y="126555"/>
                </a:lnTo>
                <a:cubicBezTo>
                  <a:pt x="943949" y="142094"/>
                  <a:pt x="948108" y="154762"/>
                  <a:pt x="956174" y="164559"/>
                </a:cubicBezTo>
                <a:cubicBezTo>
                  <a:pt x="964239" y="174356"/>
                  <a:pt x="974775" y="179254"/>
                  <a:pt x="987781" y="179254"/>
                </a:cubicBezTo>
                <a:cubicBezTo>
                  <a:pt x="998675" y="179254"/>
                  <a:pt x="1007628" y="176446"/>
                  <a:pt x="1014637" y="170830"/>
                </a:cubicBezTo>
                <a:cubicBezTo>
                  <a:pt x="1021647" y="165214"/>
                  <a:pt x="1026714" y="156620"/>
                  <a:pt x="1029839" y="145050"/>
                </a:cubicBezTo>
                <a:lnTo>
                  <a:pt x="1046181" y="145050"/>
                </a:lnTo>
                <a:cubicBezTo>
                  <a:pt x="1042380" y="161181"/>
                  <a:pt x="1035709" y="173216"/>
                  <a:pt x="1026165" y="181154"/>
                </a:cubicBezTo>
                <a:cubicBezTo>
                  <a:pt x="1016622" y="189093"/>
                  <a:pt x="1003827" y="193062"/>
                  <a:pt x="987781" y="193062"/>
                </a:cubicBezTo>
                <a:cubicBezTo>
                  <a:pt x="968863" y="193062"/>
                  <a:pt x="954062" y="186728"/>
                  <a:pt x="943379" y="174060"/>
                </a:cubicBezTo>
                <a:cubicBezTo>
                  <a:pt x="932696" y="161392"/>
                  <a:pt x="927354" y="144121"/>
                  <a:pt x="927354" y="122247"/>
                </a:cubicBezTo>
                <a:cubicBezTo>
                  <a:pt x="927354" y="101472"/>
                  <a:pt x="932717" y="84475"/>
                  <a:pt x="943442" y="71258"/>
                </a:cubicBezTo>
                <a:cubicBezTo>
                  <a:pt x="954168" y="58041"/>
                  <a:pt x="968948" y="51433"/>
                  <a:pt x="987781" y="51433"/>
                </a:cubicBezTo>
                <a:moveTo>
                  <a:pt x="1030346" y="112873"/>
                </a:moveTo>
                <a:cubicBezTo>
                  <a:pt x="1029923" y="99614"/>
                  <a:pt x="1025764" y="88339"/>
                  <a:pt x="1017868" y="79049"/>
                </a:cubicBezTo>
                <a:cubicBezTo>
                  <a:pt x="1009971" y="69759"/>
                  <a:pt x="999858" y="65114"/>
                  <a:pt x="987527" y="65114"/>
                </a:cubicBezTo>
                <a:cubicBezTo>
                  <a:pt x="975957" y="65114"/>
                  <a:pt x="966224" y="69421"/>
                  <a:pt x="958327" y="78036"/>
                </a:cubicBezTo>
                <a:cubicBezTo>
                  <a:pt x="950431" y="86650"/>
                  <a:pt x="945554" y="98262"/>
                  <a:pt x="943696" y="112873"/>
                </a:cubicBezTo>
                <a:lnTo>
                  <a:pt x="1030346" y="1128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F">
            <a:extLst xmlns:a="http://schemas.openxmlformats.org/drawingml/2006/main">
              <a:ext uri="{FF2B5EF4-FFF2-40B4-BE49-F238E27FC236}">
                <a16:creationId xmlns:a16="http://schemas.microsoft.com/office/drawing/2014/main" id="{2A732CB7-3BB6-4255-AE11-D9EB69FB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95" y="4354557"/>
            <a:ext cx="111367" cy="165080"/>
          </a:xfrm>
          <a:custGeom xmlns:a="http://schemas.openxmlformats.org/drawingml/2006/main">
            <a:pathLst>
              <a:path w="111367" h="165080">
                <a:moveTo>
                  <a:pt x="0" y="165080"/>
                </a:moveTo>
                <a:lnTo>
                  <a:pt x="0" y="0"/>
                </a:lnTo>
                <a:lnTo>
                  <a:pt x="111367" y="0"/>
                </a:lnTo>
                <a:lnTo>
                  <a:pt x="111367" y="19593"/>
                </a:lnTo>
                <a:lnTo>
                  <a:pt x="21845" y="19593"/>
                </a:lnTo>
                <a:lnTo>
                  <a:pt x="21845" y="70491"/>
                </a:lnTo>
                <a:lnTo>
                  <a:pt x="99318" y="70491"/>
                </a:lnTo>
                <a:lnTo>
                  <a:pt x="99318" y="90084"/>
                </a:lnTo>
                <a:lnTo>
                  <a:pt x="21845" y="90084"/>
                </a:lnTo>
                <a:lnTo>
                  <a:pt x="21845" y="165080"/>
                </a:lnTo>
                <a:lnTo>
                  <a:pt x="0" y="1650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̅(S">
            <a:extLst xmlns:a="http://schemas.openxmlformats.org/drawingml/2006/main">
              <a:ext uri="{FF2B5EF4-FFF2-40B4-BE49-F238E27FC236}">
                <a16:creationId xmlns:a16="http://schemas.microsoft.com/office/drawing/2014/main" id="{F44076ED-6F52-4E7D-8A07-C89F134E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70" y="4328657"/>
            <a:ext cx="327237" cy="235008"/>
          </a:xfrm>
          <a:custGeom xmlns:a="http://schemas.openxmlformats.org/drawingml/2006/main">
            <a:pathLst>
              <a:path w="327237" h="235008">
                <a:moveTo>
                  <a:pt x="134338" y="14639"/>
                </a:moveTo>
                <a:lnTo>
                  <a:pt x="0" y="14639"/>
                </a:lnTo>
                <a:lnTo>
                  <a:pt x="0" y="0"/>
                </a:lnTo>
                <a:lnTo>
                  <a:pt x="134338" y="0"/>
                </a:lnTo>
                <a:lnTo>
                  <a:pt x="134338" y="14639"/>
                </a:lnTo>
                <a:close/>
                <a:moveTo>
                  <a:pt x="179097" y="22859"/>
                </a:moveTo>
                <a:lnTo>
                  <a:pt x="190695" y="22859"/>
                </a:lnTo>
                <a:cubicBezTo>
                  <a:pt x="180786" y="38549"/>
                  <a:pt x="173373" y="55852"/>
                  <a:pt x="168456" y="74770"/>
                </a:cubicBezTo>
                <a:cubicBezTo>
                  <a:pt x="163538" y="93688"/>
                  <a:pt x="161080" y="113657"/>
                  <a:pt x="161080" y="134676"/>
                </a:cubicBezTo>
                <a:cubicBezTo>
                  <a:pt x="161080" y="151042"/>
                  <a:pt x="163745" y="168233"/>
                  <a:pt x="169075" y="186250"/>
                </a:cubicBezTo>
                <a:cubicBezTo>
                  <a:pt x="174405" y="204267"/>
                  <a:pt x="181612" y="220519"/>
                  <a:pt x="190695" y="235008"/>
                </a:cubicBezTo>
                <a:lnTo>
                  <a:pt x="179097" y="235008"/>
                </a:lnTo>
                <a:cubicBezTo>
                  <a:pt x="167086" y="215039"/>
                  <a:pt x="158659" y="196816"/>
                  <a:pt x="153817" y="180338"/>
                </a:cubicBezTo>
                <a:cubicBezTo>
                  <a:pt x="148975" y="163860"/>
                  <a:pt x="146554" y="146950"/>
                  <a:pt x="146554" y="129609"/>
                </a:cubicBezTo>
                <a:cubicBezTo>
                  <a:pt x="146554" y="111142"/>
                  <a:pt x="149275" y="92937"/>
                  <a:pt x="154718" y="74995"/>
                </a:cubicBezTo>
                <a:cubicBezTo>
                  <a:pt x="160160" y="57053"/>
                  <a:pt x="168287" y="39675"/>
                  <a:pt x="179097" y="22859"/>
                </a:cubicBezTo>
                <a:close/>
                <a:moveTo>
                  <a:pt x="260574" y="22859"/>
                </a:moveTo>
                <a:cubicBezTo>
                  <a:pt x="278216" y="22859"/>
                  <a:pt x="292742" y="27419"/>
                  <a:pt x="304153" y="36541"/>
                </a:cubicBezTo>
                <a:cubicBezTo>
                  <a:pt x="315564" y="45662"/>
                  <a:pt x="321269" y="58180"/>
                  <a:pt x="321269" y="74094"/>
                </a:cubicBezTo>
                <a:lnTo>
                  <a:pt x="305729" y="74094"/>
                </a:lnTo>
                <a:cubicBezTo>
                  <a:pt x="305054" y="62083"/>
                  <a:pt x="300493" y="52774"/>
                  <a:pt x="292048" y="46168"/>
                </a:cubicBezTo>
                <a:cubicBezTo>
                  <a:pt x="283602" y="39562"/>
                  <a:pt x="273186" y="36259"/>
                  <a:pt x="260800" y="36259"/>
                </a:cubicBezTo>
                <a:cubicBezTo>
                  <a:pt x="247813" y="36259"/>
                  <a:pt x="237678" y="39055"/>
                  <a:pt x="230396" y="44648"/>
                </a:cubicBezTo>
                <a:cubicBezTo>
                  <a:pt x="223114" y="50241"/>
                  <a:pt x="219473" y="58330"/>
                  <a:pt x="219473" y="68915"/>
                </a:cubicBezTo>
                <a:cubicBezTo>
                  <a:pt x="219473" y="75145"/>
                  <a:pt x="221331" y="80344"/>
                  <a:pt x="225047" y="84511"/>
                </a:cubicBezTo>
                <a:cubicBezTo>
                  <a:pt x="228763" y="88677"/>
                  <a:pt x="235538" y="91961"/>
                  <a:pt x="245373" y="94364"/>
                </a:cubicBezTo>
                <a:lnTo>
                  <a:pt x="282870" y="103597"/>
                </a:lnTo>
                <a:cubicBezTo>
                  <a:pt x="298335" y="107426"/>
                  <a:pt x="309595" y="112868"/>
                  <a:pt x="316652" y="119925"/>
                </a:cubicBezTo>
                <a:cubicBezTo>
                  <a:pt x="323709" y="126982"/>
                  <a:pt x="327237" y="136103"/>
                  <a:pt x="327237" y="147288"/>
                </a:cubicBezTo>
                <a:cubicBezTo>
                  <a:pt x="327237" y="161101"/>
                  <a:pt x="321945" y="172418"/>
                  <a:pt x="311360" y="181239"/>
                </a:cubicBezTo>
                <a:cubicBezTo>
                  <a:pt x="300775" y="190059"/>
                  <a:pt x="285085" y="194470"/>
                  <a:pt x="264290" y="194470"/>
                </a:cubicBezTo>
                <a:cubicBezTo>
                  <a:pt x="243796" y="194470"/>
                  <a:pt x="227694" y="189853"/>
                  <a:pt x="215983" y="180619"/>
                </a:cubicBezTo>
                <a:cubicBezTo>
                  <a:pt x="204272" y="171386"/>
                  <a:pt x="198416" y="158023"/>
                  <a:pt x="198416" y="140532"/>
                </a:cubicBezTo>
                <a:lnTo>
                  <a:pt x="198416" y="136816"/>
                </a:lnTo>
                <a:lnTo>
                  <a:pt x="214181" y="136816"/>
                </a:lnTo>
                <a:lnTo>
                  <a:pt x="214181" y="137942"/>
                </a:lnTo>
                <a:cubicBezTo>
                  <a:pt x="214181" y="152506"/>
                  <a:pt x="218741" y="163334"/>
                  <a:pt x="227863" y="170429"/>
                </a:cubicBezTo>
                <a:cubicBezTo>
                  <a:pt x="236984" y="177523"/>
                  <a:pt x="250252" y="181070"/>
                  <a:pt x="267669" y="181070"/>
                </a:cubicBezTo>
                <a:cubicBezTo>
                  <a:pt x="279004" y="181070"/>
                  <a:pt x="289139" y="178086"/>
                  <a:pt x="298072" y="172118"/>
                </a:cubicBezTo>
                <a:cubicBezTo>
                  <a:pt x="307006" y="166150"/>
                  <a:pt x="311472" y="157986"/>
                  <a:pt x="311472" y="147626"/>
                </a:cubicBezTo>
                <a:cubicBezTo>
                  <a:pt x="311472" y="133438"/>
                  <a:pt x="300775" y="123678"/>
                  <a:pt x="279380" y="118348"/>
                </a:cubicBezTo>
                <a:cubicBezTo>
                  <a:pt x="257909" y="113094"/>
                  <a:pt x="245110" y="109941"/>
                  <a:pt x="240981" y="108890"/>
                </a:cubicBezTo>
                <a:cubicBezTo>
                  <a:pt x="227844" y="105662"/>
                  <a:pt x="218366" y="100857"/>
                  <a:pt x="212548" y="94476"/>
                </a:cubicBezTo>
                <a:cubicBezTo>
                  <a:pt x="206730" y="88095"/>
                  <a:pt x="203821" y="79725"/>
                  <a:pt x="203821" y="69365"/>
                </a:cubicBezTo>
                <a:cubicBezTo>
                  <a:pt x="203821" y="56603"/>
                  <a:pt x="208682" y="45662"/>
                  <a:pt x="218404" y="36541"/>
                </a:cubicBezTo>
                <a:cubicBezTo>
                  <a:pt x="228125" y="27419"/>
                  <a:pt x="242182" y="22859"/>
                  <a:pt x="260574" y="22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2,1">
            <a:extLst xmlns:a="http://schemas.openxmlformats.org/drawingml/2006/main">
              <a:ext uri="{FF2B5EF4-FFF2-40B4-BE49-F238E27FC236}">
                <a16:creationId xmlns:a16="http://schemas.microsoft.com/office/drawing/2014/main" id="{F9DBBB38-920D-4D8F-9353-08FEEC4A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307" y="4497566"/>
            <a:ext cx="175589" cy="129647"/>
          </a:xfrm>
          <a:custGeom xmlns:a="http://schemas.openxmlformats.org/drawingml/2006/main">
            <a:pathLst>
              <a:path w="175589" h="129647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  <a:moveTo>
                  <a:pt x="107778" y="92262"/>
                </a:moveTo>
                <a:lnTo>
                  <a:pt x="107778" y="109152"/>
                </a:lnTo>
                <a:cubicBezTo>
                  <a:pt x="107778" y="113557"/>
                  <a:pt x="106614" y="117748"/>
                  <a:pt x="104287" y="121727"/>
                </a:cubicBezTo>
                <a:cubicBezTo>
                  <a:pt x="101960" y="125705"/>
                  <a:pt x="98594" y="128345"/>
                  <a:pt x="94190" y="129647"/>
                </a:cubicBezTo>
                <a:lnTo>
                  <a:pt x="94190" y="123040"/>
                </a:lnTo>
                <a:cubicBezTo>
                  <a:pt x="96342" y="122140"/>
                  <a:pt x="98081" y="120363"/>
                  <a:pt x="99408" y="117710"/>
                </a:cubicBezTo>
                <a:cubicBezTo>
                  <a:pt x="100734" y="115058"/>
                  <a:pt x="101372" y="112305"/>
                  <a:pt x="101322" y="109453"/>
                </a:cubicBezTo>
                <a:lnTo>
                  <a:pt x="101322" y="108552"/>
                </a:lnTo>
                <a:lnTo>
                  <a:pt x="94866" y="108552"/>
                </a:lnTo>
                <a:lnTo>
                  <a:pt x="94866" y="92262"/>
                </a:lnTo>
                <a:lnTo>
                  <a:pt x="107778" y="92262"/>
                </a:lnTo>
                <a:close/>
                <a:moveTo>
                  <a:pt x="167706" y="901"/>
                </a:moveTo>
                <a:lnTo>
                  <a:pt x="175589" y="901"/>
                </a:lnTo>
                <a:lnTo>
                  <a:pt x="175589" y="108552"/>
                </a:lnTo>
                <a:lnTo>
                  <a:pt x="165904" y="108552"/>
                </a:lnTo>
                <a:lnTo>
                  <a:pt x="165904" y="28602"/>
                </a:lnTo>
                <a:lnTo>
                  <a:pt x="137453" y="28602"/>
                </a:lnTo>
                <a:lnTo>
                  <a:pt x="137453" y="21695"/>
                </a:lnTo>
                <a:cubicBezTo>
                  <a:pt x="146261" y="21545"/>
                  <a:pt x="152392" y="20782"/>
                  <a:pt x="155845" y="19406"/>
                </a:cubicBezTo>
                <a:cubicBezTo>
                  <a:pt x="159298" y="18029"/>
                  <a:pt x="161963" y="15877"/>
                  <a:pt x="163840" y="12950"/>
                </a:cubicBezTo>
                <a:cubicBezTo>
                  <a:pt x="165717" y="10022"/>
                  <a:pt x="167006" y="6006"/>
                  <a:pt x="167706" y="9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)≥F">
            <a:extLst xmlns:a="http://schemas.openxmlformats.org/drawingml/2006/main">
              <a:ext uri="{FF2B5EF4-FFF2-40B4-BE49-F238E27FC236}">
                <a16:creationId xmlns:a16="http://schemas.microsoft.com/office/drawing/2014/main" id="{ED88702B-56DE-414F-9A4B-766CDE29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197" y="4351516"/>
            <a:ext cx="324482" cy="212036"/>
          </a:xfrm>
          <a:custGeom xmlns:a="http://schemas.openxmlformats.org/drawingml/2006/main">
            <a:pathLst>
              <a:path w="324482" h="212036">
                <a:moveTo>
                  <a:pt x="0" y="0"/>
                </a:moveTo>
                <a:lnTo>
                  <a:pt x="11486" y="0"/>
                </a:lnTo>
                <a:cubicBezTo>
                  <a:pt x="22596" y="18317"/>
                  <a:pt x="30798" y="35771"/>
                  <a:pt x="36090" y="52362"/>
                </a:cubicBezTo>
                <a:cubicBezTo>
                  <a:pt x="41383" y="68952"/>
                  <a:pt x="44029" y="86631"/>
                  <a:pt x="44029" y="105399"/>
                </a:cubicBezTo>
                <a:cubicBezTo>
                  <a:pt x="44029" y="124392"/>
                  <a:pt x="41270" y="142840"/>
                  <a:pt x="35752" y="160745"/>
                </a:cubicBezTo>
                <a:cubicBezTo>
                  <a:pt x="30235" y="178649"/>
                  <a:pt x="22183" y="195746"/>
                  <a:pt x="11598" y="212036"/>
                </a:cubicBezTo>
                <a:lnTo>
                  <a:pt x="0" y="212036"/>
                </a:lnTo>
                <a:cubicBezTo>
                  <a:pt x="9909" y="196046"/>
                  <a:pt x="17304" y="178649"/>
                  <a:pt x="22183" y="159844"/>
                </a:cubicBezTo>
                <a:cubicBezTo>
                  <a:pt x="27063" y="141039"/>
                  <a:pt x="29503" y="121201"/>
                  <a:pt x="29503" y="100332"/>
                </a:cubicBezTo>
                <a:cubicBezTo>
                  <a:pt x="29503" y="84342"/>
                  <a:pt x="26894" y="67526"/>
                  <a:pt x="21677" y="49884"/>
                </a:cubicBezTo>
                <a:cubicBezTo>
                  <a:pt x="16459" y="32243"/>
                  <a:pt x="9234" y="15615"/>
                  <a:pt x="0" y="0"/>
                </a:cubicBezTo>
                <a:close/>
                <a:moveTo>
                  <a:pt x="67064" y="46394"/>
                </a:moveTo>
                <a:lnTo>
                  <a:pt x="183048" y="91098"/>
                </a:lnTo>
                <a:lnTo>
                  <a:pt x="183048" y="103597"/>
                </a:lnTo>
                <a:lnTo>
                  <a:pt x="67064" y="148302"/>
                </a:lnTo>
                <a:lnTo>
                  <a:pt x="67064" y="135577"/>
                </a:lnTo>
                <a:lnTo>
                  <a:pt x="169310" y="97291"/>
                </a:lnTo>
                <a:lnTo>
                  <a:pt x="67064" y="59005"/>
                </a:lnTo>
                <a:lnTo>
                  <a:pt x="67064" y="46394"/>
                </a:lnTo>
                <a:moveTo>
                  <a:pt x="183048" y="155846"/>
                </a:moveTo>
                <a:lnTo>
                  <a:pt x="183048" y="168120"/>
                </a:lnTo>
                <a:lnTo>
                  <a:pt x="67064" y="168120"/>
                </a:lnTo>
                <a:lnTo>
                  <a:pt x="67064" y="155846"/>
                </a:lnTo>
                <a:lnTo>
                  <a:pt x="183048" y="155846"/>
                </a:lnTo>
                <a:close/>
                <a:moveTo>
                  <a:pt x="213115" y="168120"/>
                </a:moveTo>
                <a:lnTo>
                  <a:pt x="213115" y="3040"/>
                </a:lnTo>
                <a:lnTo>
                  <a:pt x="324482" y="3040"/>
                </a:lnTo>
                <a:lnTo>
                  <a:pt x="324482" y="22634"/>
                </a:lnTo>
                <a:lnTo>
                  <a:pt x="234961" y="22634"/>
                </a:lnTo>
                <a:lnTo>
                  <a:pt x="234961" y="73531"/>
                </a:lnTo>
                <a:lnTo>
                  <a:pt x="312433" y="73531"/>
                </a:lnTo>
                <a:lnTo>
                  <a:pt x="312433" y="93125"/>
                </a:lnTo>
                <a:lnTo>
                  <a:pt x="234961" y="93125"/>
                </a:lnTo>
                <a:lnTo>
                  <a:pt x="234961" y="168120"/>
                </a:lnTo>
                <a:lnTo>
                  <a:pt x="213115" y="1681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̅(S">
            <a:extLst xmlns:a="http://schemas.openxmlformats.org/drawingml/2006/main">
              <a:ext uri="{FF2B5EF4-FFF2-40B4-BE49-F238E27FC236}">
                <a16:creationId xmlns:a16="http://schemas.microsoft.com/office/drawing/2014/main" id="{1F9EE686-632F-4D38-80B7-ECE8F02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387" y="4328657"/>
            <a:ext cx="327237" cy="235008"/>
          </a:xfrm>
          <a:custGeom xmlns:a="http://schemas.openxmlformats.org/drawingml/2006/main">
            <a:pathLst>
              <a:path w="327237" h="235008">
                <a:moveTo>
                  <a:pt x="134338" y="14639"/>
                </a:moveTo>
                <a:lnTo>
                  <a:pt x="0" y="14639"/>
                </a:lnTo>
                <a:lnTo>
                  <a:pt x="0" y="0"/>
                </a:lnTo>
                <a:lnTo>
                  <a:pt x="134338" y="0"/>
                </a:lnTo>
                <a:lnTo>
                  <a:pt x="134338" y="14639"/>
                </a:lnTo>
                <a:close/>
                <a:moveTo>
                  <a:pt x="179097" y="22859"/>
                </a:moveTo>
                <a:lnTo>
                  <a:pt x="190696" y="22859"/>
                </a:lnTo>
                <a:cubicBezTo>
                  <a:pt x="180786" y="38549"/>
                  <a:pt x="173373" y="55852"/>
                  <a:pt x="168456" y="74770"/>
                </a:cubicBezTo>
                <a:cubicBezTo>
                  <a:pt x="163539" y="93688"/>
                  <a:pt x="161080" y="113657"/>
                  <a:pt x="161080" y="134676"/>
                </a:cubicBezTo>
                <a:cubicBezTo>
                  <a:pt x="161080" y="151042"/>
                  <a:pt x="163745" y="168233"/>
                  <a:pt x="169075" y="186250"/>
                </a:cubicBezTo>
                <a:cubicBezTo>
                  <a:pt x="174405" y="204267"/>
                  <a:pt x="181612" y="220519"/>
                  <a:pt x="190696" y="235008"/>
                </a:cubicBezTo>
                <a:lnTo>
                  <a:pt x="179097" y="235008"/>
                </a:lnTo>
                <a:cubicBezTo>
                  <a:pt x="167086" y="215039"/>
                  <a:pt x="158659" y="196816"/>
                  <a:pt x="153817" y="180338"/>
                </a:cubicBezTo>
                <a:cubicBezTo>
                  <a:pt x="148975" y="163860"/>
                  <a:pt x="146554" y="146950"/>
                  <a:pt x="146554" y="129609"/>
                </a:cubicBezTo>
                <a:cubicBezTo>
                  <a:pt x="146554" y="111142"/>
                  <a:pt x="149275" y="92937"/>
                  <a:pt x="154718" y="74995"/>
                </a:cubicBezTo>
                <a:cubicBezTo>
                  <a:pt x="160161" y="57053"/>
                  <a:pt x="168287" y="39675"/>
                  <a:pt x="179097" y="22859"/>
                </a:cubicBezTo>
                <a:close/>
                <a:moveTo>
                  <a:pt x="260575" y="22859"/>
                </a:moveTo>
                <a:cubicBezTo>
                  <a:pt x="278216" y="22859"/>
                  <a:pt x="292742" y="27419"/>
                  <a:pt x="304153" y="36541"/>
                </a:cubicBezTo>
                <a:cubicBezTo>
                  <a:pt x="315564" y="45662"/>
                  <a:pt x="321269" y="58180"/>
                  <a:pt x="321269" y="74094"/>
                </a:cubicBezTo>
                <a:lnTo>
                  <a:pt x="305730" y="74094"/>
                </a:lnTo>
                <a:cubicBezTo>
                  <a:pt x="305054" y="62083"/>
                  <a:pt x="300493" y="52774"/>
                  <a:pt x="292048" y="46168"/>
                </a:cubicBezTo>
                <a:cubicBezTo>
                  <a:pt x="283603" y="39562"/>
                  <a:pt x="273187" y="36259"/>
                  <a:pt x="260800" y="36259"/>
                </a:cubicBezTo>
                <a:cubicBezTo>
                  <a:pt x="247813" y="36259"/>
                  <a:pt x="237678" y="39055"/>
                  <a:pt x="230396" y="44648"/>
                </a:cubicBezTo>
                <a:cubicBezTo>
                  <a:pt x="223115" y="50241"/>
                  <a:pt x="219474" y="58330"/>
                  <a:pt x="219474" y="68915"/>
                </a:cubicBezTo>
                <a:cubicBezTo>
                  <a:pt x="219474" y="75145"/>
                  <a:pt x="221332" y="80344"/>
                  <a:pt x="225048" y="84511"/>
                </a:cubicBezTo>
                <a:cubicBezTo>
                  <a:pt x="228764" y="88677"/>
                  <a:pt x="235539" y="91961"/>
                  <a:pt x="245373" y="94364"/>
                </a:cubicBezTo>
                <a:lnTo>
                  <a:pt x="282871" y="103597"/>
                </a:lnTo>
                <a:cubicBezTo>
                  <a:pt x="298335" y="107426"/>
                  <a:pt x="309596" y="112868"/>
                  <a:pt x="316652" y="119925"/>
                </a:cubicBezTo>
                <a:cubicBezTo>
                  <a:pt x="323709" y="126982"/>
                  <a:pt x="327237" y="136103"/>
                  <a:pt x="327237" y="147288"/>
                </a:cubicBezTo>
                <a:cubicBezTo>
                  <a:pt x="327237" y="161101"/>
                  <a:pt x="321945" y="172418"/>
                  <a:pt x="311360" y="181239"/>
                </a:cubicBezTo>
                <a:cubicBezTo>
                  <a:pt x="300775" y="190059"/>
                  <a:pt x="285085" y="194470"/>
                  <a:pt x="264291" y="194470"/>
                </a:cubicBezTo>
                <a:cubicBezTo>
                  <a:pt x="243797" y="194470"/>
                  <a:pt x="227694" y="189853"/>
                  <a:pt x="215983" y="180619"/>
                </a:cubicBezTo>
                <a:cubicBezTo>
                  <a:pt x="204272" y="171386"/>
                  <a:pt x="198416" y="158023"/>
                  <a:pt x="198416" y="140532"/>
                </a:cubicBezTo>
                <a:lnTo>
                  <a:pt x="198416" y="136816"/>
                </a:lnTo>
                <a:lnTo>
                  <a:pt x="214181" y="136816"/>
                </a:lnTo>
                <a:lnTo>
                  <a:pt x="214181" y="137942"/>
                </a:lnTo>
                <a:cubicBezTo>
                  <a:pt x="214181" y="152506"/>
                  <a:pt x="218742" y="163334"/>
                  <a:pt x="227863" y="170429"/>
                </a:cubicBezTo>
                <a:cubicBezTo>
                  <a:pt x="236984" y="177523"/>
                  <a:pt x="250253" y="181070"/>
                  <a:pt x="267669" y="181070"/>
                </a:cubicBezTo>
                <a:cubicBezTo>
                  <a:pt x="279005" y="181070"/>
                  <a:pt x="289139" y="178086"/>
                  <a:pt x="298072" y="172118"/>
                </a:cubicBezTo>
                <a:cubicBezTo>
                  <a:pt x="307006" y="166150"/>
                  <a:pt x="311473" y="157986"/>
                  <a:pt x="311473" y="147626"/>
                </a:cubicBezTo>
                <a:cubicBezTo>
                  <a:pt x="311473" y="133438"/>
                  <a:pt x="300775" y="123678"/>
                  <a:pt x="279380" y="118348"/>
                </a:cubicBezTo>
                <a:cubicBezTo>
                  <a:pt x="257910" y="113094"/>
                  <a:pt x="245110" y="109941"/>
                  <a:pt x="240981" y="108890"/>
                </a:cubicBezTo>
                <a:cubicBezTo>
                  <a:pt x="227844" y="105662"/>
                  <a:pt x="218366" y="100857"/>
                  <a:pt x="212548" y="94476"/>
                </a:cubicBezTo>
                <a:cubicBezTo>
                  <a:pt x="206731" y="88095"/>
                  <a:pt x="203822" y="79725"/>
                  <a:pt x="203822" y="69365"/>
                </a:cubicBezTo>
                <a:cubicBezTo>
                  <a:pt x="203822" y="56603"/>
                  <a:pt x="208682" y="45662"/>
                  <a:pt x="218404" y="36541"/>
                </a:cubicBezTo>
                <a:cubicBezTo>
                  <a:pt x="228126" y="27419"/>
                  <a:pt x="242183" y="22859"/>
                  <a:pt x="260575" y="22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2,i">
            <a:extLst xmlns:a="http://schemas.openxmlformats.org/drawingml/2006/main">
              <a:ext uri="{FF2B5EF4-FFF2-40B4-BE49-F238E27FC236}">
                <a16:creationId xmlns:a16="http://schemas.microsoft.com/office/drawing/2014/main" id="{9290DA53-A059-48F5-A09D-1F1A7D9C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624" y="4496365"/>
            <a:ext cx="141582" cy="130848"/>
          </a:xfrm>
          <a:custGeom xmlns:a="http://schemas.openxmlformats.org/drawingml/2006/main">
            <a:pathLst>
              <a:path w="141582" h="130848">
                <a:moveTo>
                  <a:pt x="37010" y="1201"/>
                </a:moveTo>
                <a:cubicBezTo>
                  <a:pt x="47119" y="1201"/>
                  <a:pt x="55214" y="3929"/>
                  <a:pt x="61295" y="9384"/>
                </a:cubicBezTo>
                <a:cubicBezTo>
                  <a:pt x="67376" y="14839"/>
                  <a:pt x="70416" y="22221"/>
                  <a:pt x="70416" y="31530"/>
                </a:cubicBezTo>
                <a:cubicBezTo>
                  <a:pt x="70416" y="38886"/>
                  <a:pt x="68126" y="45768"/>
                  <a:pt x="63547" y="52174"/>
                </a:cubicBezTo>
                <a:cubicBezTo>
                  <a:pt x="58968" y="58580"/>
                  <a:pt x="50648" y="65461"/>
                  <a:pt x="38586" y="72818"/>
                </a:cubicBezTo>
                <a:cubicBezTo>
                  <a:pt x="28827" y="78724"/>
                  <a:pt x="21971" y="83816"/>
                  <a:pt x="18017" y="88095"/>
                </a:cubicBezTo>
                <a:cubicBezTo>
                  <a:pt x="14063" y="92374"/>
                  <a:pt x="11736" y="96616"/>
                  <a:pt x="11035" y="100820"/>
                </a:cubicBezTo>
                <a:lnTo>
                  <a:pt x="70866" y="100820"/>
                </a:lnTo>
                <a:lnTo>
                  <a:pt x="70866" y="109753"/>
                </a:lnTo>
                <a:lnTo>
                  <a:pt x="0" y="109753"/>
                </a:lnTo>
                <a:cubicBezTo>
                  <a:pt x="100" y="101795"/>
                  <a:pt x="2402" y="94576"/>
                  <a:pt x="6906" y="88095"/>
                </a:cubicBezTo>
                <a:cubicBezTo>
                  <a:pt x="11411" y="81614"/>
                  <a:pt x="19393" y="74720"/>
                  <a:pt x="30854" y="67413"/>
                </a:cubicBezTo>
                <a:cubicBezTo>
                  <a:pt x="42315" y="60106"/>
                  <a:pt x="50160" y="53951"/>
                  <a:pt x="54389" y="48946"/>
                </a:cubicBezTo>
                <a:cubicBezTo>
                  <a:pt x="58617" y="43941"/>
                  <a:pt x="60732" y="38086"/>
                  <a:pt x="60732" y="31379"/>
                </a:cubicBezTo>
                <a:cubicBezTo>
                  <a:pt x="60732" y="24873"/>
                  <a:pt x="58480" y="19581"/>
                  <a:pt x="53976" y="15502"/>
                </a:cubicBezTo>
                <a:cubicBezTo>
                  <a:pt x="49471" y="11423"/>
                  <a:pt x="43666" y="9384"/>
                  <a:pt x="36559" y="9384"/>
                </a:cubicBezTo>
                <a:cubicBezTo>
                  <a:pt x="29152" y="9384"/>
                  <a:pt x="23309" y="11811"/>
                  <a:pt x="19030" y="16666"/>
                </a:cubicBezTo>
                <a:cubicBezTo>
                  <a:pt x="14751" y="21520"/>
                  <a:pt x="12487" y="28377"/>
                  <a:pt x="12236" y="37235"/>
                </a:cubicBezTo>
                <a:lnTo>
                  <a:pt x="12236" y="39337"/>
                </a:lnTo>
                <a:lnTo>
                  <a:pt x="2627" y="39337"/>
                </a:lnTo>
                <a:lnTo>
                  <a:pt x="2627" y="37835"/>
                </a:lnTo>
                <a:cubicBezTo>
                  <a:pt x="2627" y="26775"/>
                  <a:pt x="5618" y="17904"/>
                  <a:pt x="11598" y="11223"/>
                </a:cubicBezTo>
                <a:cubicBezTo>
                  <a:pt x="17579" y="4542"/>
                  <a:pt x="26049" y="1201"/>
                  <a:pt x="37010" y="1201"/>
                </a:cubicBezTo>
                <a:close/>
                <a:moveTo>
                  <a:pt x="107778" y="93463"/>
                </a:moveTo>
                <a:lnTo>
                  <a:pt x="107778" y="110354"/>
                </a:lnTo>
                <a:cubicBezTo>
                  <a:pt x="107778" y="114758"/>
                  <a:pt x="106614" y="118949"/>
                  <a:pt x="104287" y="122928"/>
                </a:cubicBezTo>
                <a:cubicBezTo>
                  <a:pt x="101960" y="126907"/>
                  <a:pt x="98594" y="129547"/>
                  <a:pt x="94190" y="130848"/>
                </a:cubicBezTo>
                <a:lnTo>
                  <a:pt x="94190" y="124242"/>
                </a:lnTo>
                <a:cubicBezTo>
                  <a:pt x="96342" y="123341"/>
                  <a:pt x="98081" y="121564"/>
                  <a:pt x="99408" y="118912"/>
                </a:cubicBezTo>
                <a:cubicBezTo>
                  <a:pt x="100734" y="116259"/>
                  <a:pt x="101372" y="113506"/>
                  <a:pt x="101322" y="110654"/>
                </a:cubicBezTo>
                <a:lnTo>
                  <a:pt x="101322" y="109753"/>
                </a:lnTo>
                <a:lnTo>
                  <a:pt x="94866" y="109753"/>
                </a:lnTo>
                <a:lnTo>
                  <a:pt x="94866" y="93463"/>
                </a:lnTo>
                <a:lnTo>
                  <a:pt x="107778" y="93463"/>
                </a:lnTo>
                <a:close/>
                <a:moveTo>
                  <a:pt x="141582" y="0"/>
                </a:moveTo>
                <a:lnTo>
                  <a:pt x="141582" y="15540"/>
                </a:lnTo>
                <a:lnTo>
                  <a:pt x="131898" y="15540"/>
                </a:lnTo>
                <a:lnTo>
                  <a:pt x="131898" y="0"/>
                </a:lnTo>
                <a:lnTo>
                  <a:pt x="141582" y="0"/>
                </a:lnTo>
                <a:moveTo>
                  <a:pt x="141582" y="30404"/>
                </a:moveTo>
                <a:lnTo>
                  <a:pt x="141582" y="109753"/>
                </a:lnTo>
                <a:lnTo>
                  <a:pt x="131898" y="109753"/>
                </a:lnTo>
                <a:lnTo>
                  <a:pt x="131898" y="30404"/>
                </a:lnTo>
                <a:lnTo>
                  <a:pt x="141582" y="30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),∀i)">
            <a:extLst xmlns:a="http://schemas.openxmlformats.org/drawingml/2006/main">
              <a:ext uri="{FF2B5EF4-FFF2-40B4-BE49-F238E27FC236}">
                <a16:creationId xmlns:a16="http://schemas.microsoft.com/office/drawing/2014/main" id="{A19E36AC-99C6-454F-81B1-06FE1CE4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75" y="4351516"/>
            <a:ext cx="433376" cy="212036"/>
          </a:xfrm>
          <a:custGeom xmlns:a="http://schemas.openxmlformats.org/drawingml/2006/main">
            <a:pathLst>
              <a:path w="433376" h="212036">
                <a:moveTo>
                  <a:pt x="0" y="0"/>
                </a:moveTo>
                <a:lnTo>
                  <a:pt x="11486" y="0"/>
                </a:lnTo>
                <a:cubicBezTo>
                  <a:pt x="22596" y="18317"/>
                  <a:pt x="30798" y="35771"/>
                  <a:pt x="36090" y="52362"/>
                </a:cubicBezTo>
                <a:cubicBezTo>
                  <a:pt x="41383" y="68952"/>
                  <a:pt x="44029" y="86631"/>
                  <a:pt x="44029" y="105399"/>
                </a:cubicBezTo>
                <a:cubicBezTo>
                  <a:pt x="44029" y="124392"/>
                  <a:pt x="41270" y="142840"/>
                  <a:pt x="35752" y="160745"/>
                </a:cubicBezTo>
                <a:cubicBezTo>
                  <a:pt x="30235" y="178649"/>
                  <a:pt x="22183" y="195746"/>
                  <a:pt x="11598" y="212036"/>
                </a:cubicBezTo>
                <a:lnTo>
                  <a:pt x="0" y="212036"/>
                </a:lnTo>
                <a:cubicBezTo>
                  <a:pt x="9909" y="196046"/>
                  <a:pt x="17304" y="178649"/>
                  <a:pt x="22183" y="159844"/>
                </a:cubicBezTo>
                <a:cubicBezTo>
                  <a:pt x="27063" y="141039"/>
                  <a:pt x="29503" y="121201"/>
                  <a:pt x="29503" y="100332"/>
                </a:cubicBezTo>
                <a:cubicBezTo>
                  <a:pt x="29503" y="84342"/>
                  <a:pt x="26894" y="67526"/>
                  <a:pt x="21677" y="49884"/>
                </a:cubicBezTo>
                <a:cubicBezTo>
                  <a:pt x="16459" y="32243"/>
                  <a:pt x="9234" y="15615"/>
                  <a:pt x="0" y="0"/>
                </a:cubicBezTo>
                <a:close/>
                <a:moveTo>
                  <a:pt x="97581" y="143685"/>
                </a:moveTo>
                <a:lnTo>
                  <a:pt x="97581" y="169021"/>
                </a:lnTo>
                <a:cubicBezTo>
                  <a:pt x="97581" y="175627"/>
                  <a:pt x="95835" y="181914"/>
                  <a:pt x="92344" y="187882"/>
                </a:cubicBezTo>
                <a:cubicBezTo>
                  <a:pt x="88854" y="193851"/>
                  <a:pt x="83805" y="197811"/>
                  <a:pt x="77199" y="199762"/>
                </a:cubicBezTo>
                <a:lnTo>
                  <a:pt x="77199" y="189853"/>
                </a:lnTo>
                <a:cubicBezTo>
                  <a:pt x="80427" y="188502"/>
                  <a:pt x="83036" y="185837"/>
                  <a:pt x="85025" y="181858"/>
                </a:cubicBezTo>
                <a:cubicBezTo>
                  <a:pt x="87014" y="177879"/>
                  <a:pt x="87972" y="173750"/>
                  <a:pt x="87896" y="169471"/>
                </a:cubicBezTo>
                <a:lnTo>
                  <a:pt x="87896" y="168120"/>
                </a:lnTo>
                <a:lnTo>
                  <a:pt x="78212" y="168120"/>
                </a:lnTo>
                <a:lnTo>
                  <a:pt x="78212" y="143685"/>
                </a:lnTo>
                <a:lnTo>
                  <a:pt x="97581" y="143685"/>
                </a:lnTo>
                <a:close/>
                <a:moveTo>
                  <a:pt x="235204" y="169021"/>
                </a:moveTo>
                <a:lnTo>
                  <a:pt x="152326" y="18580"/>
                </a:lnTo>
                <a:lnTo>
                  <a:pt x="169442" y="8671"/>
                </a:lnTo>
                <a:lnTo>
                  <a:pt x="190162" y="45605"/>
                </a:lnTo>
                <a:lnTo>
                  <a:pt x="280246" y="45605"/>
                </a:lnTo>
                <a:lnTo>
                  <a:pt x="300966" y="8671"/>
                </a:lnTo>
                <a:lnTo>
                  <a:pt x="318082" y="18580"/>
                </a:lnTo>
                <a:lnTo>
                  <a:pt x="235204" y="169021"/>
                </a:lnTo>
                <a:moveTo>
                  <a:pt x="199170" y="64523"/>
                </a:moveTo>
                <a:lnTo>
                  <a:pt x="235204" y="128483"/>
                </a:lnTo>
                <a:lnTo>
                  <a:pt x="271238" y="64523"/>
                </a:lnTo>
                <a:lnTo>
                  <a:pt x="199170" y="64523"/>
                </a:lnTo>
                <a:close/>
                <a:moveTo>
                  <a:pt x="375510" y="3491"/>
                </a:moveTo>
                <a:lnTo>
                  <a:pt x="375510" y="26800"/>
                </a:lnTo>
                <a:lnTo>
                  <a:pt x="360984" y="26800"/>
                </a:lnTo>
                <a:lnTo>
                  <a:pt x="360984" y="3491"/>
                </a:lnTo>
                <a:lnTo>
                  <a:pt x="375510" y="3491"/>
                </a:lnTo>
                <a:moveTo>
                  <a:pt x="375510" y="49096"/>
                </a:moveTo>
                <a:lnTo>
                  <a:pt x="375510" y="168120"/>
                </a:lnTo>
                <a:lnTo>
                  <a:pt x="360984" y="168120"/>
                </a:lnTo>
                <a:lnTo>
                  <a:pt x="360984" y="49096"/>
                </a:lnTo>
                <a:lnTo>
                  <a:pt x="375510" y="49096"/>
                </a:lnTo>
                <a:close/>
                <a:moveTo>
                  <a:pt x="389347" y="0"/>
                </a:moveTo>
                <a:lnTo>
                  <a:pt x="400833" y="0"/>
                </a:lnTo>
                <a:cubicBezTo>
                  <a:pt x="411943" y="18317"/>
                  <a:pt x="420145" y="35771"/>
                  <a:pt x="425437" y="52362"/>
                </a:cubicBezTo>
                <a:cubicBezTo>
                  <a:pt x="430730" y="68952"/>
                  <a:pt x="433376" y="86631"/>
                  <a:pt x="433376" y="105399"/>
                </a:cubicBezTo>
                <a:cubicBezTo>
                  <a:pt x="433376" y="124392"/>
                  <a:pt x="430617" y="142840"/>
                  <a:pt x="425100" y="160745"/>
                </a:cubicBezTo>
                <a:cubicBezTo>
                  <a:pt x="419582" y="178649"/>
                  <a:pt x="411531" y="195746"/>
                  <a:pt x="400946" y="212036"/>
                </a:cubicBezTo>
                <a:lnTo>
                  <a:pt x="389347" y="212036"/>
                </a:lnTo>
                <a:cubicBezTo>
                  <a:pt x="399257" y="196046"/>
                  <a:pt x="406651" y="178649"/>
                  <a:pt x="411531" y="159844"/>
                </a:cubicBezTo>
                <a:cubicBezTo>
                  <a:pt x="416410" y="141039"/>
                  <a:pt x="418850" y="121201"/>
                  <a:pt x="418850" y="100332"/>
                </a:cubicBezTo>
                <a:cubicBezTo>
                  <a:pt x="418850" y="84342"/>
                  <a:pt x="416241" y="67526"/>
                  <a:pt x="411024" y="49884"/>
                </a:cubicBezTo>
                <a:cubicBezTo>
                  <a:pt x="405806" y="32243"/>
                  <a:pt x="398581" y="15615"/>
                  <a:pt x="38934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53DFF-2D5E-414E-BB7A-3F987E23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5124521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0C205-52E3-4BB6-A266-9D6B4E0E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5124521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3AB31-8B5F-45C3-B9A2-EA1A5C46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5124521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2137A-B718-4DD3-B7D3-B469EF5D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5124521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CAFD8-3262-4D15-B837-EC028F51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5119130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86250-DBEA-44A0-8DB3-A71259FF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5119130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F24B3-EF2C-4811-91ED-F5F0BF0E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5119130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72457-5EDC-4E6E-B46F-9EB8E18E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5119130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97566-DE1A-40B6-A4A3-3A4790A6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60" y="5119130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80642-4FF0-4295-B3B9-B865494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5124521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147EE-EF9A-4047-A43C-A5F14932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5574177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23" name="Text ✓✓">
            <a:extLst xmlns:a="http://schemas.openxmlformats.org/drawingml/2006/main">
              <a:ext uri="{FF2B5EF4-FFF2-40B4-BE49-F238E27FC236}">
                <a16:creationId xmlns:a16="http://schemas.microsoft.com/office/drawing/2014/main" id="{8A3D5295-502A-4502-8FF2-3DCDA0B9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549" y="5268917"/>
            <a:ext cx="570871" cy="147926"/>
          </a:xfrm>
          <a:custGeom xmlns:a="http://schemas.openxmlformats.org/drawingml/2006/main">
            <a:pathLst>
              <a:path w="570871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  <a:moveTo>
                  <a:pt x="435293" y="107201"/>
                </a:moveTo>
                <a:cubicBezTo>
                  <a:pt x="435293" y="105099"/>
                  <a:pt x="435031" y="103259"/>
                  <a:pt x="434505" y="101683"/>
                </a:cubicBezTo>
                <a:cubicBezTo>
                  <a:pt x="434505" y="96953"/>
                  <a:pt x="437658" y="92749"/>
                  <a:pt x="443964" y="89071"/>
                </a:cubicBezTo>
                <a:cubicBezTo>
                  <a:pt x="448168" y="86969"/>
                  <a:pt x="451321" y="85918"/>
                  <a:pt x="453423" y="85918"/>
                </a:cubicBezTo>
                <a:cubicBezTo>
                  <a:pt x="456050" y="86444"/>
                  <a:pt x="457890" y="88020"/>
                  <a:pt x="458941" y="90648"/>
                </a:cubicBezTo>
                <a:cubicBezTo>
                  <a:pt x="462094" y="98004"/>
                  <a:pt x="464196" y="102997"/>
                  <a:pt x="465246" y="105624"/>
                </a:cubicBezTo>
                <a:cubicBezTo>
                  <a:pt x="466297" y="107726"/>
                  <a:pt x="467348" y="108777"/>
                  <a:pt x="468399" y="108777"/>
                </a:cubicBezTo>
                <a:cubicBezTo>
                  <a:pt x="469450" y="108777"/>
                  <a:pt x="470501" y="107989"/>
                  <a:pt x="471552" y="106412"/>
                </a:cubicBezTo>
                <a:cubicBezTo>
                  <a:pt x="489419" y="74883"/>
                  <a:pt x="505447" y="50447"/>
                  <a:pt x="519635" y="33106"/>
                </a:cubicBezTo>
                <a:cubicBezTo>
                  <a:pt x="530670" y="19969"/>
                  <a:pt x="537502" y="12349"/>
                  <a:pt x="540129" y="10247"/>
                </a:cubicBezTo>
                <a:cubicBezTo>
                  <a:pt x="548537" y="3941"/>
                  <a:pt x="558521" y="525"/>
                  <a:pt x="570082" y="0"/>
                </a:cubicBezTo>
                <a:lnTo>
                  <a:pt x="570871" y="3941"/>
                </a:lnTo>
                <a:cubicBezTo>
                  <a:pt x="561937" y="12875"/>
                  <a:pt x="546435" y="32843"/>
                  <a:pt x="524364" y="63847"/>
                </a:cubicBezTo>
                <a:cubicBezTo>
                  <a:pt x="502819" y="94851"/>
                  <a:pt x="487317" y="119287"/>
                  <a:pt x="477858" y="137154"/>
                </a:cubicBezTo>
                <a:cubicBezTo>
                  <a:pt x="475756" y="141883"/>
                  <a:pt x="473129" y="144773"/>
                  <a:pt x="469976" y="145824"/>
                </a:cubicBezTo>
                <a:cubicBezTo>
                  <a:pt x="468399" y="147401"/>
                  <a:pt x="464984" y="147926"/>
                  <a:pt x="459729" y="147401"/>
                </a:cubicBezTo>
                <a:cubicBezTo>
                  <a:pt x="456050" y="147926"/>
                  <a:pt x="453423" y="147401"/>
                  <a:pt x="451846" y="145824"/>
                </a:cubicBezTo>
                <a:cubicBezTo>
                  <a:pt x="450270" y="144773"/>
                  <a:pt x="448693" y="142671"/>
                  <a:pt x="447117" y="139518"/>
                </a:cubicBezTo>
                <a:cubicBezTo>
                  <a:pt x="441862" y="126907"/>
                  <a:pt x="437921" y="116134"/>
                  <a:pt x="435293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✗">
            <a:extLst xmlns:a="http://schemas.openxmlformats.org/drawingml/2006/main">
              <a:ext uri="{FF2B5EF4-FFF2-40B4-BE49-F238E27FC236}">
                <a16:creationId xmlns:a16="http://schemas.microsoft.com/office/drawing/2014/main" id="{0C1FE0B9-B8F5-40DC-AE55-5C3FF79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171" y="5281529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✗">
            <a:extLst xmlns:a="http://schemas.openxmlformats.org/drawingml/2006/main">
              <a:ext uri="{FF2B5EF4-FFF2-40B4-BE49-F238E27FC236}">
                <a16:creationId xmlns:a16="http://schemas.microsoft.com/office/drawing/2014/main" id="{BBB8E8BB-933C-414A-A7C4-5102A74F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676" y="5281529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F5563-6FED-4CB0-8E12-9CB2213F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0" y="5087352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Q">
            <a:extLst xmlns:a="http://schemas.openxmlformats.org/drawingml/2006/main">
              <a:ext uri="{FF2B5EF4-FFF2-40B4-BE49-F238E27FC236}">
                <a16:creationId xmlns:a16="http://schemas.microsoft.com/office/drawing/2014/main" id="{C1FF096C-C699-46B3-AC0A-25266E19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03" y="5237915"/>
            <a:ext cx="155171" cy="178705"/>
          </a:xfrm>
          <a:custGeom xmlns:a="http://schemas.openxmlformats.org/drawingml/2006/main">
            <a:pathLst>
              <a:path w="155171" h="178705">
                <a:moveTo>
                  <a:pt x="77698" y="0"/>
                </a:moveTo>
                <a:cubicBezTo>
                  <a:pt x="101345" y="0"/>
                  <a:pt x="120169" y="8070"/>
                  <a:pt x="134170" y="24210"/>
                </a:cubicBezTo>
                <a:cubicBezTo>
                  <a:pt x="148170" y="40350"/>
                  <a:pt x="155171" y="60882"/>
                  <a:pt x="155171" y="85805"/>
                </a:cubicBezTo>
                <a:cubicBezTo>
                  <a:pt x="155171" y="99243"/>
                  <a:pt x="152956" y="111630"/>
                  <a:pt x="148527" y="122965"/>
                </a:cubicBezTo>
                <a:cubicBezTo>
                  <a:pt x="144098" y="134301"/>
                  <a:pt x="138017" y="143647"/>
                  <a:pt x="130285" y="151004"/>
                </a:cubicBezTo>
                <a:lnTo>
                  <a:pt x="153819" y="169021"/>
                </a:lnTo>
                <a:lnTo>
                  <a:pt x="145937" y="178705"/>
                </a:lnTo>
                <a:lnTo>
                  <a:pt x="120375" y="159337"/>
                </a:lnTo>
                <a:cubicBezTo>
                  <a:pt x="114670" y="163391"/>
                  <a:pt x="108289" y="166450"/>
                  <a:pt x="101232" y="168514"/>
                </a:cubicBezTo>
                <a:cubicBezTo>
                  <a:pt x="94176" y="170579"/>
                  <a:pt x="86331" y="171611"/>
                  <a:pt x="77698" y="171611"/>
                </a:cubicBezTo>
                <a:cubicBezTo>
                  <a:pt x="54051" y="171611"/>
                  <a:pt x="35189" y="163597"/>
                  <a:pt x="21114" y="147570"/>
                </a:cubicBezTo>
                <a:cubicBezTo>
                  <a:pt x="7038" y="131542"/>
                  <a:pt x="0" y="110954"/>
                  <a:pt x="0" y="85805"/>
                </a:cubicBezTo>
                <a:cubicBezTo>
                  <a:pt x="0" y="60657"/>
                  <a:pt x="7038" y="40069"/>
                  <a:pt x="21114" y="24041"/>
                </a:cubicBezTo>
                <a:cubicBezTo>
                  <a:pt x="35189" y="8014"/>
                  <a:pt x="54051" y="0"/>
                  <a:pt x="77698" y="0"/>
                </a:cubicBezTo>
                <a:moveTo>
                  <a:pt x="15652" y="85805"/>
                </a:moveTo>
                <a:cubicBezTo>
                  <a:pt x="15652" y="106525"/>
                  <a:pt x="21114" y="123772"/>
                  <a:pt x="32036" y="137548"/>
                </a:cubicBezTo>
                <a:cubicBezTo>
                  <a:pt x="42959" y="151323"/>
                  <a:pt x="58180" y="158211"/>
                  <a:pt x="77698" y="158211"/>
                </a:cubicBezTo>
                <a:cubicBezTo>
                  <a:pt x="83553" y="158211"/>
                  <a:pt x="88996" y="157535"/>
                  <a:pt x="94026" y="156184"/>
                </a:cubicBezTo>
                <a:cubicBezTo>
                  <a:pt x="99055" y="154833"/>
                  <a:pt x="103747" y="152806"/>
                  <a:pt x="108101" y="150103"/>
                </a:cubicBezTo>
                <a:lnTo>
                  <a:pt x="86481" y="133775"/>
                </a:lnTo>
                <a:lnTo>
                  <a:pt x="94476" y="123866"/>
                </a:lnTo>
                <a:lnTo>
                  <a:pt x="118461" y="142108"/>
                </a:lnTo>
                <a:cubicBezTo>
                  <a:pt x="125518" y="135352"/>
                  <a:pt x="130791" y="127094"/>
                  <a:pt x="134282" y="117335"/>
                </a:cubicBezTo>
                <a:cubicBezTo>
                  <a:pt x="137773" y="107576"/>
                  <a:pt x="139518" y="97066"/>
                  <a:pt x="139518" y="85805"/>
                </a:cubicBezTo>
                <a:cubicBezTo>
                  <a:pt x="139518" y="65161"/>
                  <a:pt x="134076" y="47932"/>
                  <a:pt x="123191" y="34119"/>
                </a:cubicBezTo>
                <a:cubicBezTo>
                  <a:pt x="112305" y="20307"/>
                  <a:pt x="97066" y="13400"/>
                  <a:pt x="77473" y="13400"/>
                </a:cubicBezTo>
                <a:cubicBezTo>
                  <a:pt x="58405" y="13400"/>
                  <a:pt x="43334" y="20156"/>
                  <a:pt x="32262" y="33669"/>
                </a:cubicBezTo>
                <a:cubicBezTo>
                  <a:pt x="21189" y="47182"/>
                  <a:pt x="15652" y="64561"/>
                  <a:pt x="15652" y="8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lim">
            <a:extLst xmlns:a="http://schemas.openxmlformats.org/drawingml/2006/main">
              <a:ext uri="{FF2B5EF4-FFF2-40B4-BE49-F238E27FC236}">
                <a16:creationId xmlns:a16="http://schemas.microsoft.com/office/drawing/2014/main" id="{B293F29F-B4F4-4731-8EC0-D499420D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98" y="5382764"/>
            <a:ext cx="166338" cy="109753"/>
          </a:xfrm>
          <a:custGeom xmlns:a="http://schemas.openxmlformats.org/drawingml/2006/main">
            <a:pathLst>
              <a:path w="166338" h="109753">
                <a:moveTo>
                  <a:pt x="9684" y="0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0"/>
                </a:lnTo>
                <a:lnTo>
                  <a:pt x="9684" y="0"/>
                </a:lnTo>
                <a:close/>
                <a:moveTo>
                  <a:pt x="38127" y="0"/>
                </a:moveTo>
                <a:lnTo>
                  <a:pt x="38127" y="15540"/>
                </a:lnTo>
                <a:lnTo>
                  <a:pt x="28443" y="15540"/>
                </a:lnTo>
                <a:lnTo>
                  <a:pt x="28443" y="0"/>
                </a:lnTo>
                <a:lnTo>
                  <a:pt x="38127" y="0"/>
                </a:lnTo>
                <a:moveTo>
                  <a:pt x="38127" y="30404"/>
                </a:moveTo>
                <a:lnTo>
                  <a:pt x="38127" y="109753"/>
                </a:lnTo>
                <a:lnTo>
                  <a:pt x="28443" y="109753"/>
                </a:lnTo>
                <a:lnTo>
                  <a:pt x="28443" y="30404"/>
                </a:lnTo>
                <a:lnTo>
                  <a:pt x="38127" y="30404"/>
                </a:lnTo>
                <a:close/>
                <a:moveTo>
                  <a:pt x="92093" y="28151"/>
                </a:moveTo>
                <a:cubicBezTo>
                  <a:pt x="97599" y="28151"/>
                  <a:pt x="102378" y="29465"/>
                  <a:pt x="106432" y="32093"/>
                </a:cubicBezTo>
                <a:cubicBezTo>
                  <a:pt x="110486" y="34720"/>
                  <a:pt x="113288" y="38561"/>
                  <a:pt x="114840" y="43616"/>
                </a:cubicBezTo>
                <a:cubicBezTo>
                  <a:pt x="117292" y="38561"/>
                  <a:pt x="120733" y="34720"/>
                  <a:pt x="125162" y="32093"/>
                </a:cubicBezTo>
                <a:cubicBezTo>
                  <a:pt x="129591" y="29465"/>
                  <a:pt x="134583" y="28151"/>
                  <a:pt x="140138" y="28151"/>
                </a:cubicBezTo>
                <a:cubicBezTo>
                  <a:pt x="148947" y="28151"/>
                  <a:pt x="155515" y="30491"/>
                  <a:pt x="159844" y="35170"/>
                </a:cubicBezTo>
                <a:cubicBezTo>
                  <a:pt x="164173" y="39850"/>
                  <a:pt x="166338" y="46544"/>
                  <a:pt x="166338" y="55252"/>
                </a:cubicBezTo>
                <a:lnTo>
                  <a:pt x="166338" y="109753"/>
                </a:lnTo>
                <a:lnTo>
                  <a:pt x="156654" y="109753"/>
                </a:lnTo>
                <a:lnTo>
                  <a:pt x="156654" y="55777"/>
                </a:lnTo>
                <a:cubicBezTo>
                  <a:pt x="156654" y="49071"/>
                  <a:pt x="155153" y="44141"/>
                  <a:pt x="152150" y="40988"/>
                </a:cubicBezTo>
                <a:cubicBezTo>
                  <a:pt x="149147" y="37835"/>
                  <a:pt x="144417" y="36259"/>
                  <a:pt x="137961" y="36259"/>
                </a:cubicBezTo>
                <a:cubicBezTo>
                  <a:pt x="130905" y="36259"/>
                  <a:pt x="125550" y="38686"/>
                  <a:pt x="121896" y="43541"/>
                </a:cubicBezTo>
                <a:cubicBezTo>
                  <a:pt x="118243" y="48395"/>
                  <a:pt x="116416" y="55252"/>
                  <a:pt x="116416" y="64110"/>
                </a:cubicBezTo>
                <a:lnTo>
                  <a:pt x="116416" y="109753"/>
                </a:lnTo>
                <a:lnTo>
                  <a:pt x="106657" y="109753"/>
                </a:lnTo>
                <a:lnTo>
                  <a:pt x="106657" y="55402"/>
                </a:lnTo>
                <a:cubicBezTo>
                  <a:pt x="106657" y="49446"/>
                  <a:pt x="105281" y="44767"/>
                  <a:pt x="102528" y="41364"/>
                </a:cubicBezTo>
                <a:cubicBezTo>
                  <a:pt x="99776" y="37961"/>
                  <a:pt x="95622" y="36259"/>
                  <a:pt x="90066" y="36259"/>
                </a:cubicBezTo>
                <a:cubicBezTo>
                  <a:pt x="82359" y="36259"/>
                  <a:pt x="76491" y="38874"/>
                  <a:pt x="72462" y="44104"/>
                </a:cubicBezTo>
                <a:cubicBezTo>
                  <a:pt x="68434" y="49334"/>
                  <a:pt x="66419" y="56228"/>
                  <a:pt x="66419" y="64786"/>
                </a:cubicBezTo>
                <a:lnTo>
                  <a:pt x="66419" y="109753"/>
                </a:lnTo>
                <a:lnTo>
                  <a:pt x="56735" y="109753"/>
                </a:lnTo>
                <a:lnTo>
                  <a:pt x="56735" y="30404"/>
                </a:lnTo>
                <a:lnTo>
                  <a:pt x="65669" y="30404"/>
                </a:lnTo>
                <a:lnTo>
                  <a:pt x="65669" y="43766"/>
                </a:lnTo>
                <a:lnTo>
                  <a:pt x="66119" y="43766"/>
                </a:lnTo>
                <a:cubicBezTo>
                  <a:pt x="68872" y="38561"/>
                  <a:pt x="72412" y="34658"/>
                  <a:pt x="76741" y="32055"/>
                </a:cubicBezTo>
                <a:cubicBezTo>
                  <a:pt x="81071" y="29453"/>
                  <a:pt x="86188" y="28151"/>
                  <a:pt x="92093" y="2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∪">
            <a:extLst xmlns:a="http://schemas.openxmlformats.org/drawingml/2006/main">
              <a:ext uri="{FF2B5EF4-FFF2-40B4-BE49-F238E27FC236}">
                <a16:creationId xmlns:a16="http://schemas.microsoft.com/office/drawing/2014/main" id="{97BD2CC8-6279-4D10-B4DE-EEE367F6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92" y="5247487"/>
            <a:ext cx="131523" cy="155846"/>
          </a:xfrm>
          <a:custGeom xmlns:a="http://schemas.openxmlformats.org/drawingml/2006/main">
            <a:pathLst>
              <a:path w="131523" h="155846">
                <a:moveTo>
                  <a:pt x="0" y="0"/>
                </a:moveTo>
                <a:lnTo>
                  <a:pt x="17116" y="0"/>
                </a:lnTo>
                <a:lnTo>
                  <a:pt x="17116" y="85580"/>
                </a:lnTo>
                <a:cubicBezTo>
                  <a:pt x="17116" y="101195"/>
                  <a:pt x="22221" y="114107"/>
                  <a:pt x="32430" y="124317"/>
                </a:cubicBezTo>
                <a:cubicBezTo>
                  <a:pt x="41439" y="133325"/>
                  <a:pt x="52549" y="137829"/>
                  <a:pt x="65762" y="137829"/>
                </a:cubicBezTo>
                <a:cubicBezTo>
                  <a:pt x="78974" y="137829"/>
                  <a:pt x="90084" y="133325"/>
                  <a:pt x="99093" y="124317"/>
                </a:cubicBezTo>
                <a:cubicBezTo>
                  <a:pt x="109303" y="114107"/>
                  <a:pt x="114407" y="101195"/>
                  <a:pt x="114407" y="85580"/>
                </a:cubicBezTo>
                <a:lnTo>
                  <a:pt x="114407" y="0"/>
                </a:lnTo>
                <a:lnTo>
                  <a:pt x="131523" y="0"/>
                </a:lnTo>
                <a:lnTo>
                  <a:pt x="131523" y="85580"/>
                </a:lnTo>
                <a:cubicBezTo>
                  <a:pt x="131523" y="106600"/>
                  <a:pt x="125217" y="123416"/>
                  <a:pt x="112606" y="136028"/>
                </a:cubicBezTo>
                <a:cubicBezTo>
                  <a:pt x="99393" y="149240"/>
                  <a:pt x="83779" y="155846"/>
                  <a:pt x="65762" y="155846"/>
                </a:cubicBezTo>
                <a:cubicBezTo>
                  <a:pt x="47745" y="155846"/>
                  <a:pt x="32130" y="149240"/>
                  <a:pt x="18918" y="136028"/>
                </a:cubicBezTo>
                <a:cubicBezTo>
                  <a:pt x="6306" y="123416"/>
                  <a:pt x="0" y="106600"/>
                  <a:pt x="0" y="8558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FFE70-4E8A-4286-BA90-F029A29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4687008"/>
            <a:ext cx="3480694" cy="489265"/>
          </a:xfrm>
          <a:custGeom xmlns:a="http://schemas.openxmlformats.org/drawingml/2006/main">
            <a:pathLst>
              <a:path w="3480694" h="489265">
                <a:moveTo>
                  <a:pt x="0" y="0"/>
                </a:moveTo>
                <a:lnTo>
                  <a:pt x="3480694" y="0"/>
                </a:lnTo>
                <a:lnTo>
                  <a:pt x="3480694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D">
            <a:extLst xmlns:a="http://schemas.openxmlformats.org/drawingml/2006/main">
              <a:ext uri="{FF2B5EF4-FFF2-40B4-BE49-F238E27FC236}">
                <a16:creationId xmlns:a16="http://schemas.microsoft.com/office/drawing/2014/main" id="{A21ACE99-5334-4091-B4D4-0DF69A34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784" y="4841062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1">
            <a:extLst xmlns:a="http://schemas.openxmlformats.org/drawingml/2006/main">
              <a:ext uri="{FF2B5EF4-FFF2-40B4-BE49-F238E27FC236}">
                <a16:creationId xmlns:a16="http://schemas.microsoft.com/office/drawing/2014/main" id="{BD1F47DE-811B-4040-9208-16727BC3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117" y="4984522"/>
            <a:ext cx="38136" cy="107651"/>
          </a:xfrm>
          <a:custGeom xmlns:a="http://schemas.openxmlformats.org/drawingml/2006/main">
            <a:pathLst>
              <a:path w="38136" h="107651">
                <a:moveTo>
                  <a:pt x="30253" y="0"/>
                </a:moveTo>
                <a:lnTo>
                  <a:pt x="38136" y="0"/>
                </a:lnTo>
                <a:lnTo>
                  <a:pt x="38136" y="107651"/>
                </a:lnTo>
                <a:lnTo>
                  <a:pt x="28452" y="107651"/>
                </a:lnTo>
                <a:lnTo>
                  <a:pt x="28452" y="27701"/>
                </a:lnTo>
                <a:lnTo>
                  <a:pt x="0" y="27701"/>
                </a:lnTo>
                <a:lnTo>
                  <a:pt x="0" y="20795"/>
                </a:lnTo>
                <a:cubicBezTo>
                  <a:pt x="8808" y="20644"/>
                  <a:pt x="14939" y="19881"/>
                  <a:pt x="18392" y="18505"/>
                </a:cubicBezTo>
                <a:cubicBezTo>
                  <a:pt x="21845" y="17129"/>
                  <a:pt x="24510" y="14977"/>
                  <a:pt x="26387" y="12049"/>
                </a:cubicBezTo>
                <a:cubicBezTo>
                  <a:pt x="28264" y="9121"/>
                  <a:pt x="29553" y="5105"/>
                  <a:pt x="3025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D">
            <a:extLst xmlns:a="http://schemas.openxmlformats.org/drawingml/2006/main">
              <a:ext uri="{FF2B5EF4-FFF2-40B4-BE49-F238E27FC236}">
                <a16:creationId xmlns:a16="http://schemas.microsoft.com/office/drawing/2014/main" id="{DCC9B485-1F6D-4996-996C-0C149F21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856" y="4841062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2">
            <a:extLst xmlns:a="http://schemas.openxmlformats.org/drawingml/2006/main">
              <a:ext uri="{FF2B5EF4-FFF2-40B4-BE49-F238E27FC236}">
                <a16:creationId xmlns:a16="http://schemas.microsoft.com/office/drawing/2014/main" id="{FA9E2823-EEAA-45EF-8F97-BA5C3851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335" y="4983621"/>
            <a:ext cx="70866" cy="108552"/>
          </a:xfrm>
          <a:custGeom xmlns:a="http://schemas.openxmlformats.org/drawingml/2006/main">
            <a:pathLst>
              <a:path w="70866" h="108552">
                <a:moveTo>
                  <a:pt x="37010" y="0"/>
                </a:moveTo>
                <a:cubicBezTo>
                  <a:pt x="47119" y="0"/>
                  <a:pt x="55214" y="2728"/>
                  <a:pt x="61295" y="8183"/>
                </a:cubicBezTo>
                <a:cubicBezTo>
                  <a:pt x="67376" y="13638"/>
                  <a:pt x="70416" y="21020"/>
                  <a:pt x="70416" y="30328"/>
                </a:cubicBezTo>
                <a:cubicBezTo>
                  <a:pt x="70416" y="37685"/>
                  <a:pt x="68126" y="44567"/>
                  <a:pt x="63547" y="50973"/>
                </a:cubicBezTo>
                <a:cubicBezTo>
                  <a:pt x="58968" y="57379"/>
                  <a:pt x="50648" y="64260"/>
                  <a:pt x="38586" y="71617"/>
                </a:cubicBezTo>
                <a:cubicBezTo>
                  <a:pt x="28827" y="77523"/>
                  <a:pt x="21971" y="82615"/>
                  <a:pt x="18017" y="86894"/>
                </a:cubicBezTo>
                <a:cubicBezTo>
                  <a:pt x="14063" y="91173"/>
                  <a:pt x="11736" y="95414"/>
                  <a:pt x="11035" y="99618"/>
                </a:cubicBezTo>
                <a:lnTo>
                  <a:pt x="70866" y="99618"/>
                </a:lnTo>
                <a:lnTo>
                  <a:pt x="70866" y="108552"/>
                </a:lnTo>
                <a:lnTo>
                  <a:pt x="0" y="108552"/>
                </a:lnTo>
                <a:cubicBezTo>
                  <a:pt x="100" y="100594"/>
                  <a:pt x="2402" y="93375"/>
                  <a:pt x="6906" y="86894"/>
                </a:cubicBezTo>
                <a:cubicBezTo>
                  <a:pt x="11411" y="80413"/>
                  <a:pt x="19393" y="73519"/>
                  <a:pt x="30854" y="66212"/>
                </a:cubicBezTo>
                <a:cubicBezTo>
                  <a:pt x="42315" y="58905"/>
                  <a:pt x="50160" y="52749"/>
                  <a:pt x="54389" y="47745"/>
                </a:cubicBezTo>
                <a:cubicBezTo>
                  <a:pt x="58617" y="42740"/>
                  <a:pt x="60732" y="36885"/>
                  <a:pt x="60732" y="30178"/>
                </a:cubicBezTo>
                <a:cubicBezTo>
                  <a:pt x="60732" y="23672"/>
                  <a:pt x="58480" y="18380"/>
                  <a:pt x="53976" y="14301"/>
                </a:cubicBezTo>
                <a:cubicBezTo>
                  <a:pt x="49471" y="10222"/>
                  <a:pt x="43666" y="8183"/>
                  <a:pt x="36559" y="8183"/>
                </a:cubicBezTo>
                <a:cubicBezTo>
                  <a:pt x="29152" y="8183"/>
                  <a:pt x="23309" y="10610"/>
                  <a:pt x="19030" y="15465"/>
                </a:cubicBezTo>
                <a:cubicBezTo>
                  <a:pt x="14751" y="20319"/>
                  <a:pt x="12487" y="27175"/>
                  <a:pt x="12236" y="36034"/>
                </a:cubicBezTo>
                <a:lnTo>
                  <a:pt x="12236" y="38136"/>
                </a:lnTo>
                <a:lnTo>
                  <a:pt x="2627" y="38136"/>
                </a:lnTo>
                <a:lnTo>
                  <a:pt x="2627" y="36634"/>
                </a:lnTo>
                <a:cubicBezTo>
                  <a:pt x="2627" y="25574"/>
                  <a:pt x="5618" y="16703"/>
                  <a:pt x="11598" y="10022"/>
                </a:cubicBezTo>
                <a:cubicBezTo>
                  <a:pt x="17579" y="3341"/>
                  <a:pt x="26049" y="0"/>
                  <a:pt x="3701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D">
            <a:extLst xmlns:a="http://schemas.openxmlformats.org/drawingml/2006/main">
              <a:ext uri="{FF2B5EF4-FFF2-40B4-BE49-F238E27FC236}">
                <a16:creationId xmlns:a16="http://schemas.microsoft.com/office/drawing/2014/main" id="{6AD5EA2F-3D29-42DC-86F4-315FAA4D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457" y="4841062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3">
            <a:extLst xmlns:a="http://schemas.openxmlformats.org/drawingml/2006/main">
              <a:ext uri="{FF2B5EF4-FFF2-40B4-BE49-F238E27FC236}">
                <a16:creationId xmlns:a16="http://schemas.microsoft.com/office/drawing/2014/main" id="{E5D2912E-CF60-45EB-8841-84D3E444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110" y="4983621"/>
            <a:ext cx="73944" cy="110879"/>
          </a:xfrm>
          <a:custGeom xmlns:a="http://schemas.openxmlformats.org/drawingml/2006/main">
            <a:pathLst>
              <a:path w="73944" h="110879">
                <a:moveTo>
                  <a:pt x="36559" y="0"/>
                </a:moveTo>
                <a:cubicBezTo>
                  <a:pt x="45918" y="0"/>
                  <a:pt x="53813" y="2402"/>
                  <a:pt x="60244" y="7207"/>
                </a:cubicBezTo>
                <a:cubicBezTo>
                  <a:pt x="66675" y="12011"/>
                  <a:pt x="69891" y="18743"/>
                  <a:pt x="69891" y="27401"/>
                </a:cubicBezTo>
                <a:cubicBezTo>
                  <a:pt x="69891" y="33306"/>
                  <a:pt x="68327" y="38361"/>
                  <a:pt x="65199" y="42565"/>
                </a:cubicBezTo>
                <a:cubicBezTo>
                  <a:pt x="62071" y="46769"/>
                  <a:pt x="57604" y="49647"/>
                  <a:pt x="51799" y="51198"/>
                </a:cubicBezTo>
                <a:lnTo>
                  <a:pt x="51799" y="51498"/>
                </a:lnTo>
                <a:cubicBezTo>
                  <a:pt x="59206" y="52850"/>
                  <a:pt x="64748" y="55927"/>
                  <a:pt x="68427" y="60732"/>
                </a:cubicBezTo>
                <a:cubicBezTo>
                  <a:pt x="72105" y="65536"/>
                  <a:pt x="73944" y="71317"/>
                  <a:pt x="73944" y="78073"/>
                </a:cubicBezTo>
                <a:cubicBezTo>
                  <a:pt x="73944" y="87882"/>
                  <a:pt x="70441" y="95802"/>
                  <a:pt x="63434" y="101833"/>
                </a:cubicBezTo>
                <a:cubicBezTo>
                  <a:pt x="56428" y="107864"/>
                  <a:pt x="47570" y="110879"/>
                  <a:pt x="36860" y="110879"/>
                </a:cubicBezTo>
                <a:cubicBezTo>
                  <a:pt x="26049" y="110879"/>
                  <a:pt x="17204" y="107851"/>
                  <a:pt x="10322" y="101795"/>
                </a:cubicBezTo>
                <a:cubicBezTo>
                  <a:pt x="3441" y="95740"/>
                  <a:pt x="0" y="87382"/>
                  <a:pt x="0" y="76722"/>
                </a:cubicBezTo>
                <a:cubicBezTo>
                  <a:pt x="0" y="75471"/>
                  <a:pt x="50" y="74645"/>
                  <a:pt x="150" y="74245"/>
                </a:cubicBezTo>
                <a:lnTo>
                  <a:pt x="9834" y="74245"/>
                </a:lnTo>
                <a:lnTo>
                  <a:pt x="9834" y="76272"/>
                </a:lnTo>
                <a:cubicBezTo>
                  <a:pt x="9834" y="84179"/>
                  <a:pt x="12249" y="90560"/>
                  <a:pt x="17079" y="95414"/>
                </a:cubicBezTo>
                <a:cubicBezTo>
                  <a:pt x="21908" y="100269"/>
                  <a:pt x="28452" y="102696"/>
                  <a:pt x="36709" y="102696"/>
                </a:cubicBezTo>
                <a:cubicBezTo>
                  <a:pt x="44517" y="102696"/>
                  <a:pt x="51060" y="100469"/>
                  <a:pt x="56340" y="96015"/>
                </a:cubicBezTo>
                <a:cubicBezTo>
                  <a:pt x="61620" y="91561"/>
                  <a:pt x="64260" y="85856"/>
                  <a:pt x="64260" y="78899"/>
                </a:cubicBezTo>
                <a:cubicBezTo>
                  <a:pt x="64260" y="71942"/>
                  <a:pt x="61946" y="66412"/>
                  <a:pt x="57316" y="62308"/>
                </a:cubicBezTo>
                <a:cubicBezTo>
                  <a:pt x="52687" y="58205"/>
                  <a:pt x="46343" y="56153"/>
                  <a:pt x="38286" y="56153"/>
                </a:cubicBezTo>
                <a:lnTo>
                  <a:pt x="30253" y="56153"/>
                </a:lnTo>
                <a:lnTo>
                  <a:pt x="30253" y="47970"/>
                </a:lnTo>
                <a:lnTo>
                  <a:pt x="38811" y="47970"/>
                </a:lnTo>
                <a:cubicBezTo>
                  <a:pt x="44567" y="47970"/>
                  <a:pt x="49571" y="46231"/>
                  <a:pt x="53825" y="42753"/>
                </a:cubicBezTo>
                <a:cubicBezTo>
                  <a:pt x="58079" y="39274"/>
                  <a:pt x="60206" y="34507"/>
                  <a:pt x="60206" y="28452"/>
                </a:cubicBezTo>
                <a:cubicBezTo>
                  <a:pt x="60206" y="21896"/>
                  <a:pt x="58054" y="16878"/>
                  <a:pt x="53750" y="13400"/>
                </a:cubicBezTo>
                <a:cubicBezTo>
                  <a:pt x="49446" y="9922"/>
                  <a:pt x="43766" y="8183"/>
                  <a:pt x="36709" y="8183"/>
                </a:cubicBezTo>
                <a:cubicBezTo>
                  <a:pt x="29353" y="8183"/>
                  <a:pt x="23434" y="10510"/>
                  <a:pt x="18955" y="15164"/>
                </a:cubicBezTo>
                <a:cubicBezTo>
                  <a:pt x="14476" y="19819"/>
                  <a:pt x="12236" y="26350"/>
                  <a:pt x="12236" y="34758"/>
                </a:cubicBezTo>
                <a:lnTo>
                  <a:pt x="12236" y="35358"/>
                </a:lnTo>
                <a:lnTo>
                  <a:pt x="2552" y="35358"/>
                </a:lnTo>
                <a:cubicBezTo>
                  <a:pt x="2652" y="24748"/>
                  <a:pt x="5868" y="16203"/>
                  <a:pt x="12199" y="9722"/>
                </a:cubicBezTo>
                <a:cubicBezTo>
                  <a:pt x="18530" y="3241"/>
                  <a:pt x="26650" y="0"/>
                  <a:pt x="3655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D">
            <a:extLst xmlns:a="http://schemas.openxmlformats.org/drawingml/2006/main">
              <a:ext uri="{FF2B5EF4-FFF2-40B4-BE49-F238E27FC236}">
                <a16:creationId xmlns:a16="http://schemas.microsoft.com/office/drawing/2014/main" id="{DA67D544-5B30-4989-BFBA-D04FEB3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59" y="4841062"/>
            <a:ext cx="132649" cy="164629"/>
          </a:xfrm>
          <a:custGeom xmlns:a="http://schemas.openxmlformats.org/drawingml/2006/main">
            <a:pathLst>
              <a:path w="132649" h="164629">
                <a:moveTo>
                  <a:pt x="54839" y="0"/>
                </a:moveTo>
                <a:cubicBezTo>
                  <a:pt x="79462" y="0"/>
                  <a:pt x="98586" y="6569"/>
                  <a:pt x="112211" y="19706"/>
                </a:cubicBezTo>
                <a:cubicBezTo>
                  <a:pt x="125837" y="32843"/>
                  <a:pt x="132649" y="53713"/>
                  <a:pt x="132649" y="82315"/>
                </a:cubicBezTo>
                <a:cubicBezTo>
                  <a:pt x="132649" y="111067"/>
                  <a:pt x="125780" y="131974"/>
                  <a:pt x="112043" y="145036"/>
                </a:cubicBezTo>
                <a:cubicBezTo>
                  <a:pt x="98305" y="158098"/>
                  <a:pt x="79800" y="164629"/>
                  <a:pt x="56528" y="164629"/>
                </a:cubicBezTo>
                <a:lnTo>
                  <a:pt x="0" y="164629"/>
                </a:lnTo>
                <a:lnTo>
                  <a:pt x="0" y="0"/>
                </a:lnTo>
                <a:lnTo>
                  <a:pt x="54839" y="0"/>
                </a:lnTo>
                <a:moveTo>
                  <a:pt x="50560" y="151229"/>
                </a:moveTo>
                <a:cubicBezTo>
                  <a:pt x="73306" y="151229"/>
                  <a:pt x="90066" y="145899"/>
                  <a:pt x="100838" y="135239"/>
                </a:cubicBezTo>
                <a:cubicBezTo>
                  <a:pt x="111611" y="124579"/>
                  <a:pt x="116997" y="106938"/>
                  <a:pt x="116997" y="82315"/>
                </a:cubicBezTo>
                <a:cubicBezTo>
                  <a:pt x="116997" y="57917"/>
                  <a:pt x="111742" y="40332"/>
                  <a:pt x="101232" y="29559"/>
                </a:cubicBezTo>
                <a:cubicBezTo>
                  <a:pt x="90723" y="18786"/>
                  <a:pt x="73081" y="13400"/>
                  <a:pt x="48308" y="13400"/>
                </a:cubicBezTo>
                <a:lnTo>
                  <a:pt x="15765" y="13400"/>
                </a:lnTo>
                <a:lnTo>
                  <a:pt x="15765" y="151229"/>
                </a:lnTo>
                <a:lnTo>
                  <a:pt x="50560" y="151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4">
            <a:extLst xmlns:a="http://schemas.openxmlformats.org/drawingml/2006/main">
              <a:ext uri="{FF2B5EF4-FFF2-40B4-BE49-F238E27FC236}">
                <a16:creationId xmlns:a16="http://schemas.microsoft.com/office/drawing/2014/main" id="{20775755-4B34-49AA-B139-E5B1C34F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61" y="4984522"/>
            <a:ext cx="74770" cy="107651"/>
          </a:xfrm>
          <a:custGeom xmlns:a="http://schemas.openxmlformats.org/drawingml/2006/main">
            <a:pathLst>
              <a:path w="74770" h="107651">
                <a:moveTo>
                  <a:pt x="49847" y="0"/>
                </a:moveTo>
                <a:lnTo>
                  <a:pt x="58630" y="0"/>
                </a:lnTo>
                <a:lnTo>
                  <a:pt x="58630" y="72743"/>
                </a:lnTo>
                <a:lnTo>
                  <a:pt x="74770" y="72743"/>
                </a:lnTo>
                <a:lnTo>
                  <a:pt x="74770" y="80926"/>
                </a:lnTo>
                <a:lnTo>
                  <a:pt x="58630" y="80926"/>
                </a:lnTo>
                <a:lnTo>
                  <a:pt x="58630" y="107651"/>
                </a:lnTo>
                <a:lnTo>
                  <a:pt x="49697" y="107651"/>
                </a:lnTo>
                <a:lnTo>
                  <a:pt x="49697" y="80926"/>
                </a:lnTo>
                <a:lnTo>
                  <a:pt x="0" y="80926"/>
                </a:lnTo>
                <a:lnTo>
                  <a:pt x="0" y="71542"/>
                </a:lnTo>
                <a:lnTo>
                  <a:pt x="49847" y="0"/>
                </a:lnTo>
                <a:moveTo>
                  <a:pt x="8783" y="72743"/>
                </a:moveTo>
                <a:lnTo>
                  <a:pt x="49697" y="72743"/>
                </a:lnTo>
                <a:lnTo>
                  <a:pt x="49697" y="14188"/>
                </a:lnTo>
                <a:lnTo>
                  <a:pt x="49396" y="14188"/>
                </a:lnTo>
                <a:lnTo>
                  <a:pt x="8783" y="72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97780-4E36-4AFC-B533-EEBEDD28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5643408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B0141-F147-4EBB-8E7F-FDDDBF6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5643408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C650C-6930-4B22-A47B-92327002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5643408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BC8C7-89DA-441A-B316-C95194D8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5643408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832DD-6EAE-4407-9D24-700DDDFE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563801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9E668-BC74-41C1-A364-854D55E1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563801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C5A4E-A1E0-4CE8-ABA2-4B0B639B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563801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D8E91-AC27-4D96-8F42-68780807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563801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12412-C312-4909-B06A-46C19B80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60" y="5638017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705F5-D1A3-499F-841F-50D7746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5643408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62A20-8BB4-4F13-B4EB-725F83AD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6093064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50" name="Text ✓">
            <a:extLst xmlns:a="http://schemas.openxmlformats.org/drawingml/2006/main">
              <a:ext uri="{FF2B5EF4-FFF2-40B4-BE49-F238E27FC236}">
                <a16:creationId xmlns:a16="http://schemas.microsoft.com/office/drawing/2014/main" id="{3C17FDFD-CC53-41C3-A60C-AB2D829A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549" y="5787804"/>
            <a:ext cx="136365" cy="147926"/>
          </a:xfrm>
          <a:custGeom xmlns:a="http://schemas.openxmlformats.org/drawingml/2006/main">
            <a:pathLst>
              <a:path w="136365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✗">
            <a:extLst xmlns:a="http://schemas.openxmlformats.org/drawingml/2006/main">
              <a:ext uri="{FF2B5EF4-FFF2-40B4-BE49-F238E27FC236}">
                <a16:creationId xmlns:a16="http://schemas.microsoft.com/office/drawing/2014/main" id="{341D82A2-AEDD-4E38-A366-E76F5CD2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66" y="5800416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✓">
            <a:extLst xmlns:a="http://schemas.openxmlformats.org/drawingml/2006/main">
              <a:ext uri="{FF2B5EF4-FFF2-40B4-BE49-F238E27FC236}">
                <a16:creationId xmlns:a16="http://schemas.microsoft.com/office/drawing/2014/main" id="{D92B718E-9899-4951-80FA-A047780D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559" y="5787804"/>
            <a:ext cx="136365" cy="147926"/>
          </a:xfrm>
          <a:custGeom xmlns:a="http://schemas.openxmlformats.org/drawingml/2006/main">
            <a:pathLst>
              <a:path w="136365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✗">
            <a:extLst xmlns:a="http://schemas.openxmlformats.org/drawingml/2006/main">
              <a:ext uri="{FF2B5EF4-FFF2-40B4-BE49-F238E27FC236}">
                <a16:creationId xmlns:a16="http://schemas.microsoft.com/office/drawing/2014/main" id="{E8BF9A5B-1B00-4255-9DF4-BD51F6D5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676" y="5800416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83475-500C-475E-9900-2E32802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0" y="5606239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Q">
            <a:extLst xmlns:a="http://schemas.openxmlformats.org/drawingml/2006/main">
              <a:ext uri="{FF2B5EF4-FFF2-40B4-BE49-F238E27FC236}">
                <a16:creationId xmlns:a16="http://schemas.microsoft.com/office/drawing/2014/main" id="{748A2043-5C2E-427A-B1BA-74AA9C46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03" y="5756802"/>
            <a:ext cx="155171" cy="178705"/>
          </a:xfrm>
          <a:custGeom xmlns:a="http://schemas.openxmlformats.org/drawingml/2006/main">
            <a:pathLst>
              <a:path w="155171" h="178705">
                <a:moveTo>
                  <a:pt x="77698" y="0"/>
                </a:moveTo>
                <a:cubicBezTo>
                  <a:pt x="101345" y="0"/>
                  <a:pt x="120169" y="8070"/>
                  <a:pt x="134170" y="24210"/>
                </a:cubicBezTo>
                <a:cubicBezTo>
                  <a:pt x="148170" y="40350"/>
                  <a:pt x="155171" y="60882"/>
                  <a:pt x="155171" y="85805"/>
                </a:cubicBezTo>
                <a:cubicBezTo>
                  <a:pt x="155171" y="99243"/>
                  <a:pt x="152956" y="111630"/>
                  <a:pt x="148527" y="122965"/>
                </a:cubicBezTo>
                <a:cubicBezTo>
                  <a:pt x="144098" y="134301"/>
                  <a:pt x="138017" y="143647"/>
                  <a:pt x="130285" y="151004"/>
                </a:cubicBezTo>
                <a:lnTo>
                  <a:pt x="153819" y="169021"/>
                </a:lnTo>
                <a:lnTo>
                  <a:pt x="145937" y="178705"/>
                </a:lnTo>
                <a:lnTo>
                  <a:pt x="120375" y="159337"/>
                </a:lnTo>
                <a:cubicBezTo>
                  <a:pt x="114670" y="163391"/>
                  <a:pt x="108289" y="166450"/>
                  <a:pt x="101232" y="168514"/>
                </a:cubicBezTo>
                <a:cubicBezTo>
                  <a:pt x="94176" y="170579"/>
                  <a:pt x="86331" y="171611"/>
                  <a:pt x="77698" y="171611"/>
                </a:cubicBezTo>
                <a:cubicBezTo>
                  <a:pt x="54051" y="171611"/>
                  <a:pt x="35189" y="163597"/>
                  <a:pt x="21114" y="147570"/>
                </a:cubicBezTo>
                <a:cubicBezTo>
                  <a:pt x="7038" y="131542"/>
                  <a:pt x="0" y="110954"/>
                  <a:pt x="0" y="85805"/>
                </a:cubicBezTo>
                <a:cubicBezTo>
                  <a:pt x="0" y="60657"/>
                  <a:pt x="7038" y="40069"/>
                  <a:pt x="21114" y="24041"/>
                </a:cubicBezTo>
                <a:cubicBezTo>
                  <a:pt x="35189" y="8014"/>
                  <a:pt x="54051" y="0"/>
                  <a:pt x="77698" y="0"/>
                </a:cubicBezTo>
                <a:moveTo>
                  <a:pt x="15652" y="85805"/>
                </a:moveTo>
                <a:cubicBezTo>
                  <a:pt x="15652" y="106525"/>
                  <a:pt x="21114" y="123772"/>
                  <a:pt x="32036" y="137548"/>
                </a:cubicBezTo>
                <a:cubicBezTo>
                  <a:pt x="42959" y="151323"/>
                  <a:pt x="58180" y="158211"/>
                  <a:pt x="77698" y="158211"/>
                </a:cubicBezTo>
                <a:cubicBezTo>
                  <a:pt x="83553" y="158211"/>
                  <a:pt x="88996" y="157535"/>
                  <a:pt x="94026" y="156184"/>
                </a:cubicBezTo>
                <a:cubicBezTo>
                  <a:pt x="99055" y="154833"/>
                  <a:pt x="103747" y="152806"/>
                  <a:pt x="108101" y="150103"/>
                </a:cubicBezTo>
                <a:lnTo>
                  <a:pt x="86481" y="133775"/>
                </a:lnTo>
                <a:lnTo>
                  <a:pt x="94476" y="123866"/>
                </a:lnTo>
                <a:lnTo>
                  <a:pt x="118461" y="142108"/>
                </a:lnTo>
                <a:cubicBezTo>
                  <a:pt x="125518" y="135352"/>
                  <a:pt x="130791" y="127094"/>
                  <a:pt x="134282" y="117335"/>
                </a:cubicBezTo>
                <a:cubicBezTo>
                  <a:pt x="137773" y="107576"/>
                  <a:pt x="139518" y="97066"/>
                  <a:pt x="139518" y="85805"/>
                </a:cubicBezTo>
                <a:cubicBezTo>
                  <a:pt x="139518" y="65161"/>
                  <a:pt x="134076" y="47932"/>
                  <a:pt x="123191" y="34119"/>
                </a:cubicBezTo>
                <a:cubicBezTo>
                  <a:pt x="112305" y="20307"/>
                  <a:pt x="97066" y="13400"/>
                  <a:pt x="77473" y="13400"/>
                </a:cubicBezTo>
                <a:cubicBezTo>
                  <a:pt x="58405" y="13400"/>
                  <a:pt x="43334" y="20156"/>
                  <a:pt x="32262" y="33669"/>
                </a:cubicBezTo>
                <a:cubicBezTo>
                  <a:pt x="21189" y="47182"/>
                  <a:pt x="15652" y="64561"/>
                  <a:pt x="15652" y="8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lim">
            <a:extLst xmlns:a="http://schemas.openxmlformats.org/drawingml/2006/main">
              <a:ext uri="{FF2B5EF4-FFF2-40B4-BE49-F238E27FC236}">
                <a16:creationId xmlns:a16="http://schemas.microsoft.com/office/drawing/2014/main" id="{440756FC-BA84-4B82-AD17-0EE5D076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98" y="5901650"/>
            <a:ext cx="166338" cy="109753"/>
          </a:xfrm>
          <a:custGeom xmlns:a="http://schemas.openxmlformats.org/drawingml/2006/main">
            <a:pathLst>
              <a:path w="166338" h="109753">
                <a:moveTo>
                  <a:pt x="9684" y="0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0"/>
                </a:lnTo>
                <a:lnTo>
                  <a:pt x="9684" y="0"/>
                </a:lnTo>
                <a:close/>
                <a:moveTo>
                  <a:pt x="38127" y="0"/>
                </a:moveTo>
                <a:lnTo>
                  <a:pt x="38127" y="15540"/>
                </a:lnTo>
                <a:lnTo>
                  <a:pt x="28443" y="15540"/>
                </a:lnTo>
                <a:lnTo>
                  <a:pt x="28443" y="0"/>
                </a:lnTo>
                <a:lnTo>
                  <a:pt x="38127" y="0"/>
                </a:lnTo>
                <a:moveTo>
                  <a:pt x="38127" y="30404"/>
                </a:moveTo>
                <a:lnTo>
                  <a:pt x="38127" y="109753"/>
                </a:lnTo>
                <a:lnTo>
                  <a:pt x="28443" y="109753"/>
                </a:lnTo>
                <a:lnTo>
                  <a:pt x="28443" y="30404"/>
                </a:lnTo>
                <a:lnTo>
                  <a:pt x="38127" y="30404"/>
                </a:lnTo>
                <a:close/>
                <a:moveTo>
                  <a:pt x="92093" y="28151"/>
                </a:moveTo>
                <a:cubicBezTo>
                  <a:pt x="97599" y="28151"/>
                  <a:pt x="102378" y="29465"/>
                  <a:pt x="106432" y="32093"/>
                </a:cubicBezTo>
                <a:cubicBezTo>
                  <a:pt x="110486" y="34720"/>
                  <a:pt x="113288" y="38561"/>
                  <a:pt x="114840" y="43616"/>
                </a:cubicBezTo>
                <a:cubicBezTo>
                  <a:pt x="117292" y="38561"/>
                  <a:pt x="120733" y="34720"/>
                  <a:pt x="125162" y="32093"/>
                </a:cubicBezTo>
                <a:cubicBezTo>
                  <a:pt x="129591" y="29465"/>
                  <a:pt x="134583" y="28151"/>
                  <a:pt x="140138" y="28151"/>
                </a:cubicBezTo>
                <a:cubicBezTo>
                  <a:pt x="148947" y="28151"/>
                  <a:pt x="155515" y="30491"/>
                  <a:pt x="159844" y="35170"/>
                </a:cubicBezTo>
                <a:cubicBezTo>
                  <a:pt x="164173" y="39850"/>
                  <a:pt x="166338" y="46544"/>
                  <a:pt x="166338" y="55252"/>
                </a:cubicBezTo>
                <a:lnTo>
                  <a:pt x="166338" y="109753"/>
                </a:lnTo>
                <a:lnTo>
                  <a:pt x="156654" y="109753"/>
                </a:lnTo>
                <a:lnTo>
                  <a:pt x="156654" y="55777"/>
                </a:lnTo>
                <a:cubicBezTo>
                  <a:pt x="156654" y="49071"/>
                  <a:pt x="155153" y="44141"/>
                  <a:pt x="152150" y="40988"/>
                </a:cubicBezTo>
                <a:cubicBezTo>
                  <a:pt x="149147" y="37835"/>
                  <a:pt x="144417" y="36259"/>
                  <a:pt x="137961" y="36259"/>
                </a:cubicBezTo>
                <a:cubicBezTo>
                  <a:pt x="130905" y="36259"/>
                  <a:pt x="125550" y="38686"/>
                  <a:pt x="121896" y="43541"/>
                </a:cubicBezTo>
                <a:cubicBezTo>
                  <a:pt x="118243" y="48395"/>
                  <a:pt x="116416" y="55252"/>
                  <a:pt x="116416" y="64110"/>
                </a:cubicBezTo>
                <a:lnTo>
                  <a:pt x="116416" y="109753"/>
                </a:lnTo>
                <a:lnTo>
                  <a:pt x="106657" y="109753"/>
                </a:lnTo>
                <a:lnTo>
                  <a:pt x="106657" y="55402"/>
                </a:lnTo>
                <a:cubicBezTo>
                  <a:pt x="106657" y="49446"/>
                  <a:pt x="105281" y="44767"/>
                  <a:pt x="102528" y="41364"/>
                </a:cubicBezTo>
                <a:cubicBezTo>
                  <a:pt x="99776" y="37961"/>
                  <a:pt x="95622" y="36259"/>
                  <a:pt x="90066" y="36259"/>
                </a:cubicBezTo>
                <a:cubicBezTo>
                  <a:pt x="82359" y="36259"/>
                  <a:pt x="76491" y="38874"/>
                  <a:pt x="72462" y="44104"/>
                </a:cubicBezTo>
                <a:cubicBezTo>
                  <a:pt x="68434" y="49334"/>
                  <a:pt x="66419" y="56228"/>
                  <a:pt x="66419" y="64786"/>
                </a:cubicBezTo>
                <a:lnTo>
                  <a:pt x="66419" y="109753"/>
                </a:lnTo>
                <a:lnTo>
                  <a:pt x="56735" y="109753"/>
                </a:lnTo>
                <a:lnTo>
                  <a:pt x="56735" y="30404"/>
                </a:lnTo>
                <a:lnTo>
                  <a:pt x="65669" y="30404"/>
                </a:lnTo>
                <a:lnTo>
                  <a:pt x="65669" y="43766"/>
                </a:lnTo>
                <a:lnTo>
                  <a:pt x="66119" y="43766"/>
                </a:lnTo>
                <a:cubicBezTo>
                  <a:pt x="68872" y="38561"/>
                  <a:pt x="72412" y="34658"/>
                  <a:pt x="76741" y="32055"/>
                </a:cubicBezTo>
                <a:cubicBezTo>
                  <a:pt x="81071" y="29453"/>
                  <a:pt x="86188" y="28151"/>
                  <a:pt x="92093" y="2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∪">
            <a:extLst xmlns:a="http://schemas.openxmlformats.org/drawingml/2006/main">
              <a:ext uri="{FF2B5EF4-FFF2-40B4-BE49-F238E27FC236}">
                <a16:creationId xmlns:a16="http://schemas.microsoft.com/office/drawing/2014/main" id="{3044EB94-3ABB-45A8-A7AD-BB21185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92" y="5766373"/>
            <a:ext cx="131523" cy="155846"/>
          </a:xfrm>
          <a:custGeom xmlns:a="http://schemas.openxmlformats.org/drawingml/2006/main">
            <a:pathLst>
              <a:path w="131523" h="155846">
                <a:moveTo>
                  <a:pt x="0" y="0"/>
                </a:moveTo>
                <a:lnTo>
                  <a:pt x="17116" y="0"/>
                </a:lnTo>
                <a:lnTo>
                  <a:pt x="17116" y="85580"/>
                </a:lnTo>
                <a:cubicBezTo>
                  <a:pt x="17116" y="101195"/>
                  <a:pt x="22221" y="114107"/>
                  <a:pt x="32430" y="124317"/>
                </a:cubicBezTo>
                <a:cubicBezTo>
                  <a:pt x="41439" y="133325"/>
                  <a:pt x="52549" y="137829"/>
                  <a:pt x="65762" y="137829"/>
                </a:cubicBezTo>
                <a:cubicBezTo>
                  <a:pt x="78974" y="137829"/>
                  <a:pt x="90084" y="133325"/>
                  <a:pt x="99093" y="124317"/>
                </a:cubicBezTo>
                <a:cubicBezTo>
                  <a:pt x="109303" y="114107"/>
                  <a:pt x="114407" y="101195"/>
                  <a:pt x="114407" y="85580"/>
                </a:cubicBezTo>
                <a:lnTo>
                  <a:pt x="114407" y="0"/>
                </a:lnTo>
                <a:lnTo>
                  <a:pt x="131523" y="0"/>
                </a:lnTo>
                <a:lnTo>
                  <a:pt x="131523" y="85580"/>
                </a:lnTo>
                <a:cubicBezTo>
                  <a:pt x="131523" y="106600"/>
                  <a:pt x="125217" y="123416"/>
                  <a:pt x="112606" y="136028"/>
                </a:cubicBezTo>
                <a:cubicBezTo>
                  <a:pt x="99393" y="149240"/>
                  <a:pt x="83779" y="155846"/>
                  <a:pt x="65762" y="155846"/>
                </a:cubicBezTo>
                <a:cubicBezTo>
                  <a:pt x="47745" y="155846"/>
                  <a:pt x="32130" y="149240"/>
                  <a:pt x="18918" y="136028"/>
                </a:cubicBezTo>
                <a:cubicBezTo>
                  <a:pt x="6306" y="123416"/>
                  <a:pt x="0" y="106600"/>
                  <a:pt x="0" y="8558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DF69E-D205-4822-90CD-746B427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6162294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2819F-F054-4DE3-BBF5-767E3F42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6162294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62F26-5EE0-4899-B8D3-F7D6794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6162294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A7304-70F6-4C9B-A9B1-2D415F0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6162294"/>
            <a:ext cx="434505" cy="449656"/>
          </a:xfrm>
          <a:custGeom xmlns:a="http://schemas.openxmlformats.org/drawingml/2006/main">
            <a:pathLst>
              <a:path w="434505" h="449656">
                <a:moveTo>
                  <a:pt x="0" y="0"/>
                </a:moveTo>
                <a:lnTo>
                  <a:pt x="434505" y="0"/>
                </a:lnTo>
                <a:lnTo>
                  <a:pt x="434505" y="449656"/>
                </a:lnTo>
                <a:lnTo>
                  <a:pt x="0" y="449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B3A13-FFD1-44BA-BA7F-4EE17A8B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40" y="615690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F0EDA-FE86-451C-9C17-DA5DEDA5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615690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A1771-8A15-43CE-BF7E-CF5F067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50" y="615690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81056-929B-4495-8766-8F2F0633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455" y="615690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AE286-743B-4D17-A09B-4E9A053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60" y="6156903"/>
            <a:ext cx="10" cy="460438"/>
          </a:xfrm>
          <a:custGeom xmlns:a="http://schemas.openxmlformats.org/drawingml/2006/main">
            <a:pathLst>
              <a:path w="1" h="460438" fill="none">
                <a:moveTo>
                  <a:pt x="0" y="0"/>
                </a:moveTo>
                <a:lnTo>
                  <a:pt x="0" y="460438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52BDD-BAD2-44B8-9BB0-A1D61C5E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6162294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860FE-FCFE-4F00-A48C-5438C05A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49" y="6611951"/>
            <a:ext cx="1748802" cy="10"/>
          </a:xfrm>
          <a:custGeom xmlns:a="http://schemas.openxmlformats.org/drawingml/2006/main">
            <a:pathLst>
              <a:path w="1748802" h="1" fill="none">
                <a:moveTo>
                  <a:pt x="0" y="0"/>
                </a:moveTo>
                <a:lnTo>
                  <a:pt x="174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9E9E9E"/>
            </a:solidFill>
            <a:miter/>
          </a:ln>
        </p:spPr>
      </p:sp>
      <p:sp>
        <p:nvSpPr>
          <p:cNvPr id="269" name="Text ✓">
            <a:extLst xmlns:a="http://schemas.openxmlformats.org/drawingml/2006/main">
              <a:ext uri="{FF2B5EF4-FFF2-40B4-BE49-F238E27FC236}">
                <a16:creationId xmlns:a16="http://schemas.microsoft.com/office/drawing/2014/main" id="{B6BD7B1F-6025-4199-9961-E8D1A2D3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549" y="6306691"/>
            <a:ext cx="136365" cy="147926"/>
          </a:xfrm>
          <a:custGeom xmlns:a="http://schemas.openxmlformats.org/drawingml/2006/main">
            <a:pathLst>
              <a:path w="136365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✗">
            <a:extLst xmlns:a="http://schemas.openxmlformats.org/drawingml/2006/main">
              <a:ext uri="{FF2B5EF4-FFF2-40B4-BE49-F238E27FC236}">
                <a16:creationId xmlns:a16="http://schemas.microsoft.com/office/drawing/2014/main" id="{DBB2B3F0-35AF-40DD-8339-FC788A93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66" y="6319303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✗">
            <a:extLst xmlns:a="http://schemas.openxmlformats.org/drawingml/2006/main">
              <a:ext uri="{FF2B5EF4-FFF2-40B4-BE49-F238E27FC236}">
                <a16:creationId xmlns:a16="http://schemas.microsoft.com/office/drawing/2014/main" id="{7C75AB7A-534F-4340-9358-5415CC89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171" y="6319303"/>
            <a:ext cx="114295" cy="147926"/>
          </a:xfrm>
          <a:custGeom xmlns:a="http://schemas.openxmlformats.org/drawingml/2006/main">
            <a:pathLst>
              <a:path w="114295" h="147926">
                <a:moveTo>
                  <a:pt x="112718" y="3941"/>
                </a:moveTo>
                <a:cubicBezTo>
                  <a:pt x="113769" y="4467"/>
                  <a:pt x="114295" y="5518"/>
                  <a:pt x="114295" y="7094"/>
                </a:cubicBezTo>
                <a:cubicBezTo>
                  <a:pt x="114295" y="8671"/>
                  <a:pt x="114032" y="9722"/>
                  <a:pt x="113506" y="10247"/>
                </a:cubicBezTo>
                <a:cubicBezTo>
                  <a:pt x="102471" y="23910"/>
                  <a:pt x="89597" y="40726"/>
                  <a:pt x="74883" y="60694"/>
                </a:cubicBezTo>
                <a:cubicBezTo>
                  <a:pt x="84867" y="80663"/>
                  <a:pt x="92487" y="95902"/>
                  <a:pt x="97742" y="106412"/>
                </a:cubicBezTo>
                <a:cubicBezTo>
                  <a:pt x="97216" y="107463"/>
                  <a:pt x="96165" y="108252"/>
                  <a:pt x="94589" y="108777"/>
                </a:cubicBezTo>
                <a:lnTo>
                  <a:pt x="94589" y="110353"/>
                </a:lnTo>
                <a:cubicBezTo>
                  <a:pt x="94063" y="111404"/>
                  <a:pt x="92749" y="112455"/>
                  <a:pt x="90648" y="113506"/>
                </a:cubicBezTo>
                <a:cubicBezTo>
                  <a:pt x="92224" y="116134"/>
                  <a:pt x="92224" y="117710"/>
                  <a:pt x="90648" y="118236"/>
                </a:cubicBezTo>
                <a:cubicBezTo>
                  <a:pt x="89071" y="119287"/>
                  <a:pt x="88020" y="120075"/>
                  <a:pt x="87495" y="120601"/>
                </a:cubicBezTo>
                <a:cubicBezTo>
                  <a:pt x="85393" y="121652"/>
                  <a:pt x="83291" y="120863"/>
                  <a:pt x="81189" y="118236"/>
                </a:cubicBezTo>
                <a:cubicBezTo>
                  <a:pt x="73306" y="107726"/>
                  <a:pt x="65687" y="95902"/>
                  <a:pt x="58330" y="82765"/>
                </a:cubicBezTo>
                <a:cubicBezTo>
                  <a:pt x="44667" y="103259"/>
                  <a:pt x="32581" y="122177"/>
                  <a:pt x="22071" y="139518"/>
                </a:cubicBezTo>
                <a:cubicBezTo>
                  <a:pt x="19443" y="143722"/>
                  <a:pt x="17604" y="146087"/>
                  <a:pt x="16553" y="146613"/>
                </a:cubicBezTo>
                <a:cubicBezTo>
                  <a:pt x="14977" y="147663"/>
                  <a:pt x="12612" y="147926"/>
                  <a:pt x="9459" y="147401"/>
                </a:cubicBezTo>
                <a:cubicBezTo>
                  <a:pt x="6831" y="147926"/>
                  <a:pt x="5255" y="147401"/>
                  <a:pt x="4729" y="145824"/>
                </a:cubicBezTo>
                <a:cubicBezTo>
                  <a:pt x="4204" y="144773"/>
                  <a:pt x="3416" y="143197"/>
                  <a:pt x="2365" y="141095"/>
                </a:cubicBezTo>
                <a:cubicBezTo>
                  <a:pt x="1314" y="140044"/>
                  <a:pt x="788" y="138730"/>
                  <a:pt x="788" y="137154"/>
                </a:cubicBezTo>
                <a:cubicBezTo>
                  <a:pt x="1314" y="135577"/>
                  <a:pt x="1839" y="133738"/>
                  <a:pt x="2365" y="131636"/>
                </a:cubicBezTo>
                <a:lnTo>
                  <a:pt x="0" y="127695"/>
                </a:lnTo>
                <a:cubicBezTo>
                  <a:pt x="6306" y="115608"/>
                  <a:pt x="22071" y="93275"/>
                  <a:pt x="47294" y="60694"/>
                </a:cubicBezTo>
                <a:cubicBezTo>
                  <a:pt x="39937" y="45455"/>
                  <a:pt x="33632" y="29953"/>
                  <a:pt x="28377" y="14188"/>
                </a:cubicBezTo>
                <a:cubicBezTo>
                  <a:pt x="28377" y="12612"/>
                  <a:pt x="29690" y="10773"/>
                  <a:pt x="32318" y="8671"/>
                </a:cubicBezTo>
                <a:cubicBezTo>
                  <a:pt x="33894" y="7094"/>
                  <a:pt x="35208" y="6831"/>
                  <a:pt x="36259" y="7882"/>
                </a:cubicBezTo>
                <a:cubicBezTo>
                  <a:pt x="36784" y="8933"/>
                  <a:pt x="37835" y="9196"/>
                  <a:pt x="39412" y="8671"/>
                </a:cubicBezTo>
                <a:cubicBezTo>
                  <a:pt x="40988" y="8145"/>
                  <a:pt x="42039" y="7357"/>
                  <a:pt x="42565" y="6306"/>
                </a:cubicBezTo>
                <a:cubicBezTo>
                  <a:pt x="43090" y="5780"/>
                  <a:pt x="43879" y="5518"/>
                  <a:pt x="44930" y="5518"/>
                </a:cubicBezTo>
                <a:cubicBezTo>
                  <a:pt x="46506" y="6043"/>
                  <a:pt x="47557" y="6831"/>
                  <a:pt x="48083" y="7882"/>
                </a:cubicBezTo>
                <a:cubicBezTo>
                  <a:pt x="50710" y="14188"/>
                  <a:pt x="55965" y="24698"/>
                  <a:pt x="63847" y="39412"/>
                </a:cubicBezTo>
                <a:cubicBezTo>
                  <a:pt x="74357" y="27326"/>
                  <a:pt x="84867" y="14714"/>
                  <a:pt x="95377" y="1576"/>
                </a:cubicBezTo>
                <a:cubicBezTo>
                  <a:pt x="95902" y="525"/>
                  <a:pt x="96691" y="0"/>
                  <a:pt x="97742" y="0"/>
                </a:cubicBezTo>
                <a:cubicBezTo>
                  <a:pt x="99318" y="0"/>
                  <a:pt x="100895" y="788"/>
                  <a:pt x="102471" y="2365"/>
                </a:cubicBezTo>
                <a:cubicBezTo>
                  <a:pt x="104048" y="3941"/>
                  <a:pt x="105099" y="4204"/>
                  <a:pt x="105624" y="3153"/>
                </a:cubicBezTo>
                <a:cubicBezTo>
                  <a:pt x="106675" y="2627"/>
                  <a:pt x="107463" y="2102"/>
                  <a:pt x="107989" y="1576"/>
                </a:cubicBezTo>
                <a:cubicBezTo>
                  <a:pt x="109040" y="525"/>
                  <a:pt x="109565" y="263"/>
                  <a:pt x="109565" y="788"/>
                </a:cubicBezTo>
                <a:cubicBezTo>
                  <a:pt x="110091" y="1839"/>
                  <a:pt x="111142" y="2890"/>
                  <a:pt x="112718" y="3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✓">
            <a:extLst xmlns:a="http://schemas.openxmlformats.org/drawingml/2006/main">
              <a:ext uri="{FF2B5EF4-FFF2-40B4-BE49-F238E27FC236}">
                <a16:creationId xmlns:a16="http://schemas.microsoft.com/office/drawing/2014/main" id="{B64A54D6-B6E7-4189-B8AD-BB24414D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064" y="6306691"/>
            <a:ext cx="136365" cy="147926"/>
          </a:xfrm>
          <a:custGeom xmlns:a="http://schemas.openxmlformats.org/drawingml/2006/main">
            <a:pathLst>
              <a:path w="136365" h="147926">
                <a:moveTo>
                  <a:pt x="788" y="107201"/>
                </a:moveTo>
                <a:cubicBezTo>
                  <a:pt x="788" y="105099"/>
                  <a:pt x="525" y="103259"/>
                  <a:pt x="0" y="101683"/>
                </a:cubicBezTo>
                <a:cubicBezTo>
                  <a:pt x="0" y="96953"/>
                  <a:pt x="3153" y="92749"/>
                  <a:pt x="9459" y="89071"/>
                </a:cubicBezTo>
                <a:cubicBezTo>
                  <a:pt x="13663" y="86969"/>
                  <a:pt x="16816" y="85918"/>
                  <a:pt x="18918" y="85918"/>
                </a:cubicBezTo>
                <a:cubicBezTo>
                  <a:pt x="21545" y="86444"/>
                  <a:pt x="23384" y="88020"/>
                  <a:pt x="24435" y="90648"/>
                </a:cubicBezTo>
                <a:cubicBezTo>
                  <a:pt x="27588" y="98004"/>
                  <a:pt x="29690" y="102997"/>
                  <a:pt x="30741" y="105624"/>
                </a:cubicBezTo>
                <a:cubicBezTo>
                  <a:pt x="31792" y="107726"/>
                  <a:pt x="32843" y="108777"/>
                  <a:pt x="33894" y="108777"/>
                </a:cubicBezTo>
                <a:cubicBezTo>
                  <a:pt x="34945" y="108777"/>
                  <a:pt x="35996" y="107989"/>
                  <a:pt x="37047" y="106412"/>
                </a:cubicBezTo>
                <a:cubicBezTo>
                  <a:pt x="54914" y="74883"/>
                  <a:pt x="70942" y="50447"/>
                  <a:pt x="85130" y="33106"/>
                </a:cubicBezTo>
                <a:cubicBezTo>
                  <a:pt x="96165" y="19969"/>
                  <a:pt x="102997" y="12349"/>
                  <a:pt x="105624" y="10247"/>
                </a:cubicBezTo>
                <a:cubicBezTo>
                  <a:pt x="114032" y="3941"/>
                  <a:pt x="124016" y="525"/>
                  <a:pt x="135577" y="0"/>
                </a:cubicBezTo>
                <a:lnTo>
                  <a:pt x="136365" y="3941"/>
                </a:lnTo>
                <a:cubicBezTo>
                  <a:pt x="127432" y="12875"/>
                  <a:pt x="111930" y="32843"/>
                  <a:pt x="89859" y="63847"/>
                </a:cubicBezTo>
                <a:cubicBezTo>
                  <a:pt x="68314" y="94851"/>
                  <a:pt x="52812" y="119287"/>
                  <a:pt x="43353" y="137154"/>
                </a:cubicBezTo>
                <a:cubicBezTo>
                  <a:pt x="41251" y="141883"/>
                  <a:pt x="38624" y="144773"/>
                  <a:pt x="35471" y="145824"/>
                </a:cubicBezTo>
                <a:cubicBezTo>
                  <a:pt x="33894" y="147401"/>
                  <a:pt x="30479" y="147926"/>
                  <a:pt x="25224" y="147401"/>
                </a:cubicBezTo>
                <a:cubicBezTo>
                  <a:pt x="21545" y="147926"/>
                  <a:pt x="18918" y="147401"/>
                  <a:pt x="17341" y="145824"/>
                </a:cubicBezTo>
                <a:cubicBezTo>
                  <a:pt x="15765" y="144773"/>
                  <a:pt x="14188" y="142671"/>
                  <a:pt x="12612" y="139518"/>
                </a:cubicBezTo>
                <a:cubicBezTo>
                  <a:pt x="7357" y="126907"/>
                  <a:pt x="3416" y="116134"/>
                  <a:pt x="788" y="107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499B8-87C1-4CF2-B046-E3E1824E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0" y="6125126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Q">
            <a:extLst xmlns:a="http://schemas.openxmlformats.org/drawingml/2006/main">
              <a:ext uri="{FF2B5EF4-FFF2-40B4-BE49-F238E27FC236}">
                <a16:creationId xmlns:a16="http://schemas.microsoft.com/office/drawing/2014/main" id="{1E052DDC-9AD2-4FF5-99B9-41856FBC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03" y="6275689"/>
            <a:ext cx="155171" cy="178705"/>
          </a:xfrm>
          <a:custGeom xmlns:a="http://schemas.openxmlformats.org/drawingml/2006/main">
            <a:pathLst>
              <a:path w="155171" h="178705">
                <a:moveTo>
                  <a:pt x="77698" y="0"/>
                </a:moveTo>
                <a:cubicBezTo>
                  <a:pt x="101345" y="0"/>
                  <a:pt x="120169" y="8070"/>
                  <a:pt x="134170" y="24210"/>
                </a:cubicBezTo>
                <a:cubicBezTo>
                  <a:pt x="148170" y="40350"/>
                  <a:pt x="155171" y="60882"/>
                  <a:pt x="155171" y="85805"/>
                </a:cubicBezTo>
                <a:cubicBezTo>
                  <a:pt x="155171" y="99243"/>
                  <a:pt x="152956" y="111630"/>
                  <a:pt x="148527" y="122965"/>
                </a:cubicBezTo>
                <a:cubicBezTo>
                  <a:pt x="144098" y="134301"/>
                  <a:pt x="138017" y="143647"/>
                  <a:pt x="130285" y="151004"/>
                </a:cubicBezTo>
                <a:lnTo>
                  <a:pt x="153819" y="169021"/>
                </a:lnTo>
                <a:lnTo>
                  <a:pt x="145937" y="178705"/>
                </a:lnTo>
                <a:lnTo>
                  <a:pt x="120375" y="159337"/>
                </a:lnTo>
                <a:cubicBezTo>
                  <a:pt x="114670" y="163391"/>
                  <a:pt x="108289" y="166450"/>
                  <a:pt x="101232" y="168514"/>
                </a:cubicBezTo>
                <a:cubicBezTo>
                  <a:pt x="94176" y="170579"/>
                  <a:pt x="86331" y="171611"/>
                  <a:pt x="77698" y="171611"/>
                </a:cubicBezTo>
                <a:cubicBezTo>
                  <a:pt x="54051" y="171611"/>
                  <a:pt x="35189" y="163597"/>
                  <a:pt x="21114" y="147570"/>
                </a:cubicBezTo>
                <a:cubicBezTo>
                  <a:pt x="7038" y="131542"/>
                  <a:pt x="0" y="110954"/>
                  <a:pt x="0" y="85805"/>
                </a:cubicBezTo>
                <a:cubicBezTo>
                  <a:pt x="0" y="60657"/>
                  <a:pt x="7038" y="40069"/>
                  <a:pt x="21114" y="24041"/>
                </a:cubicBezTo>
                <a:cubicBezTo>
                  <a:pt x="35189" y="8014"/>
                  <a:pt x="54051" y="0"/>
                  <a:pt x="77698" y="0"/>
                </a:cubicBezTo>
                <a:moveTo>
                  <a:pt x="15652" y="85805"/>
                </a:moveTo>
                <a:cubicBezTo>
                  <a:pt x="15652" y="106525"/>
                  <a:pt x="21114" y="123772"/>
                  <a:pt x="32036" y="137548"/>
                </a:cubicBezTo>
                <a:cubicBezTo>
                  <a:pt x="42959" y="151323"/>
                  <a:pt x="58180" y="158211"/>
                  <a:pt x="77698" y="158211"/>
                </a:cubicBezTo>
                <a:cubicBezTo>
                  <a:pt x="83553" y="158211"/>
                  <a:pt x="88996" y="157535"/>
                  <a:pt x="94026" y="156184"/>
                </a:cubicBezTo>
                <a:cubicBezTo>
                  <a:pt x="99055" y="154833"/>
                  <a:pt x="103747" y="152806"/>
                  <a:pt x="108101" y="150103"/>
                </a:cubicBezTo>
                <a:lnTo>
                  <a:pt x="86481" y="133775"/>
                </a:lnTo>
                <a:lnTo>
                  <a:pt x="94476" y="123866"/>
                </a:lnTo>
                <a:lnTo>
                  <a:pt x="118461" y="142108"/>
                </a:lnTo>
                <a:cubicBezTo>
                  <a:pt x="125518" y="135352"/>
                  <a:pt x="130791" y="127094"/>
                  <a:pt x="134282" y="117335"/>
                </a:cubicBezTo>
                <a:cubicBezTo>
                  <a:pt x="137773" y="107576"/>
                  <a:pt x="139518" y="97066"/>
                  <a:pt x="139518" y="85805"/>
                </a:cubicBezTo>
                <a:cubicBezTo>
                  <a:pt x="139518" y="65161"/>
                  <a:pt x="134076" y="47932"/>
                  <a:pt x="123191" y="34119"/>
                </a:cubicBezTo>
                <a:cubicBezTo>
                  <a:pt x="112305" y="20307"/>
                  <a:pt x="97066" y="13400"/>
                  <a:pt x="77473" y="13400"/>
                </a:cubicBezTo>
                <a:cubicBezTo>
                  <a:pt x="58405" y="13400"/>
                  <a:pt x="43334" y="20156"/>
                  <a:pt x="32262" y="33669"/>
                </a:cubicBezTo>
                <a:cubicBezTo>
                  <a:pt x="21189" y="47182"/>
                  <a:pt x="15652" y="64561"/>
                  <a:pt x="15652" y="8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lim">
            <a:extLst xmlns:a="http://schemas.openxmlformats.org/drawingml/2006/main">
              <a:ext uri="{FF2B5EF4-FFF2-40B4-BE49-F238E27FC236}">
                <a16:creationId xmlns:a16="http://schemas.microsoft.com/office/drawing/2014/main" id="{E844A518-2360-40C3-8D55-E249AAB1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98" y="6420537"/>
            <a:ext cx="166338" cy="109753"/>
          </a:xfrm>
          <a:custGeom xmlns:a="http://schemas.openxmlformats.org/drawingml/2006/main">
            <a:pathLst>
              <a:path w="166338" h="109753">
                <a:moveTo>
                  <a:pt x="9684" y="0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0"/>
                </a:lnTo>
                <a:lnTo>
                  <a:pt x="9684" y="0"/>
                </a:lnTo>
                <a:close/>
                <a:moveTo>
                  <a:pt x="38127" y="0"/>
                </a:moveTo>
                <a:lnTo>
                  <a:pt x="38127" y="15540"/>
                </a:lnTo>
                <a:lnTo>
                  <a:pt x="28443" y="15540"/>
                </a:lnTo>
                <a:lnTo>
                  <a:pt x="28443" y="0"/>
                </a:lnTo>
                <a:lnTo>
                  <a:pt x="38127" y="0"/>
                </a:lnTo>
                <a:moveTo>
                  <a:pt x="38127" y="30404"/>
                </a:moveTo>
                <a:lnTo>
                  <a:pt x="38127" y="109753"/>
                </a:lnTo>
                <a:lnTo>
                  <a:pt x="28443" y="109753"/>
                </a:lnTo>
                <a:lnTo>
                  <a:pt x="28443" y="30404"/>
                </a:lnTo>
                <a:lnTo>
                  <a:pt x="38127" y="30404"/>
                </a:lnTo>
                <a:close/>
                <a:moveTo>
                  <a:pt x="92093" y="28151"/>
                </a:moveTo>
                <a:cubicBezTo>
                  <a:pt x="97599" y="28151"/>
                  <a:pt x="102378" y="29465"/>
                  <a:pt x="106432" y="32093"/>
                </a:cubicBezTo>
                <a:cubicBezTo>
                  <a:pt x="110486" y="34720"/>
                  <a:pt x="113288" y="38561"/>
                  <a:pt x="114840" y="43616"/>
                </a:cubicBezTo>
                <a:cubicBezTo>
                  <a:pt x="117292" y="38561"/>
                  <a:pt x="120733" y="34720"/>
                  <a:pt x="125162" y="32093"/>
                </a:cubicBezTo>
                <a:cubicBezTo>
                  <a:pt x="129591" y="29465"/>
                  <a:pt x="134583" y="28151"/>
                  <a:pt x="140138" y="28151"/>
                </a:cubicBezTo>
                <a:cubicBezTo>
                  <a:pt x="148947" y="28151"/>
                  <a:pt x="155515" y="30491"/>
                  <a:pt x="159844" y="35170"/>
                </a:cubicBezTo>
                <a:cubicBezTo>
                  <a:pt x="164173" y="39850"/>
                  <a:pt x="166338" y="46544"/>
                  <a:pt x="166338" y="55252"/>
                </a:cubicBezTo>
                <a:lnTo>
                  <a:pt x="166338" y="109753"/>
                </a:lnTo>
                <a:lnTo>
                  <a:pt x="156654" y="109753"/>
                </a:lnTo>
                <a:lnTo>
                  <a:pt x="156654" y="55777"/>
                </a:lnTo>
                <a:cubicBezTo>
                  <a:pt x="156654" y="49071"/>
                  <a:pt x="155153" y="44141"/>
                  <a:pt x="152150" y="40988"/>
                </a:cubicBezTo>
                <a:cubicBezTo>
                  <a:pt x="149147" y="37835"/>
                  <a:pt x="144417" y="36259"/>
                  <a:pt x="137961" y="36259"/>
                </a:cubicBezTo>
                <a:cubicBezTo>
                  <a:pt x="130905" y="36259"/>
                  <a:pt x="125550" y="38686"/>
                  <a:pt x="121896" y="43541"/>
                </a:cubicBezTo>
                <a:cubicBezTo>
                  <a:pt x="118243" y="48395"/>
                  <a:pt x="116416" y="55252"/>
                  <a:pt x="116416" y="64110"/>
                </a:cubicBezTo>
                <a:lnTo>
                  <a:pt x="116416" y="109753"/>
                </a:lnTo>
                <a:lnTo>
                  <a:pt x="106657" y="109753"/>
                </a:lnTo>
                <a:lnTo>
                  <a:pt x="106657" y="55402"/>
                </a:lnTo>
                <a:cubicBezTo>
                  <a:pt x="106657" y="49446"/>
                  <a:pt x="105281" y="44767"/>
                  <a:pt x="102528" y="41364"/>
                </a:cubicBezTo>
                <a:cubicBezTo>
                  <a:pt x="99776" y="37961"/>
                  <a:pt x="95622" y="36259"/>
                  <a:pt x="90066" y="36259"/>
                </a:cubicBezTo>
                <a:cubicBezTo>
                  <a:pt x="82359" y="36259"/>
                  <a:pt x="76491" y="38874"/>
                  <a:pt x="72462" y="44104"/>
                </a:cubicBezTo>
                <a:cubicBezTo>
                  <a:pt x="68434" y="49334"/>
                  <a:pt x="66419" y="56228"/>
                  <a:pt x="66419" y="64786"/>
                </a:cubicBezTo>
                <a:lnTo>
                  <a:pt x="66419" y="109753"/>
                </a:lnTo>
                <a:lnTo>
                  <a:pt x="56735" y="109753"/>
                </a:lnTo>
                <a:lnTo>
                  <a:pt x="56735" y="30404"/>
                </a:lnTo>
                <a:lnTo>
                  <a:pt x="65669" y="30404"/>
                </a:lnTo>
                <a:lnTo>
                  <a:pt x="65669" y="43766"/>
                </a:lnTo>
                <a:lnTo>
                  <a:pt x="66119" y="43766"/>
                </a:lnTo>
                <a:cubicBezTo>
                  <a:pt x="68872" y="38561"/>
                  <a:pt x="72412" y="34658"/>
                  <a:pt x="76741" y="32055"/>
                </a:cubicBezTo>
                <a:cubicBezTo>
                  <a:pt x="81071" y="29453"/>
                  <a:pt x="86188" y="28151"/>
                  <a:pt x="92093" y="2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∪">
            <a:extLst xmlns:a="http://schemas.openxmlformats.org/drawingml/2006/main">
              <a:ext uri="{FF2B5EF4-FFF2-40B4-BE49-F238E27FC236}">
                <a16:creationId xmlns:a16="http://schemas.microsoft.com/office/drawing/2014/main" id="{A08A163E-3FD7-4A76-AC7F-55F5FF7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92" y="6285260"/>
            <a:ext cx="131523" cy="155846"/>
          </a:xfrm>
          <a:custGeom xmlns:a="http://schemas.openxmlformats.org/drawingml/2006/main">
            <a:pathLst>
              <a:path w="131523" h="155846">
                <a:moveTo>
                  <a:pt x="0" y="0"/>
                </a:moveTo>
                <a:lnTo>
                  <a:pt x="17116" y="0"/>
                </a:lnTo>
                <a:lnTo>
                  <a:pt x="17116" y="85580"/>
                </a:lnTo>
                <a:cubicBezTo>
                  <a:pt x="17116" y="101195"/>
                  <a:pt x="22221" y="114107"/>
                  <a:pt x="32430" y="124317"/>
                </a:cubicBezTo>
                <a:cubicBezTo>
                  <a:pt x="41439" y="133325"/>
                  <a:pt x="52549" y="137829"/>
                  <a:pt x="65762" y="137829"/>
                </a:cubicBezTo>
                <a:cubicBezTo>
                  <a:pt x="78974" y="137829"/>
                  <a:pt x="90084" y="133325"/>
                  <a:pt x="99093" y="124317"/>
                </a:cubicBezTo>
                <a:cubicBezTo>
                  <a:pt x="109303" y="114107"/>
                  <a:pt x="114407" y="101195"/>
                  <a:pt x="114407" y="85580"/>
                </a:cubicBezTo>
                <a:lnTo>
                  <a:pt x="114407" y="0"/>
                </a:lnTo>
                <a:lnTo>
                  <a:pt x="131523" y="0"/>
                </a:lnTo>
                <a:lnTo>
                  <a:pt x="131523" y="85580"/>
                </a:lnTo>
                <a:cubicBezTo>
                  <a:pt x="131523" y="106600"/>
                  <a:pt x="125217" y="123416"/>
                  <a:pt x="112606" y="136028"/>
                </a:cubicBezTo>
                <a:cubicBezTo>
                  <a:pt x="99393" y="149240"/>
                  <a:pt x="83779" y="155846"/>
                  <a:pt x="65762" y="155846"/>
                </a:cubicBezTo>
                <a:cubicBezTo>
                  <a:pt x="47745" y="155846"/>
                  <a:pt x="32130" y="149240"/>
                  <a:pt x="18918" y="136028"/>
                </a:cubicBezTo>
                <a:cubicBezTo>
                  <a:pt x="6306" y="123416"/>
                  <a:pt x="0" y="106600"/>
                  <a:pt x="0" y="8558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EDE8D-6328-4AA3-876E-96E6C9EC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910" y="5050184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S">
            <a:extLst xmlns:a="http://schemas.openxmlformats.org/drawingml/2006/main">
              <a:ext uri="{FF2B5EF4-FFF2-40B4-BE49-F238E27FC236}">
                <a16:creationId xmlns:a16="http://schemas.microsoft.com/office/drawing/2014/main" id="{9F0F1EA3-6D7A-4359-BCC5-9535758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196" y="5200746"/>
            <a:ext cx="128821" cy="171611"/>
          </a:xfrm>
          <a:custGeom xmlns:a="http://schemas.openxmlformats.org/drawingml/2006/main">
            <a:pathLst>
              <a:path w="128821" h="171611">
                <a:moveTo>
                  <a:pt x="62158" y="0"/>
                </a:moveTo>
                <a:cubicBezTo>
                  <a:pt x="79800" y="0"/>
                  <a:pt x="94326" y="4561"/>
                  <a:pt x="105737" y="13682"/>
                </a:cubicBezTo>
                <a:cubicBezTo>
                  <a:pt x="117147" y="22803"/>
                  <a:pt x="122853" y="35321"/>
                  <a:pt x="122853" y="51236"/>
                </a:cubicBezTo>
                <a:lnTo>
                  <a:pt x="107313" y="51236"/>
                </a:lnTo>
                <a:cubicBezTo>
                  <a:pt x="106638" y="39224"/>
                  <a:pt x="102077" y="29916"/>
                  <a:pt x="93632" y="23309"/>
                </a:cubicBezTo>
                <a:cubicBezTo>
                  <a:pt x="85186" y="16703"/>
                  <a:pt x="74770" y="13400"/>
                  <a:pt x="62384" y="13400"/>
                </a:cubicBezTo>
                <a:cubicBezTo>
                  <a:pt x="49396" y="13400"/>
                  <a:pt x="39262" y="16196"/>
                  <a:pt x="31980" y="21789"/>
                </a:cubicBezTo>
                <a:cubicBezTo>
                  <a:pt x="24698" y="27382"/>
                  <a:pt x="21057" y="35471"/>
                  <a:pt x="21057" y="46056"/>
                </a:cubicBezTo>
                <a:cubicBezTo>
                  <a:pt x="21057" y="52287"/>
                  <a:pt x="22915" y="57485"/>
                  <a:pt x="26631" y="61652"/>
                </a:cubicBezTo>
                <a:cubicBezTo>
                  <a:pt x="30347" y="65818"/>
                  <a:pt x="37122" y="69102"/>
                  <a:pt x="46957" y="71505"/>
                </a:cubicBezTo>
                <a:lnTo>
                  <a:pt x="84454" y="80738"/>
                </a:lnTo>
                <a:cubicBezTo>
                  <a:pt x="99919" y="84567"/>
                  <a:pt x="111179" y="90009"/>
                  <a:pt x="118236" y="97066"/>
                </a:cubicBezTo>
                <a:cubicBezTo>
                  <a:pt x="125292" y="104123"/>
                  <a:pt x="128821" y="113244"/>
                  <a:pt x="128821" y="124429"/>
                </a:cubicBezTo>
                <a:cubicBezTo>
                  <a:pt x="128821" y="138242"/>
                  <a:pt x="123528" y="149559"/>
                  <a:pt x="112943" y="158380"/>
                </a:cubicBezTo>
                <a:cubicBezTo>
                  <a:pt x="102358" y="167201"/>
                  <a:pt x="86669" y="171611"/>
                  <a:pt x="65874" y="171611"/>
                </a:cubicBezTo>
                <a:cubicBezTo>
                  <a:pt x="45380" y="171611"/>
                  <a:pt x="29277" y="166994"/>
                  <a:pt x="17566" y="157760"/>
                </a:cubicBezTo>
                <a:cubicBezTo>
                  <a:pt x="5855" y="148527"/>
                  <a:pt x="0" y="135164"/>
                  <a:pt x="0" y="117673"/>
                </a:cubicBezTo>
                <a:lnTo>
                  <a:pt x="0" y="113957"/>
                </a:lnTo>
                <a:lnTo>
                  <a:pt x="15765" y="113957"/>
                </a:lnTo>
                <a:lnTo>
                  <a:pt x="15765" y="115083"/>
                </a:lnTo>
                <a:cubicBezTo>
                  <a:pt x="15765" y="129647"/>
                  <a:pt x="20325" y="140475"/>
                  <a:pt x="29446" y="147570"/>
                </a:cubicBezTo>
                <a:cubicBezTo>
                  <a:pt x="38567" y="154664"/>
                  <a:pt x="51836" y="158211"/>
                  <a:pt x="69252" y="158211"/>
                </a:cubicBezTo>
                <a:cubicBezTo>
                  <a:pt x="80588" y="158211"/>
                  <a:pt x="90723" y="155227"/>
                  <a:pt x="99656" y="149259"/>
                </a:cubicBezTo>
                <a:cubicBezTo>
                  <a:pt x="108589" y="143291"/>
                  <a:pt x="113056" y="135127"/>
                  <a:pt x="113056" y="124767"/>
                </a:cubicBezTo>
                <a:cubicBezTo>
                  <a:pt x="113056" y="110579"/>
                  <a:pt x="102358" y="100820"/>
                  <a:pt x="80963" y="95490"/>
                </a:cubicBezTo>
                <a:cubicBezTo>
                  <a:pt x="59493" y="90235"/>
                  <a:pt x="46694" y="87082"/>
                  <a:pt x="42565" y="86031"/>
                </a:cubicBezTo>
                <a:cubicBezTo>
                  <a:pt x="29428" y="82803"/>
                  <a:pt x="19950" y="77998"/>
                  <a:pt x="14132" y="71617"/>
                </a:cubicBezTo>
                <a:cubicBezTo>
                  <a:pt x="8314" y="65236"/>
                  <a:pt x="5405" y="56866"/>
                  <a:pt x="5405" y="46506"/>
                </a:cubicBezTo>
                <a:cubicBezTo>
                  <a:pt x="5405" y="33744"/>
                  <a:pt x="10266" y="22803"/>
                  <a:pt x="19987" y="13682"/>
                </a:cubicBezTo>
                <a:cubicBezTo>
                  <a:pt x="29709" y="4561"/>
                  <a:pt x="43766" y="0"/>
                  <a:pt x="621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*">
            <a:extLst xmlns:a="http://schemas.openxmlformats.org/drawingml/2006/main">
              <a:ext uri="{FF2B5EF4-FFF2-40B4-BE49-F238E27FC236}">
                <a16:creationId xmlns:a16="http://schemas.microsoft.com/office/drawing/2014/main" id="{3297B983-135C-4390-86CF-5938CE69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556" y="5172632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3,1">
            <a:extLst xmlns:a="http://schemas.openxmlformats.org/drawingml/2006/main">
              <a:ext uri="{FF2B5EF4-FFF2-40B4-BE49-F238E27FC236}">
                <a16:creationId xmlns:a16="http://schemas.microsoft.com/office/drawing/2014/main" id="{BD13C59B-913B-4370-AC4D-53AAADA2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268" y="5346796"/>
            <a:ext cx="176414" cy="129647"/>
          </a:xfrm>
          <a:custGeom xmlns:a="http://schemas.openxmlformats.org/drawingml/2006/main">
            <a:pathLst>
              <a:path w="176414" h="129647">
                <a:moveTo>
                  <a:pt x="36559" y="0"/>
                </a:moveTo>
                <a:cubicBezTo>
                  <a:pt x="45918" y="0"/>
                  <a:pt x="53813" y="2402"/>
                  <a:pt x="60244" y="7207"/>
                </a:cubicBezTo>
                <a:cubicBezTo>
                  <a:pt x="66675" y="12011"/>
                  <a:pt x="69891" y="18743"/>
                  <a:pt x="69891" y="27401"/>
                </a:cubicBezTo>
                <a:cubicBezTo>
                  <a:pt x="69891" y="33306"/>
                  <a:pt x="68327" y="38361"/>
                  <a:pt x="65199" y="42565"/>
                </a:cubicBezTo>
                <a:cubicBezTo>
                  <a:pt x="62071" y="46769"/>
                  <a:pt x="57604" y="49647"/>
                  <a:pt x="51799" y="51198"/>
                </a:cubicBezTo>
                <a:lnTo>
                  <a:pt x="51799" y="51498"/>
                </a:lnTo>
                <a:cubicBezTo>
                  <a:pt x="59206" y="52850"/>
                  <a:pt x="64748" y="55927"/>
                  <a:pt x="68427" y="60732"/>
                </a:cubicBezTo>
                <a:cubicBezTo>
                  <a:pt x="72105" y="65536"/>
                  <a:pt x="73944" y="71317"/>
                  <a:pt x="73944" y="78073"/>
                </a:cubicBezTo>
                <a:cubicBezTo>
                  <a:pt x="73944" y="87882"/>
                  <a:pt x="70441" y="95802"/>
                  <a:pt x="63434" y="101833"/>
                </a:cubicBezTo>
                <a:cubicBezTo>
                  <a:pt x="56428" y="107864"/>
                  <a:pt x="47570" y="110879"/>
                  <a:pt x="36860" y="110879"/>
                </a:cubicBezTo>
                <a:cubicBezTo>
                  <a:pt x="26049" y="110879"/>
                  <a:pt x="17204" y="107851"/>
                  <a:pt x="10322" y="101795"/>
                </a:cubicBezTo>
                <a:cubicBezTo>
                  <a:pt x="3441" y="95740"/>
                  <a:pt x="0" y="87382"/>
                  <a:pt x="0" y="76722"/>
                </a:cubicBezTo>
                <a:cubicBezTo>
                  <a:pt x="0" y="75471"/>
                  <a:pt x="50" y="74645"/>
                  <a:pt x="150" y="74245"/>
                </a:cubicBezTo>
                <a:lnTo>
                  <a:pt x="9834" y="74245"/>
                </a:lnTo>
                <a:lnTo>
                  <a:pt x="9834" y="76272"/>
                </a:lnTo>
                <a:cubicBezTo>
                  <a:pt x="9834" y="84179"/>
                  <a:pt x="12249" y="90560"/>
                  <a:pt x="17079" y="95414"/>
                </a:cubicBezTo>
                <a:cubicBezTo>
                  <a:pt x="21908" y="100269"/>
                  <a:pt x="28452" y="102696"/>
                  <a:pt x="36709" y="102696"/>
                </a:cubicBezTo>
                <a:cubicBezTo>
                  <a:pt x="44517" y="102696"/>
                  <a:pt x="51060" y="100469"/>
                  <a:pt x="56340" y="96015"/>
                </a:cubicBezTo>
                <a:cubicBezTo>
                  <a:pt x="61620" y="91561"/>
                  <a:pt x="64260" y="85856"/>
                  <a:pt x="64260" y="78899"/>
                </a:cubicBezTo>
                <a:cubicBezTo>
                  <a:pt x="64260" y="71942"/>
                  <a:pt x="61946" y="66412"/>
                  <a:pt x="57316" y="62308"/>
                </a:cubicBezTo>
                <a:cubicBezTo>
                  <a:pt x="52687" y="58205"/>
                  <a:pt x="46343" y="56153"/>
                  <a:pt x="38286" y="56153"/>
                </a:cubicBezTo>
                <a:lnTo>
                  <a:pt x="30253" y="56153"/>
                </a:lnTo>
                <a:lnTo>
                  <a:pt x="30253" y="47970"/>
                </a:lnTo>
                <a:lnTo>
                  <a:pt x="38811" y="47970"/>
                </a:lnTo>
                <a:cubicBezTo>
                  <a:pt x="44567" y="47970"/>
                  <a:pt x="49571" y="46231"/>
                  <a:pt x="53825" y="42753"/>
                </a:cubicBezTo>
                <a:cubicBezTo>
                  <a:pt x="58079" y="39274"/>
                  <a:pt x="60206" y="34507"/>
                  <a:pt x="60206" y="28452"/>
                </a:cubicBezTo>
                <a:cubicBezTo>
                  <a:pt x="60206" y="21896"/>
                  <a:pt x="58054" y="16878"/>
                  <a:pt x="53750" y="13400"/>
                </a:cubicBezTo>
                <a:cubicBezTo>
                  <a:pt x="49446" y="9922"/>
                  <a:pt x="43766" y="8183"/>
                  <a:pt x="36709" y="8183"/>
                </a:cubicBezTo>
                <a:cubicBezTo>
                  <a:pt x="29353" y="8183"/>
                  <a:pt x="23434" y="10510"/>
                  <a:pt x="18955" y="15164"/>
                </a:cubicBezTo>
                <a:cubicBezTo>
                  <a:pt x="14476" y="19819"/>
                  <a:pt x="12236" y="26350"/>
                  <a:pt x="12236" y="34758"/>
                </a:cubicBezTo>
                <a:lnTo>
                  <a:pt x="12236" y="35358"/>
                </a:lnTo>
                <a:lnTo>
                  <a:pt x="2552" y="35358"/>
                </a:lnTo>
                <a:cubicBezTo>
                  <a:pt x="2652" y="24748"/>
                  <a:pt x="5868" y="16203"/>
                  <a:pt x="12199" y="9722"/>
                </a:cubicBezTo>
                <a:cubicBezTo>
                  <a:pt x="18530" y="3241"/>
                  <a:pt x="26650" y="0"/>
                  <a:pt x="36559" y="0"/>
                </a:cubicBezTo>
                <a:close/>
                <a:moveTo>
                  <a:pt x="108603" y="92262"/>
                </a:moveTo>
                <a:lnTo>
                  <a:pt x="108603" y="109152"/>
                </a:lnTo>
                <a:cubicBezTo>
                  <a:pt x="108603" y="113557"/>
                  <a:pt x="107440" y="117748"/>
                  <a:pt x="105112" y="121727"/>
                </a:cubicBezTo>
                <a:cubicBezTo>
                  <a:pt x="102785" y="125705"/>
                  <a:pt x="99420" y="128345"/>
                  <a:pt x="95015" y="129647"/>
                </a:cubicBezTo>
                <a:lnTo>
                  <a:pt x="95015" y="123040"/>
                </a:lnTo>
                <a:cubicBezTo>
                  <a:pt x="97168" y="122140"/>
                  <a:pt x="98907" y="120363"/>
                  <a:pt x="100233" y="117710"/>
                </a:cubicBezTo>
                <a:cubicBezTo>
                  <a:pt x="101559" y="115058"/>
                  <a:pt x="102197" y="112305"/>
                  <a:pt x="102147" y="109453"/>
                </a:cubicBezTo>
                <a:lnTo>
                  <a:pt x="102147" y="108552"/>
                </a:lnTo>
                <a:lnTo>
                  <a:pt x="95691" y="108552"/>
                </a:lnTo>
                <a:lnTo>
                  <a:pt x="95691" y="92262"/>
                </a:lnTo>
                <a:lnTo>
                  <a:pt x="108603" y="92262"/>
                </a:lnTo>
                <a:close/>
                <a:moveTo>
                  <a:pt x="168532" y="901"/>
                </a:moveTo>
                <a:lnTo>
                  <a:pt x="176414" y="901"/>
                </a:lnTo>
                <a:lnTo>
                  <a:pt x="176414" y="108552"/>
                </a:lnTo>
                <a:lnTo>
                  <a:pt x="166730" y="108552"/>
                </a:lnTo>
                <a:lnTo>
                  <a:pt x="166730" y="28602"/>
                </a:lnTo>
                <a:lnTo>
                  <a:pt x="138279" y="28602"/>
                </a:lnTo>
                <a:lnTo>
                  <a:pt x="138279" y="21695"/>
                </a:lnTo>
                <a:cubicBezTo>
                  <a:pt x="147087" y="21545"/>
                  <a:pt x="153218" y="20782"/>
                  <a:pt x="156671" y="19406"/>
                </a:cubicBezTo>
                <a:cubicBezTo>
                  <a:pt x="160124" y="18029"/>
                  <a:pt x="162789" y="15877"/>
                  <a:pt x="164666" y="12950"/>
                </a:cubicBezTo>
                <a:cubicBezTo>
                  <a:pt x="166543" y="10022"/>
                  <a:pt x="167831" y="6006"/>
                  <a:pt x="168532" y="9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F8812-024D-47A7-AE7B-EA5EF241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910" y="5569070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S">
            <a:extLst xmlns:a="http://schemas.openxmlformats.org/drawingml/2006/main">
              <a:ext uri="{FF2B5EF4-FFF2-40B4-BE49-F238E27FC236}">
                <a16:creationId xmlns:a16="http://schemas.microsoft.com/office/drawing/2014/main" id="{7409A9B7-C5F3-4807-AD39-64ECFEB2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196" y="5719633"/>
            <a:ext cx="128821" cy="171611"/>
          </a:xfrm>
          <a:custGeom xmlns:a="http://schemas.openxmlformats.org/drawingml/2006/main">
            <a:pathLst>
              <a:path w="128821" h="171611">
                <a:moveTo>
                  <a:pt x="62158" y="0"/>
                </a:moveTo>
                <a:cubicBezTo>
                  <a:pt x="79800" y="0"/>
                  <a:pt x="94326" y="4561"/>
                  <a:pt x="105737" y="13682"/>
                </a:cubicBezTo>
                <a:cubicBezTo>
                  <a:pt x="117147" y="22803"/>
                  <a:pt x="122853" y="35321"/>
                  <a:pt x="122853" y="51236"/>
                </a:cubicBezTo>
                <a:lnTo>
                  <a:pt x="107313" y="51236"/>
                </a:lnTo>
                <a:cubicBezTo>
                  <a:pt x="106638" y="39224"/>
                  <a:pt x="102077" y="29916"/>
                  <a:pt x="93632" y="23309"/>
                </a:cubicBezTo>
                <a:cubicBezTo>
                  <a:pt x="85186" y="16703"/>
                  <a:pt x="74770" y="13400"/>
                  <a:pt x="62384" y="13400"/>
                </a:cubicBezTo>
                <a:cubicBezTo>
                  <a:pt x="49396" y="13400"/>
                  <a:pt x="39262" y="16196"/>
                  <a:pt x="31980" y="21789"/>
                </a:cubicBezTo>
                <a:cubicBezTo>
                  <a:pt x="24698" y="27382"/>
                  <a:pt x="21057" y="35471"/>
                  <a:pt x="21057" y="46056"/>
                </a:cubicBezTo>
                <a:cubicBezTo>
                  <a:pt x="21057" y="52287"/>
                  <a:pt x="22915" y="57485"/>
                  <a:pt x="26631" y="61652"/>
                </a:cubicBezTo>
                <a:cubicBezTo>
                  <a:pt x="30347" y="65818"/>
                  <a:pt x="37122" y="69102"/>
                  <a:pt x="46957" y="71505"/>
                </a:cubicBezTo>
                <a:lnTo>
                  <a:pt x="84454" y="80738"/>
                </a:lnTo>
                <a:cubicBezTo>
                  <a:pt x="99919" y="84567"/>
                  <a:pt x="111179" y="90009"/>
                  <a:pt x="118236" y="97066"/>
                </a:cubicBezTo>
                <a:cubicBezTo>
                  <a:pt x="125292" y="104123"/>
                  <a:pt x="128821" y="113244"/>
                  <a:pt x="128821" y="124429"/>
                </a:cubicBezTo>
                <a:cubicBezTo>
                  <a:pt x="128821" y="138242"/>
                  <a:pt x="123528" y="149559"/>
                  <a:pt x="112943" y="158380"/>
                </a:cubicBezTo>
                <a:cubicBezTo>
                  <a:pt x="102358" y="167201"/>
                  <a:pt x="86669" y="171611"/>
                  <a:pt x="65874" y="171611"/>
                </a:cubicBezTo>
                <a:cubicBezTo>
                  <a:pt x="45380" y="171611"/>
                  <a:pt x="29277" y="166994"/>
                  <a:pt x="17566" y="157760"/>
                </a:cubicBezTo>
                <a:cubicBezTo>
                  <a:pt x="5855" y="148527"/>
                  <a:pt x="0" y="135164"/>
                  <a:pt x="0" y="117673"/>
                </a:cubicBezTo>
                <a:lnTo>
                  <a:pt x="0" y="113957"/>
                </a:lnTo>
                <a:lnTo>
                  <a:pt x="15765" y="113957"/>
                </a:lnTo>
                <a:lnTo>
                  <a:pt x="15765" y="115083"/>
                </a:lnTo>
                <a:cubicBezTo>
                  <a:pt x="15765" y="129647"/>
                  <a:pt x="20325" y="140475"/>
                  <a:pt x="29446" y="147570"/>
                </a:cubicBezTo>
                <a:cubicBezTo>
                  <a:pt x="38567" y="154664"/>
                  <a:pt x="51836" y="158211"/>
                  <a:pt x="69252" y="158211"/>
                </a:cubicBezTo>
                <a:cubicBezTo>
                  <a:pt x="80588" y="158211"/>
                  <a:pt x="90723" y="155227"/>
                  <a:pt x="99656" y="149259"/>
                </a:cubicBezTo>
                <a:cubicBezTo>
                  <a:pt x="108589" y="143291"/>
                  <a:pt x="113056" y="135127"/>
                  <a:pt x="113056" y="124767"/>
                </a:cubicBezTo>
                <a:cubicBezTo>
                  <a:pt x="113056" y="110579"/>
                  <a:pt x="102358" y="100820"/>
                  <a:pt x="80963" y="95490"/>
                </a:cubicBezTo>
                <a:cubicBezTo>
                  <a:pt x="59493" y="90235"/>
                  <a:pt x="46694" y="87082"/>
                  <a:pt x="42565" y="86031"/>
                </a:cubicBezTo>
                <a:cubicBezTo>
                  <a:pt x="29428" y="82803"/>
                  <a:pt x="19950" y="77998"/>
                  <a:pt x="14132" y="71617"/>
                </a:cubicBezTo>
                <a:cubicBezTo>
                  <a:pt x="8314" y="65236"/>
                  <a:pt x="5405" y="56866"/>
                  <a:pt x="5405" y="46506"/>
                </a:cubicBezTo>
                <a:cubicBezTo>
                  <a:pt x="5405" y="33744"/>
                  <a:pt x="10266" y="22803"/>
                  <a:pt x="19987" y="13682"/>
                </a:cubicBezTo>
                <a:cubicBezTo>
                  <a:pt x="29709" y="4561"/>
                  <a:pt x="43766" y="0"/>
                  <a:pt x="621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*">
            <a:extLst xmlns:a="http://schemas.openxmlformats.org/drawingml/2006/main">
              <a:ext uri="{FF2B5EF4-FFF2-40B4-BE49-F238E27FC236}">
                <a16:creationId xmlns:a16="http://schemas.microsoft.com/office/drawing/2014/main" id="{847EDDD1-D4D3-459B-8BF5-912CDF51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556" y="5691519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3,2">
            <a:extLst xmlns:a="http://schemas.openxmlformats.org/drawingml/2006/main">
              <a:ext uri="{FF2B5EF4-FFF2-40B4-BE49-F238E27FC236}">
                <a16:creationId xmlns:a16="http://schemas.microsoft.com/office/drawing/2014/main" id="{2569303E-230E-45F6-8398-12AC869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268" y="5865683"/>
            <a:ext cx="199761" cy="129647"/>
          </a:xfrm>
          <a:custGeom xmlns:a="http://schemas.openxmlformats.org/drawingml/2006/main">
            <a:pathLst>
              <a:path w="199761" h="129647">
                <a:moveTo>
                  <a:pt x="36559" y="0"/>
                </a:moveTo>
                <a:cubicBezTo>
                  <a:pt x="45918" y="0"/>
                  <a:pt x="53813" y="2402"/>
                  <a:pt x="60244" y="7207"/>
                </a:cubicBezTo>
                <a:cubicBezTo>
                  <a:pt x="66675" y="12011"/>
                  <a:pt x="69891" y="18743"/>
                  <a:pt x="69891" y="27401"/>
                </a:cubicBezTo>
                <a:cubicBezTo>
                  <a:pt x="69891" y="33306"/>
                  <a:pt x="68327" y="38361"/>
                  <a:pt x="65199" y="42565"/>
                </a:cubicBezTo>
                <a:cubicBezTo>
                  <a:pt x="62071" y="46769"/>
                  <a:pt x="57604" y="49647"/>
                  <a:pt x="51799" y="51198"/>
                </a:cubicBezTo>
                <a:lnTo>
                  <a:pt x="51799" y="51498"/>
                </a:lnTo>
                <a:cubicBezTo>
                  <a:pt x="59206" y="52850"/>
                  <a:pt x="64748" y="55927"/>
                  <a:pt x="68427" y="60732"/>
                </a:cubicBezTo>
                <a:cubicBezTo>
                  <a:pt x="72105" y="65536"/>
                  <a:pt x="73944" y="71317"/>
                  <a:pt x="73944" y="78073"/>
                </a:cubicBezTo>
                <a:cubicBezTo>
                  <a:pt x="73944" y="87882"/>
                  <a:pt x="70441" y="95802"/>
                  <a:pt x="63434" y="101833"/>
                </a:cubicBezTo>
                <a:cubicBezTo>
                  <a:pt x="56428" y="107864"/>
                  <a:pt x="47570" y="110879"/>
                  <a:pt x="36860" y="110879"/>
                </a:cubicBezTo>
                <a:cubicBezTo>
                  <a:pt x="26049" y="110879"/>
                  <a:pt x="17204" y="107851"/>
                  <a:pt x="10322" y="101795"/>
                </a:cubicBezTo>
                <a:cubicBezTo>
                  <a:pt x="3441" y="95740"/>
                  <a:pt x="0" y="87382"/>
                  <a:pt x="0" y="76722"/>
                </a:cubicBezTo>
                <a:cubicBezTo>
                  <a:pt x="0" y="75471"/>
                  <a:pt x="50" y="74645"/>
                  <a:pt x="150" y="74245"/>
                </a:cubicBezTo>
                <a:lnTo>
                  <a:pt x="9834" y="74245"/>
                </a:lnTo>
                <a:lnTo>
                  <a:pt x="9834" y="76272"/>
                </a:lnTo>
                <a:cubicBezTo>
                  <a:pt x="9834" y="84179"/>
                  <a:pt x="12249" y="90560"/>
                  <a:pt x="17079" y="95414"/>
                </a:cubicBezTo>
                <a:cubicBezTo>
                  <a:pt x="21908" y="100269"/>
                  <a:pt x="28452" y="102696"/>
                  <a:pt x="36709" y="102696"/>
                </a:cubicBezTo>
                <a:cubicBezTo>
                  <a:pt x="44517" y="102696"/>
                  <a:pt x="51060" y="100469"/>
                  <a:pt x="56340" y="96015"/>
                </a:cubicBezTo>
                <a:cubicBezTo>
                  <a:pt x="61620" y="91561"/>
                  <a:pt x="64260" y="85856"/>
                  <a:pt x="64260" y="78899"/>
                </a:cubicBezTo>
                <a:cubicBezTo>
                  <a:pt x="64260" y="71942"/>
                  <a:pt x="61946" y="66412"/>
                  <a:pt x="57316" y="62308"/>
                </a:cubicBezTo>
                <a:cubicBezTo>
                  <a:pt x="52687" y="58205"/>
                  <a:pt x="46343" y="56153"/>
                  <a:pt x="38286" y="56153"/>
                </a:cubicBezTo>
                <a:lnTo>
                  <a:pt x="30253" y="56153"/>
                </a:lnTo>
                <a:lnTo>
                  <a:pt x="30253" y="47970"/>
                </a:lnTo>
                <a:lnTo>
                  <a:pt x="38811" y="47970"/>
                </a:lnTo>
                <a:cubicBezTo>
                  <a:pt x="44567" y="47970"/>
                  <a:pt x="49571" y="46231"/>
                  <a:pt x="53825" y="42753"/>
                </a:cubicBezTo>
                <a:cubicBezTo>
                  <a:pt x="58079" y="39274"/>
                  <a:pt x="60206" y="34507"/>
                  <a:pt x="60206" y="28452"/>
                </a:cubicBezTo>
                <a:cubicBezTo>
                  <a:pt x="60206" y="21896"/>
                  <a:pt x="58054" y="16878"/>
                  <a:pt x="53750" y="13400"/>
                </a:cubicBezTo>
                <a:cubicBezTo>
                  <a:pt x="49446" y="9922"/>
                  <a:pt x="43766" y="8183"/>
                  <a:pt x="36709" y="8183"/>
                </a:cubicBezTo>
                <a:cubicBezTo>
                  <a:pt x="29353" y="8183"/>
                  <a:pt x="23434" y="10510"/>
                  <a:pt x="18955" y="15164"/>
                </a:cubicBezTo>
                <a:cubicBezTo>
                  <a:pt x="14476" y="19819"/>
                  <a:pt x="12236" y="26350"/>
                  <a:pt x="12236" y="34758"/>
                </a:cubicBezTo>
                <a:lnTo>
                  <a:pt x="12236" y="35358"/>
                </a:lnTo>
                <a:lnTo>
                  <a:pt x="2552" y="35358"/>
                </a:lnTo>
                <a:cubicBezTo>
                  <a:pt x="2652" y="24748"/>
                  <a:pt x="5868" y="16203"/>
                  <a:pt x="12199" y="9722"/>
                </a:cubicBezTo>
                <a:cubicBezTo>
                  <a:pt x="18530" y="3241"/>
                  <a:pt x="26650" y="0"/>
                  <a:pt x="36559" y="0"/>
                </a:cubicBezTo>
                <a:close/>
                <a:moveTo>
                  <a:pt x="108603" y="92262"/>
                </a:moveTo>
                <a:lnTo>
                  <a:pt x="108603" y="109152"/>
                </a:lnTo>
                <a:cubicBezTo>
                  <a:pt x="108603" y="113557"/>
                  <a:pt x="107440" y="117748"/>
                  <a:pt x="105112" y="121727"/>
                </a:cubicBezTo>
                <a:cubicBezTo>
                  <a:pt x="102785" y="125705"/>
                  <a:pt x="99420" y="128345"/>
                  <a:pt x="95015" y="129647"/>
                </a:cubicBezTo>
                <a:lnTo>
                  <a:pt x="95015" y="123040"/>
                </a:lnTo>
                <a:cubicBezTo>
                  <a:pt x="97168" y="122140"/>
                  <a:pt x="98907" y="120363"/>
                  <a:pt x="100233" y="117710"/>
                </a:cubicBezTo>
                <a:cubicBezTo>
                  <a:pt x="101559" y="115058"/>
                  <a:pt x="102197" y="112305"/>
                  <a:pt x="102147" y="109453"/>
                </a:cubicBezTo>
                <a:lnTo>
                  <a:pt x="102147" y="108552"/>
                </a:lnTo>
                <a:lnTo>
                  <a:pt x="95691" y="108552"/>
                </a:lnTo>
                <a:lnTo>
                  <a:pt x="95691" y="92262"/>
                </a:lnTo>
                <a:lnTo>
                  <a:pt x="108603" y="92262"/>
                </a:lnTo>
                <a:close/>
                <a:moveTo>
                  <a:pt x="165905" y="0"/>
                </a:moveTo>
                <a:cubicBezTo>
                  <a:pt x="176014" y="0"/>
                  <a:pt x="184109" y="2728"/>
                  <a:pt x="190190" y="8183"/>
                </a:cubicBezTo>
                <a:cubicBezTo>
                  <a:pt x="196271" y="13638"/>
                  <a:pt x="199311" y="21020"/>
                  <a:pt x="199311" y="30328"/>
                </a:cubicBezTo>
                <a:cubicBezTo>
                  <a:pt x="199311" y="37685"/>
                  <a:pt x="197021" y="44567"/>
                  <a:pt x="192442" y="50973"/>
                </a:cubicBezTo>
                <a:cubicBezTo>
                  <a:pt x="187863" y="57379"/>
                  <a:pt x="179542" y="64260"/>
                  <a:pt x="167481" y="71617"/>
                </a:cubicBezTo>
                <a:cubicBezTo>
                  <a:pt x="157722" y="77523"/>
                  <a:pt x="150866" y="82615"/>
                  <a:pt x="146912" y="86894"/>
                </a:cubicBezTo>
                <a:cubicBezTo>
                  <a:pt x="142958" y="91173"/>
                  <a:pt x="140631" y="95414"/>
                  <a:pt x="139930" y="99618"/>
                </a:cubicBezTo>
                <a:lnTo>
                  <a:pt x="199761" y="99618"/>
                </a:lnTo>
                <a:lnTo>
                  <a:pt x="199761" y="108552"/>
                </a:lnTo>
                <a:lnTo>
                  <a:pt x="128895" y="108552"/>
                </a:lnTo>
                <a:cubicBezTo>
                  <a:pt x="128995" y="100594"/>
                  <a:pt x="131297" y="93375"/>
                  <a:pt x="135801" y="86894"/>
                </a:cubicBezTo>
                <a:cubicBezTo>
                  <a:pt x="140306" y="80413"/>
                  <a:pt x="148288" y="73519"/>
                  <a:pt x="159749" y="66212"/>
                </a:cubicBezTo>
                <a:cubicBezTo>
                  <a:pt x="171210" y="58905"/>
                  <a:pt x="179054" y="52749"/>
                  <a:pt x="183283" y="47745"/>
                </a:cubicBezTo>
                <a:cubicBezTo>
                  <a:pt x="187512" y="42740"/>
                  <a:pt x="189627" y="36885"/>
                  <a:pt x="189627" y="30178"/>
                </a:cubicBezTo>
                <a:cubicBezTo>
                  <a:pt x="189627" y="23672"/>
                  <a:pt x="187375" y="18380"/>
                  <a:pt x="182871" y="14301"/>
                </a:cubicBezTo>
                <a:cubicBezTo>
                  <a:pt x="178366" y="10222"/>
                  <a:pt x="172561" y="8183"/>
                  <a:pt x="165454" y="8183"/>
                </a:cubicBezTo>
                <a:cubicBezTo>
                  <a:pt x="158047" y="8183"/>
                  <a:pt x="152204" y="10610"/>
                  <a:pt x="147925" y="15465"/>
                </a:cubicBezTo>
                <a:cubicBezTo>
                  <a:pt x="143646" y="20319"/>
                  <a:pt x="141382" y="27175"/>
                  <a:pt x="141131" y="36034"/>
                </a:cubicBezTo>
                <a:lnTo>
                  <a:pt x="141131" y="38136"/>
                </a:lnTo>
                <a:lnTo>
                  <a:pt x="131522" y="38136"/>
                </a:lnTo>
                <a:lnTo>
                  <a:pt x="131522" y="36634"/>
                </a:lnTo>
                <a:cubicBezTo>
                  <a:pt x="131522" y="25574"/>
                  <a:pt x="134513" y="16703"/>
                  <a:pt x="140493" y="10022"/>
                </a:cubicBezTo>
                <a:cubicBezTo>
                  <a:pt x="146474" y="3341"/>
                  <a:pt x="154944" y="0"/>
                  <a:pt x="1659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99737-B98B-4F97-B4A0-C7CE837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6387122"/>
            <a:ext cx="774244" cy="10"/>
          </a:xfrm>
          <a:custGeom xmlns:a="http://schemas.openxmlformats.org/drawingml/2006/main">
            <a:pathLst>
              <a:path w="774244" h="1">
                <a:moveTo>
                  <a:pt x="0" y="0"/>
                </a:moveTo>
                <a:lnTo>
                  <a:pt x="77424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159E3-152F-452B-A168-3A8389D5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6387122"/>
            <a:ext cx="709383" cy="10"/>
          </a:xfrm>
          <a:custGeom xmlns:a="http://schemas.openxmlformats.org/drawingml/2006/main">
            <a:pathLst>
              <a:path w="709383" h="1" fill="none">
                <a:moveTo>
                  <a:pt x="0" y="0"/>
                </a:moveTo>
                <a:lnTo>
                  <a:pt x="7093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97A02-38D4-497E-A410-87DD0ED1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6369267"/>
            <a:ext cx="49058" cy="35711"/>
          </a:xfrm>
          <a:custGeom xmlns:a="http://schemas.openxmlformats.org/drawingml/2006/main">
            <a:pathLst>
              <a:path w="49058" h="35711">
                <a:moveTo>
                  <a:pt x="0" y="35711"/>
                </a:moveTo>
                <a:lnTo>
                  <a:pt x="0" y="0"/>
                </a:lnTo>
                <a:lnTo>
                  <a:pt x="49058" y="17855"/>
                </a:lnTo>
                <a:lnTo>
                  <a:pt x="0" y="35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5346A-D5A9-4EAD-AB38-39829DD3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6369267"/>
            <a:ext cx="49058" cy="35711"/>
          </a:xfrm>
          <a:custGeom xmlns:a="http://schemas.openxmlformats.org/drawingml/2006/main">
            <a:pathLst>
              <a:path w="49058" h="35711" fill="none">
                <a:moveTo>
                  <a:pt x="0" y="35711"/>
                </a:moveTo>
                <a:lnTo>
                  <a:pt x="49058" y="17855"/>
                </a:lnTo>
                <a:lnTo>
                  <a:pt x="0" y="0"/>
                </a:lnTo>
                <a:lnTo>
                  <a:pt x="0" y="35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DDE28-A58E-4209-A927-C3D3FBD1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910" y="6087957"/>
            <a:ext cx="1375526" cy="489265"/>
          </a:xfrm>
          <a:custGeom xmlns:a="http://schemas.openxmlformats.org/drawingml/2006/main">
            <a:pathLst>
              <a:path w="1375526" h="489265">
                <a:moveTo>
                  <a:pt x="0" y="0"/>
                </a:moveTo>
                <a:lnTo>
                  <a:pt x="1375526" y="0"/>
                </a:lnTo>
                <a:lnTo>
                  <a:pt x="1375526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S">
            <a:extLst xmlns:a="http://schemas.openxmlformats.org/drawingml/2006/main">
              <a:ext uri="{FF2B5EF4-FFF2-40B4-BE49-F238E27FC236}">
                <a16:creationId xmlns:a16="http://schemas.microsoft.com/office/drawing/2014/main" id="{DB7BAE2F-5B71-42FF-9D87-F173668C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196" y="6238520"/>
            <a:ext cx="128821" cy="171611"/>
          </a:xfrm>
          <a:custGeom xmlns:a="http://schemas.openxmlformats.org/drawingml/2006/main">
            <a:pathLst>
              <a:path w="128821" h="171611">
                <a:moveTo>
                  <a:pt x="62158" y="0"/>
                </a:moveTo>
                <a:cubicBezTo>
                  <a:pt x="79800" y="0"/>
                  <a:pt x="94326" y="4561"/>
                  <a:pt x="105737" y="13682"/>
                </a:cubicBezTo>
                <a:cubicBezTo>
                  <a:pt x="117147" y="22803"/>
                  <a:pt x="122853" y="35321"/>
                  <a:pt x="122853" y="51236"/>
                </a:cubicBezTo>
                <a:lnTo>
                  <a:pt x="107313" y="51236"/>
                </a:lnTo>
                <a:cubicBezTo>
                  <a:pt x="106638" y="39224"/>
                  <a:pt x="102077" y="29916"/>
                  <a:pt x="93632" y="23309"/>
                </a:cubicBezTo>
                <a:cubicBezTo>
                  <a:pt x="85186" y="16703"/>
                  <a:pt x="74770" y="13400"/>
                  <a:pt x="62384" y="13400"/>
                </a:cubicBezTo>
                <a:cubicBezTo>
                  <a:pt x="49396" y="13400"/>
                  <a:pt x="39262" y="16196"/>
                  <a:pt x="31980" y="21789"/>
                </a:cubicBezTo>
                <a:cubicBezTo>
                  <a:pt x="24698" y="27382"/>
                  <a:pt x="21057" y="35471"/>
                  <a:pt x="21057" y="46056"/>
                </a:cubicBezTo>
                <a:cubicBezTo>
                  <a:pt x="21057" y="52287"/>
                  <a:pt x="22915" y="57485"/>
                  <a:pt x="26631" y="61652"/>
                </a:cubicBezTo>
                <a:cubicBezTo>
                  <a:pt x="30347" y="65818"/>
                  <a:pt x="37122" y="69102"/>
                  <a:pt x="46957" y="71505"/>
                </a:cubicBezTo>
                <a:lnTo>
                  <a:pt x="84454" y="80738"/>
                </a:lnTo>
                <a:cubicBezTo>
                  <a:pt x="99919" y="84567"/>
                  <a:pt x="111179" y="90009"/>
                  <a:pt x="118236" y="97066"/>
                </a:cubicBezTo>
                <a:cubicBezTo>
                  <a:pt x="125292" y="104123"/>
                  <a:pt x="128821" y="113244"/>
                  <a:pt x="128821" y="124429"/>
                </a:cubicBezTo>
                <a:cubicBezTo>
                  <a:pt x="128821" y="138242"/>
                  <a:pt x="123528" y="149559"/>
                  <a:pt x="112943" y="158380"/>
                </a:cubicBezTo>
                <a:cubicBezTo>
                  <a:pt x="102358" y="167201"/>
                  <a:pt x="86669" y="171611"/>
                  <a:pt x="65874" y="171611"/>
                </a:cubicBezTo>
                <a:cubicBezTo>
                  <a:pt x="45380" y="171611"/>
                  <a:pt x="29277" y="166994"/>
                  <a:pt x="17566" y="157760"/>
                </a:cubicBezTo>
                <a:cubicBezTo>
                  <a:pt x="5855" y="148527"/>
                  <a:pt x="0" y="135164"/>
                  <a:pt x="0" y="117673"/>
                </a:cubicBezTo>
                <a:lnTo>
                  <a:pt x="0" y="113957"/>
                </a:lnTo>
                <a:lnTo>
                  <a:pt x="15765" y="113957"/>
                </a:lnTo>
                <a:lnTo>
                  <a:pt x="15765" y="115083"/>
                </a:lnTo>
                <a:cubicBezTo>
                  <a:pt x="15765" y="129647"/>
                  <a:pt x="20325" y="140475"/>
                  <a:pt x="29446" y="147570"/>
                </a:cubicBezTo>
                <a:cubicBezTo>
                  <a:pt x="38567" y="154664"/>
                  <a:pt x="51836" y="158211"/>
                  <a:pt x="69252" y="158211"/>
                </a:cubicBezTo>
                <a:cubicBezTo>
                  <a:pt x="80588" y="158211"/>
                  <a:pt x="90723" y="155227"/>
                  <a:pt x="99656" y="149259"/>
                </a:cubicBezTo>
                <a:cubicBezTo>
                  <a:pt x="108589" y="143291"/>
                  <a:pt x="113056" y="135127"/>
                  <a:pt x="113056" y="124767"/>
                </a:cubicBezTo>
                <a:cubicBezTo>
                  <a:pt x="113056" y="110579"/>
                  <a:pt x="102358" y="100820"/>
                  <a:pt x="80963" y="95490"/>
                </a:cubicBezTo>
                <a:cubicBezTo>
                  <a:pt x="59493" y="90235"/>
                  <a:pt x="46694" y="87082"/>
                  <a:pt x="42565" y="86031"/>
                </a:cubicBezTo>
                <a:cubicBezTo>
                  <a:pt x="29428" y="82803"/>
                  <a:pt x="19950" y="77998"/>
                  <a:pt x="14132" y="71617"/>
                </a:cubicBezTo>
                <a:cubicBezTo>
                  <a:pt x="8314" y="65236"/>
                  <a:pt x="5405" y="56866"/>
                  <a:pt x="5405" y="46506"/>
                </a:cubicBezTo>
                <a:cubicBezTo>
                  <a:pt x="5405" y="33744"/>
                  <a:pt x="10266" y="22803"/>
                  <a:pt x="19987" y="13682"/>
                </a:cubicBezTo>
                <a:cubicBezTo>
                  <a:pt x="29709" y="4561"/>
                  <a:pt x="43766" y="0"/>
                  <a:pt x="6215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*">
            <a:extLst xmlns:a="http://schemas.openxmlformats.org/drawingml/2006/main">
              <a:ext uri="{FF2B5EF4-FFF2-40B4-BE49-F238E27FC236}">
                <a16:creationId xmlns:a16="http://schemas.microsoft.com/office/drawing/2014/main" id="{B1C8B841-BFF6-47F4-9282-34F3E72F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556" y="6210406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3,3">
            <a:extLst xmlns:a="http://schemas.openxmlformats.org/drawingml/2006/main">
              <a:ext uri="{FF2B5EF4-FFF2-40B4-BE49-F238E27FC236}">
                <a16:creationId xmlns:a16="http://schemas.microsoft.com/office/drawing/2014/main" id="{8A76BC31-4A5E-4AA4-B133-953D0CDB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268" y="6384569"/>
            <a:ext cx="202014" cy="129647"/>
          </a:xfrm>
          <a:custGeom xmlns:a="http://schemas.openxmlformats.org/drawingml/2006/main">
            <a:pathLst>
              <a:path w="202014" h="129647">
                <a:moveTo>
                  <a:pt x="36559" y="0"/>
                </a:moveTo>
                <a:cubicBezTo>
                  <a:pt x="45918" y="0"/>
                  <a:pt x="53813" y="2402"/>
                  <a:pt x="60244" y="7207"/>
                </a:cubicBezTo>
                <a:cubicBezTo>
                  <a:pt x="66675" y="12011"/>
                  <a:pt x="69891" y="18743"/>
                  <a:pt x="69891" y="27401"/>
                </a:cubicBezTo>
                <a:cubicBezTo>
                  <a:pt x="69891" y="33306"/>
                  <a:pt x="68327" y="38361"/>
                  <a:pt x="65199" y="42565"/>
                </a:cubicBezTo>
                <a:cubicBezTo>
                  <a:pt x="62071" y="46769"/>
                  <a:pt x="57604" y="49647"/>
                  <a:pt x="51799" y="51198"/>
                </a:cubicBezTo>
                <a:lnTo>
                  <a:pt x="51799" y="51498"/>
                </a:lnTo>
                <a:cubicBezTo>
                  <a:pt x="59206" y="52850"/>
                  <a:pt x="64748" y="55927"/>
                  <a:pt x="68427" y="60732"/>
                </a:cubicBezTo>
                <a:cubicBezTo>
                  <a:pt x="72105" y="65536"/>
                  <a:pt x="73944" y="71317"/>
                  <a:pt x="73944" y="78073"/>
                </a:cubicBezTo>
                <a:cubicBezTo>
                  <a:pt x="73944" y="87882"/>
                  <a:pt x="70441" y="95802"/>
                  <a:pt x="63434" y="101833"/>
                </a:cubicBezTo>
                <a:cubicBezTo>
                  <a:pt x="56428" y="107864"/>
                  <a:pt x="47570" y="110879"/>
                  <a:pt x="36860" y="110879"/>
                </a:cubicBezTo>
                <a:cubicBezTo>
                  <a:pt x="26049" y="110879"/>
                  <a:pt x="17204" y="107851"/>
                  <a:pt x="10322" y="101795"/>
                </a:cubicBezTo>
                <a:cubicBezTo>
                  <a:pt x="3441" y="95740"/>
                  <a:pt x="0" y="87382"/>
                  <a:pt x="0" y="76722"/>
                </a:cubicBezTo>
                <a:cubicBezTo>
                  <a:pt x="0" y="75471"/>
                  <a:pt x="50" y="74645"/>
                  <a:pt x="150" y="74245"/>
                </a:cubicBezTo>
                <a:lnTo>
                  <a:pt x="9834" y="74245"/>
                </a:lnTo>
                <a:lnTo>
                  <a:pt x="9834" y="76272"/>
                </a:lnTo>
                <a:cubicBezTo>
                  <a:pt x="9834" y="84179"/>
                  <a:pt x="12249" y="90560"/>
                  <a:pt x="17079" y="95414"/>
                </a:cubicBezTo>
                <a:cubicBezTo>
                  <a:pt x="21908" y="100269"/>
                  <a:pt x="28452" y="102696"/>
                  <a:pt x="36709" y="102696"/>
                </a:cubicBezTo>
                <a:cubicBezTo>
                  <a:pt x="44517" y="102696"/>
                  <a:pt x="51060" y="100469"/>
                  <a:pt x="56340" y="96015"/>
                </a:cubicBezTo>
                <a:cubicBezTo>
                  <a:pt x="61620" y="91561"/>
                  <a:pt x="64260" y="85856"/>
                  <a:pt x="64260" y="78899"/>
                </a:cubicBezTo>
                <a:cubicBezTo>
                  <a:pt x="64260" y="71942"/>
                  <a:pt x="61946" y="66412"/>
                  <a:pt x="57316" y="62308"/>
                </a:cubicBezTo>
                <a:cubicBezTo>
                  <a:pt x="52687" y="58205"/>
                  <a:pt x="46343" y="56153"/>
                  <a:pt x="38286" y="56153"/>
                </a:cubicBezTo>
                <a:lnTo>
                  <a:pt x="30253" y="56153"/>
                </a:lnTo>
                <a:lnTo>
                  <a:pt x="30253" y="47970"/>
                </a:lnTo>
                <a:lnTo>
                  <a:pt x="38811" y="47970"/>
                </a:lnTo>
                <a:cubicBezTo>
                  <a:pt x="44567" y="47970"/>
                  <a:pt x="49571" y="46231"/>
                  <a:pt x="53825" y="42753"/>
                </a:cubicBezTo>
                <a:cubicBezTo>
                  <a:pt x="58079" y="39274"/>
                  <a:pt x="60206" y="34507"/>
                  <a:pt x="60206" y="28452"/>
                </a:cubicBezTo>
                <a:cubicBezTo>
                  <a:pt x="60206" y="21896"/>
                  <a:pt x="58054" y="16878"/>
                  <a:pt x="53750" y="13400"/>
                </a:cubicBezTo>
                <a:cubicBezTo>
                  <a:pt x="49446" y="9922"/>
                  <a:pt x="43766" y="8183"/>
                  <a:pt x="36709" y="8183"/>
                </a:cubicBezTo>
                <a:cubicBezTo>
                  <a:pt x="29353" y="8183"/>
                  <a:pt x="23434" y="10510"/>
                  <a:pt x="18955" y="15164"/>
                </a:cubicBezTo>
                <a:cubicBezTo>
                  <a:pt x="14476" y="19819"/>
                  <a:pt x="12236" y="26350"/>
                  <a:pt x="12236" y="34758"/>
                </a:cubicBezTo>
                <a:lnTo>
                  <a:pt x="12236" y="35358"/>
                </a:lnTo>
                <a:lnTo>
                  <a:pt x="2552" y="35358"/>
                </a:lnTo>
                <a:cubicBezTo>
                  <a:pt x="2652" y="24748"/>
                  <a:pt x="5868" y="16203"/>
                  <a:pt x="12199" y="9722"/>
                </a:cubicBezTo>
                <a:cubicBezTo>
                  <a:pt x="18530" y="3241"/>
                  <a:pt x="26650" y="0"/>
                  <a:pt x="36559" y="0"/>
                </a:cubicBezTo>
                <a:close/>
                <a:moveTo>
                  <a:pt x="108603" y="92262"/>
                </a:moveTo>
                <a:lnTo>
                  <a:pt x="108603" y="109152"/>
                </a:lnTo>
                <a:cubicBezTo>
                  <a:pt x="108603" y="113557"/>
                  <a:pt x="107440" y="117748"/>
                  <a:pt x="105112" y="121727"/>
                </a:cubicBezTo>
                <a:cubicBezTo>
                  <a:pt x="102785" y="125705"/>
                  <a:pt x="99420" y="128345"/>
                  <a:pt x="95015" y="129647"/>
                </a:cubicBezTo>
                <a:lnTo>
                  <a:pt x="95015" y="123040"/>
                </a:lnTo>
                <a:cubicBezTo>
                  <a:pt x="97168" y="122140"/>
                  <a:pt x="98907" y="120363"/>
                  <a:pt x="100233" y="117710"/>
                </a:cubicBezTo>
                <a:cubicBezTo>
                  <a:pt x="101559" y="115058"/>
                  <a:pt x="102197" y="112305"/>
                  <a:pt x="102147" y="109453"/>
                </a:cubicBezTo>
                <a:lnTo>
                  <a:pt x="102147" y="108552"/>
                </a:lnTo>
                <a:lnTo>
                  <a:pt x="95691" y="108552"/>
                </a:lnTo>
                <a:lnTo>
                  <a:pt x="95691" y="92262"/>
                </a:lnTo>
                <a:lnTo>
                  <a:pt x="108603" y="92262"/>
                </a:lnTo>
                <a:close/>
                <a:moveTo>
                  <a:pt x="164628" y="0"/>
                </a:moveTo>
                <a:cubicBezTo>
                  <a:pt x="173987" y="0"/>
                  <a:pt x="181882" y="2402"/>
                  <a:pt x="188313" y="7207"/>
                </a:cubicBezTo>
                <a:cubicBezTo>
                  <a:pt x="194744" y="12011"/>
                  <a:pt x="197960" y="18743"/>
                  <a:pt x="197960" y="27401"/>
                </a:cubicBezTo>
                <a:cubicBezTo>
                  <a:pt x="197960" y="33306"/>
                  <a:pt x="196396" y="38361"/>
                  <a:pt x="193268" y="42565"/>
                </a:cubicBezTo>
                <a:cubicBezTo>
                  <a:pt x="190140" y="46769"/>
                  <a:pt x="185673" y="49647"/>
                  <a:pt x="179868" y="51198"/>
                </a:cubicBezTo>
                <a:lnTo>
                  <a:pt x="179868" y="51498"/>
                </a:lnTo>
                <a:cubicBezTo>
                  <a:pt x="187275" y="52850"/>
                  <a:pt x="192817" y="55927"/>
                  <a:pt x="196496" y="60732"/>
                </a:cubicBezTo>
                <a:cubicBezTo>
                  <a:pt x="200174" y="65536"/>
                  <a:pt x="202014" y="71317"/>
                  <a:pt x="202014" y="78073"/>
                </a:cubicBezTo>
                <a:cubicBezTo>
                  <a:pt x="202014" y="87882"/>
                  <a:pt x="198510" y="95802"/>
                  <a:pt x="191504" y="101833"/>
                </a:cubicBezTo>
                <a:cubicBezTo>
                  <a:pt x="184497" y="107864"/>
                  <a:pt x="175639" y="110879"/>
                  <a:pt x="164929" y="110879"/>
                </a:cubicBezTo>
                <a:cubicBezTo>
                  <a:pt x="154119" y="110879"/>
                  <a:pt x="145273" y="107851"/>
                  <a:pt x="138391" y="101795"/>
                </a:cubicBezTo>
                <a:cubicBezTo>
                  <a:pt x="131510" y="95740"/>
                  <a:pt x="128069" y="87382"/>
                  <a:pt x="128069" y="76722"/>
                </a:cubicBezTo>
                <a:cubicBezTo>
                  <a:pt x="128069" y="75471"/>
                  <a:pt x="128119" y="74645"/>
                  <a:pt x="128219" y="74245"/>
                </a:cubicBezTo>
                <a:lnTo>
                  <a:pt x="137903" y="74245"/>
                </a:lnTo>
                <a:lnTo>
                  <a:pt x="137903" y="76272"/>
                </a:lnTo>
                <a:cubicBezTo>
                  <a:pt x="137903" y="84179"/>
                  <a:pt x="140318" y="90560"/>
                  <a:pt x="145148" y="95414"/>
                </a:cubicBezTo>
                <a:cubicBezTo>
                  <a:pt x="149977" y="100269"/>
                  <a:pt x="156521" y="102696"/>
                  <a:pt x="164779" y="102696"/>
                </a:cubicBezTo>
                <a:cubicBezTo>
                  <a:pt x="172586" y="102696"/>
                  <a:pt x="179130" y="100469"/>
                  <a:pt x="184409" y="96015"/>
                </a:cubicBezTo>
                <a:cubicBezTo>
                  <a:pt x="189689" y="91561"/>
                  <a:pt x="192329" y="85856"/>
                  <a:pt x="192329" y="78899"/>
                </a:cubicBezTo>
                <a:cubicBezTo>
                  <a:pt x="192329" y="71942"/>
                  <a:pt x="190015" y="66412"/>
                  <a:pt x="185385" y="62308"/>
                </a:cubicBezTo>
                <a:cubicBezTo>
                  <a:pt x="180756" y="58205"/>
                  <a:pt x="174413" y="56153"/>
                  <a:pt x="166355" y="56153"/>
                </a:cubicBezTo>
                <a:lnTo>
                  <a:pt x="158323" y="56153"/>
                </a:lnTo>
                <a:lnTo>
                  <a:pt x="158323" y="47970"/>
                </a:lnTo>
                <a:lnTo>
                  <a:pt x="166881" y="47970"/>
                </a:lnTo>
                <a:cubicBezTo>
                  <a:pt x="172636" y="47970"/>
                  <a:pt x="177641" y="46231"/>
                  <a:pt x="181895" y="42753"/>
                </a:cubicBezTo>
                <a:cubicBezTo>
                  <a:pt x="186149" y="39274"/>
                  <a:pt x="188276" y="34507"/>
                  <a:pt x="188276" y="28452"/>
                </a:cubicBezTo>
                <a:cubicBezTo>
                  <a:pt x="188276" y="21896"/>
                  <a:pt x="186124" y="16878"/>
                  <a:pt x="181820" y="13400"/>
                </a:cubicBezTo>
                <a:cubicBezTo>
                  <a:pt x="177516" y="9922"/>
                  <a:pt x="171835" y="8183"/>
                  <a:pt x="164779" y="8183"/>
                </a:cubicBezTo>
                <a:cubicBezTo>
                  <a:pt x="157422" y="8183"/>
                  <a:pt x="151504" y="10510"/>
                  <a:pt x="147024" y="15164"/>
                </a:cubicBezTo>
                <a:cubicBezTo>
                  <a:pt x="142545" y="19819"/>
                  <a:pt x="140306" y="26350"/>
                  <a:pt x="140306" y="34758"/>
                </a:cubicBezTo>
                <a:lnTo>
                  <a:pt x="140306" y="35358"/>
                </a:lnTo>
                <a:lnTo>
                  <a:pt x="130622" y="35358"/>
                </a:lnTo>
                <a:cubicBezTo>
                  <a:pt x="130722" y="24748"/>
                  <a:pt x="133937" y="16203"/>
                  <a:pt x="140268" y="9722"/>
                </a:cubicBezTo>
                <a:cubicBezTo>
                  <a:pt x="146599" y="3241"/>
                  <a:pt x="154719" y="0"/>
                  <a:pt x="16462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3970D-5E83-4CC1-83DB-C30E2E1C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895" y="5569070"/>
            <a:ext cx="2695895" cy="489265"/>
          </a:xfrm>
          <a:custGeom xmlns:a="http://schemas.openxmlformats.org/drawingml/2006/main">
            <a:pathLst>
              <a:path w="2695895" h="489265">
                <a:moveTo>
                  <a:pt x="0" y="0"/>
                </a:moveTo>
                <a:lnTo>
                  <a:pt x="2695895" y="0"/>
                </a:lnTo>
                <a:lnTo>
                  <a:pt x="2695895" y="489265"/>
                </a:lnTo>
                <a:lnTo>
                  <a:pt x="0" y="4892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argmax">
            <a:extLst xmlns:a="http://schemas.openxmlformats.org/drawingml/2006/main">
              <a:ext uri="{FF2B5EF4-FFF2-40B4-BE49-F238E27FC236}">
                <a16:creationId xmlns:a16="http://schemas.microsoft.com/office/drawing/2014/main" id="{CFEA1E0E-67B0-4B52-A132-B304D642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618" y="5765351"/>
            <a:ext cx="732611" cy="169922"/>
          </a:xfrm>
          <a:custGeom xmlns:a="http://schemas.openxmlformats.org/drawingml/2006/main">
            <a:pathLst>
              <a:path w="732611" h="169922">
                <a:moveTo>
                  <a:pt x="53375" y="0"/>
                </a:moveTo>
                <a:cubicBezTo>
                  <a:pt x="68389" y="0"/>
                  <a:pt x="79424" y="3247"/>
                  <a:pt x="86481" y="9740"/>
                </a:cubicBezTo>
                <a:cubicBezTo>
                  <a:pt x="93538" y="16234"/>
                  <a:pt x="97066" y="25411"/>
                  <a:pt x="97066" y="37272"/>
                </a:cubicBezTo>
                <a:lnTo>
                  <a:pt x="97066" y="101908"/>
                </a:lnTo>
                <a:cubicBezTo>
                  <a:pt x="97066" y="104310"/>
                  <a:pt x="97742" y="106281"/>
                  <a:pt x="99093" y="107820"/>
                </a:cubicBezTo>
                <a:cubicBezTo>
                  <a:pt x="100444" y="109359"/>
                  <a:pt x="102621" y="110128"/>
                  <a:pt x="105624" y="110128"/>
                </a:cubicBezTo>
                <a:cubicBezTo>
                  <a:pt x="106450" y="110128"/>
                  <a:pt x="107238" y="110072"/>
                  <a:pt x="107989" y="109959"/>
                </a:cubicBezTo>
                <a:cubicBezTo>
                  <a:pt x="108739" y="109847"/>
                  <a:pt x="109453" y="109603"/>
                  <a:pt x="110128" y="109227"/>
                </a:cubicBezTo>
                <a:lnTo>
                  <a:pt x="110128" y="121501"/>
                </a:lnTo>
                <a:cubicBezTo>
                  <a:pt x="108327" y="121877"/>
                  <a:pt x="106731" y="122121"/>
                  <a:pt x="105343" y="122233"/>
                </a:cubicBezTo>
                <a:cubicBezTo>
                  <a:pt x="103954" y="122346"/>
                  <a:pt x="102471" y="122402"/>
                  <a:pt x="100895" y="122402"/>
                </a:cubicBezTo>
                <a:cubicBezTo>
                  <a:pt x="94589" y="122402"/>
                  <a:pt x="90141" y="120882"/>
                  <a:pt x="87551" y="117842"/>
                </a:cubicBezTo>
                <a:cubicBezTo>
                  <a:pt x="84961" y="114801"/>
                  <a:pt x="83666" y="109828"/>
                  <a:pt x="83666" y="102922"/>
                </a:cubicBezTo>
                <a:lnTo>
                  <a:pt x="83666" y="101683"/>
                </a:lnTo>
                <a:lnTo>
                  <a:pt x="83216" y="101683"/>
                </a:lnTo>
                <a:cubicBezTo>
                  <a:pt x="77285" y="110691"/>
                  <a:pt x="71073" y="116978"/>
                  <a:pt x="64579" y="120544"/>
                </a:cubicBezTo>
                <a:cubicBezTo>
                  <a:pt x="58086" y="124110"/>
                  <a:pt x="49884" y="125893"/>
                  <a:pt x="39975" y="125893"/>
                </a:cubicBezTo>
                <a:cubicBezTo>
                  <a:pt x="27889" y="125893"/>
                  <a:pt x="18205" y="122871"/>
                  <a:pt x="10923" y="116828"/>
                </a:cubicBezTo>
                <a:cubicBezTo>
                  <a:pt x="3641" y="110785"/>
                  <a:pt x="0" y="102171"/>
                  <a:pt x="0" y="90985"/>
                </a:cubicBezTo>
                <a:cubicBezTo>
                  <a:pt x="0" y="79500"/>
                  <a:pt x="3997" y="70848"/>
                  <a:pt x="11992" y="65030"/>
                </a:cubicBezTo>
                <a:cubicBezTo>
                  <a:pt x="19987" y="59212"/>
                  <a:pt x="37835" y="55064"/>
                  <a:pt x="65536" y="52587"/>
                </a:cubicBezTo>
                <a:cubicBezTo>
                  <a:pt x="71842" y="52061"/>
                  <a:pt x="76253" y="50616"/>
                  <a:pt x="78768" y="48251"/>
                </a:cubicBezTo>
                <a:cubicBezTo>
                  <a:pt x="81282" y="45887"/>
                  <a:pt x="82540" y="42002"/>
                  <a:pt x="82540" y="36597"/>
                </a:cubicBezTo>
                <a:cubicBezTo>
                  <a:pt x="82540" y="28564"/>
                  <a:pt x="80100" y="22484"/>
                  <a:pt x="75221" y="18355"/>
                </a:cubicBezTo>
                <a:cubicBezTo>
                  <a:pt x="70341" y="14226"/>
                  <a:pt x="62421" y="12161"/>
                  <a:pt x="51461" y="12161"/>
                </a:cubicBezTo>
                <a:cubicBezTo>
                  <a:pt x="41476" y="12161"/>
                  <a:pt x="33744" y="14526"/>
                  <a:pt x="28264" y="19256"/>
                </a:cubicBezTo>
                <a:cubicBezTo>
                  <a:pt x="22784" y="23985"/>
                  <a:pt x="19894" y="30854"/>
                  <a:pt x="19593" y="39862"/>
                </a:cubicBezTo>
                <a:lnTo>
                  <a:pt x="5067" y="39862"/>
                </a:lnTo>
                <a:cubicBezTo>
                  <a:pt x="5743" y="26800"/>
                  <a:pt x="10228" y="16891"/>
                  <a:pt x="18524" y="10135"/>
                </a:cubicBezTo>
                <a:cubicBezTo>
                  <a:pt x="26819" y="3378"/>
                  <a:pt x="38436" y="0"/>
                  <a:pt x="53375" y="0"/>
                </a:cubicBezTo>
                <a:moveTo>
                  <a:pt x="82089" y="57316"/>
                </a:moveTo>
                <a:cubicBezTo>
                  <a:pt x="80588" y="60019"/>
                  <a:pt x="75971" y="61896"/>
                  <a:pt x="68239" y="62947"/>
                </a:cubicBezTo>
                <a:cubicBezTo>
                  <a:pt x="60582" y="63998"/>
                  <a:pt x="52099" y="65330"/>
                  <a:pt x="42790" y="66944"/>
                </a:cubicBezTo>
                <a:cubicBezTo>
                  <a:pt x="33481" y="68558"/>
                  <a:pt x="26444" y="71204"/>
                  <a:pt x="21677" y="74883"/>
                </a:cubicBezTo>
                <a:cubicBezTo>
                  <a:pt x="16910" y="78561"/>
                  <a:pt x="14526" y="83628"/>
                  <a:pt x="14526" y="90084"/>
                </a:cubicBezTo>
                <a:cubicBezTo>
                  <a:pt x="14526" y="97141"/>
                  <a:pt x="17154" y="102828"/>
                  <a:pt x="22409" y="107144"/>
                </a:cubicBezTo>
                <a:cubicBezTo>
                  <a:pt x="27663" y="111461"/>
                  <a:pt x="33894" y="113619"/>
                  <a:pt x="41101" y="113619"/>
                </a:cubicBezTo>
                <a:cubicBezTo>
                  <a:pt x="52962" y="113619"/>
                  <a:pt x="62834" y="110091"/>
                  <a:pt x="70716" y="103034"/>
                </a:cubicBezTo>
                <a:cubicBezTo>
                  <a:pt x="78599" y="95978"/>
                  <a:pt x="82540" y="87269"/>
                  <a:pt x="82540" y="76910"/>
                </a:cubicBezTo>
                <a:lnTo>
                  <a:pt x="82540" y="57316"/>
                </a:lnTo>
                <a:lnTo>
                  <a:pt x="82089" y="57316"/>
                </a:lnTo>
                <a:close/>
                <a:moveTo>
                  <a:pt x="181285" y="1802"/>
                </a:moveTo>
                <a:lnTo>
                  <a:pt x="184888" y="1802"/>
                </a:lnTo>
                <a:lnTo>
                  <a:pt x="184888" y="16328"/>
                </a:lnTo>
                <a:lnTo>
                  <a:pt x="183199" y="16328"/>
                </a:lnTo>
                <a:cubicBezTo>
                  <a:pt x="170362" y="16328"/>
                  <a:pt x="160059" y="20438"/>
                  <a:pt x="152289" y="28658"/>
                </a:cubicBezTo>
                <a:cubicBezTo>
                  <a:pt x="144519" y="36878"/>
                  <a:pt x="140634" y="47107"/>
                  <a:pt x="140634" y="59343"/>
                </a:cubicBezTo>
                <a:lnTo>
                  <a:pt x="140634" y="122402"/>
                </a:lnTo>
                <a:lnTo>
                  <a:pt x="126108" y="122402"/>
                </a:lnTo>
                <a:lnTo>
                  <a:pt x="126108" y="3378"/>
                </a:lnTo>
                <a:lnTo>
                  <a:pt x="139508" y="3378"/>
                </a:lnTo>
                <a:lnTo>
                  <a:pt x="139508" y="31304"/>
                </a:lnTo>
                <a:lnTo>
                  <a:pt x="139959" y="31304"/>
                </a:lnTo>
                <a:cubicBezTo>
                  <a:pt x="143562" y="21996"/>
                  <a:pt x="149024" y="14751"/>
                  <a:pt x="156343" y="9571"/>
                </a:cubicBezTo>
                <a:cubicBezTo>
                  <a:pt x="163662" y="4392"/>
                  <a:pt x="171976" y="1802"/>
                  <a:pt x="181285" y="1802"/>
                </a:cubicBezTo>
                <a:close/>
                <a:moveTo>
                  <a:pt x="243387" y="0"/>
                </a:moveTo>
                <a:cubicBezTo>
                  <a:pt x="251795" y="0"/>
                  <a:pt x="259452" y="2252"/>
                  <a:pt x="266358" y="6756"/>
                </a:cubicBezTo>
                <a:cubicBezTo>
                  <a:pt x="273265" y="11261"/>
                  <a:pt x="278257" y="17003"/>
                  <a:pt x="281335" y="23985"/>
                </a:cubicBezTo>
                <a:lnTo>
                  <a:pt x="281785" y="23985"/>
                </a:lnTo>
                <a:lnTo>
                  <a:pt x="281785" y="3378"/>
                </a:lnTo>
                <a:lnTo>
                  <a:pt x="296311" y="3378"/>
                </a:lnTo>
                <a:lnTo>
                  <a:pt x="296311" y="113957"/>
                </a:lnTo>
                <a:cubicBezTo>
                  <a:pt x="296311" y="132274"/>
                  <a:pt x="292032" y="146181"/>
                  <a:pt x="283474" y="155677"/>
                </a:cubicBezTo>
                <a:cubicBezTo>
                  <a:pt x="274916" y="165174"/>
                  <a:pt x="261629" y="169922"/>
                  <a:pt x="243612" y="169922"/>
                </a:cubicBezTo>
                <a:cubicBezTo>
                  <a:pt x="230099" y="169922"/>
                  <a:pt x="218707" y="166788"/>
                  <a:pt x="209436" y="160519"/>
                </a:cubicBezTo>
                <a:cubicBezTo>
                  <a:pt x="200165" y="154251"/>
                  <a:pt x="195079" y="145374"/>
                  <a:pt x="194178" y="133888"/>
                </a:cubicBezTo>
                <a:lnTo>
                  <a:pt x="208704" y="133888"/>
                </a:lnTo>
                <a:cubicBezTo>
                  <a:pt x="209905" y="141395"/>
                  <a:pt x="213565" y="147232"/>
                  <a:pt x="219683" y="151398"/>
                </a:cubicBezTo>
                <a:cubicBezTo>
                  <a:pt x="225801" y="155565"/>
                  <a:pt x="233740" y="157648"/>
                  <a:pt x="243499" y="157648"/>
                </a:cubicBezTo>
                <a:cubicBezTo>
                  <a:pt x="256411" y="157648"/>
                  <a:pt x="266020" y="153969"/>
                  <a:pt x="272326" y="146612"/>
                </a:cubicBezTo>
                <a:cubicBezTo>
                  <a:pt x="278632" y="139256"/>
                  <a:pt x="281785" y="128333"/>
                  <a:pt x="281785" y="113844"/>
                </a:cubicBezTo>
                <a:lnTo>
                  <a:pt x="281785" y="96616"/>
                </a:lnTo>
                <a:lnTo>
                  <a:pt x="281335" y="96616"/>
                </a:lnTo>
                <a:cubicBezTo>
                  <a:pt x="277731" y="104348"/>
                  <a:pt x="272570" y="110353"/>
                  <a:pt x="265851" y="114633"/>
                </a:cubicBezTo>
                <a:cubicBezTo>
                  <a:pt x="259133" y="118912"/>
                  <a:pt x="251644" y="121051"/>
                  <a:pt x="243387" y="121051"/>
                </a:cubicBezTo>
                <a:cubicBezTo>
                  <a:pt x="226421" y="121051"/>
                  <a:pt x="213246" y="115702"/>
                  <a:pt x="203862" y="105005"/>
                </a:cubicBezTo>
                <a:cubicBezTo>
                  <a:pt x="194478" y="94307"/>
                  <a:pt x="189786" y="79312"/>
                  <a:pt x="189786" y="60019"/>
                </a:cubicBezTo>
                <a:cubicBezTo>
                  <a:pt x="189786" y="42602"/>
                  <a:pt x="194647" y="28245"/>
                  <a:pt x="204369" y="16947"/>
                </a:cubicBezTo>
                <a:cubicBezTo>
                  <a:pt x="214090" y="5649"/>
                  <a:pt x="227096" y="0"/>
                  <a:pt x="243387" y="0"/>
                </a:cubicBezTo>
                <a:moveTo>
                  <a:pt x="204312" y="61483"/>
                </a:moveTo>
                <a:cubicBezTo>
                  <a:pt x="204312" y="75521"/>
                  <a:pt x="207860" y="86913"/>
                  <a:pt x="214954" y="95658"/>
                </a:cubicBezTo>
                <a:cubicBezTo>
                  <a:pt x="222048" y="104404"/>
                  <a:pt x="231563" y="108777"/>
                  <a:pt x="243499" y="108777"/>
                </a:cubicBezTo>
                <a:cubicBezTo>
                  <a:pt x="254985" y="108777"/>
                  <a:pt x="264237" y="104235"/>
                  <a:pt x="271257" y="95152"/>
                </a:cubicBezTo>
                <a:cubicBezTo>
                  <a:pt x="278276" y="86068"/>
                  <a:pt x="281785" y="74845"/>
                  <a:pt x="281785" y="61483"/>
                </a:cubicBezTo>
                <a:cubicBezTo>
                  <a:pt x="281785" y="47369"/>
                  <a:pt x="278407" y="35621"/>
                  <a:pt x="271651" y="26237"/>
                </a:cubicBezTo>
                <a:cubicBezTo>
                  <a:pt x="264894" y="16853"/>
                  <a:pt x="255435" y="12161"/>
                  <a:pt x="243274" y="12161"/>
                </a:cubicBezTo>
                <a:cubicBezTo>
                  <a:pt x="231338" y="12161"/>
                  <a:pt x="221860" y="16722"/>
                  <a:pt x="214841" y="25843"/>
                </a:cubicBezTo>
                <a:cubicBezTo>
                  <a:pt x="207822" y="34964"/>
                  <a:pt x="204312" y="46844"/>
                  <a:pt x="204312" y="61483"/>
                </a:cubicBezTo>
                <a:close/>
                <a:moveTo>
                  <a:pt x="377014" y="0"/>
                </a:moveTo>
                <a:cubicBezTo>
                  <a:pt x="385272" y="0"/>
                  <a:pt x="392441" y="1971"/>
                  <a:pt x="398522" y="5912"/>
                </a:cubicBezTo>
                <a:cubicBezTo>
                  <a:pt x="404603" y="9853"/>
                  <a:pt x="408807" y="15615"/>
                  <a:pt x="411134" y="23197"/>
                </a:cubicBezTo>
                <a:cubicBezTo>
                  <a:pt x="414812" y="15615"/>
                  <a:pt x="419973" y="9853"/>
                  <a:pt x="426617" y="5912"/>
                </a:cubicBezTo>
                <a:cubicBezTo>
                  <a:pt x="433261" y="1971"/>
                  <a:pt x="440749" y="0"/>
                  <a:pt x="449082" y="0"/>
                </a:cubicBezTo>
                <a:cubicBezTo>
                  <a:pt x="462294" y="0"/>
                  <a:pt x="472147" y="3510"/>
                  <a:pt x="478641" y="10529"/>
                </a:cubicBezTo>
                <a:cubicBezTo>
                  <a:pt x="485134" y="17548"/>
                  <a:pt x="488381" y="27588"/>
                  <a:pt x="488381" y="40651"/>
                </a:cubicBezTo>
                <a:lnTo>
                  <a:pt x="488381" y="122402"/>
                </a:lnTo>
                <a:lnTo>
                  <a:pt x="473855" y="122402"/>
                </a:lnTo>
                <a:lnTo>
                  <a:pt x="473855" y="41439"/>
                </a:lnTo>
                <a:cubicBezTo>
                  <a:pt x="473855" y="31379"/>
                  <a:pt x="471603" y="23985"/>
                  <a:pt x="467099" y="19256"/>
                </a:cubicBezTo>
                <a:cubicBezTo>
                  <a:pt x="462595" y="14526"/>
                  <a:pt x="455500" y="12161"/>
                  <a:pt x="445816" y="12161"/>
                </a:cubicBezTo>
                <a:cubicBezTo>
                  <a:pt x="435231" y="12161"/>
                  <a:pt x="427199" y="15802"/>
                  <a:pt x="421719" y="23084"/>
                </a:cubicBezTo>
                <a:cubicBezTo>
                  <a:pt x="416239" y="30366"/>
                  <a:pt x="413499" y="40651"/>
                  <a:pt x="413499" y="53938"/>
                </a:cubicBezTo>
                <a:lnTo>
                  <a:pt x="413499" y="122402"/>
                </a:lnTo>
                <a:lnTo>
                  <a:pt x="398860" y="122402"/>
                </a:lnTo>
                <a:lnTo>
                  <a:pt x="398860" y="40876"/>
                </a:lnTo>
                <a:cubicBezTo>
                  <a:pt x="398860" y="31942"/>
                  <a:pt x="396795" y="24923"/>
                  <a:pt x="392666" y="19819"/>
                </a:cubicBezTo>
                <a:cubicBezTo>
                  <a:pt x="388538" y="14714"/>
                  <a:pt x="382307" y="12161"/>
                  <a:pt x="373974" y="12161"/>
                </a:cubicBezTo>
                <a:cubicBezTo>
                  <a:pt x="362413" y="12161"/>
                  <a:pt x="353611" y="16084"/>
                  <a:pt x="347568" y="23929"/>
                </a:cubicBezTo>
                <a:cubicBezTo>
                  <a:pt x="341525" y="31774"/>
                  <a:pt x="338503" y="42114"/>
                  <a:pt x="338503" y="54952"/>
                </a:cubicBezTo>
                <a:lnTo>
                  <a:pt x="338503" y="122402"/>
                </a:lnTo>
                <a:lnTo>
                  <a:pt x="323977" y="122402"/>
                </a:lnTo>
                <a:lnTo>
                  <a:pt x="323977" y="3378"/>
                </a:lnTo>
                <a:lnTo>
                  <a:pt x="337377" y="3378"/>
                </a:lnTo>
                <a:lnTo>
                  <a:pt x="337377" y="23422"/>
                </a:lnTo>
                <a:lnTo>
                  <a:pt x="338053" y="23422"/>
                </a:lnTo>
                <a:cubicBezTo>
                  <a:pt x="342182" y="15615"/>
                  <a:pt x="347493" y="9759"/>
                  <a:pt x="353986" y="5855"/>
                </a:cubicBezTo>
                <a:cubicBezTo>
                  <a:pt x="360480" y="1952"/>
                  <a:pt x="368156" y="0"/>
                  <a:pt x="377014" y="0"/>
                </a:cubicBezTo>
                <a:close/>
                <a:moveTo>
                  <a:pt x="563037" y="0"/>
                </a:moveTo>
                <a:cubicBezTo>
                  <a:pt x="578051" y="0"/>
                  <a:pt x="589086" y="3247"/>
                  <a:pt x="596143" y="9740"/>
                </a:cubicBezTo>
                <a:cubicBezTo>
                  <a:pt x="603200" y="16234"/>
                  <a:pt x="606728" y="25411"/>
                  <a:pt x="606728" y="37272"/>
                </a:cubicBezTo>
                <a:lnTo>
                  <a:pt x="606728" y="101908"/>
                </a:lnTo>
                <a:cubicBezTo>
                  <a:pt x="606728" y="104310"/>
                  <a:pt x="607404" y="106281"/>
                  <a:pt x="608755" y="107820"/>
                </a:cubicBezTo>
                <a:cubicBezTo>
                  <a:pt x="610106" y="109359"/>
                  <a:pt x="612283" y="110128"/>
                  <a:pt x="615286" y="110128"/>
                </a:cubicBezTo>
                <a:cubicBezTo>
                  <a:pt x="616112" y="110128"/>
                  <a:pt x="616900" y="110072"/>
                  <a:pt x="617651" y="109959"/>
                </a:cubicBezTo>
                <a:cubicBezTo>
                  <a:pt x="618401" y="109847"/>
                  <a:pt x="619115" y="109603"/>
                  <a:pt x="619790" y="109227"/>
                </a:cubicBezTo>
                <a:lnTo>
                  <a:pt x="619790" y="121501"/>
                </a:lnTo>
                <a:cubicBezTo>
                  <a:pt x="617989" y="121877"/>
                  <a:pt x="616393" y="122121"/>
                  <a:pt x="615005" y="122233"/>
                </a:cubicBezTo>
                <a:cubicBezTo>
                  <a:pt x="613616" y="122346"/>
                  <a:pt x="612133" y="122402"/>
                  <a:pt x="610557" y="122402"/>
                </a:cubicBezTo>
                <a:cubicBezTo>
                  <a:pt x="604251" y="122402"/>
                  <a:pt x="599803" y="120882"/>
                  <a:pt x="597213" y="117842"/>
                </a:cubicBezTo>
                <a:cubicBezTo>
                  <a:pt x="594623" y="114801"/>
                  <a:pt x="593328" y="109828"/>
                  <a:pt x="593328" y="102922"/>
                </a:cubicBezTo>
                <a:lnTo>
                  <a:pt x="593328" y="101683"/>
                </a:lnTo>
                <a:lnTo>
                  <a:pt x="592878" y="101683"/>
                </a:lnTo>
                <a:cubicBezTo>
                  <a:pt x="586947" y="110691"/>
                  <a:pt x="580735" y="116978"/>
                  <a:pt x="574241" y="120544"/>
                </a:cubicBezTo>
                <a:cubicBezTo>
                  <a:pt x="567748" y="124110"/>
                  <a:pt x="559546" y="125893"/>
                  <a:pt x="549637" y="125893"/>
                </a:cubicBezTo>
                <a:cubicBezTo>
                  <a:pt x="537551" y="125893"/>
                  <a:pt x="527867" y="122871"/>
                  <a:pt x="520585" y="116828"/>
                </a:cubicBezTo>
                <a:cubicBezTo>
                  <a:pt x="513303" y="110785"/>
                  <a:pt x="509662" y="102171"/>
                  <a:pt x="509662" y="90985"/>
                </a:cubicBezTo>
                <a:cubicBezTo>
                  <a:pt x="509662" y="79500"/>
                  <a:pt x="513659" y="70848"/>
                  <a:pt x="521654" y="65030"/>
                </a:cubicBezTo>
                <a:cubicBezTo>
                  <a:pt x="529649" y="59212"/>
                  <a:pt x="547497" y="55064"/>
                  <a:pt x="575198" y="52587"/>
                </a:cubicBezTo>
                <a:cubicBezTo>
                  <a:pt x="581504" y="52061"/>
                  <a:pt x="585915" y="50616"/>
                  <a:pt x="588430" y="48251"/>
                </a:cubicBezTo>
                <a:cubicBezTo>
                  <a:pt x="590944" y="45887"/>
                  <a:pt x="592202" y="42002"/>
                  <a:pt x="592202" y="36597"/>
                </a:cubicBezTo>
                <a:cubicBezTo>
                  <a:pt x="592202" y="28564"/>
                  <a:pt x="589762" y="22484"/>
                  <a:pt x="584883" y="18355"/>
                </a:cubicBezTo>
                <a:cubicBezTo>
                  <a:pt x="580003" y="14226"/>
                  <a:pt x="572083" y="12161"/>
                  <a:pt x="561123" y="12161"/>
                </a:cubicBezTo>
                <a:cubicBezTo>
                  <a:pt x="551138" y="12161"/>
                  <a:pt x="543406" y="14526"/>
                  <a:pt x="537926" y="19256"/>
                </a:cubicBezTo>
                <a:cubicBezTo>
                  <a:pt x="532446" y="23985"/>
                  <a:pt x="529556" y="30854"/>
                  <a:pt x="529255" y="39862"/>
                </a:cubicBezTo>
                <a:lnTo>
                  <a:pt x="514729" y="39862"/>
                </a:lnTo>
                <a:cubicBezTo>
                  <a:pt x="515405" y="26800"/>
                  <a:pt x="519890" y="16891"/>
                  <a:pt x="528186" y="10135"/>
                </a:cubicBezTo>
                <a:cubicBezTo>
                  <a:pt x="536481" y="3378"/>
                  <a:pt x="548098" y="0"/>
                  <a:pt x="563037" y="0"/>
                </a:cubicBezTo>
                <a:moveTo>
                  <a:pt x="591751" y="57316"/>
                </a:moveTo>
                <a:cubicBezTo>
                  <a:pt x="590250" y="60019"/>
                  <a:pt x="585633" y="61896"/>
                  <a:pt x="577901" y="62947"/>
                </a:cubicBezTo>
                <a:cubicBezTo>
                  <a:pt x="570244" y="63998"/>
                  <a:pt x="561761" y="65330"/>
                  <a:pt x="552452" y="66944"/>
                </a:cubicBezTo>
                <a:cubicBezTo>
                  <a:pt x="543143" y="68558"/>
                  <a:pt x="536106" y="71204"/>
                  <a:pt x="531339" y="74883"/>
                </a:cubicBezTo>
                <a:cubicBezTo>
                  <a:pt x="526572" y="78561"/>
                  <a:pt x="524188" y="83628"/>
                  <a:pt x="524188" y="90084"/>
                </a:cubicBezTo>
                <a:cubicBezTo>
                  <a:pt x="524188" y="97141"/>
                  <a:pt x="526816" y="102828"/>
                  <a:pt x="532071" y="107144"/>
                </a:cubicBezTo>
                <a:cubicBezTo>
                  <a:pt x="537325" y="111461"/>
                  <a:pt x="543556" y="113619"/>
                  <a:pt x="550763" y="113619"/>
                </a:cubicBezTo>
                <a:cubicBezTo>
                  <a:pt x="562624" y="113619"/>
                  <a:pt x="572496" y="110091"/>
                  <a:pt x="580378" y="103034"/>
                </a:cubicBezTo>
                <a:cubicBezTo>
                  <a:pt x="588261" y="95978"/>
                  <a:pt x="592202" y="87269"/>
                  <a:pt x="592202" y="76910"/>
                </a:cubicBezTo>
                <a:lnTo>
                  <a:pt x="592202" y="57316"/>
                </a:lnTo>
                <a:lnTo>
                  <a:pt x="591751" y="57316"/>
                </a:lnTo>
                <a:close/>
                <a:moveTo>
                  <a:pt x="643878" y="3378"/>
                </a:moveTo>
                <a:lnTo>
                  <a:pt x="677772" y="48646"/>
                </a:lnTo>
                <a:lnTo>
                  <a:pt x="710991" y="3378"/>
                </a:lnTo>
                <a:lnTo>
                  <a:pt x="729120" y="3378"/>
                </a:lnTo>
                <a:lnTo>
                  <a:pt x="686218" y="60357"/>
                </a:lnTo>
                <a:lnTo>
                  <a:pt x="732611" y="122402"/>
                </a:lnTo>
                <a:lnTo>
                  <a:pt x="714144" y="122402"/>
                </a:lnTo>
                <a:lnTo>
                  <a:pt x="676759" y="72405"/>
                </a:lnTo>
                <a:lnTo>
                  <a:pt x="640162" y="122402"/>
                </a:lnTo>
                <a:lnTo>
                  <a:pt x="622145" y="122402"/>
                </a:lnTo>
                <a:lnTo>
                  <a:pt x="668313" y="60582"/>
                </a:lnTo>
                <a:lnTo>
                  <a:pt x="625636" y="3378"/>
                </a:lnTo>
                <a:lnTo>
                  <a:pt x="643878" y="3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Text i">
            <a:extLst xmlns:a="http://schemas.openxmlformats.org/drawingml/2006/main">
              <a:ext uri="{FF2B5EF4-FFF2-40B4-BE49-F238E27FC236}">
                <a16:creationId xmlns:a16="http://schemas.microsoft.com/office/drawing/2014/main" id="{A6A0FAE5-9844-42AB-96CC-1A1A8446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883" y="5864481"/>
            <a:ext cx="9684" cy="109753"/>
          </a:xfrm>
          <a:custGeom xmlns:a="http://schemas.openxmlformats.org/drawingml/2006/main">
            <a:pathLst>
              <a:path w="9684" h="109753">
                <a:moveTo>
                  <a:pt x="9684" y="0"/>
                </a:moveTo>
                <a:lnTo>
                  <a:pt x="9684" y="15540"/>
                </a:lnTo>
                <a:lnTo>
                  <a:pt x="0" y="15540"/>
                </a:lnTo>
                <a:lnTo>
                  <a:pt x="0" y="0"/>
                </a:lnTo>
                <a:lnTo>
                  <a:pt x="9684" y="0"/>
                </a:lnTo>
                <a:moveTo>
                  <a:pt x="9684" y="30404"/>
                </a:moveTo>
                <a:lnTo>
                  <a:pt x="9684" y="109753"/>
                </a:lnTo>
                <a:lnTo>
                  <a:pt x="0" y="109753"/>
                </a:lnTo>
                <a:lnTo>
                  <a:pt x="0" y="30404"/>
                </a:lnTo>
                <a:lnTo>
                  <a:pt x="9684" y="30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Text F">
            <a:extLst xmlns:a="http://schemas.openxmlformats.org/drawingml/2006/main">
              <a:ext uri="{FF2B5EF4-FFF2-40B4-BE49-F238E27FC236}">
                <a16:creationId xmlns:a16="http://schemas.microsoft.com/office/drawing/2014/main" id="{AC2E6ED4-56C1-43EF-B89D-C5E23DCB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861" y="5722673"/>
            <a:ext cx="111367" cy="165080"/>
          </a:xfrm>
          <a:custGeom xmlns:a="http://schemas.openxmlformats.org/drawingml/2006/main">
            <a:pathLst>
              <a:path w="111367" h="165080">
                <a:moveTo>
                  <a:pt x="0" y="165080"/>
                </a:moveTo>
                <a:lnTo>
                  <a:pt x="0" y="0"/>
                </a:lnTo>
                <a:lnTo>
                  <a:pt x="111367" y="0"/>
                </a:lnTo>
                <a:lnTo>
                  <a:pt x="111367" y="19593"/>
                </a:lnTo>
                <a:lnTo>
                  <a:pt x="21845" y="19593"/>
                </a:lnTo>
                <a:lnTo>
                  <a:pt x="21845" y="70491"/>
                </a:lnTo>
                <a:lnTo>
                  <a:pt x="99318" y="70491"/>
                </a:lnTo>
                <a:lnTo>
                  <a:pt x="99318" y="90084"/>
                </a:lnTo>
                <a:lnTo>
                  <a:pt x="21845" y="90084"/>
                </a:lnTo>
                <a:lnTo>
                  <a:pt x="21845" y="165080"/>
                </a:lnTo>
                <a:lnTo>
                  <a:pt x="0" y="1650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̅(S*">
            <a:extLst xmlns:a="http://schemas.openxmlformats.org/drawingml/2006/main">
              <a:ext uri="{FF2B5EF4-FFF2-40B4-BE49-F238E27FC236}">
                <a16:creationId xmlns:a16="http://schemas.microsoft.com/office/drawing/2014/main" id="{65ABDA1A-E82A-4B94-AF5E-AB1BF086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936" y="5696774"/>
            <a:ext cx="410474" cy="235008"/>
          </a:xfrm>
          <a:custGeom xmlns:a="http://schemas.openxmlformats.org/drawingml/2006/main">
            <a:pathLst>
              <a:path w="410474" h="235008">
                <a:moveTo>
                  <a:pt x="134338" y="14639"/>
                </a:moveTo>
                <a:lnTo>
                  <a:pt x="0" y="14639"/>
                </a:lnTo>
                <a:lnTo>
                  <a:pt x="0" y="0"/>
                </a:lnTo>
                <a:lnTo>
                  <a:pt x="134338" y="0"/>
                </a:lnTo>
                <a:lnTo>
                  <a:pt x="134338" y="14639"/>
                </a:lnTo>
                <a:close/>
                <a:moveTo>
                  <a:pt x="179097" y="22859"/>
                </a:moveTo>
                <a:lnTo>
                  <a:pt x="190695" y="22859"/>
                </a:lnTo>
                <a:cubicBezTo>
                  <a:pt x="180786" y="38549"/>
                  <a:pt x="173373" y="55852"/>
                  <a:pt x="168456" y="74770"/>
                </a:cubicBezTo>
                <a:cubicBezTo>
                  <a:pt x="163538" y="93688"/>
                  <a:pt x="161080" y="113657"/>
                  <a:pt x="161080" y="134676"/>
                </a:cubicBezTo>
                <a:cubicBezTo>
                  <a:pt x="161080" y="151042"/>
                  <a:pt x="163745" y="168233"/>
                  <a:pt x="169075" y="186250"/>
                </a:cubicBezTo>
                <a:cubicBezTo>
                  <a:pt x="174405" y="204267"/>
                  <a:pt x="181612" y="220519"/>
                  <a:pt x="190695" y="235008"/>
                </a:cubicBezTo>
                <a:lnTo>
                  <a:pt x="179097" y="235008"/>
                </a:lnTo>
                <a:cubicBezTo>
                  <a:pt x="167086" y="215039"/>
                  <a:pt x="158659" y="196816"/>
                  <a:pt x="153817" y="180338"/>
                </a:cubicBezTo>
                <a:cubicBezTo>
                  <a:pt x="148975" y="163860"/>
                  <a:pt x="146554" y="146950"/>
                  <a:pt x="146554" y="129609"/>
                </a:cubicBezTo>
                <a:cubicBezTo>
                  <a:pt x="146554" y="111142"/>
                  <a:pt x="149275" y="92937"/>
                  <a:pt x="154718" y="74995"/>
                </a:cubicBezTo>
                <a:cubicBezTo>
                  <a:pt x="160160" y="57053"/>
                  <a:pt x="168287" y="39675"/>
                  <a:pt x="179097" y="22859"/>
                </a:cubicBezTo>
                <a:close/>
                <a:moveTo>
                  <a:pt x="260575" y="22859"/>
                </a:moveTo>
                <a:cubicBezTo>
                  <a:pt x="278216" y="22859"/>
                  <a:pt x="292742" y="27419"/>
                  <a:pt x="304153" y="36541"/>
                </a:cubicBezTo>
                <a:cubicBezTo>
                  <a:pt x="315564" y="45662"/>
                  <a:pt x="321269" y="58180"/>
                  <a:pt x="321269" y="74094"/>
                </a:cubicBezTo>
                <a:lnTo>
                  <a:pt x="305730" y="74094"/>
                </a:lnTo>
                <a:cubicBezTo>
                  <a:pt x="305054" y="62083"/>
                  <a:pt x="300493" y="52774"/>
                  <a:pt x="292048" y="46168"/>
                </a:cubicBezTo>
                <a:cubicBezTo>
                  <a:pt x="283603" y="39562"/>
                  <a:pt x="273187" y="36259"/>
                  <a:pt x="260800" y="36259"/>
                </a:cubicBezTo>
                <a:cubicBezTo>
                  <a:pt x="247813" y="36259"/>
                  <a:pt x="237678" y="39055"/>
                  <a:pt x="230396" y="44648"/>
                </a:cubicBezTo>
                <a:cubicBezTo>
                  <a:pt x="223115" y="50241"/>
                  <a:pt x="219474" y="58330"/>
                  <a:pt x="219474" y="68915"/>
                </a:cubicBezTo>
                <a:cubicBezTo>
                  <a:pt x="219474" y="75145"/>
                  <a:pt x="221332" y="80344"/>
                  <a:pt x="225048" y="84511"/>
                </a:cubicBezTo>
                <a:cubicBezTo>
                  <a:pt x="228764" y="88677"/>
                  <a:pt x="235539" y="91961"/>
                  <a:pt x="245373" y="94364"/>
                </a:cubicBezTo>
                <a:lnTo>
                  <a:pt x="282871" y="103597"/>
                </a:lnTo>
                <a:cubicBezTo>
                  <a:pt x="298335" y="107426"/>
                  <a:pt x="309596" y="112868"/>
                  <a:pt x="316652" y="119925"/>
                </a:cubicBezTo>
                <a:cubicBezTo>
                  <a:pt x="323709" y="126982"/>
                  <a:pt x="327237" y="136103"/>
                  <a:pt x="327237" y="147288"/>
                </a:cubicBezTo>
                <a:cubicBezTo>
                  <a:pt x="327237" y="161101"/>
                  <a:pt x="321945" y="172418"/>
                  <a:pt x="311360" y="181239"/>
                </a:cubicBezTo>
                <a:cubicBezTo>
                  <a:pt x="300775" y="190059"/>
                  <a:pt x="285085" y="194470"/>
                  <a:pt x="264291" y="194470"/>
                </a:cubicBezTo>
                <a:cubicBezTo>
                  <a:pt x="243797" y="194470"/>
                  <a:pt x="227694" y="189853"/>
                  <a:pt x="215983" y="180619"/>
                </a:cubicBezTo>
                <a:cubicBezTo>
                  <a:pt x="204272" y="171386"/>
                  <a:pt x="198416" y="158023"/>
                  <a:pt x="198416" y="140532"/>
                </a:cubicBezTo>
                <a:lnTo>
                  <a:pt x="198416" y="136816"/>
                </a:lnTo>
                <a:lnTo>
                  <a:pt x="214181" y="136816"/>
                </a:lnTo>
                <a:lnTo>
                  <a:pt x="214181" y="137942"/>
                </a:lnTo>
                <a:cubicBezTo>
                  <a:pt x="214181" y="152506"/>
                  <a:pt x="218742" y="163334"/>
                  <a:pt x="227863" y="170429"/>
                </a:cubicBezTo>
                <a:cubicBezTo>
                  <a:pt x="236984" y="177523"/>
                  <a:pt x="250253" y="181070"/>
                  <a:pt x="267669" y="181070"/>
                </a:cubicBezTo>
                <a:cubicBezTo>
                  <a:pt x="279005" y="181070"/>
                  <a:pt x="289139" y="178086"/>
                  <a:pt x="298072" y="172118"/>
                </a:cubicBezTo>
                <a:cubicBezTo>
                  <a:pt x="307006" y="166150"/>
                  <a:pt x="311473" y="157986"/>
                  <a:pt x="311473" y="147626"/>
                </a:cubicBezTo>
                <a:cubicBezTo>
                  <a:pt x="311473" y="133438"/>
                  <a:pt x="300775" y="123678"/>
                  <a:pt x="279380" y="118348"/>
                </a:cubicBezTo>
                <a:cubicBezTo>
                  <a:pt x="257910" y="113094"/>
                  <a:pt x="245110" y="109941"/>
                  <a:pt x="240981" y="108890"/>
                </a:cubicBezTo>
                <a:cubicBezTo>
                  <a:pt x="227844" y="105662"/>
                  <a:pt x="218366" y="100857"/>
                  <a:pt x="212548" y="94476"/>
                </a:cubicBezTo>
                <a:cubicBezTo>
                  <a:pt x="206731" y="88095"/>
                  <a:pt x="203822" y="79725"/>
                  <a:pt x="203822" y="69365"/>
                </a:cubicBezTo>
                <a:cubicBezTo>
                  <a:pt x="203822" y="56603"/>
                  <a:pt x="208682" y="45662"/>
                  <a:pt x="218404" y="36541"/>
                </a:cubicBezTo>
                <a:cubicBezTo>
                  <a:pt x="228126" y="27419"/>
                  <a:pt x="242183" y="22859"/>
                  <a:pt x="260575" y="22859"/>
                </a:cubicBezTo>
                <a:close/>
                <a:moveTo>
                  <a:pt x="371400" y="26350"/>
                </a:moveTo>
                <a:lnTo>
                  <a:pt x="380409" y="26350"/>
                </a:lnTo>
                <a:lnTo>
                  <a:pt x="380409" y="54726"/>
                </a:lnTo>
                <a:lnTo>
                  <a:pt x="406984" y="45267"/>
                </a:lnTo>
                <a:lnTo>
                  <a:pt x="410474" y="53713"/>
                </a:lnTo>
                <a:lnTo>
                  <a:pt x="383224" y="62721"/>
                </a:lnTo>
                <a:lnTo>
                  <a:pt x="399777" y="85355"/>
                </a:lnTo>
                <a:lnTo>
                  <a:pt x="392457" y="90648"/>
                </a:lnTo>
                <a:lnTo>
                  <a:pt x="375567" y="67563"/>
                </a:lnTo>
                <a:lnTo>
                  <a:pt x="358788" y="90648"/>
                </a:lnTo>
                <a:lnTo>
                  <a:pt x="351356" y="85355"/>
                </a:lnTo>
                <a:lnTo>
                  <a:pt x="368247" y="62721"/>
                </a:lnTo>
                <a:lnTo>
                  <a:pt x="341672" y="53713"/>
                </a:lnTo>
                <a:lnTo>
                  <a:pt x="344938" y="45267"/>
                </a:lnTo>
                <a:lnTo>
                  <a:pt x="371400" y="54726"/>
                </a:lnTo>
                <a:lnTo>
                  <a:pt x="371400" y="26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Text 3,i">
            <a:extLst xmlns:a="http://schemas.openxmlformats.org/drawingml/2006/main">
              <a:ext uri="{FF2B5EF4-FFF2-40B4-BE49-F238E27FC236}">
                <a16:creationId xmlns:a16="http://schemas.microsoft.com/office/drawing/2014/main" id="{47E82013-A5CC-43A9-8EE9-A43384E6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6" y="5864481"/>
            <a:ext cx="142408" cy="130848"/>
          </a:xfrm>
          <a:custGeom xmlns:a="http://schemas.openxmlformats.org/drawingml/2006/main">
            <a:pathLst>
              <a:path w="142408" h="130848">
                <a:moveTo>
                  <a:pt x="36559" y="1201"/>
                </a:moveTo>
                <a:cubicBezTo>
                  <a:pt x="45918" y="1201"/>
                  <a:pt x="53813" y="3603"/>
                  <a:pt x="60244" y="8408"/>
                </a:cubicBezTo>
                <a:cubicBezTo>
                  <a:pt x="66675" y="13212"/>
                  <a:pt x="69891" y="19944"/>
                  <a:pt x="69891" y="28602"/>
                </a:cubicBezTo>
                <a:cubicBezTo>
                  <a:pt x="69891" y="34507"/>
                  <a:pt x="68327" y="39562"/>
                  <a:pt x="65199" y="43766"/>
                </a:cubicBezTo>
                <a:cubicBezTo>
                  <a:pt x="62071" y="47970"/>
                  <a:pt x="57604" y="50848"/>
                  <a:pt x="51799" y="52399"/>
                </a:cubicBezTo>
                <a:lnTo>
                  <a:pt x="51799" y="52699"/>
                </a:lnTo>
                <a:cubicBezTo>
                  <a:pt x="59206" y="54051"/>
                  <a:pt x="64748" y="57129"/>
                  <a:pt x="68427" y="61933"/>
                </a:cubicBezTo>
                <a:cubicBezTo>
                  <a:pt x="72105" y="66738"/>
                  <a:pt x="73944" y="72518"/>
                  <a:pt x="73944" y="79274"/>
                </a:cubicBezTo>
                <a:cubicBezTo>
                  <a:pt x="73944" y="89084"/>
                  <a:pt x="70441" y="97003"/>
                  <a:pt x="63434" y="103034"/>
                </a:cubicBezTo>
                <a:cubicBezTo>
                  <a:pt x="56428" y="109065"/>
                  <a:pt x="47570" y="112080"/>
                  <a:pt x="36860" y="112080"/>
                </a:cubicBezTo>
                <a:cubicBezTo>
                  <a:pt x="26049" y="112080"/>
                  <a:pt x="17204" y="109052"/>
                  <a:pt x="10322" y="102997"/>
                </a:cubicBezTo>
                <a:cubicBezTo>
                  <a:pt x="3441" y="96941"/>
                  <a:pt x="0" y="88583"/>
                  <a:pt x="0" y="77923"/>
                </a:cubicBezTo>
                <a:cubicBezTo>
                  <a:pt x="0" y="76672"/>
                  <a:pt x="50" y="75846"/>
                  <a:pt x="150" y="75446"/>
                </a:cubicBezTo>
                <a:lnTo>
                  <a:pt x="9834" y="75446"/>
                </a:lnTo>
                <a:lnTo>
                  <a:pt x="9834" y="77473"/>
                </a:lnTo>
                <a:cubicBezTo>
                  <a:pt x="9834" y="85380"/>
                  <a:pt x="12249" y="91761"/>
                  <a:pt x="17079" y="96616"/>
                </a:cubicBezTo>
                <a:cubicBezTo>
                  <a:pt x="21908" y="101470"/>
                  <a:pt x="28452" y="103897"/>
                  <a:pt x="36709" y="103897"/>
                </a:cubicBezTo>
                <a:cubicBezTo>
                  <a:pt x="44517" y="103897"/>
                  <a:pt x="51060" y="101670"/>
                  <a:pt x="56340" y="97216"/>
                </a:cubicBezTo>
                <a:cubicBezTo>
                  <a:pt x="61620" y="92762"/>
                  <a:pt x="64260" y="87057"/>
                  <a:pt x="64260" y="80100"/>
                </a:cubicBezTo>
                <a:cubicBezTo>
                  <a:pt x="64260" y="73144"/>
                  <a:pt x="61946" y="67613"/>
                  <a:pt x="57316" y="63510"/>
                </a:cubicBezTo>
                <a:cubicBezTo>
                  <a:pt x="52687" y="59406"/>
                  <a:pt x="46343" y="57354"/>
                  <a:pt x="38286" y="57354"/>
                </a:cubicBezTo>
                <a:lnTo>
                  <a:pt x="30253" y="57354"/>
                </a:lnTo>
                <a:lnTo>
                  <a:pt x="30253" y="49171"/>
                </a:lnTo>
                <a:lnTo>
                  <a:pt x="38811" y="49171"/>
                </a:lnTo>
                <a:cubicBezTo>
                  <a:pt x="44567" y="49171"/>
                  <a:pt x="49571" y="47432"/>
                  <a:pt x="53825" y="43954"/>
                </a:cubicBezTo>
                <a:cubicBezTo>
                  <a:pt x="58079" y="40475"/>
                  <a:pt x="60206" y="35708"/>
                  <a:pt x="60206" y="29653"/>
                </a:cubicBezTo>
                <a:cubicBezTo>
                  <a:pt x="60206" y="23097"/>
                  <a:pt x="58054" y="18079"/>
                  <a:pt x="53750" y="14601"/>
                </a:cubicBezTo>
                <a:cubicBezTo>
                  <a:pt x="49446" y="11123"/>
                  <a:pt x="43766" y="9384"/>
                  <a:pt x="36709" y="9384"/>
                </a:cubicBezTo>
                <a:cubicBezTo>
                  <a:pt x="29353" y="9384"/>
                  <a:pt x="23434" y="11711"/>
                  <a:pt x="18955" y="16365"/>
                </a:cubicBezTo>
                <a:cubicBezTo>
                  <a:pt x="14476" y="21020"/>
                  <a:pt x="12236" y="27551"/>
                  <a:pt x="12236" y="35959"/>
                </a:cubicBezTo>
                <a:lnTo>
                  <a:pt x="12236" y="36559"/>
                </a:lnTo>
                <a:lnTo>
                  <a:pt x="2552" y="36559"/>
                </a:lnTo>
                <a:cubicBezTo>
                  <a:pt x="2652" y="25949"/>
                  <a:pt x="5868" y="17404"/>
                  <a:pt x="12199" y="10923"/>
                </a:cubicBezTo>
                <a:cubicBezTo>
                  <a:pt x="18530" y="4442"/>
                  <a:pt x="26650" y="1201"/>
                  <a:pt x="36559" y="1201"/>
                </a:cubicBezTo>
                <a:close/>
                <a:moveTo>
                  <a:pt x="108604" y="93463"/>
                </a:moveTo>
                <a:lnTo>
                  <a:pt x="108604" y="110354"/>
                </a:lnTo>
                <a:cubicBezTo>
                  <a:pt x="108604" y="114758"/>
                  <a:pt x="107440" y="118949"/>
                  <a:pt x="105113" y="122928"/>
                </a:cubicBezTo>
                <a:cubicBezTo>
                  <a:pt x="102786" y="126907"/>
                  <a:pt x="99420" y="129547"/>
                  <a:pt x="95016" y="130848"/>
                </a:cubicBezTo>
                <a:lnTo>
                  <a:pt x="95016" y="124242"/>
                </a:lnTo>
                <a:cubicBezTo>
                  <a:pt x="97168" y="123341"/>
                  <a:pt x="98907" y="121564"/>
                  <a:pt x="100233" y="118912"/>
                </a:cubicBezTo>
                <a:cubicBezTo>
                  <a:pt x="101559" y="116259"/>
                  <a:pt x="102198" y="113506"/>
                  <a:pt x="102147" y="110654"/>
                </a:cubicBezTo>
                <a:lnTo>
                  <a:pt x="102147" y="109753"/>
                </a:lnTo>
                <a:lnTo>
                  <a:pt x="95691" y="109753"/>
                </a:lnTo>
                <a:lnTo>
                  <a:pt x="95691" y="93463"/>
                </a:lnTo>
                <a:lnTo>
                  <a:pt x="108604" y="93463"/>
                </a:lnTo>
                <a:close/>
                <a:moveTo>
                  <a:pt x="142408" y="0"/>
                </a:moveTo>
                <a:lnTo>
                  <a:pt x="142408" y="15540"/>
                </a:lnTo>
                <a:lnTo>
                  <a:pt x="132724" y="15540"/>
                </a:lnTo>
                <a:lnTo>
                  <a:pt x="132724" y="0"/>
                </a:lnTo>
                <a:lnTo>
                  <a:pt x="142408" y="0"/>
                </a:lnTo>
                <a:moveTo>
                  <a:pt x="142408" y="30404"/>
                </a:moveTo>
                <a:lnTo>
                  <a:pt x="142408" y="109753"/>
                </a:lnTo>
                <a:lnTo>
                  <a:pt x="132724" y="109753"/>
                </a:lnTo>
                <a:lnTo>
                  <a:pt x="132724" y="30404"/>
                </a:lnTo>
                <a:lnTo>
                  <a:pt x="142408" y="30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Text )=S">
            <a:extLst xmlns:a="http://schemas.openxmlformats.org/drawingml/2006/main">
              <a:ext uri="{FF2B5EF4-FFF2-40B4-BE49-F238E27FC236}">
                <a16:creationId xmlns:a16="http://schemas.microsoft.com/office/drawing/2014/main" id="{D43EC9B4-AE84-4EA9-AF82-7C5BF2D3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193" y="5719633"/>
            <a:ext cx="458750" cy="212036"/>
          </a:xfrm>
          <a:custGeom xmlns:a="http://schemas.openxmlformats.org/drawingml/2006/main">
            <a:pathLst>
              <a:path w="458750" h="212036">
                <a:moveTo>
                  <a:pt x="0" y="0"/>
                </a:moveTo>
                <a:lnTo>
                  <a:pt x="11486" y="0"/>
                </a:lnTo>
                <a:cubicBezTo>
                  <a:pt x="22596" y="18317"/>
                  <a:pt x="30798" y="35771"/>
                  <a:pt x="36090" y="52362"/>
                </a:cubicBezTo>
                <a:cubicBezTo>
                  <a:pt x="41383" y="68952"/>
                  <a:pt x="44029" y="86631"/>
                  <a:pt x="44029" y="105399"/>
                </a:cubicBezTo>
                <a:cubicBezTo>
                  <a:pt x="44029" y="124392"/>
                  <a:pt x="41270" y="142840"/>
                  <a:pt x="35752" y="160745"/>
                </a:cubicBezTo>
                <a:cubicBezTo>
                  <a:pt x="30235" y="178649"/>
                  <a:pt x="22183" y="195746"/>
                  <a:pt x="11598" y="212036"/>
                </a:cubicBezTo>
                <a:lnTo>
                  <a:pt x="0" y="212036"/>
                </a:lnTo>
                <a:cubicBezTo>
                  <a:pt x="9909" y="196046"/>
                  <a:pt x="17304" y="178649"/>
                  <a:pt x="22183" y="159844"/>
                </a:cubicBezTo>
                <a:cubicBezTo>
                  <a:pt x="27063" y="141039"/>
                  <a:pt x="29503" y="121201"/>
                  <a:pt x="29503" y="100332"/>
                </a:cubicBezTo>
                <a:cubicBezTo>
                  <a:pt x="29503" y="84342"/>
                  <a:pt x="26894" y="67526"/>
                  <a:pt x="21677" y="49884"/>
                </a:cubicBezTo>
                <a:cubicBezTo>
                  <a:pt x="16459" y="32243"/>
                  <a:pt x="9234" y="15615"/>
                  <a:pt x="0" y="0"/>
                </a:cubicBezTo>
                <a:close/>
                <a:moveTo>
                  <a:pt x="246928" y="80963"/>
                </a:moveTo>
                <a:lnTo>
                  <a:pt x="246928" y="93125"/>
                </a:lnTo>
                <a:lnTo>
                  <a:pt x="130945" y="93125"/>
                </a:lnTo>
                <a:lnTo>
                  <a:pt x="130945" y="80963"/>
                </a:lnTo>
                <a:lnTo>
                  <a:pt x="246928" y="80963"/>
                </a:lnTo>
                <a:moveTo>
                  <a:pt x="246928" y="126343"/>
                </a:moveTo>
                <a:lnTo>
                  <a:pt x="246928" y="138617"/>
                </a:lnTo>
                <a:lnTo>
                  <a:pt x="130945" y="138617"/>
                </a:lnTo>
                <a:lnTo>
                  <a:pt x="130945" y="126343"/>
                </a:lnTo>
                <a:lnTo>
                  <a:pt x="246928" y="126343"/>
                </a:lnTo>
                <a:close/>
                <a:moveTo>
                  <a:pt x="392088" y="0"/>
                </a:moveTo>
                <a:cubicBezTo>
                  <a:pt x="409729" y="0"/>
                  <a:pt x="424256" y="4561"/>
                  <a:pt x="435666" y="13682"/>
                </a:cubicBezTo>
                <a:cubicBezTo>
                  <a:pt x="447077" y="22803"/>
                  <a:pt x="452782" y="35321"/>
                  <a:pt x="452782" y="51236"/>
                </a:cubicBezTo>
                <a:lnTo>
                  <a:pt x="437243" y="51236"/>
                </a:lnTo>
                <a:cubicBezTo>
                  <a:pt x="436567" y="39224"/>
                  <a:pt x="432007" y="29916"/>
                  <a:pt x="423561" y="23309"/>
                </a:cubicBezTo>
                <a:cubicBezTo>
                  <a:pt x="415116" y="16703"/>
                  <a:pt x="404700" y="13400"/>
                  <a:pt x="392313" y="13400"/>
                </a:cubicBezTo>
                <a:cubicBezTo>
                  <a:pt x="379326" y="13400"/>
                  <a:pt x="369191" y="16196"/>
                  <a:pt x="361910" y="21789"/>
                </a:cubicBezTo>
                <a:cubicBezTo>
                  <a:pt x="354628" y="27382"/>
                  <a:pt x="350987" y="35471"/>
                  <a:pt x="350987" y="46056"/>
                </a:cubicBezTo>
                <a:cubicBezTo>
                  <a:pt x="350987" y="52287"/>
                  <a:pt x="352845" y="57485"/>
                  <a:pt x="356561" y="61652"/>
                </a:cubicBezTo>
                <a:cubicBezTo>
                  <a:pt x="360277" y="65818"/>
                  <a:pt x="367052" y="69102"/>
                  <a:pt x="376886" y="71505"/>
                </a:cubicBezTo>
                <a:lnTo>
                  <a:pt x="414384" y="80738"/>
                </a:lnTo>
                <a:cubicBezTo>
                  <a:pt x="429848" y="84567"/>
                  <a:pt x="441109" y="90009"/>
                  <a:pt x="448165" y="97066"/>
                </a:cubicBezTo>
                <a:cubicBezTo>
                  <a:pt x="455222" y="104123"/>
                  <a:pt x="458750" y="113244"/>
                  <a:pt x="458750" y="124429"/>
                </a:cubicBezTo>
                <a:cubicBezTo>
                  <a:pt x="458750" y="138242"/>
                  <a:pt x="453458" y="149559"/>
                  <a:pt x="442873" y="158380"/>
                </a:cubicBezTo>
                <a:cubicBezTo>
                  <a:pt x="432288" y="167201"/>
                  <a:pt x="416598" y="171611"/>
                  <a:pt x="395804" y="171611"/>
                </a:cubicBezTo>
                <a:cubicBezTo>
                  <a:pt x="375310" y="171611"/>
                  <a:pt x="359207" y="166994"/>
                  <a:pt x="347496" y="157760"/>
                </a:cubicBezTo>
                <a:cubicBezTo>
                  <a:pt x="335785" y="148527"/>
                  <a:pt x="329930" y="135164"/>
                  <a:pt x="329930" y="117673"/>
                </a:cubicBezTo>
                <a:lnTo>
                  <a:pt x="329930" y="113957"/>
                </a:lnTo>
                <a:lnTo>
                  <a:pt x="345694" y="113957"/>
                </a:lnTo>
                <a:lnTo>
                  <a:pt x="345694" y="115083"/>
                </a:lnTo>
                <a:cubicBezTo>
                  <a:pt x="345694" y="129647"/>
                  <a:pt x="350255" y="140475"/>
                  <a:pt x="359376" y="147570"/>
                </a:cubicBezTo>
                <a:cubicBezTo>
                  <a:pt x="368497" y="154664"/>
                  <a:pt x="381766" y="158211"/>
                  <a:pt x="399182" y="158211"/>
                </a:cubicBezTo>
                <a:cubicBezTo>
                  <a:pt x="410518" y="158211"/>
                  <a:pt x="420652" y="155227"/>
                  <a:pt x="429586" y="149259"/>
                </a:cubicBezTo>
                <a:cubicBezTo>
                  <a:pt x="438519" y="143291"/>
                  <a:pt x="442986" y="135127"/>
                  <a:pt x="442986" y="124767"/>
                </a:cubicBezTo>
                <a:cubicBezTo>
                  <a:pt x="442986" y="110579"/>
                  <a:pt x="432288" y="100820"/>
                  <a:pt x="410893" y="95490"/>
                </a:cubicBezTo>
                <a:cubicBezTo>
                  <a:pt x="389423" y="90235"/>
                  <a:pt x="376623" y="87082"/>
                  <a:pt x="372494" y="86031"/>
                </a:cubicBezTo>
                <a:cubicBezTo>
                  <a:pt x="359357" y="82803"/>
                  <a:pt x="349880" y="77998"/>
                  <a:pt x="344062" y="71617"/>
                </a:cubicBezTo>
                <a:cubicBezTo>
                  <a:pt x="338244" y="65236"/>
                  <a:pt x="335335" y="56866"/>
                  <a:pt x="335335" y="46506"/>
                </a:cubicBezTo>
                <a:cubicBezTo>
                  <a:pt x="335335" y="33744"/>
                  <a:pt x="340195" y="22803"/>
                  <a:pt x="349917" y="13682"/>
                </a:cubicBezTo>
                <a:cubicBezTo>
                  <a:pt x="359639" y="4561"/>
                  <a:pt x="373696" y="0"/>
                  <a:pt x="3920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Text *">
            <a:extLst xmlns:a="http://schemas.openxmlformats.org/drawingml/2006/main">
              <a:ext uri="{FF2B5EF4-FFF2-40B4-BE49-F238E27FC236}">
                <a16:creationId xmlns:a16="http://schemas.microsoft.com/office/drawing/2014/main" id="{5F98524F-2ACA-4CCD-8EEF-631EFAB4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59" y="5691519"/>
            <a:ext cx="45868" cy="42865"/>
          </a:xfrm>
          <a:custGeom xmlns:a="http://schemas.openxmlformats.org/drawingml/2006/main">
            <a:pathLst>
              <a:path w="45868" h="42865">
                <a:moveTo>
                  <a:pt x="19819" y="0"/>
                </a:moveTo>
                <a:lnTo>
                  <a:pt x="25824" y="0"/>
                </a:lnTo>
                <a:lnTo>
                  <a:pt x="25824" y="18918"/>
                </a:lnTo>
                <a:lnTo>
                  <a:pt x="43541" y="12612"/>
                </a:lnTo>
                <a:lnTo>
                  <a:pt x="45868" y="18242"/>
                </a:lnTo>
                <a:lnTo>
                  <a:pt x="27701" y="24248"/>
                </a:lnTo>
                <a:lnTo>
                  <a:pt x="38736" y="39337"/>
                </a:lnTo>
                <a:lnTo>
                  <a:pt x="33857" y="42865"/>
                </a:lnTo>
                <a:lnTo>
                  <a:pt x="22596" y="27476"/>
                </a:lnTo>
                <a:lnTo>
                  <a:pt x="11411" y="42865"/>
                </a:lnTo>
                <a:lnTo>
                  <a:pt x="6456" y="39337"/>
                </a:lnTo>
                <a:lnTo>
                  <a:pt x="17717" y="24248"/>
                </a:lnTo>
                <a:lnTo>
                  <a:pt x="0" y="18242"/>
                </a:lnTo>
                <a:lnTo>
                  <a:pt x="2177" y="12612"/>
                </a:lnTo>
                <a:lnTo>
                  <a:pt x="19819" y="18918"/>
                </a:lnTo>
                <a:lnTo>
                  <a:pt x="19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Text 3">
            <a:extLst xmlns:a="http://schemas.openxmlformats.org/drawingml/2006/main">
              <a:ext uri="{FF2B5EF4-FFF2-40B4-BE49-F238E27FC236}">
                <a16:creationId xmlns:a16="http://schemas.microsoft.com/office/drawing/2014/main" id="{2A7B0B1F-E09F-4ECE-8FF5-9AA71FDC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572" y="5865683"/>
            <a:ext cx="73944" cy="110879"/>
          </a:xfrm>
          <a:custGeom xmlns:a="http://schemas.openxmlformats.org/drawingml/2006/main">
            <a:pathLst>
              <a:path w="73944" h="110879">
                <a:moveTo>
                  <a:pt x="36559" y="0"/>
                </a:moveTo>
                <a:cubicBezTo>
                  <a:pt x="45918" y="0"/>
                  <a:pt x="53813" y="2402"/>
                  <a:pt x="60244" y="7207"/>
                </a:cubicBezTo>
                <a:cubicBezTo>
                  <a:pt x="66675" y="12011"/>
                  <a:pt x="69891" y="18743"/>
                  <a:pt x="69891" y="27401"/>
                </a:cubicBezTo>
                <a:cubicBezTo>
                  <a:pt x="69891" y="33306"/>
                  <a:pt x="68327" y="38361"/>
                  <a:pt x="65199" y="42565"/>
                </a:cubicBezTo>
                <a:cubicBezTo>
                  <a:pt x="62071" y="46769"/>
                  <a:pt x="57604" y="49647"/>
                  <a:pt x="51799" y="51198"/>
                </a:cubicBezTo>
                <a:lnTo>
                  <a:pt x="51799" y="51498"/>
                </a:lnTo>
                <a:cubicBezTo>
                  <a:pt x="59206" y="52850"/>
                  <a:pt x="64748" y="55927"/>
                  <a:pt x="68427" y="60732"/>
                </a:cubicBezTo>
                <a:cubicBezTo>
                  <a:pt x="72105" y="65536"/>
                  <a:pt x="73944" y="71317"/>
                  <a:pt x="73944" y="78073"/>
                </a:cubicBezTo>
                <a:cubicBezTo>
                  <a:pt x="73944" y="87882"/>
                  <a:pt x="70441" y="95802"/>
                  <a:pt x="63434" y="101833"/>
                </a:cubicBezTo>
                <a:cubicBezTo>
                  <a:pt x="56428" y="107864"/>
                  <a:pt x="47570" y="110879"/>
                  <a:pt x="36860" y="110879"/>
                </a:cubicBezTo>
                <a:cubicBezTo>
                  <a:pt x="26049" y="110879"/>
                  <a:pt x="17204" y="107851"/>
                  <a:pt x="10322" y="101795"/>
                </a:cubicBezTo>
                <a:cubicBezTo>
                  <a:pt x="3441" y="95740"/>
                  <a:pt x="0" y="87382"/>
                  <a:pt x="0" y="76722"/>
                </a:cubicBezTo>
                <a:cubicBezTo>
                  <a:pt x="0" y="75471"/>
                  <a:pt x="50" y="74645"/>
                  <a:pt x="150" y="74245"/>
                </a:cubicBezTo>
                <a:lnTo>
                  <a:pt x="9834" y="74245"/>
                </a:lnTo>
                <a:lnTo>
                  <a:pt x="9834" y="76272"/>
                </a:lnTo>
                <a:cubicBezTo>
                  <a:pt x="9834" y="84179"/>
                  <a:pt x="12249" y="90560"/>
                  <a:pt x="17079" y="95414"/>
                </a:cubicBezTo>
                <a:cubicBezTo>
                  <a:pt x="21908" y="100269"/>
                  <a:pt x="28452" y="102696"/>
                  <a:pt x="36709" y="102696"/>
                </a:cubicBezTo>
                <a:cubicBezTo>
                  <a:pt x="44517" y="102696"/>
                  <a:pt x="51060" y="100469"/>
                  <a:pt x="56340" y="96015"/>
                </a:cubicBezTo>
                <a:cubicBezTo>
                  <a:pt x="61620" y="91561"/>
                  <a:pt x="64260" y="85856"/>
                  <a:pt x="64260" y="78899"/>
                </a:cubicBezTo>
                <a:cubicBezTo>
                  <a:pt x="64260" y="71942"/>
                  <a:pt x="61946" y="66412"/>
                  <a:pt x="57316" y="62308"/>
                </a:cubicBezTo>
                <a:cubicBezTo>
                  <a:pt x="52687" y="58205"/>
                  <a:pt x="46343" y="56153"/>
                  <a:pt x="38286" y="56153"/>
                </a:cubicBezTo>
                <a:lnTo>
                  <a:pt x="30253" y="56153"/>
                </a:lnTo>
                <a:lnTo>
                  <a:pt x="30253" y="47970"/>
                </a:lnTo>
                <a:lnTo>
                  <a:pt x="38811" y="47970"/>
                </a:lnTo>
                <a:cubicBezTo>
                  <a:pt x="44567" y="47970"/>
                  <a:pt x="49571" y="46231"/>
                  <a:pt x="53825" y="42753"/>
                </a:cubicBezTo>
                <a:cubicBezTo>
                  <a:pt x="58079" y="39274"/>
                  <a:pt x="60206" y="34507"/>
                  <a:pt x="60206" y="28452"/>
                </a:cubicBezTo>
                <a:cubicBezTo>
                  <a:pt x="60206" y="21896"/>
                  <a:pt x="58054" y="16878"/>
                  <a:pt x="53750" y="13400"/>
                </a:cubicBezTo>
                <a:cubicBezTo>
                  <a:pt x="49446" y="9922"/>
                  <a:pt x="43766" y="8183"/>
                  <a:pt x="36709" y="8183"/>
                </a:cubicBezTo>
                <a:cubicBezTo>
                  <a:pt x="29353" y="8183"/>
                  <a:pt x="23434" y="10510"/>
                  <a:pt x="18955" y="15164"/>
                </a:cubicBezTo>
                <a:cubicBezTo>
                  <a:pt x="14476" y="19819"/>
                  <a:pt x="12236" y="26350"/>
                  <a:pt x="12236" y="34758"/>
                </a:cubicBezTo>
                <a:lnTo>
                  <a:pt x="12236" y="35358"/>
                </a:lnTo>
                <a:lnTo>
                  <a:pt x="2552" y="35358"/>
                </a:lnTo>
                <a:cubicBezTo>
                  <a:pt x="2652" y="24748"/>
                  <a:pt x="5868" y="16203"/>
                  <a:pt x="12199" y="9722"/>
                </a:cubicBezTo>
                <a:cubicBezTo>
                  <a:pt x="18530" y="3241"/>
                  <a:pt x="26650" y="0"/>
                  <a:pt x="3655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C1E34-C3F7-4132-B7D3-105F07A2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5868236"/>
            <a:ext cx="774244" cy="10"/>
          </a:xfrm>
          <a:custGeom xmlns:a="http://schemas.openxmlformats.org/drawingml/2006/main">
            <a:pathLst>
              <a:path w="774244" h="1">
                <a:moveTo>
                  <a:pt x="0" y="0"/>
                </a:moveTo>
                <a:lnTo>
                  <a:pt x="77424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DD47D-FCBA-4CA7-A051-6314C457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5868236"/>
            <a:ext cx="709383" cy="10"/>
          </a:xfrm>
          <a:custGeom xmlns:a="http://schemas.openxmlformats.org/drawingml/2006/main">
            <a:pathLst>
              <a:path w="709383" h="1" fill="none">
                <a:moveTo>
                  <a:pt x="0" y="0"/>
                </a:moveTo>
                <a:lnTo>
                  <a:pt x="7093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C82BF-9365-4403-8C21-2D31C8AD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5850380"/>
            <a:ext cx="49058" cy="35711"/>
          </a:xfrm>
          <a:custGeom xmlns:a="http://schemas.openxmlformats.org/drawingml/2006/main">
            <a:pathLst>
              <a:path w="49058" h="35711">
                <a:moveTo>
                  <a:pt x="0" y="35711"/>
                </a:moveTo>
                <a:lnTo>
                  <a:pt x="0" y="0"/>
                </a:lnTo>
                <a:lnTo>
                  <a:pt x="49058" y="17855"/>
                </a:lnTo>
                <a:lnTo>
                  <a:pt x="0" y="35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7877E-A9A3-462B-B3A1-26992A7A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5850380"/>
            <a:ext cx="49058" cy="35711"/>
          </a:xfrm>
          <a:custGeom xmlns:a="http://schemas.openxmlformats.org/drawingml/2006/main">
            <a:pathLst>
              <a:path w="49058" h="35711" fill="none">
                <a:moveTo>
                  <a:pt x="0" y="35711"/>
                </a:moveTo>
                <a:lnTo>
                  <a:pt x="49058" y="17855"/>
                </a:lnTo>
                <a:lnTo>
                  <a:pt x="0" y="0"/>
                </a:lnTo>
                <a:lnTo>
                  <a:pt x="0" y="35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C7584-EF95-41E2-BF4F-9285EDDA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5349349"/>
            <a:ext cx="774244" cy="10"/>
          </a:xfrm>
          <a:custGeom xmlns:a="http://schemas.openxmlformats.org/drawingml/2006/main">
            <a:pathLst>
              <a:path w="774244" h="1">
                <a:moveTo>
                  <a:pt x="0" y="0"/>
                </a:moveTo>
                <a:lnTo>
                  <a:pt x="77424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4D657-510C-4539-9C4D-92E3942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87" y="5349349"/>
            <a:ext cx="709383" cy="10"/>
          </a:xfrm>
          <a:custGeom xmlns:a="http://schemas.openxmlformats.org/drawingml/2006/main">
            <a:pathLst>
              <a:path w="709383" h="1" fill="none">
                <a:moveTo>
                  <a:pt x="0" y="0"/>
                </a:moveTo>
                <a:lnTo>
                  <a:pt x="7093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C3A00-3796-48AE-B6A4-9D09CB5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5331494"/>
            <a:ext cx="49058" cy="35711"/>
          </a:xfrm>
          <a:custGeom xmlns:a="http://schemas.openxmlformats.org/drawingml/2006/main">
            <a:pathLst>
              <a:path w="49058" h="35711">
                <a:moveTo>
                  <a:pt x="0" y="35711"/>
                </a:moveTo>
                <a:lnTo>
                  <a:pt x="0" y="0"/>
                </a:lnTo>
                <a:lnTo>
                  <a:pt x="49058" y="17855"/>
                </a:lnTo>
                <a:lnTo>
                  <a:pt x="0" y="35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30B08-4638-4A54-89CE-BF960AD2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70" y="5331494"/>
            <a:ext cx="49058" cy="35711"/>
          </a:xfrm>
          <a:custGeom xmlns:a="http://schemas.openxmlformats.org/drawingml/2006/main">
            <a:pathLst>
              <a:path w="49058" h="35711" fill="none">
                <a:moveTo>
                  <a:pt x="0" y="35711"/>
                </a:moveTo>
                <a:lnTo>
                  <a:pt x="49058" y="17855"/>
                </a:lnTo>
                <a:lnTo>
                  <a:pt x="0" y="0"/>
                </a:lnTo>
                <a:lnTo>
                  <a:pt x="0" y="35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A06C3-0D5D-4DCB-A44D-23FB8285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99" y="5039884"/>
            <a:ext cx="253996" cy="1574365"/>
          </a:xfrm>
          <a:custGeom xmlns:a="http://schemas.openxmlformats.org/drawingml/2006/main">
            <a:pathLst>
              <a:path w="253996" h="1574365">
                <a:moveTo>
                  <a:pt x="0" y="0"/>
                </a:moveTo>
                <a:lnTo>
                  <a:pt x="0" y="0"/>
                </a:lnTo>
                <a:cubicBezTo>
                  <a:pt x="33682" y="0"/>
                  <a:pt x="65984" y="13380"/>
                  <a:pt x="89801" y="37197"/>
                </a:cubicBezTo>
                <a:cubicBezTo>
                  <a:pt x="113618" y="61013"/>
                  <a:pt x="126998" y="93316"/>
                  <a:pt x="126998" y="126998"/>
                </a:cubicBezTo>
                <a:lnTo>
                  <a:pt x="126998" y="660185"/>
                </a:lnTo>
                <a:cubicBezTo>
                  <a:pt x="126998" y="730324"/>
                  <a:pt x="183857" y="787182"/>
                  <a:pt x="253996" y="787182"/>
                </a:cubicBezTo>
                <a:cubicBezTo>
                  <a:pt x="183857" y="787182"/>
                  <a:pt x="126998" y="844041"/>
                  <a:pt x="126998" y="914180"/>
                </a:cubicBezTo>
                <a:lnTo>
                  <a:pt x="126998" y="1447367"/>
                </a:lnTo>
                <a:cubicBezTo>
                  <a:pt x="126998" y="1517506"/>
                  <a:pt x="70139" y="1574365"/>
                  <a:pt x="0" y="157436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DA1EE-1C8F-4B0D-9579-3FC3F75B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99" y="5039884"/>
            <a:ext cx="253996" cy="1574365"/>
          </a:xfrm>
          <a:custGeom xmlns:a="http://schemas.openxmlformats.org/drawingml/2006/main">
            <a:pathLst>
              <a:path w="253996" h="1574365">
                <a:moveTo>
                  <a:pt x="0" y="0"/>
                </a:moveTo>
                <a:lnTo>
                  <a:pt x="0" y="0"/>
                </a:lnTo>
                <a:cubicBezTo>
                  <a:pt x="33682" y="0"/>
                  <a:pt x="65984" y="13380"/>
                  <a:pt x="89801" y="37197"/>
                </a:cubicBezTo>
                <a:cubicBezTo>
                  <a:pt x="113618" y="61013"/>
                  <a:pt x="126998" y="93316"/>
                  <a:pt x="126998" y="126998"/>
                </a:cubicBezTo>
                <a:lnTo>
                  <a:pt x="126998" y="660185"/>
                </a:lnTo>
                <a:cubicBezTo>
                  <a:pt x="126998" y="730324"/>
                  <a:pt x="183857" y="787182"/>
                  <a:pt x="253996" y="787182"/>
                </a:cubicBezTo>
                <a:cubicBezTo>
                  <a:pt x="183857" y="787182"/>
                  <a:pt x="126998" y="844041"/>
                  <a:pt x="126998" y="914180"/>
                </a:cubicBezTo>
                <a:lnTo>
                  <a:pt x="126998" y="1447367"/>
                </a:lnTo>
                <a:cubicBezTo>
                  <a:pt x="126998" y="1517506"/>
                  <a:pt x="70139" y="1574365"/>
                  <a:pt x="0" y="1574365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93332-122D-417A-AB14-D3EFD879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99" y="5039884"/>
            <a:ext cx="253996" cy="1574365"/>
          </a:xfrm>
          <a:custGeom xmlns:a="http://schemas.openxmlformats.org/drawingml/2006/main">
            <a:pathLst>
              <a:path w="253996" h="1574365" fill="none">
                <a:moveTo>
                  <a:pt x="0" y="0"/>
                </a:moveTo>
                <a:lnTo>
                  <a:pt x="0" y="0"/>
                </a:lnTo>
                <a:cubicBezTo>
                  <a:pt x="33682" y="0"/>
                  <a:pt x="65984" y="13380"/>
                  <a:pt x="89801" y="37197"/>
                </a:cubicBezTo>
                <a:cubicBezTo>
                  <a:pt x="113618" y="61013"/>
                  <a:pt x="126998" y="93316"/>
                  <a:pt x="126998" y="126998"/>
                </a:cubicBezTo>
                <a:lnTo>
                  <a:pt x="126998" y="660185"/>
                </a:lnTo>
                <a:cubicBezTo>
                  <a:pt x="126998" y="730324"/>
                  <a:pt x="183857" y="787182"/>
                  <a:pt x="253996" y="787182"/>
                </a:cubicBezTo>
                <a:cubicBezTo>
                  <a:pt x="183857" y="787182"/>
                  <a:pt x="126998" y="844041"/>
                  <a:pt x="126998" y="914180"/>
                </a:cubicBezTo>
                <a:lnTo>
                  <a:pt x="126998" y="1447367"/>
                </a:lnTo>
                <a:cubicBezTo>
                  <a:pt x="126998" y="1517506"/>
                  <a:pt x="70139" y="1574365"/>
                  <a:pt x="0" y="15743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810" cap="flat">
            <a:solidFill>
              <a:srgbClr val="00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776744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2026-09-05T08:54:06.1120000Z</dcterms:created>
  <dcterms:modified xsi:type="dcterms:W3CDTF">2026-09-05T08:54:06.1120000Z</dcterms:modified>
</coreProperties>
</file>