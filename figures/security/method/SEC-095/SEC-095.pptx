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7326e91a5ce485d" /><Relationship Type="http://schemas.openxmlformats.org/officeDocument/2006/relationships/extended-properties" Target="/docProps/app.xml" Id="R985499a96ddc4548" /><Relationship Type="http://schemas.openxmlformats.org/officeDocument/2006/relationships/officeDocument" Target="/ppt/presentation.xml" Id="R97e2644117c94ed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fb2c805598c4bc6"/>
  </p:sldMasterIdLst>
  <p:notesMasterIdLst>
    <p:notesMasterId xmlns:r="http://schemas.openxmlformats.org/officeDocument/2006/relationships" r:id="R4969397c04a54405"/>
  </p:notesMasterIdLst>
  <p:sldIdLst>
    <p:sldId xmlns:r="http://schemas.openxmlformats.org/officeDocument/2006/relationships" id="256" r:id="R026fe20c0bc44ae2"/>
  </p:sldIdLst>
  <p:sldSz cx="5857875" cy="25146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b5b8a096b744eac" /><Relationship Type="http://schemas.openxmlformats.org/officeDocument/2006/relationships/slideMaster" Target="/ppt/slideMasters/slideMaster1.xml" Id="Rbfb2c805598c4bc6" /><Relationship Type="http://schemas.openxmlformats.org/officeDocument/2006/relationships/notesMaster" Target="/ppt/notesMasters/notesMaster1.xml" Id="R4969397c04a54405" /><Relationship Type="http://schemas.openxmlformats.org/officeDocument/2006/relationships/presProps" Target="/ppt/presProps.xml" Id="R619e89289be4449c" /><Relationship Type="http://schemas.openxmlformats.org/officeDocument/2006/relationships/tableStyles" Target="/ppt/tableStyles.xml" Id="Rea491f82481f46b6" /><Relationship Type="http://schemas.openxmlformats.org/officeDocument/2006/relationships/slide" Target="/ppt/slides/slide1.xml" Id="R026fe20c0bc44ae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0ed77d24f974fc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0c3c366727f4ee8" /><Relationship Type="http://schemas.openxmlformats.org/officeDocument/2006/relationships/notesMaster" Target="/ppt/notesMasters/notesMaster1.xml" Id="Rd7837eb7656c4c2b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素材ID：SEC-095</ns1:t>
            </ns1:r>
          </ns1:p>
          <ns1:p>
            <ns1:r>
              <ns1:t>论文：Indirector: High-Precision Branch Target Injection Attacks Exploiting the Indirect Branch Predictor</ns1:t>
            </ns1:r>
          </ns1:p>
          <ns1:p>
            <ns1:r>
              <ns1:t>会议：USENIX Security 2024</ns1:t>
            </ns1:r>
          </ns1:p>
          <ns1:p>
            <ns1:r>
              <ns1:t>奖项：Distinguished Paper Award</ns1:t>
            </ns1:r>
          </ns1:p>
          <ns1:p>
            <ns1:r>
              <ns1:t>图号：Figure 8，PDF第8页</ns1:t>
            </ns1:r>
          </ns1:p>
          <ns1:p>
            <ns1:r>
              <ns1:t>类型：方法细节</ns1:t>
            </ns1:r>
          </ns1:p>
          <ns1:p>
            <ns1:r>
              <ns1:t>借鉴点：上下长历史位向中间两排结果折叠，位下标、分组数及异或关系对应，可用于哈希、编码或协议位映射。</ns1:t>
            </ns1:r>
          </ns1:p>
          <ns1:p>
            <ns1:r>
              <ns1:t>论文URL：https://www.usenix.org/system/files/usenixsecurity24-li-luyi.pdf</ns1:t>
            </ns1:r>
          </ns1:p>
          <ns1:p>
            <ns1:r>
              <ns1:t>官方获奖URL：https://www.usenix.org/conference/usenixsecurity24/presentation/li-luyi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ee088d3c1f480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d70f7276fdf40d1" /><Relationship Type="http://schemas.openxmlformats.org/officeDocument/2006/relationships/slideLayout" Target="/ppt/slideLayouts/slideLayout1.xml" Id="R4a2ad28131004f9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a2ad28131004f9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2eba5883e549e5" /><Relationship Type="http://schemas.openxmlformats.org/officeDocument/2006/relationships/notesSlide" Target="/ppt/notesSlides/notesSlide1.xml" Id="Refb35d28c2e9456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BB9951-8839-4530-9900-5DD95CE81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50" y="57162"/>
            <a:ext cx="5803925" cy="2457438"/>
          </a:xfrm>
          <a:custGeom xmlns:a="http://schemas.openxmlformats.org/drawingml/2006/main">
            <a:pathLst>
              <a:path w="5803925" h="2457438">
                <a:moveTo>
                  <a:pt x="0" y="0"/>
                </a:moveTo>
                <a:lnTo>
                  <a:pt x="0" y="2457438"/>
                </a:lnTo>
                <a:lnTo>
                  <a:pt x="5803925" y="2457438"/>
                </a:lnTo>
                <a:lnTo>
                  <a:pt x="580392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4D1D3E-D9F3-4291-8373-6CA1AF90B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50" y="57162"/>
            <a:ext cx="5803925" cy="2457438"/>
          </a:xfrm>
          <a:custGeom xmlns:a="http://schemas.openxmlformats.org/drawingml/2006/main">
            <a:pathLst>
              <a:path w="5803925" h="2457438">
                <a:moveTo>
                  <a:pt x="0" y="0"/>
                </a:moveTo>
                <a:lnTo>
                  <a:pt x="0" y="2457438"/>
                </a:lnTo>
                <a:lnTo>
                  <a:pt x="5803925" y="2457438"/>
                </a:lnTo>
                <a:lnTo>
                  <a:pt x="580392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0DDD6A-5652-4D50-8219-B8C2AEF86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02" y="286337"/>
            <a:ext cx="521132" cy="228794"/>
          </a:xfrm>
          <a:custGeom xmlns:a="http://schemas.openxmlformats.org/drawingml/2006/main">
            <a:pathLst>
              <a:path w="521132" h="228794">
                <a:moveTo>
                  <a:pt x="0" y="228794"/>
                </a:moveTo>
                <a:lnTo>
                  <a:pt x="521132" y="228794"/>
                </a:lnTo>
                <a:lnTo>
                  <a:pt x="521132" y="0"/>
                </a:lnTo>
                <a:lnTo>
                  <a:pt x="0" y="0"/>
                </a:lnTo>
                <a:lnTo>
                  <a:pt x="0" y="228794"/>
                </a:lnTo>
                <a:close/>
              </a:path>
            </a:pathLst>
          </a:custGeom>
          <a:solidFill xmlns:a="http://schemas.openxmlformats.org/drawingml/2006/main">
            <a:srgbClr val="C4BB8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36AB28-63B5-4EE1-B99C-A10688906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01" y="286335"/>
            <a:ext cx="521132" cy="228794"/>
          </a:xfrm>
          <a:custGeom xmlns:a="http://schemas.openxmlformats.org/drawingml/2006/main">
            <a:pathLst>
              <a:path w="521132" h="228794" fill="none">
                <a:moveTo>
                  <a:pt x="0" y="0"/>
                </a:moveTo>
                <a:lnTo>
                  <a:pt x="521132" y="0"/>
                </a:lnTo>
                <a:lnTo>
                  <a:pt x="521132" y="228794"/>
                </a:lnTo>
                <a:lnTo>
                  <a:pt x="0" y="22879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2036" cap="rnd">
            <a:solidFill>
              <a:srgbClr val="000000"/>
            </a:solidFill>
            <a:round/>
          </a:ln>
        </p:spPr>
      </p:sp>
      <p:sp>
        <p:nvSpPr>
          <p:cNvPr id="5" name="Text P">
            <a:extLst xmlns:a="http://schemas.openxmlformats.org/drawingml/2006/main">
              <a:ext uri="{FF2B5EF4-FFF2-40B4-BE49-F238E27FC236}">
                <a16:creationId xmlns:a16="http://schemas.microsoft.com/office/drawing/2014/main" id="{3F58DDBD-4F34-487D-A6B3-434B4FEA1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610" y="320910"/>
            <a:ext cx="118558" cy="155630"/>
          </a:xfrm>
          <a:custGeom xmlns:a="http://schemas.openxmlformats.org/drawingml/2006/main">
            <a:pathLst>
              <a:path w="118558" h="155630">
                <a:moveTo>
                  <a:pt x="44302" y="82814"/>
                </a:moveTo>
                <a:lnTo>
                  <a:pt x="44302" y="128084"/>
                </a:lnTo>
                <a:cubicBezTo>
                  <a:pt x="44302" y="137830"/>
                  <a:pt x="45373" y="143883"/>
                  <a:pt x="47515" y="146243"/>
                </a:cubicBezTo>
                <a:cubicBezTo>
                  <a:pt x="50423" y="149593"/>
                  <a:pt x="54822" y="151268"/>
                  <a:pt x="60714" y="151268"/>
                </a:cubicBezTo>
                <a:lnTo>
                  <a:pt x="66682" y="151268"/>
                </a:lnTo>
                <a:lnTo>
                  <a:pt x="66682" y="155630"/>
                </a:lnTo>
                <a:lnTo>
                  <a:pt x="0" y="155630"/>
                </a:lnTo>
                <a:lnTo>
                  <a:pt x="0" y="151268"/>
                </a:lnTo>
                <a:lnTo>
                  <a:pt x="5853" y="151268"/>
                </a:lnTo>
                <a:cubicBezTo>
                  <a:pt x="12434" y="151268"/>
                  <a:pt x="17139" y="149137"/>
                  <a:pt x="19970" y="144873"/>
                </a:cubicBezTo>
                <a:cubicBezTo>
                  <a:pt x="21500" y="142513"/>
                  <a:pt x="22266" y="136917"/>
                  <a:pt x="22266" y="128084"/>
                </a:cubicBezTo>
                <a:lnTo>
                  <a:pt x="22266" y="27545"/>
                </a:lnTo>
                <a:cubicBezTo>
                  <a:pt x="22266" y="17799"/>
                  <a:pt x="21233" y="11746"/>
                  <a:pt x="19167" y="9386"/>
                </a:cubicBezTo>
                <a:cubicBezTo>
                  <a:pt x="16183" y="6036"/>
                  <a:pt x="11745" y="4361"/>
                  <a:pt x="5853" y="4361"/>
                </a:cubicBezTo>
                <a:lnTo>
                  <a:pt x="0" y="4361"/>
                </a:lnTo>
                <a:lnTo>
                  <a:pt x="0" y="0"/>
                </a:lnTo>
                <a:lnTo>
                  <a:pt x="57041" y="0"/>
                </a:lnTo>
                <a:cubicBezTo>
                  <a:pt x="70967" y="0"/>
                  <a:pt x="81947" y="1437"/>
                  <a:pt x="89980" y="4311"/>
                </a:cubicBezTo>
                <a:cubicBezTo>
                  <a:pt x="98014" y="7183"/>
                  <a:pt x="104786" y="12028"/>
                  <a:pt x="110295" y="18848"/>
                </a:cubicBezTo>
                <a:cubicBezTo>
                  <a:pt x="115804" y="25667"/>
                  <a:pt x="118558" y="33750"/>
                  <a:pt x="118558" y="43097"/>
                </a:cubicBezTo>
                <a:cubicBezTo>
                  <a:pt x="118558" y="55815"/>
                  <a:pt x="114369" y="66158"/>
                  <a:pt x="105991" y="74128"/>
                </a:cubicBezTo>
                <a:cubicBezTo>
                  <a:pt x="97613" y="82095"/>
                  <a:pt x="85772" y="86078"/>
                  <a:pt x="70469" y="86078"/>
                </a:cubicBezTo>
                <a:cubicBezTo>
                  <a:pt x="66720" y="86078"/>
                  <a:pt x="62665" y="85807"/>
                  <a:pt x="58304" y="85264"/>
                </a:cubicBezTo>
                <a:cubicBezTo>
                  <a:pt x="53942" y="84719"/>
                  <a:pt x="49275" y="83902"/>
                  <a:pt x="44302" y="82814"/>
                </a:cubicBezTo>
                <a:moveTo>
                  <a:pt x="44302" y="76212"/>
                </a:moveTo>
                <a:cubicBezTo>
                  <a:pt x="48357" y="76977"/>
                  <a:pt x="51953" y="77551"/>
                  <a:pt x="55090" y="77933"/>
                </a:cubicBezTo>
                <a:cubicBezTo>
                  <a:pt x="58227" y="78313"/>
                  <a:pt x="60905" y="78503"/>
                  <a:pt x="63124" y="78503"/>
                </a:cubicBezTo>
                <a:cubicBezTo>
                  <a:pt x="71082" y="78503"/>
                  <a:pt x="77949" y="75430"/>
                  <a:pt x="83725" y="69282"/>
                </a:cubicBezTo>
                <a:cubicBezTo>
                  <a:pt x="89502" y="63132"/>
                  <a:pt x="92391" y="55168"/>
                  <a:pt x="92391" y="45388"/>
                </a:cubicBezTo>
                <a:cubicBezTo>
                  <a:pt x="92391" y="38667"/>
                  <a:pt x="91013" y="32423"/>
                  <a:pt x="88259" y="26656"/>
                </a:cubicBezTo>
                <a:cubicBezTo>
                  <a:pt x="85504" y="20888"/>
                  <a:pt x="81602" y="16572"/>
                  <a:pt x="76552" y="13708"/>
                </a:cubicBezTo>
                <a:cubicBezTo>
                  <a:pt x="71502" y="10843"/>
                  <a:pt x="65764" y="9411"/>
                  <a:pt x="59337" y="9411"/>
                </a:cubicBezTo>
                <a:cubicBezTo>
                  <a:pt x="55434" y="9411"/>
                  <a:pt x="50423" y="10137"/>
                  <a:pt x="44302" y="11588"/>
                </a:cubicBezTo>
                <a:lnTo>
                  <a:pt x="44302" y="7621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" name="Text 386">
            <a:extLst xmlns:a="http://schemas.openxmlformats.org/drawingml/2006/main">
              <a:ext uri="{FF2B5EF4-FFF2-40B4-BE49-F238E27FC236}">
                <a16:creationId xmlns:a16="http://schemas.microsoft.com/office/drawing/2014/main" id="{49F6A98C-A4CE-496E-A14F-30D1193BD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981" y="367335"/>
            <a:ext cx="229614" cy="111098"/>
          </a:xfrm>
          <a:custGeom xmlns:a="http://schemas.openxmlformats.org/drawingml/2006/main">
            <a:pathLst>
              <a:path w="229614" h="111098">
                <a:moveTo>
                  <a:pt x="1657" y="22567"/>
                </a:moveTo>
                <a:cubicBezTo>
                  <a:pt x="4708" y="15360"/>
                  <a:pt x="8561" y="9797"/>
                  <a:pt x="13217" y="5878"/>
                </a:cubicBezTo>
                <a:cubicBezTo>
                  <a:pt x="17872" y="1959"/>
                  <a:pt x="23672" y="0"/>
                  <a:pt x="30615" y="0"/>
                </a:cubicBezTo>
                <a:cubicBezTo>
                  <a:pt x="39190" y="0"/>
                  <a:pt x="45765" y="2788"/>
                  <a:pt x="50341" y="8364"/>
                </a:cubicBezTo>
                <a:cubicBezTo>
                  <a:pt x="53813" y="12520"/>
                  <a:pt x="55549" y="16965"/>
                  <a:pt x="55549" y="21699"/>
                </a:cubicBezTo>
                <a:cubicBezTo>
                  <a:pt x="55549" y="29484"/>
                  <a:pt x="50657" y="37533"/>
                  <a:pt x="40873" y="45844"/>
                </a:cubicBezTo>
                <a:cubicBezTo>
                  <a:pt x="47448" y="48421"/>
                  <a:pt x="52419" y="52104"/>
                  <a:pt x="55786" y="56891"/>
                </a:cubicBezTo>
                <a:cubicBezTo>
                  <a:pt x="59153" y="61677"/>
                  <a:pt x="60836" y="67306"/>
                  <a:pt x="60836" y="73776"/>
                </a:cubicBezTo>
                <a:cubicBezTo>
                  <a:pt x="60836" y="83034"/>
                  <a:pt x="57890" y="91056"/>
                  <a:pt x="51998" y="97842"/>
                </a:cubicBezTo>
                <a:cubicBezTo>
                  <a:pt x="44318" y="106680"/>
                  <a:pt x="33193" y="111098"/>
                  <a:pt x="18622" y="111098"/>
                </a:cubicBezTo>
                <a:cubicBezTo>
                  <a:pt x="11415" y="111098"/>
                  <a:pt x="6510" y="110204"/>
                  <a:pt x="3906" y="108416"/>
                </a:cubicBezTo>
                <a:cubicBezTo>
                  <a:pt x="1302" y="106627"/>
                  <a:pt x="0" y="104707"/>
                  <a:pt x="0" y="102656"/>
                </a:cubicBezTo>
                <a:cubicBezTo>
                  <a:pt x="0" y="101130"/>
                  <a:pt x="618" y="99789"/>
                  <a:pt x="1854" y="98631"/>
                </a:cubicBezTo>
                <a:cubicBezTo>
                  <a:pt x="3090" y="97474"/>
                  <a:pt x="4576" y="96895"/>
                  <a:pt x="6312" y="96895"/>
                </a:cubicBezTo>
                <a:cubicBezTo>
                  <a:pt x="7627" y="96895"/>
                  <a:pt x="8969" y="97103"/>
                  <a:pt x="10337" y="97519"/>
                </a:cubicBezTo>
                <a:cubicBezTo>
                  <a:pt x="11231" y="97781"/>
                  <a:pt x="13256" y="98731"/>
                  <a:pt x="16412" y="100370"/>
                </a:cubicBezTo>
                <a:cubicBezTo>
                  <a:pt x="19568" y="102009"/>
                  <a:pt x="21752" y="102984"/>
                  <a:pt x="22961" y="103297"/>
                </a:cubicBezTo>
                <a:cubicBezTo>
                  <a:pt x="24908" y="103869"/>
                  <a:pt x="26986" y="104155"/>
                  <a:pt x="29195" y="104155"/>
                </a:cubicBezTo>
                <a:cubicBezTo>
                  <a:pt x="34560" y="104155"/>
                  <a:pt x="39229" y="102077"/>
                  <a:pt x="43201" y="97921"/>
                </a:cubicBezTo>
                <a:cubicBezTo>
                  <a:pt x="47172" y="93766"/>
                  <a:pt x="49158" y="88847"/>
                  <a:pt x="49158" y="83166"/>
                </a:cubicBezTo>
                <a:cubicBezTo>
                  <a:pt x="49158" y="79010"/>
                  <a:pt x="48237" y="74960"/>
                  <a:pt x="46396" y="71015"/>
                </a:cubicBezTo>
                <a:cubicBezTo>
                  <a:pt x="45029" y="68069"/>
                  <a:pt x="43529" y="65833"/>
                  <a:pt x="41899" y="64308"/>
                </a:cubicBezTo>
                <a:cubicBezTo>
                  <a:pt x="39637" y="62204"/>
                  <a:pt x="36533" y="60297"/>
                  <a:pt x="32588" y="58587"/>
                </a:cubicBezTo>
                <a:cubicBezTo>
                  <a:pt x="28643" y="56877"/>
                  <a:pt x="24618" y="56023"/>
                  <a:pt x="20515" y="56023"/>
                </a:cubicBezTo>
                <a:lnTo>
                  <a:pt x="17990" y="56023"/>
                </a:lnTo>
                <a:lnTo>
                  <a:pt x="17990" y="53655"/>
                </a:lnTo>
                <a:cubicBezTo>
                  <a:pt x="22146" y="53131"/>
                  <a:pt x="26315" y="51635"/>
                  <a:pt x="30497" y="49168"/>
                </a:cubicBezTo>
                <a:cubicBezTo>
                  <a:pt x="34679" y="46699"/>
                  <a:pt x="37717" y="43732"/>
                  <a:pt x="39610" y="40266"/>
                </a:cubicBezTo>
                <a:cubicBezTo>
                  <a:pt x="41504" y="36801"/>
                  <a:pt x="42451" y="32994"/>
                  <a:pt x="42451" y="28845"/>
                </a:cubicBezTo>
                <a:cubicBezTo>
                  <a:pt x="42451" y="23438"/>
                  <a:pt x="40754" y="19068"/>
                  <a:pt x="37362" y="15734"/>
                </a:cubicBezTo>
                <a:cubicBezTo>
                  <a:pt x="33969" y="12399"/>
                  <a:pt x="29747" y="10731"/>
                  <a:pt x="24697" y="10731"/>
                </a:cubicBezTo>
                <a:cubicBezTo>
                  <a:pt x="16544" y="10731"/>
                  <a:pt x="9732" y="15097"/>
                  <a:pt x="4261" y="23829"/>
                </a:cubicBezTo>
                <a:lnTo>
                  <a:pt x="1657" y="22567"/>
                </a:lnTo>
                <a:close/>
                <a:moveTo>
                  <a:pt x="105259" y="55312"/>
                </a:moveTo>
                <a:cubicBezTo>
                  <a:pt x="96790" y="48369"/>
                  <a:pt x="91333" y="42793"/>
                  <a:pt x="88887" y="38585"/>
                </a:cubicBezTo>
                <a:cubicBezTo>
                  <a:pt x="86441" y="34376"/>
                  <a:pt x="85218" y="30010"/>
                  <a:pt x="85218" y="25486"/>
                </a:cubicBezTo>
                <a:cubicBezTo>
                  <a:pt x="85218" y="18543"/>
                  <a:pt x="87900" y="12559"/>
                  <a:pt x="93266" y="7535"/>
                </a:cubicBezTo>
                <a:cubicBezTo>
                  <a:pt x="98631" y="2512"/>
                  <a:pt x="105759" y="0"/>
                  <a:pt x="114649" y="0"/>
                </a:cubicBezTo>
                <a:cubicBezTo>
                  <a:pt x="123276" y="0"/>
                  <a:pt x="130220" y="2341"/>
                  <a:pt x="135480" y="7023"/>
                </a:cubicBezTo>
                <a:cubicBezTo>
                  <a:pt x="140740" y="11704"/>
                  <a:pt x="143371" y="17044"/>
                  <a:pt x="143371" y="23040"/>
                </a:cubicBezTo>
                <a:cubicBezTo>
                  <a:pt x="143371" y="27038"/>
                  <a:pt x="141950" y="31115"/>
                  <a:pt x="139110" y="35271"/>
                </a:cubicBezTo>
                <a:cubicBezTo>
                  <a:pt x="136269" y="39426"/>
                  <a:pt x="130351" y="44318"/>
                  <a:pt x="121356" y="49947"/>
                </a:cubicBezTo>
                <a:cubicBezTo>
                  <a:pt x="130614" y="57101"/>
                  <a:pt x="136743" y="62730"/>
                  <a:pt x="139741" y="66833"/>
                </a:cubicBezTo>
                <a:cubicBezTo>
                  <a:pt x="143739" y="72198"/>
                  <a:pt x="145738" y="77853"/>
                  <a:pt x="145738" y="83797"/>
                </a:cubicBezTo>
                <a:cubicBezTo>
                  <a:pt x="145738" y="91320"/>
                  <a:pt x="142871" y="97750"/>
                  <a:pt x="137137" y="103090"/>
                </a:cubicBezTo>
                <a:cubicBezTo>
                  <a:pt x="131403" y="108429"/>
                  <a:pt x="123881" y="111098"/>
                  <a:pt x="114570" y="111098"/>
                </a:cubicBezTo>
                <a:cubicBezTo>
                  <a:pt x="104418" y="111098"/>
                  <a:pt x="96501" y="107916"/>
                  <a:pt x="90820" y="101551"/>
                </a:cubicBezTo>
                <a:cubicBezTo>
                  <a:pt x="86296" y="96448"/>
                  <a:pt x="84034" y="90872"/>
                  <a:pt x="84034" y="84823"/>
                </a:cubicBezTo>
                <a:cubicBezTo>
                  <a:pt x="84034" y="80089"/>
                  <a:pt x="85625" y="75394"/>
                  <a:pt x="88808" y="70738"/>
                </a:cubicBezTo>
                <a:cubicBezTo>
                  <a:pt x="91990" y="66083"/>
                  <a:pt x="97474" y="60941"/>
                  <a:pt x="105259" y="55312"/>
                </a:cubicBezTo>
                <a:moveTo>
                  <a:pt x="117648" y="46870"/>
                </a:moveTo>
                <a:cubicBezTo>
                  <a:pt x="123960" y="41167"/>
                  <a:pt x="127958" y="36666"/>
                  <a:pt x="129641" y="33367"/>
                </a:cubicBezTo>
                <a:cubicBezTo>
                  <a:pt x="131324" y="30066"/>
                  <a:pt x="132166" y="26330"/>
                  <a:pt x="132166" y="22160"/>
                </a:cubicBezTo>
                <a:cubicBezTo>
                  <a:pt x="132166" y="16615"/>
                  <a:pt x="130614" y="12272"/>
                  <a:pt x="127511" y="9131"/>
                </a:cubicBezTo>
                <a:cubicBezTo>
                  <a:pt x="124407" y="5989"/>
                  <a:pt x="120172" y="4419"/>
                  <a:pt x="114807" y="4419"/>
                </a:cubicBezTo>
                <a:cubicBezTo>
                  <a:pt x="109441" y="4419"/>
                  <a:pt x="105075" y="5976"/>
                  <a:pt x="101709" y="9091"/>
                </a:cubicBezTo>
                <a:cubicBezTo>
                  <a:pt x="98342" y="12206"/>
                  <a:pt x="96659" y="15850"/>
                  <a:pt x="96659" y="20022"/>
                </a:cubicBezTo>
                <a:cubicBezTo>
                  <a:pt x="96659" y="22767"/>
                  <a:pt x="97356" y="25513"/>
                  <a:pt x="98750" y="28258"/>
                </a:cubicBezTo>
                <a:cubicBezTo>
                  <a:pt x="100144" y="31003"/>
                  <a:pt x="102130" y="33617"/>
                  <a:pt x="104707" y="36099"/>
                </a:cubicBezTo>
                <a:lnTo>
                  <a:pt x="117648" y="46870"/>
                </a:lnTo>
                <a:moveTo>
                  <a:pt x="108968" y="58311"/>
                </a:moveTo>
                <a:cubicBezTo>
                  <a:pt x="104602" y="61982"/>
                  <a:pt x="101367" y="65980"/>
                  <a:pt x="99263" y="70307"/>
                </a:cubicBezTo>
                <a:cubicBezTo>
                  <a:pt x="97158" y="74632"/>
                  <a:pt x="96106" y="79311"/>
                  <a:pt x="96106" y="84345"/>
                </a:cubicBezTo>
                <a:cubicBezTo>
                  <a:pt x="96106" y="91107"/>
                  <a:pt x="97961" y="96521"/>
                  <a:pt x="101669" y="100584"/>
                </a:cubicBezTo>
                <a:cubicBezTo>
                  <a:pt x="105378" y="104648"/>
                  <a:pt x="110099" y="106680"/>
                  <a:pt x="115833" y="106680"/>
                </a:cubicBezTo>
                <a:cubicBezTo>
                  <a:pt x="121514" y="106680"/>
                  <a:pt x="126064" y="105081"/>
                  <a:pt x="129483" y="101884"/>
                </a:cubicBezTo>
                <a:cubicBezTo>
                  <a:pt x="132903" y="98685"/>
                  <a:pt x="134612" y="94804"/>
                  <a:pt x="134612" y="90243"/>
                </a:cubicBezTo>
                <a:cubicBezTo>
                  <a:pt x="134612" y="86467"/>
                  <a:pt x="133613" y="83085"/>
                  <a:pt x="131614" y="80096"/>
                </a:cubicBezTo>
                <a:cubicBezTo>
                  <a:pt x="127879" y="74538"/>
                  <a:pt x="120330" y="67276"/>
                  <a:pt x="108968" y="58311"/>
                </a:cubicBezTo>
                <a:close/>
                <a:moveTo>
                  <a:pt x="227483" y="0"/>
                </a:moveTo>
                <a:lnTo>
                  <a:pt x="227483" y="3156"/>
                </a:lnTo>
                <a:cubicBezTo>
                  <a:pt x="220540" y="3835"/>
                  <a:pt x="214872" y="5207"/>
                  <a:pt x="210479" y="7272"/>
                </a:cubicBezTo>
                <a:cubicBezTo>
                  <a:pt x="206087" y="9335"/>
                  <a:pt x="201747" y="12483"/>
                  <a:pt x="197460" y="16716"/>
                </a:cubicBezTo>
                <a:cubicBezTo>
                  <a:pt x="193173" y="20947"/>
                  <a:pt x="189622" y="25662"/>
                  <a:pt x="186808" y="30862"/>
                </a:cubicBezTo>
                <a:cubicBezTo>
                  <a:pt x="183994" y="36060"/>
                  <a:pt x="181640" y="42238"/>
                  <a:pt x="179746" y="49397"/>
                </a:cubicBezTo>
                <a:cubicBezTo>
                  <a:pt x="187321" y="44135"/>
                  <a:pt x="194922" y="41504"/>
                  <a:pt x="202549" y="41504"/>
                </a:cubicBezTo>
                <a:cubicBezTo>
                  <a:pt x="209861" y="41504"/>
                  <a:pt x="216200" y="44456"/>
                  <a:pt x="221566" y="50361"/>
                </a:cubicBezTo>
                <a:cubicBezTo>
                  <a:pt x="226931" y="56266"/>
                  <a:pt x="229614" y="63858"/>
                  <a:pt x="229614" y="73138"/>
                </a:cubicBezTo>
                <a:cubicBezTo>
                  <a:pt x="229614" y="82100"/>
                  <a:pt x="226905" y="90272"/>
                  <a:pt x="221487" y="97655"/>
                </a:cubicBezTo>
                <a:cubicBezTo>
                  <a:pt x="214964" y="106617"/>
                  <a:pt x="206337" y="111098"/>
                  <a:pt x="195606" y="111098"/>
                </a:cubicBezTo>
                <a:cubicBezTo>
                  <a:pt x="188294" y="111098"/>
                  <a:pt x="182087" y="108679"/>
                  <a:pt x="176984" y="103839"/>
                </a:cubicBezTo>
                <a:cubicBezTo>
                  <a:pt x="166990" y="94423"/>
                  <a:pt x="161992" y="82219"/>
                  <a:pt x="161992" y="67227"/>
                </a:cubicBezTo>
                <a:cubicBezTo>
                  <a:pt x="161992" y="57653"/>
                  <a:pt x="163912" y="48553"/>
                  <a:pt x="167752" y="39926"/>
                </a:cubicBezTo>
                <a:cubicBezTo>
                  <a:pt x="171592" y="31299"/>
                  <a:pt x="177076" y="23645"/>
                  <a:pt x="184204" y="16965"/>
                </a:cubicBezTo>
                <a:cubicBezTo>
                  <a:pt x="191332" y="10284"/>
                  <a:pt x="198157" y="5786"/>
                  <a:pt x="204680" y="3472"/>
                </a:cubicBezTo>
                <a:cubicBezTo>
                  <a:pt x="211203" y="1157"/>
                  <a:pt x="217278" y="0"/>
                  <a:pt x="222907" y="0"/>
                </a:cubicBezTo>
                <a:lnTo>
                  <a:pt x="227483" y="0"/>
                </a:lnTo>
                <a:moveTo>
                  <a:pt x="178404" y="55165"/>
                </a:moveTo>
                <a:cubicBezTo>
                  <a:pt x="177458" y="62276"/>
                  <a:pt x="176984" y="68017"/>
                  <a:pt x="176984" y="72388"/>
                </a:cubicBezTo>
                <a:cubicBezTo>
                  <a:pt x="176984" y="77445"/>
                  <a:pt x="177918" y="82936"/>
                  <a:pt x="179785" y="88862"/>
                </a:cubicBezTo>
                <a:cubicBezTo>
                  <a:pt x="181653" y="94788"/>
                  <a:pt x="184428" y="99489"/>
                  <a:pt x="188110" y="102966"/>
                </a:cubicBezTo>
                <a:cubicBezTo>
                  <a:pt x="190793" y="105442"/>
                  <a:pt x="194054" y="106680"/>
                  <a:pt x="197894" y="106680"/>
                </a:cubicBezTo>
                <a:cubicBezTo>
                  <a:pt x="202471" y="106680"/>
                  <a:pt x="206560" y="104520"/>
                  <a:pt x="210164" y="100202"/>
                </a:cubicBezTo>
                <a:cubicBezTo>
                  <a:pt x="213767" y="95882"/>
                  <a:pt x="215569" y="89718"/>
                  <a:pt x="215569" y="81711"/>
                </a:cubicBezTo>
                <a:cubicBezTo>
                  <a:pt x="215569" y="72704"/>
                  <a:pt x="213780" y="64909"/>
                  <a:pt x="210203" y="58326"/>
                </a:cubicBezTo>
                <a:cubicBezTo>
                  <a:pt x="206626" y="51740"/>
                  <a:pt x="201550" y="48448"/>
                  <a:pt x="194975" y="48448"/>
                </a:cubicBezTo>
                <a:cubicBezTo>
                  <a:pt x="192976" y="48448"/>
                  <a:pt x="190832" y="48869"/>
                  <a:pt x="188544" y="49713"/>
                </a:cubicBezTo>
                <a:cubicBezTo>
                  <a:pt x="186256" y="50554"/>
                  <a:pt x="182876" y="52372"/>
                  <a:pt x="178404" y="5516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BA2CC6-9A8E-4CF4-BA0A-2B379E33F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834" y="286337"/>
            <a:ext cx="521132" cy="228794"/>
          </a:xfrm>
          <a:custGeom xmlns:a="http://schemas.openxmlformats.org/drawingml/2006/main">
            <a:pathLst>
              <a:path w="521132" h="228794">
                <a:moveTo>
                  <a:pt x="0" y="228794"/>
                </a:moveTo>
                <a:lnTo>
                  <a:pt x="521132" y="228794"/>
                </a:lnTo>
                <a:lnTo>
                  <a:pt x="521132" y="0"/>
                </a:lnTo>
                <a:lnTo>
                  <a:pt x="0" y="0"/>
                </a:lnTo>
                <a:lnTo>
                  <a:pt x="0" y="228794"/>
                </a:lnTo>
                <a:close/>
              </a:path>
            </a:pathLst>
          </a:custGeom>
          <a:solidFill xmlns:a="http://schemas.openxmlformats.org/drawingml/2006/main">
            <a:srgbClr val="C4BB8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71C2DA-2E44-457F-96EB-29468D7E0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833" y="286335"/>
            <a:ext cx="521132" cy="228794"/>
          </a:xfrm>
          <a:custGeom xmlns:a="http://schemas.openxmlformats.org/drawingml/2006/main">
            <a:pathLst>
              <a:path w="521132" h="228794" fill="none">
                <a:moveTo>
                  <a:pt x="0" y="0"/>
                </a:moveTo>
                <a:lnTo>
                  <a:pt x="521132" y="0"/>
                </a:lnTo>
                <a:lnTo>
                  <a:pt x="521132" y="228794"/>
                </a:lnTo>
                <a:lnTo>
                  <a:pt x="0" y="22879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2036" cap="rnd">
            <a:solidFill>
              <a:srgbClr val="000000"/>
            </a:solidFill>
            <a:round/>
          </a:ln>
        </p:spPr>
      </p:sp>
      <p:sp>
        <p:nvSpPr>
          <p:cNvPr id="9" name="Text P">
            <a:extLst xmlns:a="http://schemas.openxmlformats.org/drawingml/2006/main">
              <a:ext uri="{FF2B5EF4-FFF2-40B4-BE49-F238E27FC236}">
                <a16:creationId xmlns:a16="http://schemas.microsoft.com/office/drawing/2014/main" id="{9343DB35-AEC1-4B6B-A855-D6FD69764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742" y="320910"/>
            <a:ext cx="118558" cy="155630"/>
          </a:xfrm>
          <a:custGeom xmlns:a="http://schemas.openxmlformats.org/drawingml/2006/main">
            <a:pathLst>
              <a:path w="118558" h="155630">
                <a:moveTo>
                  <a:pt x="44302" y="82814"/>
                </a:moveTo>
                <a:lnTo>
                  <a:pt x="44302" y="128084"/>
                </a:lnTo>
                <a:cubicBezTo>
                  <a:pt x="44302" y="137830"/>
                  <a:pt x="45373" y="143883"/>
                  <a:pt x="47515" y="146243"/>
                </a:cubicBezTo>
                <a:cubicBezTo>
                  <a:pt x="50423" y="149593"/>
                  <a:pt x="54822" y="151268"/>
                  <a:pt x="60714" y="151268"/>
                </a:cubicBezTo>
                <a:lnTo>
                  <a:pt x="66682" y="151268"/>
                </a:lnTo>
                <a:lnTo>
                  <a:pt x="66682" y="155630"/>
                </a:lnTo>
                <a:lnTo>
                  <a:pt x="0" y="155630"/>
                </a:lnTo>
                <a:lnTo>
                  <a:pt x="0" y="151268"/>
                </a:lnTo>
                <a:lnTo>
                  <a:pt x="5853" y="151268"/>
                </a:lnTo>
                <a:cubicBezTo>
                  <a:pt x="12434" y="151268"/>
                  <a:pt x="17139" y="149137"/>
                  <a:pt x="19970" y="144873"/>
                </a:cubicBezTo>
                <a:cubicBezTo>
                  <a:pt x="21500" y="142513"/>
                  <a:pt x="22266" y="136917"/>
                  <a:pt x="22266" y="128084"/>
                </a:cubicBezTo>
                <a:lnTo>
                  <a:pt x="22266" y="27545"/>
                </a:lnTo>
                <a:cubicBezTo>
                  <a:pt x="22266" y="17799"/>
                  <a:pt x="21233" y="11746"/>
                  <a:pt x="19167" y="9386"/>
                </a:cubicBezTo>
                <a:cubicBezTo>
                  <a:pt x="16183" y="6036"/>
                  <a:pt x="11745" y="4361"/>
                  <a:pt x="5853" y="4361"/>
                </a:cubicBezTo>
                <a:lnTo>
                  <a:pt x="0" y="4361"/>
                </a:lnTo>
                <a:lnTo>
                  <a:pt x="0" y="0"/>
                </a:lnTo>
                <a:lnTo>
                  <a:pt x="57041" y="0"/>
                </a:lnTo>
                <a:cubicBezTo>
                  <a:pt x="70967" y="0"/>
                  <a:pt x="81947" y="1437"/>
                  <a:pt x="89980" y="4311"/>
                </a:cubicBezTo>
                <a:cubicBezTo>
                  <a:pt x="98014" y="7183"/>
                  <a:pt x="104786" y="12028"/>
                  <a:pt x="110295" y="18848"/>
                </a:cubicBezTo>
                <a:cubicBezTo>
                  <a:pt x="115804" y="25667"/>
                  <a:pt x="118558" y="33750"/>
                  <a:pt x="118558" y="43097"/>
                </a:cubicBezTo>
                <a:cubicBezTo>
                  <a:pt x="118558" y="55815"/>
                  <a:pt x="114369" y="66158"/>
                  <a:pt x="105991" y="74128"/>
                </a:cubicBezTo>
                <a:cubicBezTo>
                  <a:pt x="97613" y="82095"/>
                  <a:pt x="85772" y="86078"/>
                  <a:pt x="70469" y="86078"/>
                </a:cubicBezTo>
                <a:cubicBezTo>
                  <a:pt x="66720" y="86078"/>
                  <a:pt x="62665" y="85807"/>
                  <a:pt x="58304" y="85264"/>
                </a:cubicBezTo>
                <a:cubicBezTo>
                  <a:pt x="53942" y="84719"/>
                  <a:pt x="49275" y="83902"/>
                  <a:pt x="44302" y="82814"/>
                </a:cubicBezTo>
                <a:moveTo>
                  <a:pt x="44302" y="76212"/>
                </a:moveTo>
                <a:cubicBezTo>
                  <a:pt x="48357" y="76977"/>
                  <a:pt x="51953" y="77551"/>
                  <a:pt x="55090" y="77933"/>
                </a:cubicBezTo>
                <a:cubicBezTo>
                  <a:pt x="58227" y="78313"/>
                  <a:pt x="60905" y="78503"/>
                  <a:pt x="63124" y="78503"/>
                </a:cubicBezTo>
                <a:cubicBezTo>
                  <a:pt x="71082" y="78503"/>
                  <a:pt x="77949" y="75430"/>
                  <a:pt x="83725" y="69282"/>
                </a:cubicBezTo>
                <a:cubicBezTo>
                  <a:pt x="89502" y="63132"/>
                  <a:pt x="92391" y="55168"/>
                  <a:pt x="92391" y="45388"/>
                </a:cubicBezTo>
                <a:cubicBezTo>
                  <a:pt x="92391" y="38667"/>
                  <a:pt x="91013" y="32423"/>
                  <a:pt x="88259" y="26656"/>
                </a:cubicBezTo>
                <a:cubicBezTo>
                  <a:pt x="85504" y="20888"/>
                  <a:pt x="81602" y="16572"/>
                  <a:pt x="76552" y="13708"/>
                </a:cubicBezTo>
                <a:cubicBezTo>
                  <a:pt x="71502" y="10843"/>
                  <a:pt x="65764" y="9411"/>
                  <a:pt x="59337" y="9411"/>
                </a:cubicBezTo>
                <a:cubicBezTo>
                  <a:pt x="55434" y="9411"/>
                  <a:pt x="50423" y="10137"/>
                  <a:pt x="44302" y="11588"/>
                </a:cubicBezTo>
                <a:lnTo>
                  <a:pt x="44302" y="7621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" name="Text 384">
            <a:extLst xmlns:a="http://schemas.openxmlformats.org/drawingml/2006/main">
              <a:ext uri="{FF2B5EF4-FFF2-40B4-BE49-F238E27FC236}">
                <a16:creationId xmlns:a16="http://schemas.microsoft.com/office/drawing/2014/main" id="{E0FD4FBF-62E9-4382-8A2E-7B7B80D44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13" y="367335"/>
            <a:ext cx="230245" cy="111098"/>
          </a:xfrm>
          <a:custGeom xmlns:a="http://schemas.openxmlformats.org/drawingml/2006/main">
            <a:pathLst>
              <a:path w="230245" h="111098">
                <a:moveTo>
                  <a:pt x="1657" y="22567"/>
                </a:moveTo>
                <a:cubicBezTo>
                  <a:pt x="4708" y="15360"/>
                  <a:pt x="8561" y="9797"/>
                  <a:pt x="13217" y="5878"/>
                </a:cubicBezTo>
                <a:cubicBezTo>
                  <a:pt x="17872" y="1959"/>
                  <a:pt x="23672" y="0"/>
                  <a:pt x="30615" y="0"/>
                </a:cubicBezTo>
                <a:cubicBezTo>
                  <a:pt x="39190" y="0"/>
                  <a:pt x="45765" y="2788"/>
                  <a:pt x="50341" y="8364"/>
                </a:cubicBezTo>
                <a:cubicBezTo>
                  <a:pt x="53813" y="12520"/>
                  <a:pt x="55549" y="16965"/>
                  <a:pt x="55549" y="21699"/>
                </a:cubicBezTo>
                <a:cubicBezTo>
                  <a:pt x="55549" y="29484"/>
                  <a:pt x="50657" y="37533"/>
                  <a:pt x="40873" y="45844"/>
                </a:cubicBezTo>
                <a:cubicBezTo>
                  <a:pt x="47448" y="48421"/>
                  <a:pt x="52419" y="52104"/>
                  <a:pt x="55786" y="56891"/>
                </a:cubicBezTo>
                <a:cubicBezTo>
                  <a:pt x="59153" y="61677"/>
                  <a:pt x="60836" y="67306"/>
                  <a:pt x="60836" y="73776"/>
                </a:cubicBezTo>
                <a:cubicBezTo>
                  <a:pt x="60836" y="83034"/>
                  <a:pt x="57890" y="91056"/>
                  <a:pt x="51998" y="97842"/>
                </a:cubicBezTo>
                <a:cubicBezTo>
                  <a:pt x="44318" y="106680"/>
                  <a:pt x="33193" y="111098"/>
                  <a:pt x="18622" y="111098"/>
                </a:cubicBezTo>
                <a:cubicBezTo>
                  <a:pt x="11415" y="111098"/>
                  <a:pt x="6510" y="110204"/>
                  <a:pt x="3906" y="108416"/>
                </a:cubicBezTo>
                <a:cubicBezTo>
                  <a:pt x="1302" y="106627"/>
                  <a:pt x="0" y="104707"/>
                  <a:pt x="0" y="102656"/>
                </a:cubicBezTo>
                <a:cubicBezTo>
                  <a:pt x="0" y="101130"/>
                  <a:pt x="618" y="99789"/>
                  <a:pt x="1854" y="98631"/>
                </a:cubicBezTo>
                <a:cubicBezTo>
                  <a:pt x="3090" y="97474"/>
                  <a:pt x="4576" y="96895"/>
                  <a:pt x="6312" y="96895"/>
                </a:cubicBezTo>
                <a:cubicBezTo>
                  <a:pt x="7627" y="96895"/>
                  <a:pt x="8969" y="97103"/>
                  <a:pt x="10337" y="97519"/>
                </a:cubicBezTo>
                <a:cubicBezTo>
                  <a:pt x="11231" y="97781"/>
                  <a:pt x="13256" y="98731"/>
                  <a:pt x="16412" y="100370"/>
                </a:cubicBezTo>
                <a:cubicBezTo>
                  <a:pt x="19568" y="102009"/>
                  <a:pt x="21752" y="102984"/>
                  <a:pt x="22961" y="103297"/>
                </a:cubicBezTo>
                <a:cubicBezTo>
                  <a:pt x="24908" y="103869"/>
                  <a:pt x="26986" y="104155"/>
                  <a:pt x="29195" y="104155"/>
                </a:cubicBezTo>
                <a:cubicBezTo>
                  <a:pt x="34560" y="104155"/>
                  <a:pt x="39229" y="102077"/>
                  <a:pt x="43201" y="97921"/>
                </a:cubicBezTo>
                <a:cubicBezTo>
                  <a:pt x="47172" y="93766"/>
                  <a:pt x="49158" y="88847"/>
                  <a:pt x="49158" y="83166"/>
                </a:cubicBezTo>
                <a:cubicBezTo>
                  <a:pt x="49158" y="79010"/>
                  <a:pt x="48237" y="74960"/>
                  <a:pt x="46396" y="71015"/>
                </a:cubicBezTo>
                <a:cubicBezTo>
                  <a:pt x="45029" y="68069"/>
                  <a:pt x="43529" y="65833"/>
                  <a:pt x="41899" y="64308"/>
                </a:cubicBezTo>
                <a:cubicBezTo>
                  <a:pt x="39637" y="62204"/>
                  <a:pt x="36533" y="60297"/>
                  <a:pt x="32588" y="58587"/>
                </a:cubicBezTo>
                <a:cubicBezTo>
                  <a:pt x="28643" y="56877"/>
                  <a:pt x="24618" y="56023"/>
                  <a:pt x="20515" y="56023"/>
                </a:cubicBezTo>
                <a:lnTo>
                  <a:pt x="17990" y="56023"/>
                </a:lnTo>
                <a:lnTo>
                  <a:pt x="17990" y="53655"/>
                </a:lnTo>
                <a:cubicBezTo>
                  <a:pt x="22146" y="53131"/>
                  <a:pt x="26315" y="51635"/>
                  <a:pt x="30497" y="49168"/>
                </a:cubicBezTo>
                <a:cubicBezTo>
                  <a:pt x="34679" y="46699"/>
                  <a:pt x="37717" y="43732"/>
                  <a:pt x="39610" y="40266"/>
                </a:cubicBezTo>
                <a:cubicBezTo>
                  <a:pt x="41504" y="36801"/>
                  <a:pt x="42451" y="32994"/>
                  <a:pt x="42451" y="28845"/>
                </a:cubicBezTo>
                <a:cubicBezTo>
                  <a:pt x="42451" y="23438"/>
                  <a:pt x="40754" y="19068"/>
                  <a:pt x="37362" y="15734"/>
                </a:cubicBezTo>
                <a:cubicBezTo>
                  <a:pt x="33969" y="12399"/>
                  <a:pt x="29747" y="10731"/>
                  <a:pt x="24697" y="10731"/>
                </a:cubicBezTo>
                <a:cubicBezTo>
                  <a:pt x="16544" y="10731"/>
                  <a:pt x="9732" y="15097"/>
                  <a:pt x="4261" y="23829"/>
                </a:cubicBezTo>
                <a:lnTo>
                  <a:pt x="1657" y="22567"/>
                </a:lnTo>
                <a:close/>
                <a:moveTo>
                  <a:pt x="105259" y="55312"/>
                </a:moveTo>
                <a:cubicBezTo>
                  <a:pt x="96790" y="48369"/>
                  <a:pt x="91333" y="42793"/>
                  <a:pt x="88887" y="38585"/>
                </a:cubicBezTo>
                <a:cubicBezTo>
                  <a:pt x="86441" y="34376"/>
                  <a:pt x="85218" y="30010"/>
                  <a:pt x="85218" y="25486"/>
                </a:cubicBezTo>
                <a:cubicBezTo>
                  <a:pt x="85218" y="18543"/>
                  <a:pt x="87900" y="12559"/>
                  <a:pt x="93266" y="7535"/>
                </a:cubicBezTo>
                <a:cubicBezTo>
                  <a:pt x="98631" y="2512"/>
                  <a:pt x="105759" y="0"/>
                  <a:pt x="114649" y="0"/>
                </a:cubicBezTo>
                <a:cubicBezTo>
                  <a:pt x="123276" y="0"/>
                  <a:pt x="130220" y="2341"/>
                  <a:pt x="135480" y="7023"/>
                </a:cubicBezTo>
                <a:cubicBezTo>
                  <a:pt x="140740" y="11704"/>
                  <a:pt x="143371" y="17044"/>
                  <a:pt x="143371" y="23040"/>
                </a:cubicBezTo>
                <a:cubicBezTo>
                  <a:pt x="143371" y="27038"/>
                  <a:pt x="141950" y="31115"/>
                  <a:pt x="139110" y="35271"/>
                </a:cubicBezTo>
                <a:cubicBezTo>
                  <a:pt x="136269" y="39426"/>
                  <a:pt x="130351" y="44318"/>
                  <a:pt x="121356" y="49947"/>
                </a:cubicBezTo>
                <a:cubicBezTo>
                  <a:pt x="130614" y="57101"/>
                  <a:pt x="136743" y="62730"/>
                  <a:pt x="139741" y="66833"/>
                </a:cubicBezTo>
                <a:cubicBezTo>
                  <a:pt x="143739" y="72198"/>
                  <a:pt x="145738" y="77853"/>
                  <a:pt x="145738" y="83797"/>
                </a:cubicBezTo>
                <a:cubicBezTo>
                  <a:pt x="145738" y="91320"/>
                  <a:pt x="142871" y="97750"/>
                  <a:pt x="137137" y="103090"/>
                </a:cubicBezTo>
                <a:cubicBezTo>
                  <a:pt x="131403" y="108429"/>
                  <a:pt x="123881" y="111098"/>
                  <a:pt x="114570" y="111098"/>
                </a:cubicBezTo>
                <a:cubicBezTo>
                  <a:pt x="104418" y="111098"/>
                  <a:pt x="96501" y="107916"/>
                  <a:pt x="90820" y="101551"/>
                </a:cubicBezTo>
                <a:cubicBezTo>
                  <a:pt x="86296" y="96448"/>
                  <a:pt x="84034" y="90872"/>
                  <a:pt x="84034" y="84823"/>
                </a:cubicBezTo>
                <a:cubicBezTo>
                  <a:pt x="84034" y="80089"/>
                  <a:pt x="85625" y="75394"/>
                  <a:pt x="88808" y="70738"/>
                </a:cubicBezTo>
                <a:cubicBezTo>
                  <a:pt x="91990" y="66083"/>
                  <a:pt x="97474" y="60941"/>
                  <a:pt x="105259" y="55312"/>
                </a:cubicBezTo>
                <a:moveTo>
                  <a:pt x="117648" y="46870"/>
                </a:moveTo>
                <a:cubicBezTo>
                  <a:pt x="123960" y="41167"/>
                  <a:pt x="127958" y="36666"/>
                  <a:pt x="129641" y="33367"/>
                </a:cubicBezTo>
                <a:cubicBezTo>
                  <a:pt x="131324" y="30066"/>
                  <a:pt x="132166" y="26330"/>
                  <a:pt x="132166" y="22160"/>
                </a:cubicBezTo>
                <a:cubicBezTo>
                  <a:pt x="132166" y="16615"/>
                  <a:pt x="130614" y="12272"/>
                  <a:pt x="127511" y="9131"/>
                </a:cubicBezTo>
                <a:cubicBezTo>
                  <a:pt x="124407" y="5989"/>
                  <a:pt x="120172" y="4419"/>
                  <a:pt x="114807" y="4419"/>
                </a:cubicBezTo>
                <a:cubicBezTo>
                  <a:pt x="109441" y="4419"/>
                  <a:pt x="105075" y="5976"/>
                  <a:pt x="101709" y="9091"/>
                </a:cubicBezTo>
                <a:cubicBezTo>
                  <a:pt x="98342" y="12206"/>
                  <a:pt x="96659" y="15850"/>
                  <a:pt x="96659" y="20022"/>
                </a:cubicBezTo>
                <a:cubicBezTo>
                  <a:pt x="96659" y="22767"/>
                  <a:pt x="97356" y="25513"/>
                  <a:pt x="98750" y="28258"/>
                </a:cubicBezTo>
                <a:cubicBezTo>
                  <a:pt x="100144" y="31003"/>
                  <a:pt x="102130" y="33617"/>
                  <a:pt x="104707" y="36099"/>
                </a:cubicBezTo>
                <a:lnTo>
                  <a:pt x="117648" y="46870"/>
                </a:lnTo>
                <a:moveTo>
                  <a:pt x="108968" y="58311"/>
                </a:moveTo>
                <a:cubicBezTo>
                  <a:pt x="104602" y="61982"/>
                  <a:pt x="101367" y="65980"/>
                  <a:pt x="99263" y="70307"/>
                </a:cubicBezTo>
                <a:cubicBezTo>
                  <a:pt x="97158" y="74632"/>
                  <a:pt x="96106" y="79311"/>
                  <a:pt x="96106" y="84345"/>
                </a:cubicBezTo>
                <a:cubicBezTo>
                  <a:pt x="96106" y="91107"/>
                  <a:pt x="97961" y="96521"/>
                  <a:pt x="101669" y="100584"/>
                </a:cubicBezTo>
                <a:cubicBezTo>
                  <a:pt x="105378" y="104648"/>
                  <a:pt x="110099" y="106680"/>
                  <a:pt x="115833" y="106680"/>
                </a:cubicBezTo>
                <a:cubicBezTo>
                  <a:pt x="121514" y="106680"/>
                  <a:pt x="126064" y="105081"/>
                  <a:pt x="129483" y="101884"/>
                </a:cubicBezTo>
                <a:cubicBezTo>
                  <a:pt x="132903" y="98685"/>
                  <a:pt x="134612" y="94804"/>
                  <a:pt x="134612" y="90243"/>
                </a:cubicBezTo>
                <a:cubicBezTo>
                  <a:pt x="134612" y="86467"/>
                  <a:pt x="133613" y="83085"/>
                  <a:pt x="131614" y="80096"/>
                </a:cubicBezTo>
                <a:cubicBezTo>
                  <a:pt x="127879" y="74538"/>
                  <a:pt x="120330" y="67276"/>
                  <a:pt x="108968" y="58311"/>
                </a:cubicBezTo>
                <a:close/>
                <a:moveTo>
                  <a:pt x="230245" y="69752"/>
                </a:moveTo>
                <a:lnTo>
                  <a:pt x="230245" y="80957"/>
                </a:lnTo>
                <a:lnTo>
                  <a:pt x="215884" y="80957"/>
                </a:lnTo>
                <a:lnTo>
                  <a:pt x="215884" y="109205"/>
                </a:lnTo>
                <a:lnTo>
                  <a:pt x="202865" y="109205"/>
                </a:lnTo>
                <a:lnTo>
                  <a:pt x="202865" y="80957"/>
                </a:lnTo>
                <a:lnTo>
                  <a:pt x="157574" y="80957"/>
                </a:lnTo>
                <a:lnTo>
                  <a:pt x="157574" y="70857"/>
                </a:lnTo>
                <a:lnTo>
                  <a:pt x="207205" y="0"/>
                </a:lnTo>
                <a:lnTo>
                  <a:pt x="215884" y="0"/>
                </a:lnTo>
                <a:lnTo>
                  <a:pt x="215884" y="69752"/>
                </a:lnTo>
                <a:lnTo>
                  <a:pt x="230245" y="69752"/>
                </a:lnTo>
                <a:moveTo>
                  <a:pt x="202865" y="69752"/>
                </a:moveTo>
                <a:lnTo>
                  <a:pt x="202865" y="16679"/>
                </a:lnTo>
                <a:lnTo>
                  <a:pt x="165306" y="69752"/>
                </a:lnTo>
                <a:lnTo>
                  <a:pt x="202865" y="6975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195C5D-A01D-4F7F-9D16-BE1C54FCF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966" y="286337"/>
            <a:ext cx="521132" cy="228794"/>
          </a:xfrm>
          <a:custGeom xmlns:a="http://schemas.openxmlformats.org/drawingml/2006/main">
            <a:pathLst>
              <a:path w="521132" h="228794">
                <a:moveTo>
                  <a:pt x="0" y="228794"/>
                </a:moveTo>
                <a:lnTo>
                  <a:pt x="521132" y="228794"/>
                </a:lnTo>
                <a:lnTo>
                  <a:pt x="521132" y="0"/>
                </a:lnTo>
                <a:lnTo>
                  <a:pt x="0" y="0"/>
                </a:lnTo>
                <a:lnTo>
                  <a:pt x="0" y="228794"/>
                </a:lnTo>
                <a:close/>
              </a:path>
            </a:pathLst>
          </a:custGeom>
          <a:solidFill xmlns:a="http://schemas.openxmlformats.org/drawingml/2006/main">
            <a:srgbClr val="C4BB8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B51D02-E8CF-424F-8CFF-64DA4BCA7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965" y="286335"/>
            <a:ext cx="521132" cy="228794"/>
          </a:xfrm>
          <a:custGeom xmlns:a="http://schemas.openxmlformats.org/drawingml/2006/main">
            <a:pathLst>
              <a:path w="521132" h="228794" fill="none">
                <a:moveTo>
                  <a:pt x="0" y="0"/>
                </a:moveTo>
                <a:lnTo>
                  <a:pt x="521132" y="0"/>
                </a:lnTo>
                <a:lnTo>
                  <a:pt x="521132" y="228794"/>
                </a:lnTo>
                <a:lnTo>
                  <a:pt x="0" y="22879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2036" cap="rnd">
            <a:solidFill>
              <a:srgbClr val="000000"/>
            </a:solidFill>
            <a:round/>
          </a:ln>
        </p:spPr>
      </p:sp>
      <p:sp>
        <p:nvSpPr>
          <p:cNvPr id="13" name="Text …">
            <a:extLst xmlns:a="http://schemas.openxmlformats.org/drawingml/2006/main">
              <a:ext uri="{FF2B5EF4-FFF2-40B4-BE49-F238E27FC236}">
                <a16:creationId xmlns:a16="http://schemas.microsoft.com/office/drawing/2014/main" id="{E1D90249-7EB2-4140-92F2-A4F9BBB66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5919" y="460909"/>
            <a:ext cx="185223" cy="27968"/>
          </a:xfrm>
          <a:custGeom xmlns:a="http://schemas.openxmlformats.org/drawingml/2006/main">
            <a:pathLst>
              <a:path w="185223" h="27968">
                <a:moveTo>
                  <a:pt x="14102" y="0"/>
                </a:moveTo>
                <a:cubicBezTo>
                  <a:pt x="10107" y="0"/>
                  <a:pt x="6818" y="1173"/>
                  <a:pt x="4232" y="3995"/>
                </a:cubicBezTo>
                <a:cubicBezTo>
                  <a:pt x="1413" y="6581"/>
                  <a:pt x="0" y="9870"/>
                  <a:pt x="0" y="13866"/>
                </a:cubicBezTo>
                <a:cubicBezTo>
                  <a:pt x="0" y="17861"/>
                  <a:pt x="1413" y="21154"/>
                  <a:pt x="4232" y="23973"/>
                </a:cubicBezTo>
                <a:cubicBezTo>
                  <a:pt x="6818" y="26559"/>
                  <a:pt x="10107" y="27968"/>
                  <a:pt x="14102" y="27968"/>
                </a:cubicBezTo>
                <a:cubicBezTo>
                  <a:pt x="18102" y="27968"/>
                  <a:pt x="21627" y="26559"/>
                  <a:pt x="24446" y="23973"/>
                </a:cubicBezTo>
                <a:cubicBezTo>
                  <a:pt x="27032" y="21387"/>
                  <a:pt x="28442" y="18098"/>
                  <a:pt x="28442" y="13866"/>
                </a:cubicBezTo>
                <a:cubicBezTo>
                  <a:pt x="28442" y="9870"/>
                  <a:pt x="27032" y="6581"/>
                  <a:pt x="24446" y="3995"/>
                </a:cubicBezTo>
                <a:cubicBezTo>
                  <a:pt x="21627" y="1173"/>
                  <a:pt x="18335" y="0"/>
                  <a:pt x="14102" y="0"/>
                </a:cubicBezTo>
                <a:moveTo>
                  <a:pt x="92613" y="0"/>
                </a:moveTo>
                <a:cubicBezTo>
                  <a:pt x="88614" y="0"/>
                  <a:pt x="85325" y="1173"/>
                  <a:pt x="82506" y="3995"/>
                </a:cubicBezTo>
                <a:cubicBezTo>
                  <a:pt x="79683" y="6581"/>
                  <a:pt x="78507" y="9870"/>
                  <a:pt x="78507" y="13866"/>
                </a:cubicBezTo>
                <a:cubicBezTo>
                  <a:pt x="78507" y="17861"/>
                  <a:pt x="79683" y="21154"/>
                  <a:pt x="82506" y="23973"/>
                </a:cubicBezTo>
                <a:cubicBezTo>
                  <a:pt x="85325" y="26559"/>
                  <a:pt x="88614" y="27968"/>
                  <a:pt x="92613" y="27968"/>
                </a:cubicBezTo>
                <a:cubicBezTo>
                  <a:pt x="96609" y="27968"/>
                  <a:pt x="100134" y="26559"/>
                  <a:pt x="102953" y="23973"/>
                </a:cubicBezTo>
                <a:cubicBezTo>
                  <a:pt x="105539" y="21387"/>
                  <a:pt x="106949" y="18098"/>
                  <a:pt x="106949" y="13866"/>
                </a:cubicBezTo>
                <a:cubicBezTo>
                  <a:pt x="106949" y="9870"/>
                  <a:pt x="105539" y="6581"/>
                  <a:pt x="102953" y="3995"/>
                </a:cubicBezTo>
                <a:cubicBezTo>
                  <a:pt x="100134" y="1173"/>
                  <a:pt x="96609" y="0"/>
                  <a:pt x="92613" y="0"/>
                </a:cubicBezTo>
                <a:moveTo>
                  <a:pt x="170883" y="0"/>
                </a:moveTo>
                <a:cubicBezTo>
                  <a:pt x="166888" y="0"/>
                  <a:pt x="163595" y="1173"/>
                  <a:pt x="160776" y="3995"/>
                </a:cubicBezTo>
                <a:cubicBezTo>
                  <a:pt x="157957" y="6581"/>
                  <a:pt x="156781" y="9870"/>
                  <a:pt x="156781" y="13866"/>
                </a:cubicBezTo>
                <a:cubicBezTo>
                  <a:pt x="156781" y="17861"/>
                  <a:pt x="157957" y="21154"/>
                  <a:pt x="160776" y="23973"/>
                </a:cubicBezTo>
                <a:cubicBezTo>
                  <a:pt x="163595" y="26559"/>
                  <a:pt x="166888" y="27968"/>
                  <a:pt x="170883" y="27968"/>
                </a:cubicBezTo>
                <a:cubicBezTo>
                  <a:pt x="174879" y="27968"/>
                  <a:pt x="178171" y="26559"/>
                  <a:pt x="180990" y="23973"/>
                </a:cubicBezTo>
                <a:cubicBezTo>
                  <a:pt x="183813" y="21387"/>
                  <a:pt x="185223" y="18098"/>
                  <a:pt x="185223" y="13866"/>
                </a:cubicBezTo>
                <a:cubicBezTo>
                  <a:pt x="185223" y="9870"/>
                  <a:pt x="183813" y="6581"/>
                  <a:pt x="180990" y="3995"/>
                </a:cubicBezTo>
                <a:cubicBezTo>
                  <a:pt x="178171" y="1173"/>
                  <a:pt x="174879" y="0"/>
                  <a:pt x="170883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3BDE8F-1D8C-48E3-B82F-79A34F293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9097" y="286337"/>
            <a:ext cx="521132" cy="228794"/>
          </a:xfrm>
          <a:custGeom xmlns:a="http://schemas.openxmlformats.org/drawingml/2006/main">
            <a:pathLst>
              <a:path w="521132" h="228794">
                <a:moveTo>
                  <a:pt x="0" y="228794"/>
                </a:moveTo>
                <a:lnTo>
                  <a:pt x="521132" y="228794"/>
                </a:lnTo>
                <a:lnTo>
                  <a:pt x="521132" y="0"/>
                </a:lnTo>
                <a:lnTo>
                  <a:pt x="0" y="0"/>
                </a:lnTo>
                <a:lnTo>
                  <a:pt x="0" y="228794"/>
                </a:lnTo>
                <a:close/>
              </a:path>
            </a:pathLst>
          </a:custGeom>
          <a:solidFill xmlns:a="http://schemas.openxmlformats.org/drawingml/2006/main">
            <a:srgbClr val="C4BB8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53A4F4-03CD-4383-89F5-27F44A63C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9097" y="286335"/>
            <a:ext cx="521132" cy="228794"/>
          </a:xfrm>
          <a:custGeom xmlns:a="http://schemas.openxmlformats.org/drawingml/2006/main">
            <a:pathLst>
              <a:path w="521132" h="228794" fill="none">
                <a:moveTo>
                  <a:pt x="0" y="0"/>
                </a:moveTo>
                <a:lnTo>
                  <a:pt x="521132" y="0"/>
                </a:lnTo>
                <a:lnTo>
                  <a:pt x="521132" y="228794"/>
                </a:lnTo>
                <a:lnTo>
                  <a:pt x="0" y="22879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2036" cap="rnd">
            <a:solidFill>
              <a:srgbClr val="000000"/>
            </a:solidFill>
            <a:round/>
          </a:ln>
        </p:spPr>
      </p:sp>
      <p:sp>
        <p:nvSpPr>
          <p:cNvPr id="16" name="Text P">
            <a:extLst xmlns:a="http://schemas.openxmlformats.org/drawingml/2006/main">
              <a:ext uri="{FF2B5EF4-FFF2-40B4-BE49-F238E27FC236}">
                <a16:creationId xmlns:a16="http://schemas.microsoft.com/office/drawing/2014/main" id="{2D693FF0-B712-48F0-A9A5-F76AF638D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7006" y="320910"/>
            <a:ext cx="118558" cy="155630"/>
          </a:xfrm>
          <a:custGeom xmlns:a="http://schemas.openxmlformats.org/drawingml/2006/main">
            <a:pathLst>
              <a:path w="118558" h="155630">
                <a:moveTo>
                  <a:pt x="44302" y="82814"/>
                </a:moveTo>
                <a:lnTo>
                  <a:pt x="44302" y="128084"/>
                </a:lnTo>
                <a:cubicBezTo>
                  <a:pt x="44302" y="137830"/>
                  <a:pt x="45373" y="143883"/>
                  <a:pt x="47515" y="146243"/>
                </a:cubicBezTo>
                <a:cubicBezTo>
                  <a:pt x="50423" y="149593"/>
                  <a:pt x="54822" y="151268"/>
                  <a:pt x="60714" y="151268"/>
                </a:cubicBezTo>
                <a:lnTo>
                  <a:pt x="66682" y="151268"/>
                </a:lnTo>
                <a:lnTo>
                  <a:pt x="66682" y="155630"/>
                </a:lnTo>
                <a:lnTo>
                  <a:pt x="0" y="155630"/>
                </a:lnTo>
                <a:lnTo>
                  <a:pt x="0" y="151268"/>
                </a:lnTo>
                <a:lnTo>
                  <a:pt x="5853" y="151268"/>
                </a:lnTo>
                <a:cubicBezTo>
                  <a:pt x="12434" y="151268"/>
                  <a:pt x="17139" y="149137"/>
                  <a:pt x="19970" y="144873"/>
                </a:cubicBezTo>
                <a:cubicBezTo>
                  <a:pt x="21500" y="142513"/>
                  <a:pt x="22266" y="136917"/>
                  <a:pt x="22266" y="128084"/>
                </a:cubicBezTo>
                <a:lnTo>
                  <a:pt x="22266" y="27545"/>
                </a:lnTo>
                <a:cubicBezTo>
                  <a:pt x="22266" y="17799"/>
                  <a:pt x="21233" y="11746"/>
                  <a:pt x="19167" y="9386"/>
                </a:cubicBezTo>
                <a:cubicBezTo>
                  <a:pt x="16183" y="6036"/>
                  <a:pt x="11745" y="4361"/>
                  <a:pt x="5853" y="4361"/>
                </a:cubicBezTo>
                <a:lnTo>
                  <a:pt x="0" y="4361"/>
                </a:lnTo>
                <a:lnTo>
                  <a:pt x="0" y="0"/>
                </a:lnTo>
                <a:lnTo>
                  <a:pt x="57041" y="0"/>
                </a:lnTo>
                <a:cubicBezTo>
                  <a:pt x="70967" y="0"/>
                  <a:pt x="81947" y="1437"/>
                  <a:pt x="89980" y="4311"/>
                </a:cubicBezTo>
                <a:cubicBezTo>
                  <a:pt x="98014" y="7183"/>
                  <a:pt x="104786" y="12028"/>
                  <a:pt x="110295" y="18848"/>
                </a:cubicBezTo>
                <a:cubicBezTo>
                  <a:pt x="115804" y="25667"/>
                  <a:pt x="118558" y="33750"/>
                  <a:pt x="118558" y="43097"/>
                </a:cubicBezTo>
                <a:cubicBezTo>
                  <a:pt x="118558" y="55815"/>
                  <a:pt x="114369" y="66158"/>
                  <a:pt x="105991" y="74128"/>
                </a:cubicBezTo>
                <a:cubicBezTo>
                  <a:pt x="97613" y="82095"/>
                  <a:pt x="85772" y="86078"/>
                  <a:pt x="70469" y="86078"/>
                </a:cubicBezTo>
                <a:cubicBezTo>
                  <a:pt x="66720" y="86078"/>
                  <a:pt x="62665" y="85807"/>
                  <a:pt x="58304" y="85264"/>
                </a:cubicBezTo>
                <a:cubicBezTo>
                  <a:pt x="53942" y="84719"/>
                  <a:pt x="49275" y="83902"/>
                  <a:pt x="44302" y="82814"/>
                </a:cubicBezTo>
                <a:moveTo>
                  <a:pt x="44302" y="76212"/>
                </a:moveTo>
                <a:cubicBezTo>
                  <a:pt x="48357" y="76977"/>
                  <a:pt x="51953" y="77551"/>
                  <a:pt x="55090" y="77933"/>
                </a:cubicBezTo>
                <a:cubicBezTo>
                  <a:pt x="58227" y="78313"/>
                  <a:pt x="60905" y="78503"/>
                  <a:pt x="63124" y="78503"/>
                </a:cubicBezTo>
                <a:cubicBezTo>
                  <a:pt x="71082" y="78503"/>
                  <a:pt x="77949" y="75430"/>
                  <a:pt x="83725" y="69282"/>
                </a:cubicBezTo>
                <a:cubicBezTo>
                  <a:pt x="89502" y="63132"/>
                  <a:pt x="92391" y="55168"/>
                  <a:pt x="92391" y="45388"/>
                </a:cubicBezTo>
                <a:cubicBezTo>
                  <a:pt x="92391" y="38667"/>
                  <a:pt x="91013" y="32423"/>
                  <a:pt x="88259" y="26656"/>
                </a:cubicBezTo>
                <a:cubicBezTo>
                  <a:pt x="85504" y="20888"/>
                  <a:pt x="81602" y="16572"/>
                  <a:pt x="76552" y="13708"/>
                </a:cubicBezTo>
                <a:cubicBezTo>
                  <a:pt x="71502" y="10843"/>
                  <a:pt x="65764" y="9411"/>
                  <a:pt x="59337" y="9411"/>
                </a:cubicBezTo>
                <a:cubicBezTo>
                  <a:pt x="55434" y="9411"/>
                  <a:pt x="50423" y="10137"/>
                  <a:pt x="44302" y="11588"/>
                </a:cubicBezTo>
                <a:lnTo>
                  <a:pt x="44302" y="7621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" name="Text 370">
            <a:extLst xmlns:a="http://schemas.openxmlformats.org/drawingml/2006/main">
              <a:ext uri="{FF2B5EF4-FFF2-40B4-BE49-F238E27FC236}">
                <a16:creationId xmlns:a16="http://schemas.microsoft.com/office/drawing/2014/main" id="{A8CE4E93-8C06-4C61-B821-902E4D2EB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0377" y="367335"/>
            <a:ext cx="230087" cy="111414"/>
          </a:xfrm>
          <a:custGeom xmlns:a="http://schemas.openxmlformats.org/drawingml/2006/main">
            <a:pathLst>
              <a:path w="230087" h="111414">
                <a:moveTo>
                  <a:pt x="1657" y="22567"/>
                </a:moveTo>
                <a:cubicBezTo>
                  <a:pt x="4708" y="15360"/>
                  <a:pt x="8561" y="9797"/>
                  <a:pt x="13217" y="5878"/>
                </a:cubicBezTo>
                <a:cubicBezTo>
                  <a:pt x="17872" y="1959"/>
                  <a:pt x="23672" y="0"/>
                  <a:pt x="30615" y="0"/>
                </a:cubicBezTo>
                <a:cubicBezTo>
                  <a:pt x="39190" y="0"/>
                  <a:pt x="45765" y="2788"/>
                  <a:pt x="50341" y="8364"/>
                </a:cubicBezTo>
                <a:cubicBezTo>
                  <a:pt x="53813" y="12520"/>
                  <a:pt x="55549" y="16965"/>
                  <a:pt x="55549" y="21699"/>
                </a:cubicBezTo>
                <a:cubicBezTo>
                  <a:pt x="55549" y="29484"/>
                  <a:pt x="50657" y="37533"/>
                  <a:pt x="40873" y="45844"/>
                </a:cubicBezTo>
                <a:cubicBezTo>
                  <a:pt x="47448" y="48421"/>
                  <a:pt x="52419" y="52104"/>
                  <a:pt x="55786" y="56891"/>
                </a:cubicBezTo>
                <a:cubicBezTo>
                  <a:pt x="59153" y="61677"/>
                  <a:pt x="60836" y="67306"/>
                  <a:pt x="60836" y="73776"/>
                </a:cubicBezTo>
                <a:cubicBezTo>
                  <a:pt x="60836" y="83034"/>
                  <a:pt x="57890" y="91056"/>
                  <a:pt x="51998" y="97842"/>
                </a:cubicBezTo>
                <a:cubicBezTo>
                  <a:pt x="44318" y="106680"/>
                  <a:pt x="33193" y="111098"/>
                  <a:pt x="18622" y="111098"/>
                </a:cubicBezTo>
                <a:cubicBezTo>
                  <a:pt x="11415" y="111098"/>
                  <a:pt x="6510" y="110204"/>
                  <a:pt x="3906" y="108416"/>
                </a:cubicBezTo>
                <a:cubicBezTo>
                  <a:pt x="1302" y="106627"/>
                  <a:pt x="0" y="104707"/>
                  <a:pt x="0" y="102656"/>
                </a:cubicBezTo>
                <a:cubicBezTo>
                  <a:pt x="0" y="101130"/>
                  <a:pt x="618" y="99789"/>
                  <a:pt x="1854" y="98631"/>
                </a:cubicBezTo>
                <a:cubicBezTo>
                  <a:pt x="3090" y="97474"/>
                  <a:pt x="4576" y="96895"/>
                  <a:pt x="6312" y="96895"/>
                </a:cubicBezTo>
                <a:cubicBezTo>
                  <a:pt x="7627" y="96895"/>
                  <a:pt x="8969" y="97103"/>
                  <a:pt x="10337" y="97519"/>
                </a:cubicBezTo>
                <a:cubicBezTo>
                  <a:pt x="11231" y="97781"/>
                  <a:pt x="13256" y="98731"/>
                  <a:pt x="16412" y="100370"/>
                </a:cubicBezTo>
                <a:cubicBezTo>
                  <a:pt x="19568" y="102009"/>
                  <a:pt x="21752" y="102984"/>
                  <a:pt x="22961" y="103297"/>
                </a:cubicBezTo>
                <a:cubicBezTo>
                  <a:pt x="24908" y="103869"/>
                  <a:pt x="26986" y="104155"/>
                  <a:pt x="29195" y="104155"/>
                </a:cubicBezTo>
                <a:cubicBezTo>
                  <a:pt x="34560" y="104155"/>
                  <a:pt x="39229" y="102077"/>
                  <a:pt x="43201" y="97921"/>
                </a:cubicBezTo>
                <a:cubicBezTo>
                  <a:pt x="47172" y="93766"/>
                  <a:pt x="49158" y="88847"/>
                  <a:pt x="49158" y="83166"/>
                </a:cubicBezTo>
                <a:cubicBezTo>
                  <a:pt x="49158" y="79010"/>
                  <a:pt x="48237" y="74960"/>
                  <a:pt x="46396" y="71015"/>
                </a:cubicBezTo>
                <a:cubicBezTo>
                  <a:pt x="45029" y="68069"/>
                  <a:pt x="43529" y="65833"/>
                  <a:pt x="41899" y="64308"/>
                </a:cubicBezTo>
                <a:cubicBezTo>
                  <a:pt x="39637" y="62204"/>
                  <a:pt x="36533" y="60297"/>
                  <a:pt x="32588" y="58587"/>
                </a:cubicBezTo>
                <a:cubicBezTo>
                  <a:pt x="28643" y="56877"/>
                  <a:pt x="24618" y="56023"/>
                  <a:pt x="20515" y="56023"/>
                </a:cubicBezTo>
                <a:lnTo>
                  <a:pt x="17990" y="56023"/>
                </a:lnTo>
                <a:lnTo>
                  <a:pt x="17990" y="53655"/>
                </a:lnTo>
                <a:cubicBezTo>
                  <a:pt x="22146" y="53131"/>
                  <a:pt x="26315" y="51635"/>
                  <a:pt x="30497" y="49168"/>
                </a:cubicBezTo>
                <a:cubicBezTo>
                  <a:pt x="34679" y="46699"/>
                  <a:pt x="37717" y="43732"/>
                  <a:pt x="39610" y="40266"/>
                </a:cubicBezTo>
                <a:cubicBezTo>
                  <a:pt x="41504" y="36801"/>
                  <a:pt x="42451" y="32994"/>
                  <a:pt x="42451" y="28845"/>
                </a:cubicBezTo>
                <a:cubicBezTo>
                  <a:pt x="42451" y="23438"/>
                  <a:pt x="40754" y="19068"/>
                  <a:pt x="37362" y="15734"/>
                </a:cubicBezTo>
                <a:cubicBezTo>
                  <a:pt x="33969" y="12399"/>
                  <a:pt x="29747" y="10731"/>
                  <a:pt x="24697" y="10731"/>
                </a:cubicBezTo>
                <a:cubicBezTo>
                  <a:pt x="16544" y="10731"/>
                  <a:pt x="9732" y="15097"/>
                  <a:pt x="4261" y="23829"/>
                </a:cubicBezTo>
                <a:lnTo>
                  <a:pt x="1657" y="22567"/>
                </a:lnTo>
                <a:close/>
                <a:moveTo>
                  <a:pt x="90504" y="2209"/>
                </a:moveTo>
                <a:lnTo>
                  <a:pt x="147868" y="2209"/>
                </a:lnTo>
                <a:lnTo>
                  <a:pt x="147868" y="5183"/>
                </a:lnTo>
                <a:lnTo>
                  <a:pt x="112203" y="111414"/>
                </a:lnTo>
                <a:lnTo>
                  <a:pt x="103366" y="111414"/>
                </a:lnTo>
                <a:lnTo>
                  <a:pt x="135322" y="15150"/>
                </a:lnTo>
                <a:lnTo>
                  <a:pt x="105891" y="15150"/>
                </a:lnTo>
                <a:cubicBezTo>
                  <a:pt x="99946" y="15150"/>
                  <a:pt x="95712" y="15860"/>
                  <a:pt x="93187" y="17280"/>
                </a:cubicBezTo>
                <a:cubicBezTo>
                  <a:pt x="88768" y="19700"/>
                  <a:pt x="85217" y="23435"/>
                  <a:pt x="82535" y="28485"/>
                </a:cubicBezTo>
                <a:lnTo>
                  <a:pt x="80246" y="27617"/>
                </a:lnTo>
                <a:lnTo>
                  <a:pt x="90504" y="2209"/>
                </a:lnTo>
                <a:close/>
                <a:moveTo>
                  <a:pt x="160888" y="56338"/>
                </a:moveTo>
                <a:cubicBezTo>
                  <a:pt x="160888" y="44134"/>
                  <a:pt x="162729" y="33627"/>
                  <a:pt x="166411" y="24816"/>
                </a:cubicBezTo>
                <a:cubicBezTo>
                  <a:pt x="170093" y="16005"/>
                  <a:pt x="174985" y="9442"/>
                  <a:pt x="181087" y="5129"/>
                </a:cubicBezTo>
                <a:cubicBezTo>
                  <a:pt x="185822" y="1710"/>
                  <a:pt x="190714" y="0"/>
                  <a:pt x="195764" y="0"/>
                </a:cubicBezTo>
                <a:cubicBezTo>
                  <a:pt x="203970" y="0"/>
                  <a:pt x="211334" y="4182"/>
                  <a:pt x="217857" y="12546"/>
                </a:cubicBezTo>
                <a:cubicBezTo>
                  <a:pt x="226011" y="22909"/>
                  <a:pt x="230087" y="36954"/>
                  <a:pt x="230087" y="54681"/>
                </a:cubicBezTo>
                <a:cubicBezTo>
                  <a:pt x="230087" y="67096"/>
                  <a:pt x="228299" y="77643"/>
                  <a:pt x="224722" y="86322"/>
                </a:cubicBezTo>
                <a:cubicBezTo>
                  <a:pt x="221145" y="95002"/>
                  <a:pt x="216581" y="101301"/>
                  <a:pt x="211032" y="105220"/>
                </a:cubicBezTo>
                <a:cubicBezTo>
                  <a:pt x="205482" y="109139"/>
                  <a:pt x="200130" y="111098"/>
                  <a:pt x="194975" y="111098"/>
                </a:cubicBezTo>
                <a:cubicBezTo>
                  <a:pt x="184770" y="111098"/>
                  <a:pt x="176274" y="105075"/>
                  <a:pt x="169488" y="93029"/>
                </a:cubicBezTo>
                <a:cubicBezTo>
                  <a:pt x="163754" y="82877"/>
                  <a:pt x="160888" y="70646"/>
                  <a:pt x="160888" y="56338"/>
                </a:cubicBezTo>
                <a:moveTo>
                  <a:pt x="176353" y="58269"/>
                </a:moveTo>
                <a:cubicBezTo>
                  <a:pt x="176353" y="72986"/>
                  <a:pt x="178168" y="84997"/>
                  <a:pt x="181797" y="94301"/>
                </a:cubicBezTo>
                <a:cubicBezTo>
                  <a:pt x="184796" y="102133"/>
                  <a:pt x="189267" y="106048"/>
                  <a:pt x="195211" y="106048"/>
                </a:cubicBezTo>
                <a:cubicBezTo>
                  <a:pt x="198052" y="106048"/>
                  <a:pt x="200998" y="104774"/>
                  <a:pt x="204049" y="102224"/>
                </a:cubicBezTo>
                <a:cubicBezTo>
                  <a:pt x="207100" y="99674"/>
                  <a:pt x="209414" y="95404"/>
                  <a:pt x="210992" y="89412"/>
                </a:cubicBezTo>
                <a:cubicBezTo>
                  <a:pt x="213412" y="80372"/>
                  <a:pt x="214622" y="67626"/>
                  <a:pt x="214622" y="51172"/>
                </a:cubicBezTo>
                <a:cubicBezTo>
                  <a:pt x="214622" y="38978"/>
                  <a:pt x="213359" y="28808"/>
                  <a:pt x="210834" y="20661"/>
                </a:cubicBezTo>
                <a:cubicBezTo>
                  <a:pt x="208941" y="14616"/>
                  <a:pt x="206495" y="10332"/>
                  <a:pt x="203496" y="7809"/>
                </a:cubicBezTo>
                <a:cubicBezTo>
                  <a:pt x="201340" y="6075"/>
                  <a:pt x="198736" y="5208"/>
                  <a:pt x="195685" y="5208"/>
                </a:cubicBezTo>
                <a:cubicBezTo>
                  <a:pt x="192108" y="5208"/>
                  <a:pt x="188925" y="6810"/>
                  <a:pt x="186137" y="10016"/>
                </a:cubicBezTo>
                <a:cubicBezTo>
                  <a:pt x="182350" y="14379"/>
                  <a:pt x="179772" y="21239"/>
                  <a:pt x="178404" y="30595"/>
                </a:cubicBezTo>
                <a:cubicBezTo>
                  <a:pt x="177037" y="39951"/>
                  <a:pt x="176353" y="49175"/>
                  <a:pt x="176353" y="5826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86587B-67C1-4E95-BAC1-BEFDF1EEF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0229" y="286337"/>
            <a:ext cx="521132" cy="228794"/>
          </a:xfrm>
          <a:custGeom xmlns:a="http://schemas.openxmlformats.org/drawingml/2006/main">
            <a:pathLst>
              <a:path w="521132" h="228794">
                <a:moveTo>
                  <a:pt x="0" y="228794"/>
                </a:moveTo>
                <a:lnTo>
                  <a:pt x="521132" y="228794"/>
                </a:lnTo>
                <a:lnTo>
                  <a:pt x="521132" y="0"/>
                </a:lnTo>
                <a:lnTo>
                  <a:pt x="0" y="0"/>
                </a:lnTo>
                <a:lnTo>
                  <a:pt x="0" y="228794"/>
                </a:lnTo>
                <a:close/>
              </a:path>
            </a:pathLst>
          </a:custGeom>
          <a:solidFill xmlns:a="http://schemas.openxmlformats.org/drawingml/2006/main">
            <a:srgbClr val="C4BB8F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4AB5C9-CA53-463E-8DC0-B2C305F93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0228" y="286335"/>
            <a:ext cx="521132" cy="228794"/>
          </a:xfrm>
          <a:custGeom xmlns:a="http://schemas.openxmlformats.org/drawingml/2006/main">
            <a:pathLst>
              <a:path w="521132" h="228794" fill="none">
                <a:moveTo>
                  <a:pt x="0" y="0"/>
                </a:moveTo>
                <a:lnTo>
                  <a:pt x="521132" y="0"/>
                </a:lnTo>
                <a:lnTo>
                  <a:pt x="521132" y="228794"/>
                </a:lnTo>
                <a:lnTo>
                  <a:pt x="0" y="22879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2036" cap="rnd">
            <a:solidFill>
              <a:srgbClr val="000000"/>
            </a:solidFill>
            <a:round/>
          </a:ln>
        </p:spPr>
      </p:sp>
      <p:sp>
        <p:nvSpPr>
          <p:cNvPr id="20" name="Text P">
            <a:extLst xmlns:a="http://schemas.openxmlformats.org/drawingml/2006/main">
              <a:ext uri="{FF2B5EF4-FFF2-40B4-BE49-F238E27FC236}">
                <a16:creationId xmlns:a16="http://schemas.microsoft.com/office/drawing/2014/main" id="{E88EB080-2873-4429-9BBC-B0D375E8C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136" y="320910"/>
            <a:ext cx="118558" cy="155630"/>
          </a:xfrm>
          <a:custGeom xmlns:a="http://schemas.openxmlformats.org/drawingml/2006/main">
            <a:pathLst>
              <a:path w="118558" h="155630">
                <a:moveTo>
                  <a:pt x="44302" y="82814"/>
                </a:moveTo>
                <a:lnTo>
                  <a:pt x="44302" y="128084"/>
                </a:lnTo>
                <a:cubicBezTo>
                  <a:pt x="44302" y="137830"/>
                  <a:pt x="45373" y="143883"/>
                  <a:pt x="47515" y="146243"/>
                </a:cubicBezTo>
                <a:cubicBezTo>
                  <a:pt x="50423" y="149593"/>
                  <a:pt x="54822" y="151268"/>
                  <a:pt x="60714" y="151268"/>
                </a:cubicBezTo>
                <a:lnTo>
                  <a:pt x="66682" y="151268"/>
                </a:lnTo>
                <a:lnTo>
                  <a:pt x="66682" y="155630"/>
                </a:lnTo>
                <a:lnTo>
                  <a:pt x="0" y="155630"/>
                </a:lnTo>
                <a:lnTo>
                  <a:pt x="0" y="151268"/>
                </a:lnTo>
                <a:lnTo>
                  <a:pt x="5853" y="151268"/>
                </a:lnTo>
                <a:cubicBezTo>
                  <a:pt x="12434" y="151268"/>
                  <a:pt x="17139" y="149137"/>
                  <a:pt x="19970" y="144873"/>
                </a:cubicBezTo>
                <a:cubicBezTo>
                  <a:pt x="21500" y="142513"/>
                  <a:pt x="22266" y="136917"/>
                  <a:pt x="22266" y="128084"/>
                </a:cubicBezTo>
                <a:lnTo>
                  <a:pt x="22266" y="27545"/>
                </a:lnTo>
                <a:cubicBezTo>
                  <a:pt x="22266" y="17799"/>
                  <a:pt x="21233" y="11746"/>
                  <a:pt x="19167" y="9386"/>
                </a:cubicBezTo>
                <a:cubicBezTo>
                  <a:pt x="16183" y="6036"/>
                  <a:pt x="11745" y="4361"/>
                  <a:pt x="5853" y="4361"/>
                </a:cubicBezTo>
                <a:lnTo>
                  <a:pt x="0" y="4361"/>
                </a:lnTo>
                <a:lnTo>
                  <a:pt x="0" y="0"/>
                </a:lnTo>
                <a:lnTo>
                  <a:pt x="57041" y="0"/>
                </a:lnTo>
                <a:cubicBezTo>
                  <a:pt x="70967" y="0"/>
                  <a:pt x="81947" y="1437"/>
                  <a:pt x="89980" y="4311"/>
                </a:cubicBezTo>
                <a:cubicBezTo>
                  <a:pt x="98014" y="7183"/>
                  <a:pt x="104786" y="12028"/>
                  <a:pt x="110295" y="18848"/>
                </a:cubicBezTo>
                <a:cubicBezTo>
                  <a:pt x="115804" y="25667"/>
                  <a:pt x="118558" y="33750"/>
                  <a:pt x="118558" y="43097"/>
                </a:cubicBezTo>
                <a:cubicBezTo>
                  <a:pt x="118558" y="55815"/>
                  <a:pt x="114369" y="66158"/>
                  <a:pt x="105991" y="74128"/>
                </a:cubicBezTo>
                <a:cubicBezTo>
                  <a:pt x="97613" y="82095"/>
                  <a:pt x="85772" y="86078"/>
                  <a:pt x="70469" y="86078"/>
                </a:cubicBezTo>
                <a:cubicBezTo>
                  <a:pt x="66720" y="86078"/>
                  <a:pt x="62665" y="85807"/>
                  <a:pt x="58304" y="85264"/>
                </a:cubicBezTo>
                <a:cubicBezTo>
                  <a:pt x="53942" y="84719"/>
                  <a:pt x="49275" y="83902"/>
                  <a:pt x="44302" y="82814"/>
                </a:cubicBezTo>
                <a:moveTo>
                  <a:pt x="44302" y="76212"/>
                </a:moveTo>
                <a:cubicBezTo>
                  <a:pt x="48357" y="76977"/>
                  <a:pt x="51953" y="77551"/>
                  <a:pt x="55090" y="77933"/>
                </a:cubicBezTo>
                <a:cubicBezTo>
                  <a:pt x="58227" y="78313"/>
                  <a:pt x="60905" y="78503"/>
                  <a:pt x="63124" y="78503"/>
                </a:cubicBezTo>
                <a:cubicBezTo>
                  <a:pt x="71082" y="78503"/>
                  <a:pt x="77949" y="75430"/>
                  <a:pt x="83725" y="69282"/>
                </a:cubicBezTo>
                <a:cubicBezTo>
                  <a:pt x="89502" y="63132"/>
                  <a:pt x="92391" y="55168"/>
                  <a:pt x="92391" y="45388"/>
                </a:cubicBezTo>
                <a:cubicBezTo>
                  <a:pt x="92391" y="38667"/>
                  <a:pt x="91013" y="32423"/>
                  <a:pt x="88259" y="26656"/>
                </a:cubicBezTo>
                <a:cubicBezTo>
                  <a:pt x="85504" y="20888"/>
                  <a:pt x="81602" y="16572"/>
                  <a:pt x="76552" y="13708"/>
                </a:cubicBezTo>
                <a:cubicBezTo>
                  <a:pt x="71502" y="10843"/>
                  <a:pt x="65764" y="9411"/>
                  <a:pt x="59337" y="9411"/>
                </a:cubicBezTo>
                <a:cubicBezTo>
                  <a:pt x="55434" y="9411"/>
                  <a:pt x="50423" y="10137"/>
                  <a:pt x="44302" y="11588"/>
                </a:cubicBezTo>
                <a:lnTo>
                  <a:pt x="44302" y="7621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" name="Text 368">
            <a:extLst xmlns:a="http://schemas.openxmlformats.org/drawingml/2006/main">
              <a:ext uri="{FF2B5EF4-FFF2-40B4-BE49-F238E27FC236}">
                <a16:creationId xmlns:a16="http://schemas.microsoft.com/office/drawing/2014/main" id="{B8D20635-A6D6-4B88-B36E-1BBF7D4D8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1507" y="367335"/>
            <a:ext cx="226537" cy="111098"/>
          </a:xfrm>
          <a:custGeom xmlns:a="http://schemas.openxmlformats.org/drawingml/2006/main">
            <a:pathLst>
              <a:path w="226537" h="111098">
                <a:moveTo>
                  <a:pt x="1657" y="22567"/>
                </a:moveTo>
                <a:cubicBezTo>
                  <a:pt x="4708" y="15360"/>
                  <a:pt x="8561" y="9797"/>
                  <a:pt x="13217" y="5878"/>
                </a:cubicBezTo>
                <a:cubicBezTo>
                  <a:pt x="17872" y="1959"/>
                  <a:pt x="23672" y="0"/>
                  <a:pt x="30615" y="0"/>
                </a:cubicBezTo>
                <a:cubicBezTo>
                  <a:pt x="39190" y="0"/>
                  <a:pt x="45765" y="2788"/>
                  <a:pt x="50341" y="8364"/>
                </a:cubicBezTo>
                <a:cubicBezTo>
                  <a:pt x="53813" y="12520"/>
                  <a:pt x="55549" y="16965"/>
                  <a:pt x="55549" y="21699"/>
                </a:cubicBezTo>
                <a:cubicBezTo>
                  <a:pt x="55549" y="29484"/>
                  <a:pt x="50657" y="37533"/>
                  <a:pt x="40873" y="45844"/>
                </a:cubicBezTo>
                <a:cubicBezTo>
                  <a:pt x="47448" y="48421"/>
                  <a:pt x="52419" y="52104"/>
                  <a:pt x="55786" y="56891"/>
                </a:cubicBezTo>
                <a:cubicBezTo>
                  <a:pt x="59153" y="61677"/>
                  <a:pt x="60836" y="67306"/>
                  <a:pt x="60836" y="73776"/>
                </a:cubicBezTo>
                <a:cubicBezTo>
                  <a:pt x="60836" y="83034"/>
                  <a:pt x="57890" y="91056"/>
                  <a:pt x="51998" y="97842"/>
                </a:cubicBezTo>
                <a:cubicBezTo>
                  <a:pt x="44318" y="106680"/>
                  <a:pt x="33193" y="111098"/>
                  <a:pt x="18622" y="111098"/>
                </a:cubicBezTo>
                <a:cubicBezTo>
                  <a:pt x="11415" y="111098"/>
                  <a:pt x="6510" y="110204"/>
                  <a:pt x="3906" y="108416"/>
                </a:cubicBezTo>
                <a:cubicBezTo>
                  <a:pt x="1302" y="106627"/>
                  <a:pt x="0" y="104707"/>
                  <a:pt x="0" y="102656"/>
                </a:cubicBezTo>
                <a:cubicBezTo>
                  <a:pt x="0" y="101130"/>
                  <a:pt x="618" y="99789"/>
                  <a:pt x="1854" y="98631"/>
                </a:cubicBezTo>
                <a:cubicBezTo>
                  <a:pt x="3090" y="97474"/>
                  <a:pt x="4576" y="96895"/>
                  <a:pt x="6312" y="96895"/>
                </a:cubicBezTo>
                <a:cubicBezTo>
                  <a:pt x="7627" y="96895"/>
                  <a:pt x="8969" y="97103"/>
                  <a:pt x="10337" y="97519"/>
                </a:cubicBezTo>
                <a:cubicBezTo>
                  <a:pt x="11231" y="97781"/>
                  <a:pt x="13256" y="98731"/>
                  <a:pt x="16412" y="100370"/>
                </a:cubicBezTo>
                <a:cubicBezTo>
                  <a:pt x="19568" y="102009"/>
                  <a:pt x="21752" y="102984"/>
                  <a:pt x="22961" y="103297"/>
                </a:cubicBezTo>
                <a:cubicBezTo>
                  <a:pt x="24908" y="103869"/>
                  <a:pt x="26986" y="104155"/>
                  <a:pt x="29195" y="104155"/>
                </a:cubicBezTo>
                <a:cubicBezTo>
                  <a:pt x="34560" y="104155"/>
                  <a:pt x="39229" y="102077"/>
                  <a:pt x="43201" y="97921"/>
                </a:cubicBezTo>
                <a:cubicBezTo>
                  <a:pt x="47172" y="93766"/>
                  <a:pt x="49158" y="88847"/>
                  <a:pt x="49158" y="83166"/>
                </a:cubicBezTo>
                <a:cubicBezTo>
                  <a:pt x="49158" y="79010"/>
                  <a:pt x="48237" y="74960"/>
                  <a:pt x="46396" y="71015"/>
                </a:cubicBezTo>
                <a:cubicBezTo>
                  <a:pt x="45029" y="68069"/>
                  <a:pt x="43529" y="65833"/>
                  <a:pt x="41899" y="64308"/>
                </a:cubicBezTo>
                <a:cubicBezTo>
                  <a:pt x="39637" y="62204"/>
                  <a:pt x="36533" y="60297"/>
                  <a:pt x="32588" y="58587"/>
                </a:cubicBezTo>
                <a:cubicBezTo>
                  <a:pt x="28643" y="56877"/>
                  <a:pt x="24618" y="56023"/>
                  <a:pt x="20515" y="56023"/>
                </a:cubicBezTo>
                <a:lnTo>
                  <a:pt x="17990" y="56023"/>
                </a:lnTo>
                <a:lnTo>
                  <a:pt x="17990" y="53655"/>
                </a:lnTo>
                <a:cubicBezTo>
                  <a:pt x="22146" y="53131"/>
                  <a:pt x="26315" y="51635"/>
                  <a:pt x="30497" y="49168"/>
                </a:cubicBezTo>
                <a:cubicBezTo>
                  <a:pt x="34679" y="46699"/>
                  <a:pt x="37717" y="43732"/>
                  <a:pt x="39610" y="40266"/>
                </a:cubicBezTo>
                <a:cubicBezTo>
                  <a:pt x="41504" y="36801"/>
                  <a:pt x="42451" y="32994"/>
                  <a:pt x="42451" y="28845"/>
                </a:cubicBezTo>
                <a:cubicBezTo>
                  <a:pt x="42451" y="23438"/>
                  <a:pt x="40754" y="19068"/>
                  <a:pt x="37362" y="15734"/>
                </a:cubicBezTo>
                <a:cubicBezTo>
                  <a:pt x="33969" y="12399"/>
                  <a:pt x="29747" y="10731"/>
                  <a:pt x="24697" y="10731"/>
                </a:cubicBezTo>
                <a:cubicBezTo>
                  <a:pt x="16544" y="10731"/>
                  <a:pt x="9732" y="15097"/>
                  <a:pt x="4261" y="23829"/>
                </a:cubicBezTo>
                <a:lnTo>
                  <a:pt x="1657" y="22567"/>
                </a:lnTo>
                <a:close/>
                <a:moveTo>
                  <a:pt x="146685" y="0"/>
                </a:moveTo>
                <a:lnTo>
                  <a:pt x="146685" y="3156"/>
                </a:lnTo>
                <a:cubicBezTo>
                  <a:pt x="139741" y="3835"/>
                  <a:pt x="134073" y="5207"/>
                  <a:pt x="129681" y="7272"/>
                </a:cubicBezTo>
                <a:cubicBezTo>
                  <a:pt x="125288" y="9335"/>
                  <a:pt x="120948" y="12483"/>
                  <a:pt x="116661" y="16716"/>
                </a:cubicBezTo>
                <a:cubicBezTo>
                  <a:pt x="112374" y="20947"/>
                  <a:pt x="108823" y="25662"/>
                  <a:pt x="106009" y="30862"/>
                </a:cubicBezTo>
                <a:cubicBezTo>
                  <a:pt x="103195" y="36060"/>
                  <a:pt x="100841" y="42238"/>
                  <a:pt x="98947" y="49397"/>
                </a:cubicBezTo>
                <a:cubicBezTo>
                  <a:pt x="106522" y="44135"/>
                  <a:pt x="114123" y="41504"/>
                  <a:pt x="121751" y="41504"/>
                </a:cubicBezTo>
                <a:cubicBezTo>
                  <a:pt x="129063" y="41504"/>
                  <a:pt x="135401" y="44456"/>
                  <a:pt x="140767" y="50361"/>
                </a:cubicBezTo>
                <a:cubicBezTo>
                  <a:pt x="146132" y="56266"/>
                  <a:pt x="148815" y="63858"/>
                  <a:pt x="148815" y="73138"/>
                </a:cubicBezTo>
                <a:cubicBezTo>
                  <a:pt x="148815" y="82100"/>
                  <a:pt x="146106" y="90272"/>
                  <a:pt x="140688" y="97655"/>
                </a:cubicBezTo>
                <a:cubicBezTo>
                  <a:pt x="134165" y="106617"/>
                  <a:pt x="125538" y="111098"/>
                  <a:pt x="114807" y="111098"/>
                </a:cubicBezTo>
                <a:cubicBezTo>
                  <a:pt x="107495" y="111098"/>
                  <a:pt x="101288" y="108679"/>
                  <a:pt x="96185" y="103839"/>
                </a:cubicBezTo>
                <a:cubicBezTo>
                  <a:pt x="86191" y="94423"/>
                  <a:pt x="81193" y="82219"/>
                  <a:pt x="81193" y="67227"/>
                </a:cubicBezTo>
                <a:cubicBezTo>
                  <a:pt x="81193" y="57653"/>
                  <a:pt x="83113" y="48553"/>
                  <a:pt x="86953" y="39926"/>
                </a:cubicBezTo>
                <a:cubicBezTo>
                  <a:pt x="90794" y="31299"/>
                  <a:pt x="96277" y="23645"/>
                  <a:pt x="103405" y="16965"/>
                </a:cubicBezTo>
                <a:cubicBezTo>
                  <a:pt x="110533" y="10284"/>
                  <a:pt x="117358" y="5786"/>
                  <a:pt x="123881" y="3472"/>
                </a:cubicBezTo>
                <a:cubicBezTo>
                  <a:pt x="130404" y="1157"/>
                  <a:pt x="136480" y="0"/>
                  <a:pt x="142108" y="0"/>
                </a:cubicBezTo>
                <a:lnTo>
                  <a:pt x="146685" y="0"/>
                </a:lnTo>
                <a:moveTo>
                  <a:pt x="97606" y="55165"/>
                </a:moveTo>
                <a:cubicBezTo>
                  <a:pt x="96659" y="62276"/>
                  <a:pt x="96185" y="68017"/>
                  <a:pt x="96185" y="72388"/>
                </a:cubicBezTo>
                <a:cubicBezTo>
                  <a:pt x="96185" y="77445"/>
                  <a:pt x="97119" y="82936"/>
                  <a:pt x="98987" y="88862"/>
                </a:cubicBezTo>
                <a:cubicBezTo>
                  <a:pt x="100854" y="94788"/>
                  <a:pt x="103629" y="99489"/>
                  <a:pt x="107311" y="102966"/>
                </a:cubicBezTo>
                <a:cubicBezTo>
                  <a:pt x="109994" y="105442"/>
                  <a:pt x="113255" y="106680"/>
                  <a:pt x="117095" y="106680"/>
                </a:cubicBezTo>
                <a:cubicBezTo>
                  <a:pt x="121672" y="106680"/>
                  <a:pt x="125762" y="104520"/>
                  <a:pt x="129365" y="100202"/>
                </a:cubicBezTo>
                <a:cubicBezTo>
                  <a:pt x="132968" y="95882"/>
                  <a:pt x="134770" y="89718"/>
                  <a:pt x="134770" y="81711"/>
                </a:cubicBezTo>
                <a:cubicBezTo>
                  <a:pt x="134770" y="72704"/>
                  <a:pt x="132981" y="64909"/>
                  <a:pt x="129404" y="58326"/>
                </a:cubicBezTo>
                <a:cubicBezTo>
                  <a:pt x="125827" y="51740"/>
                  <a:pt x="120751" y="48448"/>
                  <a:pt x="114176" y="48448"/>
                </a:cubicBezTo>
                <a:cubicBezTo>
                  <a:pt x="112177" y="48448"/>
                  <a:pt x="110033" y="48869"/>
                  <a:pt x="107745" y="49713"/>
                </a:cubicBezTo>
                <a:cubicBezTo>
                  <a:pt x="105457" y="50554"/>
                  <a:pt x="102077" y="52372"/>
                  <a:pt x="97606" y="55165"/>
                </a:cubicBezTo>
                <a:close/>
                <a:moveTo>
                  <a:pt x="186058" y="55312"/>
                </a:moveTo>
                <a:cubicBezTo>
                  <a:pt x="177589" y="48369"/>
                  <a:pt x="172131" y="42793"/>
                  <a:pt x="169685" y="38585"/>
                </a:cubicBezTo>
                <a:cubicBezTo>
                  <a:pt x="167239" y="34376"/>
                  <a:pt x="166016" y="30010"/>
                  <a:pt x="166016" y="25486"/>
                </a:cubicBezTo>
                <a:cubicBezTo>
                  <a:pt x="166016" y="18543"/>
                  <a:pt x="168699" y="12559"/>
                  <a:pt x="174065" y="7535"/>
                </a:cubicBezTo>
                <a:cubicBezTo>
                  <a:pt x="179430" y="2512"/>
                  <a:pt x="186558" y="0"/>
                  <a:pt x="195448" y="0"/>
                </a:cubicBezTo>
                <a:cubicBezTo>
                  <a:pt x="204075" y="0"/>
                  <a:pt x="211019" y="2341"/>
                  <a:pt x="216279" y="7023"/>
                </a:cubicBezTo>
                <a:cubicBezTo>
                  <a:pt x="221539" y="11704"/>
                  <a:pt x="224169" y="17044"/>
                  <a:pt x="224169" y="23040"/>
                </a:cubicBezTo>
                <a:cubicBezTo>
                  <a:pt x="224169" y="27038"/>
                  <a:pt x="222749" y="31115"/>
                  <a:pt x="219908" y="35271"/>
                </a:cubicBezTo>
                <a:cubicBezTo>
                  <a:pt x="217068" y="39426"/>
                  <a:pt x="211150" y="44318"/>
                  <a:pt x="202155" y="49947"/>
                </a:cubicBezTo>
                <a:cubicBezTo>
                  <a:pt x="211413" y="57101"/>
                  <a:pt x="217541" y="62730"/>
                  <a:pt x="220540" y="66833"/>
                </a:cubicBezTo>
                <a:cubicBezTo>
                  <a:pt x="224538" y="72198"/>
                  <a:pt x="226537" y="77853"/>
                  <a:pt x="226537" y="83797"/>
                </a:cubicBezTo>
                <a:cubicBezTo>
                  <a:pt x="226537" y="91320"/>
                  <a:pt x="223670" y="97750"/>
                  <a:pt x="217936" y="103090"/>
                </a:cubicBezTo>
                <a:cubicBezTo>
                  <a:pt x="212202" y="108429"/>
                  <a:pt x="204680" y="111098"/>
                  <a:pt x="195369" y="111098"/>
                </a:cubicBezTo>
                <a:cubicBezTo>
                  <a:pt x="185217" y="111098"/>
                  <a:pt x="177300" y="107916"/>
                  <a:pt x="171619" y="101551"/>
                </a:cubicBezTo>
                <a:cubicBezTo>
                  <a:pt x="167095" y="96448"/>
                  <a:pt x="164833" y="90872"/>
                  <a:pt x="164833" y="84823"/>
                </a:cubicBezTo>
                <a:cubicBezTo>
                  <a:pt x="164833" y="80089"/>
                  <a:pt x="166424" y="75394"/>
                  <a:pt x="169606" y="70738"/>
                </a:cubicBezTo>
                <a:cubicBezTo>
                  <a:pt x="172789" y="66083"/>
                  <a:pt x="178273" y="60941"/>
                  <a:pt x="186058" y="55312"/>
                </a:cubicBezTo>
                <a:moveTo>
                  <a:pt x="198446" y="46870"/>
                </a:moveTo>
                <a:cubicBezTo>
                  <a:pt x="204759" y="41167"/>
                  <a:pt x="208757" y="36666"/>
                  <a:pt x="210440" y="33367"/>
                </a:cubicBezTo>
                <a:cubicBezTo>
                  <a:pt x="212123" y="30066"/>
                  <a:pt x="212965" y="26330"/>
                  <a:pt x="212965" y="22160"/>
                </a:cubicBezTo>
                <a:cubicBezTo>
                  <a:pt x="212965" y="16615"/>
                  <a:pt x="211413" y="12272"/>
                  <a:pt x="208309" y="9131"/>
                </a:cubicBezTo>
                <a:cubicBezTo>
                  <a:pt x="205206" y="5989"/>
                  <a:pt x="200971" y="4419"/>
                  <a:pt x="195606" y="4419"/>
                </a:cubicBezTo>
                <a:cubicBezTo>
                  <a:pt x="190240" y="4419"/>
                  <a:pt x="185874" y="5976"/>
                  <a:pt x="182507" y="9091"/>
                </a:cubicBezTo>
                <a:cubicBezTo>
                  <a:pt x="179141" y="12206"/>
                  <a:pt x="177458" y="15850"/>
                  <a:pt x="177458" y="20022"/>
                </a:cubicBezTo>
                <a:cubicBezTo>
                  <a:pt x="177458" y="22767"/>
                  <a:pt x="178155" y="25513"/>
                  <a:pt x="179549" y="28258"/>
                </a:cubicBezTo>
                <a:cubicBezTo>
                  <a:pt x="180943" y="31003"/>
                  <a:pt x="182928" y="33617"/>
                  <a:pt x="185506" y="36099"/>
                </a:cubicBezTo>
                <a:lnTo>
                  <a:pt x="198446" y="46870"/>
                </a:lnTo>
                <a:moveTo>
                  <a:pt x="189767" y="58311"/>
                </a:moveTo>
                <a:cubicBezTo>
                  <a:pt x="185401" y="61982"/>
                  <a:pt x="182166" y="65980"/>
                  <a:pt x="180061" y="70307"/>
                </a:cubicBezTo>
                <a:cubicBezTo>
                  <a:pt x="177957" y="74632"/>
                  <a:pt x="176905" y="79311"/>
                  <a:pt x="176905" y="84345"/>
                </a:cubicBezTo>
                <a:cubicBezTo>
                  <a:pt x="176905" y="91107"/>
                  <a:pt x="178759" y="96521"/>
                  <a:pt x="182468" y="100584"/>
                </a:cubicBezTo>
                <a:cubicBezTo>
                  <a:pt x="186177" y="104648"/>
                  <a:pt x="190898" y="106680"/>
                  <a:pt x="196631" y="106680"/>
                </a:cubicBezTo>
                <a:cubicBezTo>
                  <a:pt x="202313" y="106680"/>
                  <a:pt x="206863" y="105081"/>
                  <a:pt x="210282" y="101884"/>
                </a:cubicBezTo>
                <a:cubicBezTo>
                  <a:pt x="213701" y="98685"/>
                  <a:pt x="215411" y="94804"/>
                  <a:pt x="215411" y="90243"/>
                </a:cubicBezTo>
                <a:cubicBezTo>
                  <a:pt x="215411" y="86467"/>
                  <a:pt x="214411" y="83085"/>
                  <a:pt x="212413" y="80096"/>
                </a:cubicBezTo>
                <a:cubicBezTo>
                  <a:pt x="208678" y="74538"/>
                  <a:pt x="201129" y="67276"/>
                  <a:pt x="189767" y="5831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DA9C94-8AA3-4FCE-A35F-4C220223A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1361" y="286337"/>
            <a:ext cx="521132" cy="228794"/>
          </a:xfrm>
          <a:custGeom xmlns:a="http://schemas.openxmlformats.org/drawingml/2006/main">
            <a:pathLst>
              <a:path w="521132" h="228794">
                <a:moveTo>
                  <a:pt x="0" y="228794"/>
                </a:moveTo>
                <a:lnTo>
                  <a:pt x="521132" y="228794"/>
                </a:lnTo>
                <a:lnTo>
                  <a:pt x="521132" y="0"/>
                </a:lnTo>
                <a:lnTo>
                  <a:pt x="0" y="0"/>
                </a:lnTo>
                <a:lnTo>
                  <a:pt x="0" y="228794"/>
                </a:lnTo>
                <a:close/>
              </a:path>
            </a:pathLst>
          </a:custGeom>
          <a:solidFill xmlns:a="http://schemas.openxmlformats.org/drawingml/2006/main">
            <a:srgbClr val="C4BB8F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06FBB4-6641-4175-8C1C-1EC151E81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1360" y="286335"/>
            <a:ext cx="521132" cy="228794"/>
          </a:xfrm>
          <a:custGeom xmlns:a="http://schemas.openxmlformats.org/drawingml/2006/main">
            <a:pathLst>
              <a:path w="521132" h="228794" fill="none">
                <a:moveTo>
                  <a:pt x="0" y="0"/>
                </a:moveTo>
                <a:lnTo>
                  <a:pt x="521132" y="0"/>
                </a:lnTo>
                <a:lnTo>
                  <a:pt x="521132" y="228794"/>
                </a:lnTo>
                <a:lnTo>
                  <a:pt x="0" y="22879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2036" cap="rnd">
            <a:solidFill>
              <a:srgbClr val="000000"/>
            </a:solidFill>
            <a:round/>
          </a:ln>
        </p:spPr>
      </p:sp>
      <p:sp>
        <p:nvSpPr>
          <p:cNvPr id="24" name="Text …">
            <a:extLst xmlns:a="http://schemas.openxmlformats.org/drawingml/2006/main">
              <a:ext uri="{FF2B5EF4-FFF2-40B4-BE49-F238E27FC236}">
                <a16:creationId xmlns:a16="http://schemas.microsoft.com/office/drawing/2014/main" id="{5A8D4C8C-DE0C-4D49-9DED-3C7ECBCC7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9313" y="460909"/>
            <a:ext cx="185223" cy="27968"/>
          </a:xfrm>
          <a:custGeom xmlns:a="http://schemas.openxmlformats.org/drawingml/2006/main">
            <a:pathLst>
              <a:path w="185223" h="27968">
                <a:moveTo>
                  <a:pt x="14102" y="0"/>
                </a:moveTo>
                <a:cubicBezTo>
                  <a:pt x="10107" y="0"/>
                  <a:pt x="6818" y="1173"/>
                  <a:pt x="4232" y="3995"/>
                </a:cubicBezTo>
                <a:cubicBezTo>
                  <a:pt x="1413" y="6581"/>
                  <a:pt x="0" y="9870"/>
                  <a:pt x="0" y="13866"/>
                </a:cubicBezTo>
                <a:cubicBezTo>
                  <a:pt x="0" y="17861"/>
                  <a:pt x="1413" y="21154"/>
                  <a:pt x="4232" y="23973"/>
                </a:cubicBezTo>
                <a:cubicBezTo>
                  <a:pt x="6818" y="26559"/>
                  <a:pt x="10107" y="27968"/>
                  <a:pt x="14102" y="27968"/>
                </a:cubicBezTo>
                <a:cubicBezTo>
                  <a:pt x="18102" y="27968"/>
                  <a:pt x="21627" y="26559"/>
                  <a:pt x="24446" y="23973"/>
                </a:cubicBezTo>
                <a:cubicBezTo>
                  <a:pt x="27032" y="21387"/>
                  <a:pt x="28442" y="18098"/>
                  <a:pt x="28442" y="13866"/>
                </a:cubicBezTo>
                <a:cubicBezTo>
                  <a:pt x="28442" y="9870"/>
                  <a:pt x="27032" y="6581"/>
                  <a:pt x="24446" y="3995"/>
                </a:cubicBezTo>
                <a:cubicBezTo>
                  <a:pt x="21627" y="1173"/>
                  <a:pt x="18335" y="0"/>
                  <a:pt x="14102" y="0"/>
                </a:cubicBezTo>
                <a:moveTo>
                  <a:pt x="92613" y="0"/>
                </a:moveTo>
                <a:cubicBezTo>
                  <a:pt x="88614" y="0"/>
                  <a:pt x="85325" y="1173"/>
                  <a:pt x="82506" y="3995"/>
                </a:cubicBezTo>
                <a:cubicBezTo>
                  <a:pt x="79683" y="6581"/>
                  <a:pt x="78507" y="9870"/>
                  <a:pt x="78507" y="13866"/>
                </a:cubicBezTo>
                <a:cubicBezTo>
                  <a:pt x="78507" y="17861"/>
                  <a:pt x="79683" y="21154"/>
                  <a:pt x="82506" y="23973"/>
                </a:cubicBezTo>
                <a:cubicBezTo>
                  <a:pt x="85325" y="26559"/>
                  <a:pt x="88614" y="27968"/>
                  <a:pt x="92613" y="27968"/>
                </a:cubicBezTo>
                <a:cubicBezTo>
                  <a:pt x="96609" y="27968"/>
                  <a:pt x="100134" y="26559"/>
                  <a:pt x="102953" y="23973"/>
                </a:cubicBezTo>
                <a:cubicBezTo>
                  <a:pt x="105539" y="21387"/>
                  <a:pt x="106949" y="18098"/>
                  <a:pt x="106949" y="13866"/>
                </a:cubicBezTo>
                <a:cubicBezTo>
                  <a:pt x="106949" y="9870"/>
                  <a:pt x="105539" y="6581"/>
                  <a:pt x="102953" y="3995"/>
                </a:cubicBezTo>
                <a:cubicBezTo>
                  <a:pt x="100134" y="1173"/>
                  <a:pt x="96609" y="0"/>
                  <a:pt x="92613" y="0"/>
                </a:cubicBezTo>
                <a:moveTo>
                  <a:pt x="170883" y="0"/>
                </a:moveTo>
                <a:cubicBezTo>
                  <a:pt x="166888" y="0"/>
                  <a:pt x="163595" y="1173"/>
                  <a:pt x="160776" y="3995"/>
                </a:cubicBezTo>
                <a:cubicBezTo>
                  <a:pt x="157957" y="6581"/>
                  <a:pt x="156781" y="9870"/>
                  <a:pt x="156781" y="13866"/>
                </a:cubicBezTo>
                <a:cubicBezTo>
                  <a:pt x="156781" y="17861"/>
                  <a:pt x="157957" y="21154"/>
                  <a:pt x="160776" y="23973"/>
                </a:cubicBezTo>
                <a:cubicBezTo>
                  <a:pt x="163595" y="26559"/>
                  <a:pt x="166888" y="27968"/>
                  <a:pt x="170883" y="27968"/>
                </a:cubicBezTo>
                <a:cubicBezTo>
                  <a:pt x="174879" y="27968"/>
                  <a:pt x="178171" y="26559"/>
                  <a:pt x="180990" y="23973"/>
                </a:cubicBezTo>
                <a:cubicBezTo>
                  <a:pt x="183813" y="21387"/>
                  <a:pt x="185223" y="18098"/>
                  <a:pt x="185223" y="13866"/>
                </a:cubicBezTo>
                <a:cubicBezTo>
                  <a:pt x="185223" y="9870"/>
                  <a:pt x="183813" y="6581"/>
                  <a:pt x="180990" y="3995"/>
                </a:cubicBezTo>
                <a:cubicBezTo>
                  <a:pt x="178171" y="1173"/>
                  <a:pt x="174879" y="0"/>
                  <a:pt x="170883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D50A1F-BDE2-4439-88F1-ABCC9FAEF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2491" y="286337"/>
            <a:ext cx="521131" cy="228794"/>
          </a:xfrm>
          <a:custGeom xmlns:a="http://schemas.openxmlformats.org/drawingml/2006/main">
            <a:pathLst>
              <a:path w="521131" h="228794">
                <a:moveTo>
                  <a:pt x="0" y="228794"/>
                </a:moveTo>
                <a:lnTo>
                  <a:pt x="521131" y="228794"/>
                </a:lnTo>
                <a:lnTo>
                  <a:pt x="521131" y="0"/>
                </a:lnTo>
                <a:lnTo>
                  <a:pt x="0" y="0"/>
                </a:lnTo>
                <a:lnTo>
                  <a:pt x="0" y="228794"/>
                </a:lnTo>
                <a:close/>
              </a:path>
            </a:pathLst>
          </a:custGeom>
          <a:solidFill xmlns:a="http://schemas.openxmlformats.org/drawingml/2006/main">
            <a:srgbClr val="C4BB8F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BEAC70-9F01-4C47-83DA-7B42BAAA8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2490" y="286335"/>
            <a:ext cx="521132" cy="228794"/>
          </a:xfrm>
          <a:custGeom xmlns:a="http://schemas.openxmlformats.org/drawingml/2006/main">
            <a:pathLst>
              <a:path w="521132" h="228794" fill="none">
                <a:moveTo>
                  <a:pt x="0" y="0"/>
                </a:moveTo>
                <a:lnTo>
                  <a:pt x="521132" y="0"/>
                </a:lnTo>
                <a:lnTo>
                  <a:pt x="521132" y="228794"/>
                </a:lnTo>
                <a:lnTo>
                  <a:pt x="0" y="22879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2036" cap="rnd">
            <a:solidFill>
              <a:srgbClr val="000000"/>
            </a:solidFill>
            <a:round/>
          </a:ln>
        </p:spPr>
      </p:sp>
      <p:sp>
        <p:nvSpPr>
          <p:cNvPr id="27" name="Text P">
            <a:extLst xmlns:a="http://schemas.openxmlformats.org/drawingml/2006/main">
              <a:ext uri="{FF2B5EF4-FFF2-40B4-BE49-F238E27FC236}">
                <a16:creationId xmlns:a16="http://schemas.microsoft.com/office/drawing/2014/main" id="{DBD7A447-73FD-410C-9DAA-B555FFDA7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0399" y="320910"/>
            <a:ext cx="118558" cy="155630"/>
          </a:xfrm>
          <a:custGeom xmlns:a="http://schemas.openxmlformats.org/drawingml/2006/main">
            <a:pathLst>
              <a:path w="118558" h="155630">
                <a:moveTo>
                  <a:pt x="44302" y="82814"/>
                </a:moveTo>
                <a:lnTo>
                  <a:pt x="44302" y="128084"/>
                </a:lnTo>
                <a:cubicBezTo>
                  <a:pt x="44302" y="137830"/>
                  <a:pt x="45373" y="143883"/>
                  <a:pt x="47515" y="146243"/>
                </a:cubicBezTo>
                <a:cubicBezTo>
                  <a:pt x="50423" y="149593"/>
                  <a:pt x="54822" y="151268"/>
                  <a:pt x="60714" y="151268"/>
                </a:cubicBezTo>
                <a:lnTo>
                  <a:pt x="66682" y="151268"/>
                </a:lnTo>
                <a:lnTo>
                  <a:pt x="66682" y="155630"/>
                </a:lnTo>
                <a:lnTo>
                  <a:pt x="0" y="155630"/>
                </a:lnTo>
                <a:lnTo>
                  <a:pt x="0" y="151268"/>
                </a:lnTo>
                <a:lnTo>
                  <a:pt x="5853" y="151268"/>
                </a:lnTo>
                <a:cubicBezTo>
                  <a:pt x="12434" y="151268"/>
                  <a:pt x="17139" y="149137"/>
                  <a:pt x="19970" y="144873"/>
                </a:cubicBezTo>
                <a:cubicBezTo>
                  <a:pt x="21500" y="142513"/>
                  <a:pt x="22266" y="136917"/>
                  <a:pt x="22266" y="128084"/>
                </a:cubicBezTo>
                <a:lnTo>
                  <a:pt x="22266" y="27545"/>
                </a:lnTo>
                <a:cubicBezTo>
                  <a:pt x="22266" y="17799"/>
                  <a:pt x="21233" y="11746"/>
                  <a:pt x="19167" y="9386"/>
                </a:cubicBezTo>
                <a:cubicBezTo>
                  <a:pt x="16183" y="6036"/>
                  <a:pt x="11745" y="4361"/>
                  <a:pt x="5853" y="4361"/>
                </a:cubicBezTo>
                <a:lnTo>
                  <a:pt x="0" y="4361"/>
                </a:lnTo>
                <a:lnTo>
                  <a:pt x="0" y="0"/>
                </a:lnTo>
                <a:lnTo>
                  <a:pt x="57041" y="0"/>
                </a:lnTo>
                <a:cubicBezTo>
                  <a:pt x="70967" y="0"/>
                  <a:pt x="81947" y="1437"/>
                  <a:pt x="89980" y="4311"/>
                </a:cubicBezTo>
                <a:cubicBezTo>
                  <a:pt x="98014" y="7183"/>
                  <a:pt x="104786" y="12028"/>
                  <a:pt x="110295" y="18848"/>
                </a:cubicBezTo>
                <a:cubicBezTo>
                  <a:pt x="115804" y="25667"/>
                  <a:pt x="118558" y="33750"/>
                  <a:pt x="118558" y="43097"/>
                </a:cubicBezTo>
                <a:cubicBezTo>
                  <a:pt x="118558" y="55815"/>
                  <a:pt x="114369" y="66158"/>
                  <a:pt x="105991" y="74128"/>
                </a:cubicBezTo>
                <a:cubicBezTo>
                  <a:pt x="97613" y="82095"/>
                  <a:pt x="85772" y="86078"/>
                  <a:pt x="70469" y="86078"/>
                </a:cubicBezTo>
                <a:cubicBezTo>
                  <a:pt x="66720" y="86078"/>
                  <a:pt x="62665" y="85807"/>
                  <a:pt x="58304" y="85264"/>
                </a:cubicBezTo>
                <a:cubicBezTo>
                  <a:pt x="53942" y="84719"/>
                  <a:pt x="49275" y="83902"/>
                  <a:pt x="44302" y="82814"/>
                </a:cubicBezTo>
                <a:moveTo>
                  <a:pt x="44302" y="76212"/>
                </a:moveTo>
                <a:cubicBezTo>
                  <a:pt x="48357" y="76977"/>
                  <a:pt x="51953" y="77551"/>
                  <a:pt x="55090" y="77933"/>
                </a:cubicBezTo>
                <a:cubicBezTo>
                  <a:pt x="58227" y="78313"/>
                  <a:pt x="60905" y="78503"/>
                  <a:pt x="63124" y="78503"/>
                </a:cubicBezTo>
                <a:cubicBezTo>
                  <a:pt x="71082" y="78503"/>
                  <a:pt x="77949" y="75430"/>
                  <a:pt x="83725" y="69282"/>
                </a:cubicBezTo>
                <a:cubicBezTo>
                  <a:pt x="89502" y="63132"/>
                  <a:pt x="92391" y="55168"/>
                  <a:pt x="92391" y="45388"/>
                </a:cubicBezTo>
                <a:cubicBezTo>
                  <a:pt x="92391" y="38667"/>
                  <a:pt x="91013" y="32423"/>
                  <a:pt x="88259" y="26656"/>
                </a:cubicBezTo>
                <a:cubicBezTo>
                  <a:pt x="85504" y="20888"/>
                  <a:pt x="81602" y="16572"/>
                  <a:pt x="76552" y="13708"/>
                </a:cubicBezTo>
                <a:cubicBezTo>
                  <a:pt x="71502" y="10843"/>
                  <a:pt x="65764" y="9411"/>
                  <a:pt x="59337" y="9411"/>
                </a:cubicBezTo>
                <a:cubicBezTo>
                  <a:pt x="55434" y="9411"/>
                  <a:pt x="50423" y="10137"/>
                  <a:pt x="44302" y="11588"/>
                </a:cubicBezTo>
                <a:lnTo>
                  <a:pt x="44302" y="7621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" name="Text 352">
            <a:extLst xmlns:a="http://schemas.openxmlformats.org/drawingml/2006/main">
              <a:ext uri="{FF2B5EF4-FFF2-40B4-BE49-F238E27FC236}">
                <a16:creationId xmlns:a16="http://schemas.microsoft.com/office/drawing/2014/main" id="{24336909-6FFD-4D3A-8511-F47279EAD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3771" y="367335"/>
            <a:ext cx="229140" cy="111098"/>
          </a:xfrm>
          <a:custGeom xmlns:a="http://schemas.openxmlformats.org/drawingml/2006/main">
            <a:pathLst>
              <a:path w="229140" h="111098">
                <a:moveTo>
                  <a:pt x="1657" y="22567"/>
                </a:moveTo>
                <a:cubicBezTo>
                  <a:pt x="4708" y="15360"/>
                  <a:pt x="8561" y="9797"/>
                  <a:pt x="13217" y="5878"/>
                </a:cubicBezTo>
                <a:cubicBezTo>
                  <a:pt x="17872" y="1959"/>
                  <a:pt x="23672" y="0"/>
                  <a:pt x="30615" y="0"/>
                </a:cubicBezTo>
                <a:cubicBezTo>
                  <a:pt x="39190" y="0"/>
                  <a:pt x="45765" y="2788"/>
                  <a:pt x="50341" y="8364"/>
                </a:cubicBezTo>
                <a:cubicBezTo>
                  <a:pt x="53813" y="12520"/>
                  <a:pt x="55549" y="16965"/>
                  <a:pt x="55549" y="21699"/>
                </a:cubicBezTo>
                <a:cubicBezTo>
                  <a:pt x="55549" y="29484"/>
                  <a:pt x="50657" y="37533"/>
                  <a:pt x="40873" y="45844"/>
                </a:cubicBezTo>
                <a:cubicBezTo>
                  <a:pt x="47448" y="48421"/>
                  <a:pt x="52419" y="52104"/>
                  <a:pt x="55786" y="56891"/>
                </a:cubicBezTo>
                <a:cubicBezTo>
                  <a:pt x="59153" y="61677"/>
                  <a:pt x="60836" y="67306"/>
                  <a:pt x="60836" y="73776"/>
                </a:cubicBezTo>
                <a:cubicBezTo>
                  <a:pt x="60836" y="83034"/>
                  <a:pt x="57890" y="91056"/>
                  <a:pt x="51998" y="97842"/>
                </a:cubicBezTo>
                <a:cubicBezTo>
                  <a:pt x="44318" y="106680"/>
                  <a:pt x="33193" y="111098"/>
                  <a:pt x="18622" y="111098"/>
                </a:cubicBezTo>
                <a:cubicBezTo>
                  <a:pt x="11415" y="111098"/>
                  <a:pt x="6510" y="110204"/>
                  <a:pt x="3906" y="108416"/>
                </a:cubicBezTo>
                <a:cubicBezTo>
                  <a:pt x="1302" y="106627"/>
                  <a:pt x="0" y="104707"/>
                  <a:pt x="0" y="102656"/>
                </a:cubicBezTo>
                <a:cubicBezTo>
                  <a:pt x="0" y="101130"/>
                  <a:pt x="618" y="99789"/>
                  <a:pt x="1854" y="98631"/>
                </a:cubicBezTo>
                <a:cubicBezTo>
                  <a:pt x="3090" y="97474"/>
                  <a:pt x="4576" y="96895"/>
                  <a:pt x="6312" y="96895"/>
                </a:cubicBezTo>
                <a:cubicBezTo>
                  <a:pt x="7627" y="96895"/>
                  <a:pt x="8969" y="97103"/>
                  <a:pt x="10337" y="97519"/>
                </a:cubicBezTo>
                <a:cubicBezTo>
                  <a:pt x="11231" y="97781"/>
                  <a:pt x="13256" y="98731"/>
                  <a:pt x="16412" y="100370"/>
                </a:cubicBezTo>
                <a:cubicBezTo>
                  <a:pt x="19568" y="102009"/>
                  <a:pt x="21752" y="102984"/>
                  <a:pt x="22961" y="103297"/>
                </a:cubicBezTo>
                <a:cubicBezTo>
                  <a:pt x="24908" y="103869"/>
                  <a:pt x="26986" y="104155"/>
                  <a:pt x="29195" y="104155"/>
                </a:cubicBezTo>
                <a:cubicBezTo>
                  <a:pt x="34560" y="104155"/>
                  <a:pt x="39229" y="102077"/>
                  <a:pt x="43201" y="97921"/>
                </a:cubicBezTo>
                <a:cubicBezTo>
                  <a:pt x="47172" y="93766"/>
                  <a:pt x="49158" y="88847"/>
                  <a:pt x="49158" y="83166"/>
                </a:cubicBezTo>
                <a:cubicBezTo>
                  <a:pt x="49158" y="79010"/>
                  <a:pt x="48237" y="74960"/>
                  <a:pt x="46396" y="71015"/>
                </a:cubicBezTo>
                <a:cubicBezTo>
                  <a:pt x="45029" y="68069"/>
                  <a:pt x="43529" y="65833"/>
                  <a:pt x="41899" y="64308"/>
                </a:cubicBezTo>
                <a:cubicBezTo>
                  <a:pt x="39637" y="62204"/>
                  <a:pt x="36533" y="60297"/>
                  <a:pt x="32588" y="58587"/>
                </a:cubicBezTo>
                <a:cubicBezTo>
                  <a:pt x="28643" y="56877"/>
                  <a:pt x="24618" y="56023"/>
                  <a:pt x="20515" y="56023"/>
                </a:cubicBezTo>
                <a:lnTo>
                  <a:pt x="17990" y="56023"/>
                </a:lnTo>
                <a:lnTo>
                  <a:pt x="17990" y="53655"/>
                </a:lnTo>
                <a:cubicBezTo>
                  <a:pt x="22146" y="53131"/>
                  <a:pt x="26315" y="51635"/>
                  <a:pt x="30497" y="49168"/>
                </a:cubicBezTo>
                <a:cubicBezTo>
                  <a:pt x="34679" y="46699"/>
                  <a:pt x="37717" y="43732"/>
                  <a:pt x="39610" y="40266"/>
                </a:cubicBezTo>
                <a:cubicBezTo>
                  <a:pt x="41504" y="36801"/>
                  <a:pt x="42451" y="32994"/>
                  <a:pt x="42451" y="28845"/>
                </a:cubicBezTo>
                <a:cubicBezTo>
                  <a:pt x="42451" y="23438"/>
                  <a:pt x="40754" y="19068"/>
                  <a:pt x="37362" y="15734"/>
                </a:cubicBezTo>
                <a:cubicBezTo>
                  <a:pt x="33969" y="12399"/>
                  <a:pt x="29747" y="10731"/>
                  <a:pt x="24697" y="10731"/>
                </a:cubicBezTo>
                <a:cubicBezTo>
                  <a:pt x="16544" y="10731"/>
                  <a:pt x="9732" y="15097"/>
                  <a:pt x="4261" y="23829"/>
                </a:cubicBezTo>
                <a:lnTo>
                  <a:pt x="1657" y="22567"/>
                </a:lnTo>
                <a:close/>
                <a:moveTo>
                  <a:pt x="144396" y="2209"/>
                </a:moveTo>
                <a:lnTo>
                  <a:pt x="138242" y="15623"/>
                </a:lnTo>
                <a:lnTo>
                  <a:pt x="106049" y="15623"/>
                </a:lnTo>
                <a:lnTo>
                  <a:pt x="99026" y="29806"/>
                </a:lnTo>
                <a:cubicBezTo>
                  <a:pt x="112966" y="31863"/>
                  <a:pt x="124013" y="37056"/>
                  <a:pt x="132166" y="45385"/>
                </a:cubicBezTo>
                <a:cubicBezTo>
                  <a:pt x="139162" y="52554"/>
                  <a:pt x="142660" y="60989"/>
                  <a:pt x="142660" y="70689"/>
                </a:cubicBezTo>
                <a:cubicBezTo>
                  <a:pt x="142660" y="76331"/>
                  <a:pt x="141516" y="81550"/>
                  <a:pt x="139228" y="86347"/>
                </a:cubicBezTo>
                <a:cubicBezTo>
                  <a:pt x="136940" y="91144"/>
                  <a:pt x="134060" y="95229"/>
                  <a:pt x="130588" y="98604"/>
                </a:cubicBezTo>
                <a:cubicBezTo>
                  <a:pt x="127116" y="101977"/>
                  <a:pt x="123250" y="104692"/>
                  <a:pt x="118989" y="106749"/>
                </a:cubicBezTo>
                <a:cubicBezTo>
                  <a:pt x="112940" y="109649"/>
                  <a:pt x="106732" y="111098"/>
                  <a:pt x="100367" y="111098"/>
                </a:cubicBezTo>
                <a:cubicBezTo>
                  <a:pt x="93950" y="111098"/>
                  <a:pt x="89281" y="110007"/>
                  <a:pt x="86362" y="107824"/>
                </a:cubicBezTo>
                <a:cubicBezTo>
                  <a:pt x="83442" y="105641"/>
                  <a:pt x="81982" y="103234"/>
                  <a:pt x="81982" y="100604"/>
                </a:cubicBezTo>
                <a:cubicBezTo>
                  <a:pt x="81982" y="99131"/>
                  <a:pt x="82587" y="97829"/>
                  <a:pt x="83797" y="96698"/>
                </a:cubicBezTo>
                <a:cubicBezTo>
                  <a:pt x="85007" y="95567"/>
                  <a:pt x="86533" y="95002"/>
                  <a:pt x="88374" y="95002"/>
                </a:cubicBezTo>
                <a:cubicBezTo>
                  <a:pt x="89741" y="95002"/>
                  <a:pt x="90938" y="95212"/>
                  <a:pt x="91964" y="95633"/>
                </a:cubicBezTo>
                <a:cubicBezTo>
                  <a:pt x="92990" y="96054"/>
                  <a:pt x="94739" y="97132"/>
                  <a:pt x="97211" y="98868"/>
                </a:cubicBezTo>
                <a:cubicBezTo>
                  <a:pt x="101156" y="101603"/>
                  <a:pt x="105154" y="102997"/>
                  <a:pt x="109205" y="103050"/>
                </a:cubicBezTo>
                <a:cubicBezTo>
                  <a:pt x="115359" y="103050"/>
                  <a:pt x="120764" y="100717"/>
                  <a:pt x="125420" y="96050"/>
                </a:cubicBezTo>
                <a:cubicBezTo>
                  <a:pt x="130075" y="91381"/>
                  <a:pt x="132403" y="85698"/>
                  <a:pt x="132403" y="78999"/>
                </a:cubicBezTo>
                <a:cubicBezTo>
                  <a:pt x="132403" y="72512"/>
                  <a:pt x="130325" y="66460"/>
                  <a:pt x="126169" y="60843"/>
                </a:cubicBezTo>
                <a:cubicBezTo>
                  <a:pt x="122014" y="55225"/>
                  <a:pt x="116280" y="50886"/>
                  <a:pt x="108968" y="47826"/>
                </a:cubicBezTo>
                <a:cubicBezTo>
                  <a:pt x="103234" y="45454"/>
                  <a:pt x="95423" y="44083"/>
                  <a:pt x="85533" y="43713"/>
                </a:cubicBezTo>
                <a:lnTo>
                  <a:pt x="106049" y="2209"/>
                </a:lnTo>
                <a:lnTo>
                  <a:pt x="144396" y="2209"/>
                </a:lnTo>
                <a:close/>
                <a:moveTo>
                  <a:pt x="229140" y="88374"/>
                </a:moveTo>
                <a:lnTo>
                  <a:pt x="221644" y="109205"/>
                </a:lnTo>
                <a:lnTo>
                  <a:pt x="158520" y="109205"/>
                </a:lnTo>
                <a:lnTo>
                  <a:pt x="158520" y="106226"/>
                </a:lnTo>
                <a:cubicBezTo>
                  <a:pt x="177089" y="89306"/>
                  <a:pt x="190161" y="75486"/>
                  <a:pt x="197736" y="64766"/>
                </a:cubicBezTo>
                <a:cubicBezTo>
                  <a:pt x="205311" y="54045"/>
                  <a:pt x="209098" y="44239"/>
                  <a:pt x="209098" y="35349"/>
                </a:cubicBezTo>
                <a:cubicBezTo>
                  <a:pt x="209098" y="28587"/>
                  <a:pt x="207021" y="23030"/>
                  <a:pt x="202865" y="18678"/>
                </a:cubicBezTo>
                <a:cubicBezTo>
                  <a:pt x="198709" y="14327"/>
                  <a:pt x="193738" y="12151"/>
                  <a:pt x="187952" y="12151"/>
                </a:cubicBezTo>
                <a:cubicBezTo>
                  <a:pt x="182692" y="12151"/>
                  <a:pt x="177970" y="13677"/>
                  <a:pt x="173788" y="16728"/>
                </a:cubicBezTo>
                <a:cubicBezTo>
                  <a:pt x="169606" y="19777"/>
                  <a:pt x="166516" y="24249"/>
                  <a:pt x="164517" y="30142"/>
                </a:cubicBezTo>
                <a:lnTo>
                  <a:pt x="161598" y="30142"/>
                </a:lnTo>
                <a:cubicBezTo>
                  <a:pt x="162913" y="20435"/>
                  <a:pt x="166292" y="12985"/>
                  <a:pt x="171737" y="7792"/>
                </a:cubicBezTo>
                <a:cubicBezTo>
                  <a:pt x="177181" y="2597"/>
                  <a:pt x="183980" y="0"/>
                  <a:pt x="192134" y="0"/>
                </a:cubicBezTo>
                <a:cubicBezTo>
                  <a:pt x="200813" y="0"/>
                  <a:pt x="208060" y="2788"/>
                  <a:pt x="213872" y="8364"/>
                </a:cubicBezTo>
                <a:cubicBezTo>
                  <a:pt x="219685" y="13940"/>
                  <a:pt x="222591" y="20515"/>
                  <a:pt x="222591" y="28090"/>
                </a:cubicBezTo>
                <a:cubicBezTo>
                  <a:pt x="222591" y="33508"/>
                  <a:pt x="221329" y="38927"/>
                  <a:pt x="218804" y="44345"/>
                </a:cubicBezTo>
                <a:cubicBezTo>
                  <a:pt x="214911" y="52866"/>
                  <a:pt x="208599" y="61888"/>
                  <a:pt x="199867" y="71409"/>
                </a:cubicBezTo>
                <a:cubicBezTo>
                  <a:pt x="186768" y="85688"/>
                  <a:pt x="178589" y="94236"/>
                  <a:pt x="175327" y="97053"/>
                </a:cubicBezTo>
                <a:lnTo>
                  <a:pt x="203260" y="97053"/>
                </a:lnTo>
                <a:cubicBezTo>
                  <a:pt x="208941" y="97053"/>
                  <a:pt x="212925" y="96843"/>
                  <a:pt x="215214" y="96422"/>
                </a:cubicBezTo>
                <a:cubicBezTo>
                  <a:pt x="217502" y="96001"/>
                  <a:pt x="219567" y="95146"/>
                  <a:pt x="221408" y="93858"/>
                </a:cubicBezTo>
                <a:cubicBezTo>
                  <a:pt x="223249" y="92569"/>
                  <a:pt x="224853" y="90741"/>
                  <a:pt x="226221" y="88374"/>
                </a:cubicBezTo>
                <a:lnTo>
                  <a:pt x="229140" y="8837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FECCF6-10C3-48C2-B4A1-D9196EE23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3623" y="286337"/>
            <a:ext cx="521132" cy="228794"/>
          </a:xfrm>
          <a:custGeom xmlns:a="http://schemas.openxmlformats.org/drawingml/2006/main">
            <a:pathLst>
              <a:path w="521132" h="228794">
                <a:moveTo>
                  <a:pt x="0" y="228794"/>
                </a:moveTo>
                <a:lnTo>
                  <a:pt x="521132" y="228794"/>
                </a:lnTo>
                <a:lnTo>
                  <a:pt x="521132" y="0"/>
                </a:lnTo>
                <a:lnTo>
                  <a:pt x="0" y="0"/>
                </a:lnTo>
                <a:lnTo>
                  <a:pt x="0" y="22879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66CD6A-8FCE-4DFC-8669-2CC3A59F0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3622" y="286335"/>
            <a:ext cx="521132" cy="228794"/>
          </a:xfrm>
          <a:custGeom xmlns:a="http://schemas.openxmlformats.org/drawingml/2006/main">
            <a:pathLst>
              <a:path w="521132" h="228794" fill="none">
                <a:moveTo>
                  <a:pt x="0" y="0"/>
                </a:moveTo>
                <a:lnTo>
                  <a:pt x="521132" y="0"/>
                </a:lnTo>
                <a:lnTo>
                  <a:pt x="521132" y="228794"/>
                </a:lnTo>
                <a:lnTo>
                  <a:pt x="0" y="22879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2036" cap="rnd">
            <a:solidFill>
              <a:srgbClr val="000000"/>
            </a:solidFill>
            <a:round/>
          </a:ln>
        </p:spPr>
      </p:sp>
      <p:sp>
        <p:nvSpPr>
          <p:cNvPr id="31" name="Text …">
            <a:extLst xmlns:a="http://schemas.openxmlformats.org/drawingml/2006/main">
              <a:ext uri="{FF2B5EF4-FFF2-40B4-BE49-F238E27FC236}">
                <a16:creationId xmlns:a16="http://schemas.microsoft.com/office/drawing/2014/main" id="{76EB3F6D-9AD1-401D-B20B-F00A6BFB7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1577" y="460909"/>
            <a:ext cx="185223" cy="27968"/>
          </a:xfrm>
          <a:custGeom xmlns:a="http://schemas.openxmlformats.org/drawingml/2006/main">
            <a:pathLst>
              <a:path w="185223" h="27968">
                <a:moveTo>
                  <a:pt x="14102" y="0"/>
                </a:moveTo>
                <a:cubicBezTo>
                  <a:pt x="10107" y="0"/>
                  <a:pt x="6818" y="1173"/>
                  <a:pt x="4232" y="3995"/>
                </a:cubicBezTo>
                <a:cubicBezTo>
                  <a:pt x="1413" y="6581"/>
                  <a:pt x="0" y="9870"/>
                  <a:pt x="0" y="13866"/>
                </a:cubicBezTo>
                <a:cubicBezTo>
                  <a:pt x="0" y="17861"/>
                  <a:pt x="1413" y="21154"/>
                  <a:pt x="4232" y="23973"/>
                </a:cubicBezTo>
                <a:cubicBezTo>
                  <a:pt x="6818" y="26559"/>
                  <a:pt x="10107" y="27968"/>
                  <a:pt x="14102" y="27968"/>
                </a:cubicBezTo>
                <a:cubicBezTo>
                  <a:pt x="18102" y="27968"/>
                  <a:pt x="21627" y="26559"/>
                  <a:pt x="24446" y="23973"/>
                </a:cubicBezTo>
                <a:cubicBezTo>
                  <a:pt x="27032" y="21387"/>
                  <a:pt x="28442" y="18098"/>
                  <a:pt x="28442" y="13866"/>
                </a:cubicBezTo>
                <a:cubicBezTo>
                  <a:pt x="28442" y="9870"/>
                  <a:pt x="27032" y="6581"/>
                  <a:pt x="24446" y="3995"/>
                </a:cubicBezTo>
                <a:cubicBezTo>
                  <a:pt x="21627" y="1173"/>
                  <a:pt x="18335" y="0"/>
                  <a:pt x="14102" y="0"/>
                </a:cubicBezTo>
                <a:moveTo>
                  <a:pt x="92613" y="0"/>
                </a:moveTo>
                <a:cubicBezTo>
                  <a:pt x="88614" y="0"/>
                  <a:pt x="85325" y="1173"/>
                  <a:pt x="82506" y="3995"/>
                </a:cubicBezTo>
                <a:cubicBezTo>
                  <a:pt x="79683" y="6581"/>
                  <a:pt x="78507" y="9870"/>
                  <a:pt x="78507" y="13866"/>
                </a:cubicBezTo>
                <a:cubicBezTo>
                  <a:pt x="78507" y="17861"/>
                  <a:pt x="79683" y="21154"/>
                  <a:pt x="82506" y="23973"/>
                </a:cubicBezTo>
                <a:cubicBezTo>
                  <a:pt x="85325" y="26559"/>
                  <a:pt x="88614" y="27968"/>
                  <a:pt x="92613" y="27968"/>
                </a:cubicBezTo>
                <a:cubicBezTo>
                  <a:pt x="96609" y="27968"/>
                  <a:pt x="100134" y="26559"/>
                  <a:pt x="102953" y="23973"/>
                </a:cubicBezTo>
                <a:cubicBezTo>
                  <a:pt x="105539" y="21387"/>
                  <a:pt x="106949" y="18098"/>
                  <a:pt x="106949" y="13866"/>
                </a:cubicBezTo>
                <a:cubicBezTo>
                  <a:pt x="106949" y="9870"/>
                  <a:pt x="105539" y="6581"/>
                  <a:pt x="102953" y="3995"/>
                </a:cubicBezTo>
                <a:cubicBezTo>
                  <a:pt x="100134" y="1173"/>
                  <a:pt x="96609" y="0"/>
                  <a:pt x="92613" y="0"/>
                </a:cubicBezTo>
                <a:moveTo>
                  <a:pt x="170883" y="0"/>
                </a:moveTo>
                <a:cubicBezTo>
                  <a:pt x="166888" y="0"/>
                  <a:pt x="163595" y="1173"/>
                  <a:pt x="160776" y="3995"/>
                </a:cubicBezTo>
                <a:cubicBezTo>
                  <a:pt x="157957" y="6581"/>
                  <a:pt x="156781" y="9870"/>
                  <a:pt x="156781" y="13866"/>
                </a:cubicBezTo>
                <a:cubicBezTo>
                  <a:pt x="156781" y="17861"/>
                  <a:pt x="157957" y="21154"/>
                  <a:pt x="160776" y="23973"/>
                </a:cubicBezTo>
                <a:cubicBezTo>
                  <a:pt x="163595" y="26559"/>
                  <a:pt x="166888" y="27968"/>
                  <a:pt x="170883" y="27968"/>
                </a:cubicBezTo>
                <a:cubicBezTo>
                  <a:pt x="174879" y="27968"/>
                  <a:pt x="178171" y="26559"/>
                  <a:pt x="180990" y="23973"/>
                </a:cubicBezTo>
                <a:cubicBezTo>
                  <a:pt x="183813" y="21387"/>
                  <a:pt x="185223" y="18098"/>
                  <a:pt x="185223" y="13866"/>
                </a:cubicBezTo>
                <a:cubicBezTo>
                  <a:pt x="185223" y="9870"/>
                  <a:pt x="183813" y="6581"/>
                  <a:pt x="180990" y="3995"/>
                </a:cubicBezTo>
                <a:cubicBezTo>
                  <a:pt x="178171" y="1173"/>
                  <a:pt x="174879" y="0"/>
                  <a:pt x="170883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DE19F8-7F69-41D6-88E8-18F9B8002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4755" y="286337"/>
            <a:ext cx="521132" cy="228794"/>
          </a:xfrm>
          <a:custGeom xmlns:a="http://schemas.openxmlformats.org/drawingml/2006/main">
            <a:pathLst>
              <a:path w="521132" h="228794">
                <a:moveTo>
                  <a:pt x="0" y="228794"/>
                </a:moveTo>
                <a:lnTo>
                  <a:pt x="521132" y="228794"/>
                </a:lnTo>
                <a:lnTo>
                  <a:pt x="521132" y="0"/>
                </a:lnTo>
                <a:lnTo>
                  <a:pt x="0" y="0"/>
                </a:lnTo>
                <a:lnTo>
                  <a:pt x="0" y="228794"/>
                </a:lnTo>
                <a:close/>
              </a:path>
            </a:pathLst>
          </a:custGeom>
          <a:solidFill xmlns:a="http://schemas.openxmlformats.org/drawingml/2006/main">
            <a:srgbClr val="C4BB8F">
              <a:alpha val="15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2BA539-6717-41E4-A157-57F79550C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4754" y="286335"/>
            <a:ext cx="521132" cy="228794"/>
          </a:xfrm>
          <a:custGeom xmlns:a="http://schemas.openxmlformats.org/drawingml/2006/main">
            <a:pathLst>
              <a:path w="521132" h="228794" fill="none">
                <a:moveTo>
                  <a:pt x="0" y="0"/>
                </a:moveTo>
                <a:lnTo>
                  <a:pt x="521132" y="0"/>
                </a:lnTo>
                <a:lnTo>
                  <a:pt x="521132" y="228794"/>
                </a:lnTo>
                <a:lnTo>
                  <a:pt x="0" y="22879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2036" cap="rnd">
            <a:solidFill>
              <a:srgbClr val="000000"/>
            </a:solidFill>
            <a:round/>
          </a:ln>
        </p:spPr>
      </p:sp>
      <p:sp>
        <p:nvSpPr>
          <p:cNvPr id="34" name="Text P">
            <a:extLst xmlns:a="http://schemas.openxmlformats.org/drawingml/2006/main">
              <a:ext uri="{FF2B5EF4-FFF2-40B4-BE49-F238E27FC236}">
                <a16:creationId xmlns:a16="http://schemas.microsoft.com/office/drawing/2014/main" id="{642D6B69-2D59-4612-BB19-29F3B562A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3062" y="320910"/>
            <a:ext cx="118558" cy="155630"/>
          </a:xfrm>
          <a:custGeom xmlns:a="http://schemas.openxmlformats.org/drawingml/2006/main">
            <a:pathLst>
              <a:path w="118558" h="155630">
                <a:moveTo>
                  <a:pt x="44302" y="82814"/>
                </a:moveTo>
                <a:lnTo>
                  <a:pt x="44302" y="128084"/>
                </a:lnTo>
                <a:cubicBezTo>
                  <a:pt x="44302" y="137830"/>
                  <a:pt x="45373" y="143883"/>
                  <a:pt x="47515" y="146243"/>
                </a:cubicBezTo>
                <a:cubicBezTo>
                  <a:pt x="50423" y="149593"/>
                  <a:pt x="54822" y="151268"/>
                  <a:pt x="60714" y="151268"/>
                </a:cubicBezTo>
                <a:lnTo>
                  <a:pt x="66682" y="151268"/>
                </a:lnTo>
                <a:lnTo>
                  <a:pt x="66682" y="155630"/>
                </a:lnTo>
                <a:lnTo>
                  <a:pt x="0" y="155630"/>
                </a:lnTo>
                <a:lnTo>
                  <a:pt x="0" y="151268"/>
                </a:lnTo>
                <a:lnTo>
                  <a:pt x="5853" y="151268"/>
                </a:lnTo>
                <a:cubicBezTo>
                  <a:pt x="12434" y="151268"/>
                  <a:pt x="17139" y="149137"/>
                  <a:pt x="19970" y="144873"/>
                </a:cubicBezTo>
                <a:cubicBezTo>
                  <a:pt x="21500" y="142513"/>
                  <a:pt x="22266" y="136917"/>
                  <a:pt x="22266" y="128084"/>
                </a:cubicBezTo>
                <a:lnTo>
                  <a:pt x="22266" y="27545"/>
                </a:lnTo>
                <a:cubicBezTo>
                  <a:pt x="22266" y="17799"/>
                  <a:pt x="21233" y="11746"/>
                  <a:pt x="19167" y="9386"/>
                </a:cubicBezTo>
                <a:cubicBezTo>
                  <a:pt x="16183" y="6036"/>
                  <a:pt x="11745" y="4361"/>
                  <a:pt x="5853" y="4361"/>
                </a:cubicBezTo>
                <a:lnTo>
                  <a:pt x="0" y="4361"/>
                </a:lnTo>
                <a:lnTo>
                  <a:pt x="0" y="0"/>
                </a:lnTo>
                <a:lnTo>
                  <a:pt x="57041" y="0"/>
                </a:lnTo>
                <a:cubicBezTo>
                  <a:pt x="70967" y="0"/>
                  <a:pt x="81947" y="1437"/>
                  <a:pt x="89980" y="4311"/>
                </a:cubicBezTo>
                <a:cubicBezTo>
                  <a:pt x="98014" y="7183"/>
                  <a:pt x="104786" y="12028"/>
                  <a:pt x="110295" y="18848"/>
                </a:cubicBezTo>
                <a:cubicBezTo>
                  <a:pt x="115804" y="25667"/>
                  <a:pt x="118558" y="33750"/>
                  <a:pt x="118558" y="43097"/>
                </a:cubicBezTo>
                <a:cubicBezTo>
                  <a:pt x="118558" y="55815"/>
                  <a:pt x="114369" y="66158"/>
                  <a:pt x="105991" y="74128"/>
                </a:cubicBezTo>
                <a:cubicBezTo>
                  <a:pt x="97613" y="82095"/>
                  <a:pt x="85772" y="86078"/>
                  <a:pt x="70469" y="86078"/>
                </a:cubicBezTo>
                <a:cubicBezTo>
                  <a:pt x="66720" y="86078"/>
                  <a:pt x="62665" y="85807"/>
                  <a:pt x="58304" y="85264"/>
                </a:cubicBezTo>
                <a:cubicBezTo>
                  <a:pt x="53942" y="84719"/>
                  <a:pt x="49275" y="83902"/>
                  <a:pt x="44302" y="82814"/>
                </a:cubicBezTo>
                <a:moveTo>
                  <a:pt x="44302" y="76212"/>
                </a:moveTo>
                <a:cubicBezTo>
                  <a:pt x="48357" y="76977"/>
                  <a:pt x="51953" y="77551"/>
                  <a:pt x="55090" y="77933"/>
                </a:cubicBezTo>
                <a:cubicBezTo>
                  <a:pt x="58227" y="78313"/>
                  <a:pt x="60905" y="78503"/>
                  <a:pt x="63124" y="78503"/>
                </a:cubicBezTo>
                <a:cubicBezTo>
                  <a:pt x="71082" y="78503"/>
                  <a:pt x="77949" y="75430"/>
                  <a:pt x="83725" y="69282"/>
                </a:cubicBezTo>
                <a:cubicBezTo>
                  <a:pt x="89502" y="63132"/>
                  <a:pt x="92391" y="55168"/>
                  <a:pt x="92391" y="45388"/>
                </a:cubicBezTo>
                <a:cubicBezTo>
                  <a:pt x="92391" y="38667"/>
                  <a:pt x="91013" y="32423"/>
                  <a:pt x="88259" y="26656"/>
                </a:cubicBezTo>
                <a:cubicBezTo>
                  <a:pt x="85504" y="20888"/>
                  <a:pt x="81602" y="16572"/>
                  <a:pt x="76552" y="13708"/>
                </a:cubicBezTo>
                <a:cubicBezTo>
                  <a:pt x="71502" y="10843"/>
                  <a:pt x="65764" y="9411"/>
                  <a:pt x="59337" y="9411"/>
                </a:cubicBezTo>
                <a:cubicBezTo>
                  <a:pt x="55434" y="9411"/>
                  <a:pt x="50423" y="10137"/>
                  <a:pt x="44302" y="11588"/>
                </a:cubicBezTo>
                <a:lnTo>
                  <a:pt x="44302" y="7621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" name="Text 26">
            <a:extLst xmlns:a="http://schemas.openxmlformats.org/drawingml/2006/main">
              <a:ext uri="{FF2B5EF4-FFF2-40B4-BE49-F238E27FC236}">
                <a16:creationId xmlns:a16="http://schemas.microsoft.com/office/drawing/2014/main" id="{03CCC4CA-7839-4D4C-8227-801EDAC9B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3356" y="367335"/>
            <a:ext cx="151892" cy="111098"/>
          </a:xfrm>
          <a:custGeom xmlns:a="http://schemas.openxmlformats.org/drawingml/2006/main">
            <a:pathLst>
              <a:path w="151892" h="111098">
                <a:moveTo>
                  <a:pt x="70620" y="88374"/>
                </a:moveTo>
                <a:lnTo>
                  <a:pt x="63124" y="109205"/>
                </a:lnTo>
                <a:lnTo>
                  <a:pt x="0" y="109205"/>
                </a:lnTo>
                <a:lnTo>
                  <a:pt x="0" y="106226"/>
                </a:lnTo>
                <a:cubicBezTo>
                  <a:pt x="18569" y="89306"/>
                  <a:pt x="31641" y="75486"/>
                  <a:pt x="39216" y="64766"/>
                </a:cubicBezTo>
                <a:cubicBezTo>
                  <a:pt x="46791" y="54045"/>
                  <a:pt x="50578" y="44239"/>
                  <a:pt x="50578" y="35349"/>
                </a:cubicBezTo>
                <a:cubicBezTo>
                  <a:pt x="50578" y="28587"/>
                  <a:pt x="48500" y="23030"/>
                  <a:pt x="44345" y="18678"/>
                </a:cubicBezTo>
                <a:cubicBezTo>
                  <a:pt x="40189" y="14327"/>
                  <a:pt x="35218" y="12151"/>
                  <a:pt x="29432" y="12151"/>
                </a:cubicBezTo>
                <a:cubicBezTo>
                  <a:pt x="24171" y="12151"/>
                  <a:pt x="19450" y="13677"/>
                  <a:pt x="15268" y="16728"/>
                </a:cubicBezTo>
                <a:cubicBezTo>
                  <a:pt x="11086" y="19777"/>
                  <a:pt x="7996" y="24249"/>
                  <a:pt x="5997" y="30142"/>
                </a:cubicBezTo>
                <a:lnTo>
                  <a:pt x="3077" y="30142"/>
                </a:lnTo>
                <a:cubicBezTo>
                  <a:pt x="4392" y="20435"/>
                  <a:pt x="7772" y="12985"/>
                  <a:pt x="13217" y="7792"/>
                </a:cubicBezTo>
                <a:cubicBezTo>
                  <a:pt x="18661" y="2597"/>
                  <a:pt x="25460" y="0"/>
                  <a:pt x="33614" y="0"/>
                </a:cubicBezTo>
                <a:cubicBezTo>
                  <a:pt x="42293" y="0"/>
                  <a:pt x="49539" y="2788"/>
                  <a:pt x="55352" y="8364"/>
                </a:cubicBezTo>
                <a:cubicBezTo>
                  <a:pt x="61165" y="13940"/>
                  <a:pt x="64071" y="20515"/>
                  <a:pt x="64071" y="28090"/>
                </a:cubicBezTo>
                <a:cubicBezTo>
                  <a:pt x="64071" y="33508"/>
                  <a:pt x="62808" y="38927"/>
                  <a:pt x="60283" y="44345"/>
                </a:cubicBezTo>
                <a:cubicBezTo>
                  <a:pt x="56391" y="52866"/>
                  <a:pt x="50078" y="61888"/>
                  <a:pt x="41346" y="71409"/>
                </a:cubicBezTo>
                <a:cubicBezTo>
                  <a:pt x="28248" y="85688"/>
                  <a:pt x="20068" y="94236"/>
                  <a:pt x="16807" y="97053"/>
                </a:cubicBezTo>
                <a:lnTo>
                  <a:pt x="44739" y="97053"/>
                </a:lnTo>
                <a:cubicBezTo>
                  <a:pt x="50420" y="97053"/>
                  <a:pt x="54405" y="96843"/>
                  <a:pt x="56693" y="96422"/>
                </a:cubicBezTo>
                <a:cubicBezTo>
                  <a:pt x="58982" y="96001"/>
                  <a:pt x="61046" y="95146"/>
                  <a:pt x="62887" y="93858"/>
                </a:cubicBezTo>
                <a:cubicBezTo>
                  <a:pt x="64728" y="92569"/>
                  <a:pt x="66333" y="90741"/>
                  <a:pt x="67701" y="88374"/>
                </a:cubicBezTo>
                <a:lnTo>
                  <a:pt x="70620" y="88374"/>
                </a:lnTo>
                <a:close/>
                <a:moveTo>
                  <a:pt x="149762" y="0"/>
                </a:moveTo>
                <a:lnTo>
                  <a:pt x="149762" y="3156"/>
                </a:lnTo>
                <a:cubicBezTo>
                  <a:pt x="142818" y="3835"/>
                  <a:pt x="137150" y="5207"/>
                  <a:pt x="132758" y="7272"/>
                </a:cubicBezTo>
                <a:cubicBezTo>
                  <a:pt x="128366" y="9335"/>
                  <a:pt x="124026" y="12483"/>
                  <a:pt x="119739" y="16716"/>
                </a:cubicBezTo>
                <a:cubicBezTo>
                  <a:pt x="115451" y="20947"/>
                  <a:pt x="111901" y="25662"/>
                  <a:pt x="109086" y="30862"/>
                </a:cubicBezTo>
                <a:cubicBezTo>
                  <a:pt x="106272" y="36060"/>
                  <a:pt x="103918" y="42238"/>
                  <a:pt x="102024" y="49397"/>
                </a:cubicBezTo>
                <a:cubicBezTo>
                  <a:pt x="109599" y="44135"/>
                  <a:pt x="117201" y="41504"/>
                  <a:pt x="124828" y="41504"/>
                </a:cubicBezTo>
                <a:cubicBezTo>
                  <a:pt x="132140" y="41504"/>
                  <a:pt x="138479" y="44456"/>
                  <a:pt x="143844" y="50361"/>
                </a:cubicBezTo>
                <a:cubicBezTo>
                  <a:pt x="149210" y="56266"/>
                  <a:pt x="151892" y="63858"/>
                  <a:pt x="151892" y="73138"/>
                </a:cubicBezTo>
                <a:cubicBezTo>
                  <a:pt x="151892" y="82100"/>
                  <a:pt x="149183" y="90272"/>
                  <a:pt x="143765" y="97655"/>
                </a:cubicBezTo>
                <a:cubicBezTo>
                  <a:pt x="137242" y="106617"/>
                  <a:pt x="128615" y="111098"/>
                  <a:pt x="117884" y="111098"/>
                </a:cubicBezTo>
                <a:cubicBezTo>
                  <a:pt x="110572" y="111098"/>
                  <a:pt x="104365" y="108679"/>
                  <a:pt x="99263" y="103839"/>
                </a:cubicBezTo>
                <a:cubicBezTo>
                  <a:pt x="89268" y="94423"/>
                  <a:pt x="84271" y="82219"/>
                  <a:pt x="84271" y="67227"/>
                </a:cubicBezTo>
                <a:cubicBezTo>
                  <a:pt x="84271" y="57653"/>
                  <a:pt x="86191" y="48553"/>
                  <a:pt x="90031" y="39926"/>
                </a:cubicBezTo>
                <a:cubicBezTo>
                  <a:pt x="93871" y="31299"/>
                  <a:pt x="99355" y="23645"/>
                  <a:pt x="106483" y="16965"/>
                </a:cubicBezTo>
                <a:cubicBezTo>
                  <a:pt x="113610" y="10284"/>
                  <a:pt x="120436" y="5786"/>
                  <a:pt x="126958" y="3472"/>
                </a:cubicBezTo>
                <a:cubicBezTo>
                  <a:pt x="133481" y="1157"/>
                  <a:pt x="139557" y="0"/>
                  <a:pt x="145186" y="0"/>
                </a:cubicBezTo>
                <a:lnTo>
                  <a:pt x="149762" y="0"/>
                </a:lnTo>
                <a:moveTo>
                  <a:pt x="100683" y="55165"/>
                </a:moveTo>
                <a:cubicBezTo>
                  <a:pt x="99736" y="62276"/>
                  <a:pt x="99263" y="68017"/>
                  <a:pt x="99263" y="72388"/>
                </a:cubicBezTo>
                <a:cubicBezTo>
                  <a:pt x="99263" y="77445"/>
                  <a:pt x="100196" y="82936"/>
                  <a:pt x="102064" y="88862"/>
                </a:cubicBezTo>
                <a:cubicBezTo>
                  <a:pt x="103931" y="94788"/>
                  <a:pt x="106706" y="99489"/>
                  <a:pt x="110388" y="102966"/>
                </a:cubicBezTo>
                <a:cubicBezTo>
                  <a:pt x="113071" y="105442"/>
                  <a:pt x="116333" y="106680"/>
                  <a:pt x="120173" y="106680"/>
                </a:cubicBezTo>
                <a:cubicBezTo>
                  <a:pt x="124749" y="106680"/>
                  <a:pt x="128839" y="104520"/>
                  <a:pt x="132442" y="100202"/>
                </a:cubicBezTo>
                <a:cubicBezTo>
                  <a:pt x="136046" y="95882"/>
                  <a:pt x="137847" y="89718"/>
                  <a:pt x="137847" y="81711"/>
                </a:cubicBezTo>
                <a:cubicBezTo>
                  <a:pt x="137847" y="72704"/>
                  <a:pt x="136059" y="64909"/>
                  <a:pt x="132482" y="58326"/>
                </a:cubicBezTo>
                <a:cubicBezTo>
                  <a:pt x="128905" y="51740"/>
                  <a:pt x="123829" y="48448"/>
                  <a:pt x="117253" y="48448"/>
                </a:cubicBezTo>
                <a:cubicBezTo>
                  <a:pt x="115254" y="48448"/>
                  <a:pt x="113111" y="48869"/>
                  <a:pt x="110822" y="49713"/>
                </a:cubicBezTo>
                <a:cubicBezTo>
                  <a:pt x="108534" y="50554"/>
                  <a:pt x="105154" y="52372"/>
                  <a:pt x="100683" y="5516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33A204-A7C5-4F52-971D-70690C5CF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5887" y="286337"/>
            <a:ext cx="521132" cy="228794"/>
          </a:xfrm>
          <a:custGeom xmlns:a="http://schemas.openxmlformats.org/drawingml/2006/main">
            <a:pathLst>
              <a:path w="521132" h="228794">
                <a:moveTo>
                  <a:pt x="0" y="228794"/>
                </a:moveTo>
                <a:lnTo>
                  <a:pt x="521132" y="228794"/>
                </a:lnTo>
                <a:lnTo>
                  <a:pt x="521132" y="0"/>
                </a:lnTo>
                <a:lnTo>
                  <a:pt x="0" y="0"/>
                </a:lnTo>
                <a:lnTo>
                  <a:pt x="0" y="228794"/>
                </a:lnTo>
                <a:close/>
              </a:path>
            </a:pathLst>
          </a:custGeom>
          <a:solidFill xmlns:a="http://schemas.openxmlformats.org/drawingml/2006/main">
            <a:srgbClr val="C4BB8F">
              <a:alpha val="15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CACD6C-6C2E-4D1A-A829-4571BDE6F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5886" y="286335"/>
            <a:ext cx="521133" cy="228794"/>
          </a:xfrm>
          <a:custGeom xmlns:a="http://schemas.openxmlformats.org/drawingml/2006/main">
            <a:pathLst>
              <a:path w="521133" h="228794" fill="none">
                <a:moveTo>
                  <a:pt x="0" y="0"/>
                </a:moveTo>
                <a:lnTo>
                  <a:pt x="521133" y="0"/>
                </a:lnTo>
                <a:lnTo>
                  <a:pt x="521133" y="228794"/>
                </a:lnTo>
                <a:lnTo>
                  <a:pt x="0" y="22879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2036" cap="rnd">
            <a:solidFill>
              <a:srgbClr val="000000"/>
            </a:solidFill>
            <a:round/>
          </a:ln>
        </p:spPr>
      </p:sp>
      <p:sp>
        <p:nvSpPr>
          <p:cNvPr id="38" name="Text …">
            <a:extLst xmlns:a="http://schemas.openxmlformats.org/drawingml/2006/main">
              <a:ext uri="{FF2B5EF4-FFF2-40B4-BE49-F238E27FC236}">
                <a16:creationId xmlns:a16="http://schemas.microsoft.com/office/drawing/2014/main" id="{C4774D12-0BC4-4C64-8ABD-1772E5B81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3838" y="460909"/>
            <a:ext cx="185223" cy="27968"/>
          </a:xfrm>
          <a:custGeom xmlns:a="http://schemas.openxmlformats.org/drawingml/2006/main">
            <a:pathLst>
              <a:path w="185223" h="27968">
                <a:moveTo>
                  <a:pt x="14102" y="0"/>
                </a:moveTo>
                <a:cubicBezTo>
                  <a:pt x="10107" y="0"/>
                  <a:pt x="6818" y="1173"/>
                  <a:pt x="4232" y="3995"/>
                </a:cubicBezTo>
                <a:cubicBezTo>
                  <a:pt x="1413" y="6581"/>
                  <a:pt x="0" y="9870"/>
                  <a:pt x="0" y="13866"/>
                </a:cubicBezTo>
                <a:cubicBezTo>
                  <a:pt x="0" y="17861"/>
                  <a:pt x="1413" y="21154"/>
                  <a:pt x="4232" y="23973"/>
                </a:cubicBezTo>
                <a:cubicBezTo>
                  <a:pt x="6818" y="26559"/>
                  <a:pt x="10107" y="27968"/>
                  <a:pt x="14102" y="27968"/>
                </a:cubicBezTo>
                <a:cubicBezTo>
                  <a:pt x="18102" y="27968"/>
                  <a:pt x="21627" y="26559"/>
                  <a:pt x="24446" y="23973"/>
                </a:cubicBezTo>
                <a:cubicBezTo>
                  <a:pt x="27032" y="21387"/>
                  <a:pt x="28442" y="18098"/>
                  <a:pt x="28442" y="13866"/>
                </a:cubicBezTo>
                <a:cubicBezTo>
                  <a:pt x="28442" y="9870"/>
                  <a:pt x="27032" y="6581"/>
                  <a:pt x="24446" y="3995"/>
                </a:cubicBezTo>
                <a:cubicBezTo>
                  <a:pt x="21627" y="1173"/>
                  <a:pt x="18335" y="0"/>
                  <a:pt x="14102" y="0"/>
                </a:cubicBezTo>
                <a:moveTo>
                  <a:pt x="92613" y="0"/>
                </a:moveTo>
                <a:cubicBezTo>
                  <a:pt x="88614" y="0"/>
                  <a:pt x="85325" y="1173"/>
                  <a:pt x="82506" y="3995"/>
                </a:cubicBezTo>
                <a:cubicBezTo>
                  <a:pt x="79683" y="6581"/>
                  <a:pt x="78507" y="9870"/>
                  <a:pt x="78507" y="13866"/>
                </a:cubicBezTo>
                <a:cubicBezTo>
                  <a:pt x="78507" y="17861"/>
                  <a:pt x="79683" y="21154"/>
                  <a:pt x="82506" y="23973"/>
                </a:cubicBezTo>
                <a:cubicBezTo>
                  <a:pt x="85325" y="26559"/>
                  <a:pt x="88614" y="27968"/>
                  <a:pt x="92613" y="27968"/>
                </a:cubicBezTo>
                <a:cubicBezTo>
                  <a:pt x="96609" y="27968"/>
                  <a:pt x="100134" y="26559"/>
                  <a:pt x="102953" y="23973"/>
                </a:cubicBezTo>
                <a:cubicBezTo>
                  <a:pt x="105539" y="21387"/>
                  <a:pt x="106949" y="18098"/>
                  <a:pt x="106949" y="13866"/>
                </a:cubicBezTo>
                <a:cubicBezTo>
                  <a:pt x="106949" y="9870"/>
                  <a:pt x="105539" y="6581"/>
                  <a:pt x="102953" y="3995"/>
                </a:cubicBezTo>
                <a:cubicBezTo>
                  <a:pt x="100134" y="1173"/>
                  <a:pt x="96609" y="0"/>
                  <a:pt x="92613" y="0"/>
                </a:cubicBezTo>
                <a:moveTo>
                  <a:pt x="170883" y="0"/>
                </a:moveTo>
                <a:cubicBezTo>
                  <a:pt x="166888" y="0"/>
                  <a:pt x="163595" y="1173"/>
                  <a:pt x="160776" y="3995"/>
                </a:cubicBezTo>
                <a:cubicBezTo>
                  <a:pt x="157957" y="6581"/>
                  <a:pt x="156781" y="9870"/>
                  <a:pt x="156781" y="13866"/>
                </a:cubicBezTo>
                <a:cubicBezTo>
                  <a:pt x="156781" y="17861"/>
                  <a:pt x="157957" y="21154"/>
                  <a:pt x="160776" y="23973"/>
                </a:cubicBezTo>
                <a:cubicBezTo>
                  <a:pt x="163595" y="26559"/>
                  <a:pt x="166888" y="27968"/>
                  <a:pt x="170883" y="27968"/>
                </a:cubicBezTo>
                <a:cubicBezTo>
                  <a:pt x="174879" y="27968"/>
                  <a:pt x="178171" y="26559"/>
                  <a:pt x="180990" y="23973"/>
                </a:cubicBezTo>
                <a:cubicBezTo>
                  <a:pt x="183813" y="21387"/>
                  <a:pt x="185223" y="18098"/>
                  <a:pt x="185223" y="13866"/>
                </a:cubicBezTo>
                <a:cubicBezTo>
                  <a:pt x="185223" y="9870"/>
                  <a:pt x="183813" y="6581"/>
                  <a:pt x="180990" y="3995"/>
                </a:cubicBezTo>
                <a:cubicBezTo>
                  <a:pt x="178171" y="1173"/>
                  <a:pt x="174879" y="0"/>
                  <a:pt x="170883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06A5CB-A5A1-47AF-8F3E-861D2BEA1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7018" y="286337"/>
            <a:ext cx="521132" cy="228794"/>
          </a:xfrm>
          <a:custGeom xmlns:a="http://schemas.openxmlformats.org/drawingml/2006/main">
            <a:pathLst>
              <a:path w="521132" h="228794">
                <a:moveTo>
                  <a:pt x="0" y="228794"/>
                </a:moveTo>
                <a:lnTo>
                  <a:pt x="521132" y="228794"/>
                </a:lnTo>
                <a:lnTo>
                  <a:pt x="521132" y="0"/>
                </a:lnTo>
                <a:lnTo>
                  <a:pt x="0" y="0"/>
                </a:lnTo>
                <a:lnTo>
                  <a:pt x="0" y="228794"/>
                </a:lnTo>
                <a:close/>
              </a:path>
            </a:pathLst>
          </a:custGeom>
          <a:solidFill xmlns:a="http://schemas.openxmlformats.org/drawingml/2006/main">
            <a:srgbClr val="C4BB8F">
              <a:alpha val="15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0E31B2-6204-4D03-8F04-E8BE9D9BA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7019" y="286335"/>
            <a:ext cx="521138" cy="228794"/>
          </a:xfrm>
          <a:custGeom xmlns:a="http://schemas.openxmlformats.org/drawingml/2006/main">
            <a:pathLst>
              <a:path w="521138" h="228794" fill="none">
                <a:moveTo>
                  <a:pt x="0" y="0"/>
                </a:moveTo>
                <a:lnTo>
                  <a:pt x="521138" y="0"/>
                </a:lnTo>
                <a:lnTo>
                  <a:pt x="521138" y="228794"/>
                </a:lnTo>
                <a:lnTo>
                  <a:pt x="0" y="22879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2036" cap="rnd">
            <a:solidFill>
              <a:srgbClr val="000000"/>
            </a:solidFill>
            <a:round/>
          </a:ln>
        </p:spPr>
      </p:sp>
      <p:sp>
        <p:nvSpPr>
          <p:cNvPr id="41" name="Text P">
            <a:extLst xmlns:a="http://schemas.openxmlformats.org/drawingml/2006/main">
              <a:ext uri="{FF2B5EF4-FFF2-40B4-BE49-F238E27FC236}">
                <a16:creationId xmlns:a16="http://schemas.microsoft.com/office/drawing/2014/main" id="{5212A917-32E3-432C-91B0-FADF1C2FF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5318" y="320910"/>
            <a:ext cx="118558" cy="155630"/>
          </a:xfrm>
          <a:custGeom xmlns:a="http://schemas.openxmlformats.org/drawingml/2006/main">
            <a:pathLst>
              <a:path w="118558" h="155630">
                <a:moveTo>
                  <a:pt x="44302" y="82814"/>
                </a:moveTo>
                <a:lnTo>
                  <a:pt x="44302" y="128084"/>
                </a:lnTo>
                <a:cubicBezTo>
                  <a:pt x="44302" y="137830"/>
                  <a:pt x="45373" y="143883"/>
                  <a:pt x="47515" y="146243"/>
                </a:cubicBezTo>
                <a:cubicBezTo>
                  <a:pt x="50423" y="149593"/>
                  <a:pt x="54822" y="151268"/>
                  <a:pt x="60714" y="151268"/>
                </a:cubicBezTo>
                <a:lnTo>
                  <a:pt x="66682" y="151268"/>
                </a:lnTo>
                <a:lnTo>
                  <a:pt x="66682" y="155630"/>
                </a:lnTo>
                <a:lnTo>
                  <a:pt x="0" y="155630"/>
                </a:lnTo>
                <a:lnTo>
                  <a:pt x="0" y="151268"/>
                </a:lnTo>
                <a:lnTo>
                  <a:pt x="5853" y="151268"/>
                </a:lnTo>
                <a:cubicBezTo>
                  <a:pt x="12434" y="151268"/>
                  <a:pt x="17139" y="149137"/>
                  <a:pt x="19970" y="144873"/>
                </a:cubicBezTo>
                <a:cubicBezTo>
                  <a:pt x="21500" y="142513"/>
                  <a:pt x="22266" y="136917"/>
                  <a:pt x="22266" y="128084"/>
                </a:cubicBezTo>
                <a:lnTo>
                  <a:pt x="22266" y="27545"/>
                </a:lnTo>
                <a:cubicBezTo>
                  <a:pt x="22266" y="17799"/>
                  <a:pt x="21233" y="11746"/>
                  <a:pt x="19167" y="9386"/>
                </a:cubicBezTo>
                <a:cubicBezTo>
                  <a:pt x="16183" y="6036"/>
                  <a:pt x="11745" y="4361"/>
                  <a:pt x="5853" y="4361"/>
                </a:cubicBezTo>
                <a:lnTo>
                  <a:pt x="0" y="4361"/>
                </a:lnTo>
                <a:lnTo>
                  <a:pt x="0" y="0"/>
                </a:lnTo>
                <a:lnTo>
                  <a:pt x="57041" y="0"/>
                </a:lnTo>
                <a:cubicBezTo>
                  <a:pt x="70967" y="0"/>
                  <a:pt x="81947" y="1437"/>
                  <a:pt x="89980" y="4311"/>
                </a:cubicBezTo>
                <a:cubicBezTo>
                  <a:pt x="98014" y="7183"/>
                  <a:pt x="104786" y="12028"/>
                  <a:pt x="110295" y="18848"/>
                </a:cubicBezTo>
                <a:cubicBezTo>
                  <a:pt x="115804" y="25667"/>
                  <a:pt x="118558" y="33750"/>
                  <a:pt x="118558" y="43097"/>
                </a:cubicBezTo>
                <a:cubicBezTo>
                  <a:pt x="118558" y="55815"/>
                  <a:pt x="114369" y="66158"/>
                  <a:pt x="105991" y="74128"/>
                </a:cubicBezTo>
                <a:cubicBezTo>
                  <a:pt x="97613" y="82095"/>
                  <a:pt x="85772" y="86078"/>
                  <a:pt x="70469" y="86078"/>
                </a:cubicBezTo>
                <a:cubicBezTo>
                  <a:pt x="66720" y="86078"/>
                  <a:pt x="62665" y="85807"/>
                  <a:pt x="58304" y="85264"/>
                </a:cubicBezTo>
                <a:cubicBezTo>
                  <a:pt x="53942" y="84719"/>
                  <a:pt x="49275" y="83902"/>
                  <a:pt x="44302" y="82814"/>
                </a:cubicBezTo>
                <a:moveTo>
                  <a:pt x="44302" y="76212"/>
                </a:moveTo>
                <a:cubicBezTo>
                  <a:pt x="48357" y="76977"/>
                  <a:pt x="51953" y="77551"/>
                  <a:pt x="55090" y="77933"/>
                </a:cubicBezTo>
                <a:cubicBezTo>
                  <a:pt x="58227" y="78313"/>
                  <a:pt x="60905" y="78503"/>
                  <a:pt x="63124" y="78503"/>
                </a:cubicBezTo>
                <a:cubicBezTo>
                  <a:pt x="71082" y="78503"/>
                  <a:pt x="77949" y="75430"/>
                  <a:pt x="83725" y="69282"/>
                </a:cubicBezTo>
                <a:cubicBezTo>
                  <a:pt x="89502" y="63132"/>
                  <a:pt x="92391" y="55168"/>
                  <a:pt x="92391" y="45388"/>
                </a:cubicBezTo>
                <a:cubicBezTo>
                  <a:pt x="92391" y="38667"/>
                  <a:pt x="91013" y="32423"/>
                  <a:pt x="88259" y="26656"/>
                </a:cubicBezTo>
                <a:cubicBezTo>
                  <a:pt x="85504" y="20888"/>
                  <a:pt x="81602" y="16572"/>
                  <a:pt x="76552" y="13708"/>
                </a:cubicBezTo>
                <a:cubicBezTo>
                  <a:pt x="71502" y="10843"/>
                  <a:pt x="65764" y="9411"/>
                  <a:pt x="59337" y="9411"/>
                </a:cubicBezTo>
                <a:cubicBezTo>
                  <a:pt x="55434" y="9411"/>
                  <a:pt x="50423" y="10137"/>
                  <a:pt x="44302" y="11588"/>
                </a:cubicBezTo>
                <a:lnTo>
                  <a:pt x="44302" y="7621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" name="Text 16">
            <a:extLst xmlns:a="http://schemas.openxmlformats.org/drawingml/2006/main">
              <a:ext uri="{FF2B5EF4-FFF2-40B4-BE49-F238E27FC236}">
                <a16:creationId xmlns:a16="http://schemas.microsoft.com/office/drawing/2014/main" id="{B10CF42F-1037-456D-B667-5C5ED6B38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1087" y="367335"/>
            <a:ext cx="136426" cy="111098"/>
          </a:xfrm>
          <a:custGeom xmlns:a="http://schemas.openxmlformats.org/drawingml/2006/main">
            <a:pathLst>
              <a:path w="136426" h="111098">
                <a:moveTo>
                  <a:pt x="0" y="12625"/>
                </a:moveTo>
                <a:lnTo>
                  <a:pt x="26039" y="0"/>
                </a:lnTo>
                <a:lnTo>
                  <a:pt x="28643" y="0"/>
                </a:lnTo>
                <a:lnTo>
                  <a:pt x="28643" y="90267"/>
                </a:lnTo>
                <a:cubicBezTo>
                  <a:pt x="28643" y="96264"/>
                  <a:pt x="28892" y="99999"/>
                  <a:pt x="29392" y="101472"/>
                </a:cubicBezTo>
                <a:cubicBezTo>
                  <a:pt x="29892" y="102945"/>
                  <a:pt x="30931" y="104076"/>
                  <a:pt x="32509" y="104865"/>
                </a:cubicBezTo>
                <a:cubicBezTo>
                  <a:pt x="34087" y="105654"/>
                  <a:pt x="37296" y="106101"/>
                  <a:pt x="42135" y="106206"/>
                </a:cubicBezTo>
                <a:lnTo>
                  <a:pt x="42135" y="109205"/>
                </a:lnTo>
                <a:lnTo>
                  <a:pt x="1894" y="109205"/>
                </a:lnTo>
                <a:lnTo>
                  <a:pt x="1894" y="106206"/>
                </a:lnTo>
                <a:cubicBezTo>
                  <a:pt x="6944" y="106101"/>
                  <a:pt x="10205" y="105667"/>
                  <a:pt x="11678" y="104904"/>
                </a:cubicBezTo>
                <a:cubicBezTo>
                  <a:pt x="13151" y="104142"/>
                  <a:pt x="14177" y="103116"/>
                  <a:pt x="14755" y="101827"/>
                </a:cubicBezTo>
                <a:cubicBezTo>
                  <a:pt x="15334" y="100538"/>
                  <a:pt x="15623" y="96685"/>
                  <a:pt x="15623" y="90267"/>
                </a:cubicBezTo>
                <a:lnTo>
                  <a:pt x="15623" y="32509"/>
                </a:lnTo>
                <a:cubicBezTo>
                  <a:pt x="15623" y="24758"/>
                  <a:pt x="15360" y="19784"/>
                  <a:pt x="14834" y="17586"/>
                </a:cubicBezTo>
                <a:cubicBezTo>
                  <a:pt x="14466" y="15909"/>
                  <a:pt x="13795" y="14676"/>
                  <a:pt x="12822" y="13887"/>
                </a:cubicBezTo>
                <a:cubicBezTo>
                  <a:pt x="11849" y="13098"/>
                  <a:pt x="10678" y="12704"/>
                  <a:pt x="9311" y="12704"/>
                </a:cubicBezTo>
                <a:cubicBezTo>
                  <a:pt x="7364" y="12704"/>
                  <a:pt x="4655" y="13519"/>
                  <a:pt x="1184" y="15150"/>
                </a:cubicBezTo>
                <a:lnTo>
                  <a:pt x="0" y="12625"/>
                </a:lnTo>
                <a:close/>
                <a:moveTo>
                  <a:pt x="134296" y="0"/>
                </a:moveTo>
                <a:lnTo>
                  <a:pt x="134296" y="3156"/>
                </a:lnTo>
                <a:cubicBezTo>
                  <a:pt x="127352" y="3835"/>
                  <a:pt x="121684" y="5207"/>
                  <a:pt x="117292" y="7272"/>
                </a:cubicBezTo>
                <a:cubicBezTo>
                  <a:pt x="112899" y="9335"/>
                  <a:pt x="108560" y="12483"/>
                  <a:pt x="104272" y="16716"/>
                </a:cubicBezTo>
                <a:cubicBezTo>
                  <a:pt x="99985" y="20947"/>
                  <a:pt x="96434" y="25662"/>
                  <a:pt x="93620" y="30862"/>
                </a:cubicBezTo>
                <a:cubicBezTo>
                  <a:pt x="90806" y="36060"/>
                  <a:pt x="88452" y="42238"/>
                  <a:pt x="86558" y="49397"/>
                </a:cubicBezTo>
                <a:cubicBezTo>
                  <a:pt x="94133" y="44135"/>
                  <a:pt x="101734" y="41504"/>
                  <a:pt x="109362" y="41504"/>
                </a:cubicBezTo>
                <a:cubicBezTo>
                  <a:pt x="116674" y="41504"/>
                  <a:pt x="123012" y="44456"/>
                  <a:pt x="128378" y="50361"/>
                </a:cubicBezTo>
                <a:cubicBezTo>
                  <a:pt x="133743" y="56266"/>
                  <a:pt x="136426" y="63858"/>
                  <a:pt x="136426" y="73138"/>
                </a:cubicBezTo>
                <a:cubicBezTo>
                  <a:pt x="136426" y="82100"/>
                  <a:pt x="133717" y="90272"/>
                  <a:pt x="128299" y="97655"/>
                </a:cubicBezTo>
                <a:cubicBezTo>
                  <a:pt x="121776" y="106617"/>
                  <a:pt x="113149" y="111098"/>
                  <a:pt x="102418" y="111098"/>
                </a:cubicBezTo>
                <a:cubicBezTo>
                  <a:pt x="95106" y="111098"/>
                  <a:pt x="88899" y="108679"/>
                  <a:pt x="83796" y="103839"/>
                </a:cubicBezTo>
                <a:cubicBezTo>
                  <a:pt x="73802" y="94423"/>
                  <a:pt x="68805" y="82219"/>
                  <a:pt x="68805" y="67227"/>
                </a:cubicBezTo>
                <a:cubicBezTo>
                  <a:pt x="68805" y="57653"/>
                  <a:pt x="70725" y="48553"/>
                  <a:pt x="74565" y="39926"/>
                </a:cubicBezTo>
                <a:cubicBezTo>
                  <a:pt x="78405" y="31299"/>
                  <a:pt x="83889" y="23645"/>
                  <a:pt x="91016" y="16965"/>
                </a:cubicBezTo>
                <a:cubicBezTo>
                  <a:pt x="98144" y="10284"/>
                  <a:pt x="104969" y="5786"/>
                  <a:pt x="111492" y="3472"/>
                </a:cubicBezTo>
                <a:cubicBezTo>
                  <a:pt x="118015" y="1157"/>
                  <a:pt x="124091" y="0"/>
                  <a:pt x="129719" y="0"/>
                </a:cubicBezTo>
                <a:lnTo>
                  <a:pt x="134296" y="0"/>
                </a:lnTo>
                <a:moveTo>
                  <a:pt x="85217" y="55165"/>
                </a:moveTo>
                <a:cubicBezTo>
                  <a:pt x="84270" y="62276"/>
                  <a:pt x="83796" y="68017"/>
                  <a:pt x="83796" y="72388"/>
                </a:cubicBezTo>
                <a:cubicBezTo>
                  <a:pt x="83796" y="77445"/>
                  <a:pt x="84730" y="82936"/>
                  <a:pt x="86598" y="88862"/>
                </a:cubicBezTo>
                <a:cubicBezTo>
                  <a:pt x="88465" y="94788"/>
                  <a:pt x="91240" y="99489"/>
                  <a:pt x="94922" y="102966"/>
                </a:cubicBezTo>
                <a:cubicBezTo>
                  <a:pt x="97605" y="105442"/>
                  <a:pt x="100866" y="106680"/>
                  <a:pt x="104706" y="106680"/>
                </a:cubicBezTo>
                <a:cubicBezTo>
                  <a:pt x="109283" y="106680"/>
                  <a:pt x="113373" y="104520"/>
                  <a:pt x="116976" y="100202"/>
                </a:cubicBezTo>
                <a:cubicBezTo>
                  <a:pt x="120579" y="95882"/>
                  <a:pt x="122381" y="89718"/>
                  <a:pt x="122381" y="81711"/>
                </a:cubicBezTo>
                <a:cubicBezTo>
                  <a:pt x="122381" y="72704"/>
                  <a:pt x="120593" y="64909"/>
                  <a:pt x="117016" y="58326"/>
                </a:cubicBezTo>
                <a:cubicBezTo>
                  <a:pt x="113439" y="51740"/>
                  <a:pt x="108362" y="48448"/>
                  <a:pt x="101787" y="48448"/>
                </a:cubicBezTo>
                <a:cubicBezTo>
                  <a:pt x="99788" y="48448"/>
                  <a:pt x="97644" y="48869"/>
                  <a:pt x="95356" y="49713"/>
                </a:cubicBezTo>
                <a:cubicBezTo>
                  <a:pt x="93068" y="50554"/>
                  <a:pt x="89688" y="52372"/>
                  <a:pt x="85217" y="5516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3BC126-74DE-40F3-B6E3-AEB46DA78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84" y="2076044"/>
            <a:ext cx="521132" cy="228794"/>
          </a:xfrm>
          <a:custGeom xmlns:a="http://schemas.openxmlformats.org/drawingml/2006/main">
            <a:pathLst>
              <a:path w="521132" h="228794">
                <a:moveTo>
                  <a:pt x="0" y="228794"/>
                </a:moveTo>
                <a:lnTo>
                  <a:pt x="521132" y="228794"/>
                </a:lnTo>
                <a:lnTo>
                  <a:pt x="521132" y="0"/>
                </a:lnTo>
                <a:lnTo>
                  <a:pt x="0" y="0"/>
                </a:lnTo>
                <a:lnTo>
                  <a:pt x="0" y="228794"/>
                </a:lnTo>
                <a:close/>
              </a:path>
            </a:pathLst>
          </a:custGeom>
          <a:solidFill xmlns:a="http://schemas.openxmlformats.org/drawingml/2006/main">
            <a:srgbClr val="C4BB8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D8EBD4-2304-4807-AEC9-7B1B3ECA6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82" y="2076042"/>
            <a:ext cx="521132" cy="228794"/>
          </a:xfrm>
          <a:custGeom xmlns:a="http://schemas.openxmlformats.org/drawingml/2006/main">
            <a:pathLst>
              <a:path w="521132" h="228794" fill="none">
                <a:moveTo>
                  <a:pt x="0" y="0"/>
                </a:moveTo>
                <a:lnTo>
                  <a:pt x="521132" y="0"/>
                </a:lnTo>
                <a:lnTo>
                  <a:pt x="521132" y="228794"/>
                </a:lnTo>
                <a:lnTo>
                  <a:pt x="0" y="22879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2036" cap="rnd">
            <a:solidFill>
              <a:srgbClr val="000000"/>
            </a:solidFill>
            <a:round/>
          </a:ln>
        </p:spPr>
      </p:sp>
      <p:sp>
        <p:nvSpPr>
          <p:cNvPr id="45" name="Text P">
            <a:extLst xmlns:a="http://schemas.openxmlformats.org/drawingml/2006/main">
              <a:ext uri="{FF2B5EF4-FFF2-40B4-BE49-F238E27FC236}">
                <a16:creationId xmlns:a16="http://schemas.microsoft.com/office/drawing/2014/main" id="{785CC07F-CFF5-4E63-8D83-9E6562FBB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592" y="2110617"/>
            <a:ext cx="118558" cy="155630"/>
          </a:xfrm>
          <a:custGeom xmlns:a="http://schemas.openxmlformats.org/drawingml/2006/main">
            <a:pathLst>
              <a:path w="118558" h="155630">
                <a:moveTo>
                  <a:pt x="44302" y="82814"/>
                </a:moveTo>
                <a:lnTo>
                  <a:pt x="44302" y="128084"/>
                </a:lnTo>
                <a:cubicBezTo>
                  <a:pt x="44302" y="137830"/>
                  <a:pt x="45373" y="143883"/>
                  <a:pt x="47515" y="146243"/>
                </a:cubicBezTo>
                <a:cubicBezTo>
                  <a:pt x="50423" y="149593"/>
                  <a:pt x="54822" y="151268"/>
                  <a:pt x="60714" y="151268"/>
                </a:cubicBezTo>
                <a:lnTo>
                  <a:pt x="66682" y="151268"/>
                </a:lnTo>
                <a:lnTo>
                  <a:pt x="66682" y="155630"/>
                </a:lnTo>
                <a:lnTo>
                  <a:pt x="0" y="155630"/>
                </a:lnTo>
                <a:lnTo>
                  <a:pt x="0" y="151268"/>
                </a:lnTo>
                <a:lnTo>
                  <a:pt x="5853" y="151268"/>
                </a:lnTo>
                <a:cubicBezTo>
                  <a:pt x="12434" y="151268"/>
                  <a:pt x="17139" y="149137"/>
                  <a:pt x="19970" y="144873"/>
                </a:cubicBezTo>
                <a:cubicBezTo>
                  <a:pt x="21500" y="142513"/>
                  <a:pt x="22266" y="136917"/>
                  <a:pt x="22266" y="128084"/>
                </a:cubicBezTo>
                <a:lnTo>
                  <a:pt x="22266" y="27545"/>
                </a:lnTo>
                <a:cubicBezTo>
                  <a:pt x="22266" y="17799"/>
                  <a:pt x="21233" y="11746"/>
                  <a:pt x="19167" y="9386"/>
                </a:cubicBezTo>
                <a:cubicBezTo>
                  <a:pt x="16183" y="6036"/>
                  <a:pt x="11745" y="4361"/>
                  <a:pt x="5853" y="4361"/>
                </a:cubicBezTo>
                <a:lnTo>
                  <a:pt x="0" y="4361"/>
                </a:lnTo>
                <a:lnTo>
                  <a:pt x="0" y="0"/>
                </a:lnTo>
                <a:lnTo>
                  <a:pt x="57041" y="0"/>
                </a:lnTo>
                <a:cubicBezTo>
                  <a:pt x="70967" y="0"/>
                  <a:pt x="81947" y="1437"/>
                  <a:pt x="89980" y="4311"/>
                </a:cubicBezTo>
                <a:cubicBezTo>
                  <a:pt x="98014" y="7183"/>
                  <a:pt x="104786" y="12028"/>
                  <a:pt x="110295" y="18848"/>
                </a:cubicBezTo>
                <a:cubicBezTo>
                  <a:pt x="115804" y="25667"/>
                  <a:pt x="118558" y="33750"/>
                  <a:pt x="118558" y="43097"/>
                </a:cubicBezTo>
                <a:cubicBezTo>
                  <a:pt x="118558" y="55815"/>
                  <a:pt x="114369" y="66158"/>
                  <a:pt x="105991" y="74128"/>
                </a:cubicBezTo>
                <a:cubicBezTo>
                  <a:pt x="97613" y="82095"/>
                  <a:pt x="85772" y="86078"/>
                  <a:pt x="70469" y="86078"/>
                </a:cubicBezTo>
                <a:cubicBezTo>
                  <a:pt x="66720" y="86078"/>
                  <a:pt x="62665" y="85807"/>
                  <a:pt x="58304" y="85264"/>
                </a:cubicBezTo>
                <a:cubicBezTo>
                  <a:pt x="53942" y="84719"/>
                  <a:pt x="49275" y="83902"/>
                  <a:pt x="44302" y="82814"/>
                </a:cubicBezTo>
                <a:moveTo>
                  <a:pt x="44302" y="76212"/>
                </a:moveTo>
                <a:cubicBezTo>
                  <a:pt x="48357" y="76977"/>
                  <a:pt x="51953" y="77551"/>
                  <a:pt x="55090" y="77933"/>
                </a:cubicBezTo>
                <a:cubicBezTo>
                  <a:pt x="58227" y="78313"/>
                  <a:pt x="60905" y="78503"/>
                  <a:pt x="63124" y="78503"/>
                </a:cubicBezTo>
                <a:cubicBezTo>
                  <a:pt x="71082" y="78503"/>
                  <a:pt x="77949" y="75430"/>
                  <a:pt x="83725" y="69282"/>
                </a:cubicBezTo>
                <a:cubicBezTo>
                  <a:pt x="89502" y="63132"/>
                  <a:pt x="92391" y="55168"/>
                  <a:pt x="92391" y="45388"/>
                </a:cubicBezTo>
                <a:cubicBezTo>
                  <a:pt x="92391" y="38667"/>
                  <a:pt x="91013" y="32423"/>
                  <a:pt x="88259" y="26656"/>
                </a:cubicBezTo>
                <a:cubicBezTo>
                  <a:pt x="85504" y="20888"/>
                  <a:pt x="81602" y="16572"/>
                  <a:pt x="76552" y="13708"/>
                </a:cubicBezTo>
                <a:cubicBezTo>
                  <a:pt x="71502" y="10843"/>
                  <a:pt x="65764" y="9411"/>
                  <a:pt x="59337" y="9411"/>
                </a:cubicBezTo>
                <a:cubicBezTo>
                  <a:pt x="55434" y="9411"/>
                  <a:pt x="50423" y="10137"/>
                  <a:pt x="44302" y="11588"/>
                </a:cubicBezTo>
                <a:lnTo>
                  <a:pt x="44302" y="7621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" name="Text 387">
            <a:extLst xmlns:a="http://schemas.openxmlformats.org/drawingml/2006/main">
              <a:ext uri="{FF2B5EF4-FFF2-40B4-BE49-F238E27FC236}">
                <a16:creationId xmlns:a16="http://schemas.microsoft.com/office/drawing/2014/main" id="{9D2A8754-E5C4-45BE-B864-D1CAF3785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962" y="2157042"/>
            <a:ext cx="228667" cy="111414"/>
          </a:xfrm>
          <a:custGeom xmlns:a="http://schemas.openxmlformats.org/drawingml/2006/main">
            <a:pathLst>
              <a:path w="228667" h="111414">
                <a:moveTo>
                  <a:pt x="1657" y="22567"/>
                </a:moveTo>
                <a:cubicBezTo>
                  <a:pt x="4708" y="15360"/>
                  <a:pt x="8561" y="9797"/>
                  <a:pt x="13217" y="5878"/>
                </a:cubicBezTo>
                <a:cubicBezTo>
                  <a:pt x="17872" y="1959"/>
                  <a:pt x="23672" y="0"/>
                  <a:pt x="30615" y="0"/>
                </a:cubicBezTo>
                <a:cubicBezTo>
                  <a:pt x="39190" y="0"/>
                  <a:pt x="45765" y="2788"/>
                  <a:pt x="50341" y="8364"/>
                </a:cubicBezTo>
                <a:cubicBezTo>
                  <a:pt x="53813" y="12520"/>
                  <a:pt x="55549" y="16965"/>
                  <a:pt x="55549" y="21699"/>
                </a:cubicBezTo>
                <a:cubicBezTo>
                  <a:pt x="55549" y="29484"/>
                  <a:pt x="50657" y="37533"/>
                  <a:pt x="40873" y="45844"/>
                </a:cubicBezTo>
                <a:cubicBezTo>
                  <a:pt x="47448" y="48421"/>
                  <a:pt x="52419" y="52104"/>
                  <a:pt x="55786" y="56891"/>
                </a:cubicBezTo>
                <a:cubicBezTo>
                  <a:pt x="59153" y="61677"/>
                  <a:pt x="60836" y="67306"/>
                  <a:pt x="60836" y="73776"/>
                </a:cubicBezTo>
                <a:cubicBezTo>
                  <a:pt x="60836" y="83034"/>
                  <a:pt x="57890" y="91056"/>
                  <a:pt x="51998" y="97842"/>
                </a:cubicBezTo>
                <a:cubicBezTo>
                  <a:pt x="44318" y="106680"/>
                  <a:pt x="33193" y="111098"/>
                  <a:pt x="18622" y="111098"/>
                </a:cubicBezTo>
                <a:cubicBezTo>
                  <a:pt x="11415" y="111098"/>
                  <a:pt x="6510" y="110204"/>
                  <a:pt x="3906" y="108416"/>
                </a:cubicBezTo>
                <a:cubicBezTo>
                  <a:pt x="1302" y="106627"/>
                  <a:pt x="0" y="104707"/>
                  <a:pt x="0" y="102656"/>
                </a:cubicBezTo>
                <a:cubicBezTo>
                  <a:pt x="0" y="101130"/>
                  <a:pt x="618" y="99789"/>
                  <a:pt x="1854" y="98631"/>
                </a:cubicBezTo>
                <a:cubicBezTo>
                  <a:pt x="3090" y="97474"/>
                  <a:pt x="4576" y="96895"/>
                  <a:pt x="6312" y="96895"/>
                </a:cubicBezTo>
                <a:cubicBezTo>
                  <a:pt x="7627" y="96895"/>
                  <a:pt x="8969" y="97103"/>
                  <a:pt x="10337" y="97519"/>
                </a:cubicBezTo>
                <a:cubicBezTo>
                  <a:pt x="11231" y="97781"/>
                  <a:pt x="13256" y="98731"/>
                  <a:pt x="16412" y="100370"/>
                </a:cubicBezTo>
                <a:cubicBezTo>
                  <a:pt x="19568" y="102009"/>
                  <a:pt x="21752" y="102984"/>
                  <a:pt x="22961" y="103297"/>
                </a:cubicBezTo>
                <a:cubicBezTo>
                  <a:pt x="24908" y="103869"/>
                  <a:pt x="26986" y="104155"/>
                  <a:pt x="29195" y="104155"/>
                </a:cubicBezTo>
                <a:cubicBezTo>
                  <a:pt x="34560" y="104155"/>
                  <a:pt x="39229" y="102077"/>
                  <a:pt x="43201" y="97921"/>
                </a:cubicBezTo>
                <a:cubicBezTo>
                  <a:pt x="47172" y="93766"/>
                  <a:pt x="49158" y="88847"/>
                  <a:pt x="49158" y="83166"/>
                </a:cubicBezTo>
                <a:cubicBezTo>
                  <a:pt x="49158" y="79010"/>
                  <a:pt x="48237" y="74960"/>
                  <a:pt x="46396" y="71015"/>
                </a:cubicBezTo>
                <a:cubicBezTo>
                  <a:pt x="45029" y="68069"/>
                  <a:pt x="43529" y="65833"/>
                  <a:pt x="41899" y="64308"/>
                </a:cubicBezTo>
                <a:cubicBezTo>
                  <a:pt x="39637" y="62204"/>
                  <a:pt x="36533" y="60297"/>
                  <a:pt x="32588" y="58587"/>
                </a:cubicBezTo>
                <a:cubicBezTo>
                  <a:pt x="28643" y="56877"/>
                  <a:pt x="24618" y="56023"/>
                  <a:pt x="20515" y="56023"/>
                </a:cubicBezTo>
                <a:lnTo>
                  <a:pt x="17990" y="56023"/>
                </a:lnTo>
                <a:lnTo>
                  <a:pt x="17990" y="53655"/>
                </a:lnTo>
                <a:cubicBezTo>
                  <a:pt x="22146" y="53131"/>
                  <a:pt x="26315" y="51635"/>
                  <a:pt x="30497" y="49168"/>
                </a:cubicBezTo>
                <a:cubicBezTo>
                  <a:pt x="34679" y="46699"/>
                  <a:pt x="37717" y="43732"/>
                  <a:pt x="39610" y="40266"/>
                </a:cubicBezTo>
                <a:cubicBezTo>
                  <a:pt x="41504" y="36801"/>
                  <a:pt x="42451" y="32994"/>
                  <a:pt x="42451" y="28845"/>
                </a:cubicBezTo>
                <a:cubicBezTo>
                  <a:pt x="42451" y="23438"/>
                  <a:pt x="40754" y="19068"/>
                  <a:pt x="37362" y="15734"/>
                </a:cubicBezTo>
                <a:cubicBezTo>
                  <a:pt x="33969" y="12399"/>
                  <a:pt x="29747" y="10731"/>
                  <a:pt x="24697" y="10731"/>
                </a:cubicBezTo>
                <a:cubicBezTo>
                  <a:pt x="16544" y="10731"/>
                  <a:pt x="9732" y="15097"/>
                  <a:pt x="4261" y="23829"/>
                </a:cubicBezTo>
                <a:lnTo>
                  <a:pt x="1657" y="22567"/>
                </a:lnTo>
                <a:close/>
                <a:moveTo>
                  <a:pt x="105259" y="55312"/>
                </a:moveTo>
                <a:cubicBezTo>
                  <a:pt x="96790" y="48369"/>
                  <a:pt x="91333" y="42793"/>
                  <a:pt x="88887" y="38585"/>
                </a:cubicBezTo>
                <a:cubicBezTo>
                  <a:pt x="86441" y="34376"/>
                  <a:pt x="85218" y="30010"/>
                  <a:pt x="85218" y="25486"/>
                </a:cubicBezTo>
                <a:cubicBezTo>
                  <a:pt x="85218" y="18543"/>
                  <a:pt x="87900" y="12559"/>
                  <a:pt x="93266" y="7535"/>
                </a:cubicBezTo>
                <a:cubicBezTo>
                  <a:pt x="98631" y="2512"/>
                  <a:pt x="105759" y="0"/>
                  <a:pt x="114649" y="0"/>
                </a:cubicBezTo>
                <a:cubicBezTo>
                  <a:pt x="123276" y="0"/>
                  <a:pt x="130220" y="2341"/>
                  <a:pt x="135480" y="7023"/>
                </a:cubicBezTo>
                <a:cubicBezTo>
                  <a:pt x="140740" y="11704"/>
                  <a:pt x="143371" y="17044"/>
                  <a:pt x="143371" y="23040"/>
                </a:cubicBezTo>
                <a:cubicBezTo>
                  <a:pt x="143371" y="27038"/>
                  <a:pt x="141950" y="31115"/>
                  <a:pt x="139110" y="35271"/>
                </a:cubicBezTo>
                <a:cubicBezTo>
                  <a:pt x="136269" y="39426"/>
                  <a:pt x="130351" y="44318"/>
                  <a:pt x="121356" y="49947"/>
                </a:cubicBezTo>
                <a:cubicBezTo>
                  <a:pt x="130614" y="57101"/>
                  <a:pt x="136743" y="62730"/>
                  <a:pt x="139741" y="66833"/>
                </a:cubicBezTo>
                <a:cubicBezTo>
                  <a:pt x="143739" y="72198"/>
                  <a:pt x="145738" y="77853"/>
                  <a:pt x="145738" y="83797"/>
                </a:cubicBezTo>
                <a:cubicBezTo>
                  <a:pt x="145738" y="91320"/>
                  <a:pt x="142871" y="97750"/>
                  <a:pt x="137137" y="103090"/>
                </a:cubicBezTo>
                <a:cubicBezTo>
                  <a:pt x="131403" y="108429"/>
                  <a:pt x="123881" y="111098"/>
                  <a:pt x="114570" y="111098"/>
                </a:cubicBezTo>
                <a:cubicBezTo>
                  <a:pt x="104418" y="111098"/>
                  <a:pt x="96501" y="107916"/>
                  <a:pt x="90820" y="101551"/>
                </a:cubicBezTo>
                <a:cubicBezTo>
                  <a:pt x="86296" y="96448"/>
                  <a:pt x="84034" y="90872"/>
                  <a:pt x="84034" y="84823"/>
                </a:cubicBezTo>
                <a:cubicBezTo>
                  <a:pt x="84034" y="80089"/>
                  <a:pt x="85625" y="75394"/>
                  <a:pt x="88808" y="70738"/>
                </a:cubicBezTo>
                <a:cubicBezTo>
                  <a:pt x="91990" y="66083"/>
                  <a:pt x="97474" y="60941"/>
                  <a:pt x="105259" y="55312"/>
                </a:cubicBezTo>
                <a:moveTo>
                  <a:pt x="117648" y="46870"/>
                </a:moveTo>
                <a:cubicBezTo>
                  <a:pt x="123960" y="41167"/>
                  <a:pt x="127958" y="36666"/>
                  <a:pt x="129641" y="33367"/>
                </a:cubicBezTo>
                <a:cubicBezTo>
                  <a:pt x="131324" y="30066"/>
                  <a:pt x="132166" y="26330"/>
                  <a:pt x="132166" y="22160"/>
                </a:cubicBezTo>
                <a:cubicBezTo>
                  <a:pt x="132166" y="16615"/>
                  <a:pt x="130614" y="12272"/>
                  <a:pt x="127511" y="9131"/>
                </a:cubicBezTo>
                <a:cubicBezTo>
                  <a:pt x="124407" y="5989"/>
                  <a:pt x="120173" y="4419"/>
                  <a:pt x="114807" y="4419"/>
                </a:cubicBezTo>
                <a:cubicBezTo>
                  <a:pt x="109441" y="4419"/>
                  <a:pt x="105075" y="5976"/>
                  <a:pt x="101709" y="9091"/>
                </a:cubicBezTo>
                <a:cubicBezTo>
                  <a:pt x="98342" y="12206"/>
                  <a:pt x="96659" y="15850"/>
                  <a:pt x="96659" y="20022"/>
                </a:cubicBezTo>
                <a:cubicBezTo>
                  <a:pt x="96659" y="22767"/>
                  <a:pt x="97356" y="25513"/>
                  <a:pt x="98750" y="28258"/>
                </a:cubicBezTo>
                <a:cubicBezTo>
                  <a:pt x="100144" y="31003"/>
                  <a:pt x="102130" y="33617"/>
                  <a:pt x="104707" y="36099"/>
                </a:cubicBezTo>
                <a:lnTo>
                  <a:pt x="117648" y="46870"/>
                </a:lnTo>
                <a:moveTo>
                  <a:pt x="108968" y="58311"/>
                </a:moveTo>
                <a:cubicBezTo>
                  <a:pt x="104602" y="61982"/>
                  <a:pt x="101367" y="65980"/>
                  <a:pt x="99263" y="70307"/>
                </a:cubicBezTo>
                <a:cubicBezTo>
                  <a:pt x="97159" y="74632"/>
                  <a:pt x="96106" y="79311"/>
                  <a:pt x="96106" y="84345"/>
                </a:cubicBezTo>
                <a:cubicBezTo>
                  <a:pt x="96106" y="91107"/>
                  <a:pt x="97961" y="96521"/>
                  <a:pt x="101669" y="100584"/>
                </a:cubicBezTo>
                <a:cubicBezTo>
                  <a:pt x="105378" y="104648"/>
                  <a:pt x="110099" y="106680"/>
                  <a:pt x="115833" y="106680"/>
                </a:cubicBezTo>
                <a:cubicBezTo>
                  <a:pt x="121514" y="106680"/>
                  <a:pt x="126064" y="105081"/>
                  <a:pt x="129483" y="101884"/>
                </a:cubicBezTo>
                <a:cubicBezTo>
                  <a:pt x="132903" y="98685"/>
                  <a:pt x="134612" y="94804"/>
                  <a:pt x="134612" y="90243"/>
                </a:cubicBezTo>
                <a:cubicBezTo>
                  <a:pt x="134612" y="86467"/>
                  <a:pt x="133613" y="83085"/>
                  <a:pt x="131614" y="80096"/>
                </a:cubicBezTo>
                <a:cubicBezTo>
                  <a:pt x="127879" y="74538"/>
                  <a:pt x="120330" y="67276"/>
                  <a:pt x="108968" y="58311"/>
                </a:cubicBezTo>
                <a:close/>
                <a:moveTo>
                  <a:pt x="171303" y="2209"/>
                </a:moveTo>
                <a:lnTo>
                  <a:pt x="228667" y="2209"/>
                </a:lnTo>
                <a:lnTo>
                  <a:pt x="228667" y="5183"/>
                </a:lnTo>
                <a:lnTo>
                  <a:pt x="193002" y="111414"/>
                </a:lnTo>
                <a:lnTo>
                  <a:pt x="184165" y="111414"/>
                </a:lnTo>
                <a:lnTo>
                  <a:pt x="216121" y="15150"/>
                </a:lnTo>
                <a:lnTo>
                  <a:pt x="186690" y="15150"/>
                </a:lnTo>
                <a:cubicBezTo>
                  <a:pt x="180745" y="15150"/>
                  <a:pt x="176511" y="15860"/>
                  <a:pt x="173986" y="17280"/>
                </a:cubicBezTo>
                <a:cubicBezTo>
                  <a:pt x="169567" y="19700"/>
                  <a:pt x="166016" y="23435"/>
                  <a:pt x="163334" y="28485"/>
                </a:cubicBezTo>
                <a:lnTo>
                  <a:pt x="161045" y="27617"/>
                </a:lnTo>
                <a:lnTo>
                  <a:pt x="171303" y="220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337DAD-E08F-475B-9341-3493B26DD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815" y="2076044"/>
            <a:ext cx="521132" cy="228794"/>
          </a:xfrm>
          <a:custGeom xmlns:a="http://schemas.openxmlformats.org/drawingml/2006/main">
            <a:pathLst>
              <a:path w="521132" h="228794">
                <a:moveTo>
                  <a:pt x="0" y="228794"/>
                </a:moveTo>
                <a:lnTo>
                  <a:pt x="521132" y="228794"/>
                </a:lnTo>
                <a:lnTo>
                  <a:pt x="521132" y="0"/>
                </a:lnTo>
                <a:lnTo>
                  <a:pt x="0" y="0"/>
                </a:lnTo>
                <a:lnTo>
                  <a:pt x="0" y="228794"/>
                </a:lnTo>
                <a:close/>
              </a:path>
            </a:pathLst>
          </a:custGeom>
          <a:solidFill xmlns:a="http://schemas.openxmlformats.org/drawingml/2006/main">
            <a:srgbClr val="C4BB8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9112B3-88D0-48D1-90F4-440EC0EA6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814" y="2076042"/>
            <a:ext cx="521132" cy="228794"/>
          </a:xfrm>
          <a:custGeom xmlns:a="http://schemas.openxmlformats.org/drawingml/2006/main">
            <a:pathLst>
              <a:path w="521132" h="228794" fill="none">
                <a:moveTo>
                  <a:pt x="0" y="0"/>
                </a:moveTo>
                <a:lnTo>
                  <a:pt x="521132" y="0"/>
                </a:lnTo>
                <a:lnTo>
                  <a:pt x="521132" y="228794"/>
                </a:lnTo>
                <a:lnTo>
                  <a:pt x="0" y="22879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2036" cap="rnd">
            <a:solidFill>
              <a:srgbClr val="000000"/>
            </a:solidFill>
            <a:round/>
          </a:ln>
        </p:spPr>
      </p:sp>
      <p:sp>
        <p:nvSpPr>
          <p:cNvPr id="49" name="Text P">
            <a:extLst xmlns:a="http://schemas.openxmlformats.org/drawingml/2006/main">
              <a:ext uri="{FF2B5EF4-FFF2-40B4-BE49-F238E27FC236}">
                <a16:creationId xmlns:a16="http://schemas.microsoft.com/office/drawing/2014/main" id="{BA4078A7-79B2-4774-A476-B80518EFC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723" y="2110617"/>
            <a:ext cx="118558" cy="155630"/>
          </a:xfrm>
          <a:custGeom xmlns:a="http://schemas.openxmlformats.org/drawingml/2006/main">
            <a:pathLst>
              <a:path w="118558" h="155630">
                <a:moveTo>
                  <a:pt x="44302" y="82814"/>
                </a:moveTo>
                <a:lnTo>
                  <a:pt x="44302" y="128084"/>
                </a:lnTo>
                <a:cubicBezTo>
                  <a:pt x="44302" y="137830"/>
                  <a:pt x="45373" y="143883"/>
                  <a:pt x="47515" y="146243"/>
                </a:cubicBezTo>
                <a:cubicBezTo>
                  <a:pt x="50423" y="149593"/>
                  <a:pt x="54822" y="151268"/>
                  <a:pt x="60714" y="151268"/>
                </a:cubicBezTo>
                <a:lnTo>
                  <a:pt x="66682" y="151268"/>
                </a:lnTo>
                <a:lnTo>
                  <a:pt x="66682" y="155630"/>
                </a:lnTo>
                <a:lnTo>
                  <a:pt x="0" y="155630"/>
                </a:lnTo>
                <a:lnTo>
                  <a:pt x="0" y="151268"/>
                </a:lnTo>
                <a:lnTo>
                  <a:pt x="5853" y="151268"/>
                </a:lnTo>
                <a:cubicBezTo>
                  <a:pt x="12434" y="151268"/>
                  <a:pt x="17139" y="149137"/>
                  <a:pt x="19970" y="144873"/>
                </a:cubicBezTo>
                <a:cubicBezTo>
                  <a:pt x="21500" y="142513"/>
                  <a:pt x="22266" y="136917"/>
                  <a:pt x="22266" y="128084"/>
                </a:cubicBezTo>
                <a:lnTo>
                  <a:pt x="22266" y="27545"/>
                </a:lnTo>
                <a:cubicBezTo>
                  <a:pt x="22266" y="17799"/>
                  <a:pt x="21233" y="11746"/>
                  <a:pt x="19167" y="9386"/>
                </a:cubicBezTo>
                <a:cubicBezTo>
                  <a:pt x="16183" y="6036"/>
                  <a:pt x="11745" y="4361"/>
                  <a:pt x="5853" y="4361"/>
                </a:cubicBezTo>
                <a:lnTo>
                  <a:pt x="0" y="4361"/>
                </a:lnTo>
                <a:lnTo>
                  <a:pt x="0" y="0"/>
                </a:lnTo>
                <a:lnTo>
                  <a:pt x="57041" y="0"/>
                </a:lnTo>
                <a:cubicBezTo>
                  <a:pt x="70967" y="0"/>
                  <a:pt x="81947" y="1437"/>
                  <a:pt x="89980" y="4311"/>
                </a:cubicBezTo>
                <a:cubicBezTo>
                  <a:pt x="98014" y="7183"/>
                  <a:pt x="104786" y="12028"/>
                  <a:pt x="110295" y="18848"/>
                </a:cubicBezTo>
                <a:cubicBezTo>
                  <a:pt x="115804" y="25667"/>
                  <a:pt x="118558" y="33750"/>
                  <a:pt x="118558" y="43097"/>
                </a:cubicBezTo>
                <a:cubicBezTo>
                  <a:pt x="118558" y="55815"/>
                  <a:pt x="114369" y="66158"/>
                  <a:pt x="105991" y="74128"/>
                </a:cubicBezTo>
                <a:cubicBezTo>
                  <a:pt x="97613" y="82095"/>
                  <a:pt x="85772" y="86078"/>
                  <a:pt x="70469" y="86078"/>
                </a:cubicBezTo>
                <a:cubicBezTo>
                  <a:pt x="66720" y="86078"/>
                  <a:pt x="62665" y="85807"/>
                  <a:pt x="58304" y="85264"/>
                </a:cubicBezTo>
                <a:cubicBezTo>
                  <a:pt x="53942" y="84719"/>
                  <a:pt x="49275" y="83902"/>
                  <a:pt x="44302" y="82814"/>
                </a:cubicBezTo>
                <a:moveTo>
                  <a:pt x="44302" y="76212"/>
                </a:moveTo>
                <a:cubicBezTo>
                  <a:pt x="48357" y="76977"/>
                  <a:pt x="51953" y="77551"/>
                  <a:pt x="55090" y="77933"/>
                </a:cubicBezTo>
                <a:cubicBezTo>
                  <a:pt x="58227" y="78313"/>
                  <a:pt x="60905" y="78503"/>
                  <a:pt x="63124" y="78503"/>
                </a:cubicBezTo>
                <a:cubicBezTo>
                  <a:pt x="71082" y="78503"/>
                  <a:pt x="77949" y="75430"/>
                  <a:pt x="83725" y="69282"/>
                </a:cubicBezTo>
                <a:cubicBezTo>
                  <a:pt x="89502" y="63132"/>
                  <a:pt x="92391" y="55168"/>
                  <a:pt x="92391" y="45388"/>
                </a:cubicBezTo>
                <a:cubicBezTo>
                  <a:pt x="92391" y="38667"/>
                  <a:pt x="91013" y="32423"/>
                  <a:pt x="88259" y="26656"/>
                </a:cubicBezTo>
                <a:cubicBezTo>
                  <a:pt x="85504" y="20888"/>
                  <a:pt x="81602" y="16572"/>
                  <a:pt x="76552" y="13708"/>
                </a:cubicBezTo>
                <a:cubicBezTo>
                  <a:pt x="71502" y="10843"/>
                  <a:pt x="65764" y="9411"/>
                  <a:pt x="59337" y="9411"/>
                </a:cubicBezTo>
                <a:cubicBezTo>
                  <a:pt x="55434" y="9411"/>
                  <a:pt x="50423" y="10137"/>
                  <a:pt x="44302" y="11588"/>
                </a:cubicBezTo>
                <a:lnTo>
                  <a:pt x="44302" y="7621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" name="Text 385">
            <a:extLst xmlns:a="http://schemas.openxmlformats.org/drawingml/2006/main">
              <a:ext uri="{FF2B5EF4-FFF2-40B4-BE49-F238E27FC236}">
                <a16:creationId xmlns:a16="http://schemas.microsoft.com/office/drawing/2014/main" id="{07181564-5251-453E-86F4-8B3F8A9B9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093" y="2157042"/>
            <a:ext cx="225195" cy="111098"/>
          </a:xfrm>
          <a:custGeom xmlns:a="http://schemas.openxmlformats.org/drawingml/2006/main">
            <a:pathLst>
              <a:path w="225195" h="111098">
                <a:moveTo>
                  <a:pt x="1657" y="22567"/>
                </a:moveTo>
                <a:cubicBezTo>
                  <a:pt x="4708" y="15360"/>
                  <a:pt x="8561" y="9797"/>
                  <a:pt x="13217" y="5878"/>
                </a:cubicBezTo>
                <a:cubicBezTo>
                  <a:pt x="17872" y="1959"/>
                  <a:pt x="23672" y="0"/>
                  <a:pt x="30615" y="0"/>
                </a:cubicBezTo>
                <a:cubicBezTo>
                  <a:pt x="39190" y="0"/>
                  <a:pt x="45765" y="2788"/>
                  <a:pt x="50341" y="8364"/>
                </a:cubicBezTo>
                <a:cubicBezTo>
                  <a:pt x="53813" y="12520"/>
                  <a:pt x="55549" y="16965"/>
                  <a:pt x="55549" y="21699"/>
                </a:cubicBezTo>
                <a:cubicBezTo>
                  <a:pt x="55549" y="29484"/>
                  <a:pt x="50657" y="37533"/>
                  <a:pt x="40873" y="45844"/>
                </a:cubicBezTo>
                <a:cubicBezTo>
                  <a:pt x="47448" y="48421"/>
                  <a:pt x="52419" y="52104"/>
                  <a:pt x="55786" y="56891"/>
                </a:cubicBezTo>
                <a:cubicBezTo>
                  <a:pt x="59153" y="61677"/>
                  <a:pt x="60836" y="67306"/>
                  <a:pt x="60836" y="73776"/>
                </a:cubicBezTo>
                <a:cubicBezTo>
                  <a:pt x="60836" y="83034"/>
                  <a:pt x="57890" y="91056"/>
                  <a:pt x="51998" y="97842"/>
                </a:cubicBezTo>
                <a:cubicBezTo>
                  <a:pt x="44318" y="106680"/>
                  <a:pt x="33193" y="111098"/>
                  <a:pt x="18622" y="111098"/>
                </a:cubicBezTo>
                <a:cubicBezTo>
                  <a:pt x="11415" y="111098"/>
                  <a:pt x="6510" y="110204"/>
                  <a:pt x="3906" y="108416"/>
                </a:cubicBezTo>
                <a:cubicBezTo>
                  <a:pt x="1302" y="106627"/>
                  <a:pt x="0" y="104707"/>
                  <a:pt x="0" y="102656"/>
                </a:cubicBezTo>
                <a:cubicBezTo>
                  <a:pt x="0" y="101130"/>
                  <a:pt x="618" y="99789"/>
                  <a:pt x="1854" y="98631"/>
                </a:cubicBezTo>
                <a:cubicBezTo>
                  <a:pt x="3090" y="97474"/>
                  <a:pt x="4576" y="96895"/>
                  <a:pt x="6312" y="96895"/>
                </a:cubicBezTo>
                <a:cubicBezTo>
                  <a:pt x="7627" y="96895"/>
                  <a:pt x="8969" y="97103"/>
                  <a:pt x="10337" y="97519"/>
                </a:cubicBezTo>
                <a:cubicBezTo>
                  <a:pt x="11231" y="97781"/>
                  <a:pt x="13256" y="98731"/>
                  <a:pt x="16412" y="100370"/>
                </a:cubicBezTo>
                <a:cubicBezTo>
                  <a:pt x="19568" y="102009"/>
                  <a:pt x="21752" y="102984"/>
                  <a:pt x="22961" y="103297"/>
                </a:cubicBezTo>
                <a:cubicBezTo>
                  <a:pt x="24908" y="103869"/>
                  <a:pt x="26986" y="104155"/>
                  <a:pt x="29195" y="104155"/>
                </a:cubicBezTo>
                <a:cubicBezTo>
                  <a:pt x="34560" y="104155"/>
                  <a:pt x="39229" y="102077"/>
                  <a:pt x="43201" y="97921"/>
                </a:cubicBezTo>
                <a:cubicBezTo>
                  <a:pt x="47172" y="93766"/>
                  <a:pt x="49158" y="88847"/>
                  <a:pt x="49158" y="83166"/>
                </a:cubicBezTo>
                <a:cubicBezTo>
                  <a:pt x="49158" y="79010"/>
                  <a:pt x="48237" y="74960"/>
                  <a:pt x="46396" y="71015"/>
                </a:cubicBezTo>
                <a:cubicBezTo>
                  <a:pt x="45029" y="68069"/>
                  <a:pt x="43529" y="65833"/>
                  <a:pt x="41899" y="64308"/>
                </a:cubicBezTo>
                <a:cubicBezTo>
                  <a:pt x="39637" y="62204"/>
                  <a:pt x="36533" y="60297"/>
                  <a:pt x="32588" y="58587"/>
                </a:cubicBezTo>
                <a:cubicBezTo>
                  <a:pt x="28643" y="56877"/>
                  <a:pt x="24618" y="56023"/>
                  <a:pt x="20515" y="56023"/>
                </a:cubicBezTo>
                <a:lnTo>
                  <a:pt x="17990" y="56023"/>
                </a:lnTo>
                <a:lnTo>
                  <a:pt x="17990" y="53655"/>
                </a:lnTo>
                <a:cubicBezTo>
                  <a:pt x="22146" y="53131"/>
                  <a:pt x="26315" y="51635"/>
                  <a:pt x="30497" y="49168"/>
                </a:cubicBezTo>
                <a:cubicBezTo>
                  <a:pt x="34679" y="46699"/>
                  <a:pt x="37717" y="43732"/>
                  <a:pt x="39610" y="40266"/>
                </a:cubicBezTo>
                <a:cubicBezTo>
                  <a:pt x="41504" y="36801"/>
                  <a:pt x="42451" y="32994"/>
                  <a:pt x="42451" y="28845"/>
                </a:cubicBezTo>
                <a:cubicBezTo>
                  <a:pt x="42451" y="23438"/>
                  <a:pt x="40754" y="19068"/>
                  <a:pt x="37362" y="15734"/>
                </a:cubicBezTo>
                <a:cubicBezTo>
                  <a:pt x="33969" y="12399"/>
                  <a:pt x="29747" y="10731"/>
                  <a:pt x="24697" y="10731"/>
                </a:cubicBezTo>
                <a:cubicBezTo>
                  <a:pt x="16544" y="10731"/>
                  <a:pt x="9732" y="15097"/>
                  <a:pt x="4261" y="23829"/>
                </a:cubicBezTo>
                <a:lnTo>
                  <a:pt x="1657" y="22567"/>
                </a:lnTo>
                <a:close/>
                <a:moveTo>
                  <a:pt x="105259" y="55312"/>
                </a:moveTo>
                <a:cubicBezTo>
                  <a:pt x="96790" y="48369"/>
                  <a:pt x="91333" y="42793"/>
                  <a:pt x="88887" y="38585"/>
                </a:cubicBezTo>
                <a:cubicBezTo>
                  <a:pt x="86441" y="34376"/>
                  <a:pt x="85218" y="30010"/>
                  <a:pt x="85218" y="25486"/>
                </a:cubicBezTo>
                <a:cubicBezTo>
                  <a:pt x="85218" y="18543"/>
                  <a:pt x="87900" y="12559"/>
                  <a:pt x="93266" y="7535"/>
                </a:cubicBezTo>
                <a:cubicBezTo>
                  <a:pt x="98631" y="2512"/>
                  <a:pt x="105759" y="0"/>
                  <a:pt x="114649" y="0"/>
                </a:cubicBezTo>
                <a:cubicBezTo>
                  <a:pt x="123276" y="0"/>
                  <a:pt x="130220" y="2341"/>
                  <a:pt x="135480" y="7023"/>
                </a:cubicBezTo>
                <a:cubicBezTo>
                  <a:pt x="140740" y="11704"/>
                  <a:pt x="143371" y="17044"/>
                  <a:pt x="143371" y="23040"/>
                </a:cubicBezTo>
                <a:cubicBezTo>
                  <a:pt x="143371" y="27038"/>
                  <a:pt x="141950" y="31115"/>
                  <a:pt x="139110" y="35271"/>
                </a:cubicBezTo>
                <a:cubicBezTo>
                  <a:pt x="136269" y="39426"/>
                  <a:pt x="130351" y="44318"/>
                  <a:pt x="121356" y="49947"/>
                </a:cubicBezTo>
                <a:cubicBezTo>
                  <a:pt x="130614" y="57101"/>
                  <a:pt x="136743" y="62730"/>
                  <a:pt x="139741" y="66833"/>
                </a:cubicBezTo>
                <a:cubicBezTo>
                  <a:pt x="143739" y="72198"/>
                  <a:pt x="145738" y="77853"/>
                  <a:pt x="145738" y="83797"/>
                </a:cubicBezTo>
                <a:cubicBezTo>
                  <a:pt x="145738" y="91320"/>
                  <a:pt x="142871" y="97750"/>
                  <a:pt x="137137" y="103090"/>
                </a:cubicBezTo>
                <a:cubicBezTo>
                  <a:pt x="131403" y="108429"/>
                  <a:pt x="123881" y="111098"/>
                  <a:pt x="114570" y="111098"/>
                </a:cubicBezTo>
                <a:cubicBezTo>
                  <a:pt x="104418" y="111098"/>
                  <a:pt x="96501" y="107916"/>
                  <a:pt x="90820" y="101551"/>
                </a:cubicBezTo>
                <a:cubicBezTo>
                  <a:pt x="86296" y="96448"/>
                  <a:pt x="84034" y="90872"/>
                  <a:pt x="84034" y="84823"/>
                </a:cubicBezTo>
                <a:cubicBezTo>
                  <a:pt x="84034" y="80089"/>
                  <a:pt x="85625" y="75394"/>
                  <a:pt x="88808" y="70738"/>
                </a:cubicBezTo>
                <a:cubicBezTo>
                  <a:pt x="91990" y="66083"/>
                  <a:pt x="97474" y="60941"/>
                  <a:pt x="105259" y="55312"/>
                </a:cubicBezTo>
                <a:moveTo>
                  <a:pt x="117648" y="46870"/>
                </a:moveTo>
                <a:cubicBezTo>
                  <a:pt x="123960" y="41167"/>
                  <a:pt x="127958" y="36666"/>
                  <a:pt x="129641" y="33367"/>
                </a:cubicBezTo>
                <a:cubicBezTo>
                  <a:pt x="131324" y="30066"/>
                  <a:pt x="132166" y="26330"/>
                  <a:pt x="132166" y="22160"/>
                </a:cubicBezTo>
                <a:cubicBezTo>
                  <a:pt x="132166" y="16615"/>
                  <a:pt x="130614" y="12272"/>
                  <a:pt x="127511" y="9131"/>
                </a:cubicBezTo>
                <a:cubicBezTo>
                  <a:pt x="124407" y="5989"/>
                  <a:pt x="120172" y="4419"/>
                  <a:pt x="114807" y="4419"/>
                </a:cubicBezTo>
                <a:cubicBezTo>
                  <a:pt x="109441" y="4419"/>
                  <a:pt x="105075" y="5976"/>
                  <a:pt x="101709" y="9091"/>
                </a:cubicBezTo>
                <a:cubicBezTo>
                  <a:pt x="98342" y="12206"/>
                  <a:pt x="96659" y="15850"/>
                  <a:pt x="96659" y="20022"/>
                </a:cubicBezTo>
                <a:cubicBezTo>
                  <a:pt x="96659" y="22767"/>
                  <a:pt x="97356" y="25513"/>
                  <a:pt x="98750" y="28258"/>
                </a:cubicBezTo>
                <a:cubicBezTo>
                  <a:pt x="100144" y="31003"/>
                  <a:pt x="102130" y="33617"/>
                  <a:pt x="104707" y="36099"/>
                </a:cubicBezTo>
                <a:lnTo>
                  <a:pt x="117648" y="46870"/>
                </a:lnTo>
                <a:moveTo>
                  <a:pt x="108968" y="58311"/>
                </a:moveTo>
                <a:cubicBezTo>
                  <a:pt x="104602" y="61982"/>
                  <a:pt x="101367" y="65980"/>
                  <a:pt x="99263" y="70307"/>
                </a:cubicBezTo>
                <a:cubicBezTo>
                  <a:pt x="97158" y="74632"/>
                  <a:pt x="96106" y="79311"/>
                  <a:pt x="96106" y="84345"/>
                </a:cubicBezTo>
                <a:cubicBezTo>
                  <a:pt x="96106" y="91107"/>
                  <a:pt x="97961" y="96521"/>
                  <a:pt x="101669" y="100584"/>
                </a:cubicBezTo>
                <a:cubicBezTo>
                  <a:pt x="105378" y="104648"/>
                  <a:pt x="110099" y="106680"/>
                  <a:pt x="115833" y="106680"/>
                </a:cubicBezTo>
                <a:cubicBezTo>
                  <a:pt x="121514" y="106680"/>
                  <a:pt x="126064" y="105081"/>
                  <a:pt x="129483" y="101884"/>
                </a:cubicBezTo>
                <a:cubicBezTo>
                  <a:pt x="132903" y="98685"/>
                  <a:pt x="134612" y="94804"/>
                  <a:pt x="134612" y="90243"/>
                </a:cubicBezTo>
                <a:cubicBezTo>
                  <a:pt x="134612" y="86467"/>
                  <a:pt x="133613" y="83085"/>
                  <a:pt x="131614" y="80096"/>
                </a:cubicBezTo>
                <a:cubicBezTo>
                  <a:pt x="127879" y="74538"/>
                  <a:pt x="120330" y="67276"/>
                  <a:pt x="108968" y="58311"/>
                </a:cubicBezTo>
                <a:close/>
                <a:moveTo>
                  <a:pt x="225195" y="2209"/>
                </a:moveTo>
                <a:lnTo>
                  <a:pt x="219041" y="15623"/>
                </a:lnTo>
                <a:lnTo>
                  <a:pt x="186847" y="15623"/>
                </a:lnTo>
                <a:lnTo>
                  <a:pt x="179825" y="29806"/>
                </a:lnTo>
                <a:cubicBezTo>
                  <a:pt x="193765" y="31863"/>
                  <a:pt x="204811" y="37056"/>
                  <a:pt x="212965" y="45385"/>
                </a:cubicBezTo>
                <a:cubicBezTo>
                  <a:pt x="219961" y="52554"/>
                  <a:pt x="223459" y="60989"/>
                  <a:pt x="223459" y="70689"/>
                </a:cubicBezTo>
                <a:cubicBezTo>
                  <a:pt x="223459" y="76331"/>
                  <a:pt x="222315" y="81550"/>
                  <a:pt x="220027" y="86347"/>
                </a:cubicBezTo>
                <a:cubicBezTo>
                  <a:pt x="217739" y="91144"/>
                  <a:pt x="214859" y="95229"/>
                  <a:pt x="211387" y="98604"/>
                </a:cubicBezTo>
                <a:cubicBezTo>
                  <a:pt x="207915" y="101977"/>
                  <a:pt x="204049" y="104692"/>
                  <a:pt x="199788" y="106749"/>
                </a:cubicBezTo>
                <a:cubicBezTo>
                  <a:pt x="193738" y="109649"/>
                  <a:pt x="187531" y="111098"/>
                  <a:pt x="181166" y="111098"/>
                </a:cubicBezTo>
                <a:cubicBezTo>
                  <a:pt x="174749" y="111098"/>
                  <a:pt x="170080" y="110007"/>
                  <a:pt x="167161" y="107824"/>
                </a:cubicBezTo>
                <a:cubicBezTo>
                  <a:pt x="164241" y="105641"/>
                  <a:pt x="162781" y="103234"/>
                  <a:pt x="162781" y="100604"/>
                </a:cubicBezTo>
                <a:cubicBezTo>
                  <a:pt x="162781" y="99131"/>
                  <a:pt x="163386" y="97829"/>
                  <a:pt x="164596" y="96698"/>
                </a:cubicBezTo>
                <a:cubicBezTo>
                  <a:pt x="165806" y="95567"/>
                  <a:pt x="167331" y="95002"/>
                  <a:pt x="169173" y="95002"/>
                </a:cubicBezTo>
                <a:cubicBezTo>
                  <a:pt x="170540" y="95002"/>
                  <a:pt x="171737" y="95212"/>
                  <a:pt x="172763" y="95633"/>
                </a:cubicBezTo>
                <a:cubicBezTo>
                  <a:pt x="173789" y="96054"/>
                  <a:pt x="175538" y="97132"/>
                  <a:pt x="178010" y="98868"/>
                </a:cubicBezTo>
                <a:cubicBezTo>
                  <a:pt x="181955" y="101603"/>
                  <a:pt x="185953" y="102997"/>
                  <a:pt x="190004" y="103050"/>
                </a:cubicBezTo>
                <a:cubicBezTo>
                  <a:pt x="196158" y="103050"/>
                  <a:pt x="201563" y="100717"/>
                  <a:pt x="206219" y="96050"/>
                </a:cubicBezTo>
                <a:cubicBezTo>
                  <a:pt x="210874" y="91381"/>
                  <a:pt x="213202" y="85698"/>
                  <a:pt x="213202" y="78999"/>
                </a:cubicBezTo>
                <a:cubicBezTo>
                  <a:pt x="213202" y="72512"/>
                  <a:pt x="211124" y="66460"/>
                  <a:pt x="206968" y="60843"/>
                </a:cubicBezTo>
                <a:cubicBezTo>
                  <a:pt x="202812" y="55225"/>
                  <a:pt x="197079" y="50886"/>
                  <a:pt x="189767" y="47826"/>
                </a:cubicBezTo>
                <a:cubicBezTo>
                  <a:pt x="184033" y="45454"/>
                  <a:pt x="176221" y="44083"/>
                  <a:pt x="166332" y="43713"/>
                </a:cubicBezTo>
                <a:lnTo>
                  <a:pt x="186847" y="2209"/>
                </a:lnTo>
                <a:lnTo>
                  <a:pt x="225195" y="220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BACBDC-9E57-492E-9752-B0D385F97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947" y="2076044"/>
            <a:ext cx="521132" cy="228794"/>
          </a:xfrm>
          <a:custGeom xmlns:a="http://schemas.openxmlformats.org/drawingml/2006/main">
            <a:pathLst>
              <a:path w="521132" h="228794">
                <a:moveTo>
                  <a:pt x="0" y="228794"/>
                </a:moveTo>
                <a:lnTo>
                  <a:pt x="521132" y="228794"/>
                </a:lnTo>
                <a:lnTo>
                  <a:pt x="521132" y="0"/>
                </a:lnTo>
                <a:lnTo>
                  <a:pt x="0" y="0"/>
                </a:lnTo>
                <a:lnTo>
                  <a:pt x="0" y="228794"/>
                </a:lnTo>
                <a:close/>
              </a:path>
            </a:pathLst>
          </a:custGeom>
          <a:solidFill xmlns:a="http://schemas.openxmlformats.org/drawingml/2006/main">
            <a:srgbClr val="C4BB8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9D07FE-34CA-488B-BAC6-6D0AFF944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946" y="2076042"/>
            <a:ext cx="521132" cy="228794"/>
          </a:xfrm>
          <a:custGeom xmlns:a="http://schemas.openxmlformats.org/drawingml/2006/main">
            <a:pathLst>
              <a:path w="521132" h="228794" fill="none">
                <a:moveTo>
                  <a:pt x="0" y="0"/>
                </a:moveTo>
                <a:lnTo>
                  <a:pt x="521132" y="0"/>
                </a:lnTo>
                <a:lnTo>
                  <a:pt x="521132" y="228794"/>
                </a:lnTo>
                <a:lnTo>
                  <a:pt x="0" y="22879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2036" cap="rnd">
            <a:solidFill>
              <a:srgbClr val="000000"/>
            </a:solidFill>
            <a:round/>
          </a:ln>
        </p:spPr>
      </p:sp>
      <p:sp>
        <p:nvSpPr>
          <p:cNvPr id="53" name="Text …">
            <a:extLst xmlns:a="http://schemas.openxmlformats.org/drawingml/2006/main">
              <a:ext uri="{FF2B5EF4-FFF2-40B4-BE49-F238E27FC236}">
                <a16:creationId xmlns:a16="http://schemas.microsoft.com/office/drawing/2014/main" id="{CA48E898-1CF4-4361-AF29-CC7F7F9E3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2900" y="2250617"/>
            <a:ext cx="185223" cy="27968"/>
          </a:xfrm>
          <a:custGeom xmlns:a="http://schemas.openxmlformats.org/drawingml/2006/main">
            <a:pathLst>
              <a:path w="185223" h="27968">
                <a:moveTo>
                  <a:pt x="14102" y="0"/>
                </a:moveTo>
                <a:cubicBezTo>
                  <a:pt x="10107" y="0"/>
                  <a:pt x="6818" y="1173"/>
                  <a:pt x="4232" y="3995"/>
                </a:cubicBezTo>
                <a:cubicBezTo>
                  <a:pt x="1413" y="6581"/>
                  <a:pt x="0" y="9870"/>
                  <a:pt x="0" y="13866"/>
                </a:cubicBezTo>
                <a:cubicBezTo>
                  <a:pt x="0" y="17861"/>
                  <a:pt x="1413" y="21154"/>
                  <a:pt x="4232" y="23973"/>
                </a:cubicBezTo>
                <a:cubicBezTo>
                  <a:pt x="6818" y="26559"/>
                  <a:pt x="10107" y="27968"/>
                  <a:pt x="14102" y="27968"/>
                </a:cubicBezTo>
                <a:cubicBezTo>
                  <a:pt x="18102" y="27968"/>
                  <a:pt x="21627" y="26559"/>
                  <a:pt x="24446" y="23973"/>
                </a:cubicBezTo>
                <a:cubicBezTo>
                  <a:pt x="27032" y="21387"/>
                  <a:pt x="28442" y="18098"/>
                  <a:pt x="28442" y="13866"/>
                </a:cubicBezTo>
                <a:cubicBezTo>
                  <a:pt x="28442" y="9870"/>
                  <a:pt x="27032" y="6581"/>
                  <a:pt x="24446" y="3995"/>
                </a:cubicBezTo>
                <a:cubicBezTo>
                  <a:pt x="21627" y="1173"/>
                  <a:pt x="18335" y="0"/>
                  <a:pt x="14102" y="0"/>
                </a:cubicBezTo>
                <a:moveTo>
                  <a:pt x="92613" y="0"/>
                </a:moveTo>
                <a:cubicBezTo>
                  <a:pt x="88614" y="0"/>
                  <a:pt x="85325" y="1173"/>
                  <a:pt x="82506" y="3995"/>
                </a:cubicBezTo>
                <a:cubicBezTo>
                  <a:pt x="79683" y="6581"/>
                  <a:pt x="78507" y="9870"/>
                  <a:pt x="78507" y="13866"/>
                </a:cubicBezTo>
                <a:cubicBezTo>
                  <a:pt x="78507" y="17861"/>
                  <a:pt x="79683" y="21154"/>
                  <a:pt x="82506" y="23973"/>
                </a:cubicBezTo>
                <a:cubicBezTo>
                  <a:pt x="85325" y="26559"/>
                  <a:pt x="88614" y="27968"/>
                  <a:pt x="92613" y="27968"/>
                </a:cubicBezTo>
                <a:cubicBezTo>
                  <a:pt x="96609" y="27968"/>
                  <a:pt x="100134" y="26559"/>
                  <a:pt x="102953" y="23973"/>
                </a:cubicBezTo>
                <a:cubicBezTo>
                  <a:pt x="105539" y="21387"/>
                  <a:pt x="106949" y="18098"/>
                  <a:pt x="106949" y="13866"/>
                </a:cubicBezTo>
                <a:cubicBezTo>
                  <a:pt x="106949" y="9870"/>
                  <a:pt x="105539" y="6581"/>
                  <a:pt x="102953" y="3995"/>
                </a:cubicBezTo>
                <a:cubicBezTo>
                  <a:pt x="100134" y="1173"/>
                  <a:pt x="96609" y="0"/>
                  <a:pt x="92613" y="0"/>
                </a:cubicBezTo>
                <a:moveTo>
                  <a:pt x="170883" y="0"/>
                </a:moveTo>
                <a:cubicBezTo>
                  <a:pt x="166888" y="0"/>
                  <a:pt x="163595" y="1173"/>
                  <a:pt x="160776" y="3995"/>
                </a:cubicBezTo>
                <a:cubicBezTo>
                  <a:pt x="157957" y="6581"/>
                  <a:pt x="156781" y="9870"/>
                  <a:pt x="156781" y="13866"/>
                </a:cubicBezTo>
                <a:cubicBezTo>
                  <a:pt x="156781" y="17861"/>
                  <a:pt x="157957" y="21154"/>
                  <a:pt x="160776" y="23973"/>
                </a:cubicBezTo>
                <a:cubicBezTo>
                  <a:pt x="163595" y="26559"/>
                  <a:pt x="166888" y="27968"/>
                  <a:pt x="170883" y="27968"/>
                </a:cubicBezTo>
                <a:cubicBezTo>
                  <a:pt x="174879" y="27968"/>
                  <a:pt x="178171" y="26559"/>
                  <a:pt x="180990" y="23973"/>
                </a:cubicBezTo>
                <a:cubicBezTo>
                  <a:pt x="183813" y="21387"/>
                  <a:pt x="185223" y="18098"/>
                  <a:pt x="185223" y="13866"/>
                </a:cubicBezTo>
                <a:cubicBezTo>
                  <a:pt x="185223" y="9870"/>
                  <a:pt x="183813" y="6581"/>
                  <a:pt x="180990" y="3995"/>
                </a:cubicBezTo>
                <a:cubicBezTo>
                  <a:pt x="178171" y="1173"/>
                  <a:pt x="174879" y="0"/>
                  <a:pt x="170883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13EFD8-01B2-46ED-BAC6-4E9A397B4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6079" y="2076044"/>
            <a:ext cx="521132" cy="228794"/>
          </a:xfrm>
          <a:custGeom xmlns:a="http://schemas.openxmlformats.org/drawingml/2006/main">
            <a:pathLst>
              <a:path w="521132" h="228794">
                <a:moveTo>
                  <a:pt x="0" y="228794"/>
                </a:moveTo>
                <a:lnTo>
                  <a:pt x="521132" y="228794"/>
                </a:lnTo>
                <a:lnTo>
                  <a:pt x="521132" y="0"/>
                </a:lnTo>
                <a:lnTo>
                  <a:pt x="0" y="0"/>
                </a:lnTo>
                <a:lnTo>
                  <a:pt x="0" y="228794"/>
                </a:lnTo>
                <a:close/>
              </a:path>
            </a:pathLst>
          </a:custGeom>
          <a:solidFill xmlns:a="http://schemas.openxmlformats.org/drawingml/2006/main">
            <a:srgbClr val="C4BB8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AFF723-0FE0-47A8-AB09-2B43138B5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6078" y="2076042"/>
            <a:ext cx="521132" cy="228794"/>
          </a:xfrm>
          <a:custGeom xmlns:a="http://schemas.openxmlformats.org/drawingml/2006/main">
            <a:pathLst>
              <a:path w="521132" h="228794" fill="none">
                <a:moveTo>
                  <a:pt x="0" y="0"/>
                </a:moveTo>
                <a:lnTo>
                  <a:pt x="521132" y="0"/>
                </a:lnTo>
                <a:lnTo>
                  <a:pt x="521132" y="228794"/>
                </a:lnTo>
                <a:lnTo>
                  <a:pt x="0" y="22879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2036" cap="rnd">
            <a:solidFill>
              <a:srgbClr val="000000"/>
            </a:solidFill>
            <a:round/>
          </a:ln>
        </p:spPr>
      </p:sp>
      <p:sp>
        <p:nvSpPr>
          <p:cNvPr id="56" name="Text P">
            <a:extLst xmlns:a="http://schemas.openxmlformats.org/drawingml/2006/main">
              <a:ext uri="{FF2B5EF4-FFF2-40B4-BE49-F238E27FC236}">
                <a16:creationId xmlns:a16="http://schemas.microsoft.com/office/drawing/2014/main" id="{51DDBD9B-DEFD-4D2E-B3C4-02FCFC56C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3986" y="2110617"/>
            <a:ext cx="118558" cy="155630"/>
          </a:xfrm>
          <a:custGeom xmlns:a="http://schemas.openxmlformats.org/drawingml/2006/main">
            <a:pathLst>
              <a:path w="118558" h="155630">
                <a:moveTo>
                  <a:pt x="44302" y="82814"/>
                </a:moveTo>
                <a:lnTo>
                  <a:pt x="44302" y="128084"/>
                </a:lnTo>
                <a:cubicBezTo>
                  <a:pt x="44302" y="137830"/>
                  <a:pt x="45373" y="143883"/>
                  <a:pt x="47515" y="146243"/>
                </a:cubicBezTo>
                <a:cubicBezTo>
                  <a:pt x="50423" y="149593"/>
                  <a:pt x="54822" y="151268"/>
                  <a:pt x="60714" y="151268"/>
                </a:cubicBezTo>
                <a:lnTo>
                  <a:pt x="66682" y="151268"/>
                </a:lnTo>
                <a:lnTo>
                  <a:pt x="66682" y="155630"/>
                </a:lnTo>
                <a:lnTo>
                  <a:pt x="0" y="155630"/>
                </a:lnTo>
                <a:lnTo>
                  <a:pt x="0" y="151268"/>
                </a:lnTo>
                <a:lnTo>
                  <a:pt x="5853" y="151268"/>
                </a:lnTo>
                <a:cubicBezTo>
                  <a:pt x="12434" y="151268"/>
                  <a:pt x="17139" y="149137"/>
                  <a:pt x="19970" y="144873"/>
                </a:cubicBezTo>
                <a:cubicBezTo>
                  <a:pt x="21500" y="142513"/>
                  <a:pt x="22266" y="136917"/>
                  <a:pt x="22266" y="128084"/>
                </a:cubicBezTo>
                <a:lnTo>
                  <a:pt x="22266" y="27545"/>
                </a:lnTo>
                <a:cubicBezTo>
                  <a:pt x="22266" y="17799"/>
                  <a:pt x="21233" y="11746"/>
                  <a:pt x="19167" y="9386"/>
                </a:cubicBezTo>
                <a:cubicBezTo>
                  <a:pt x="16183" y="6036"/>
                  <a:pt x="11745" y="4361"/>
                  <a:pt x="5853" y="4361"/>
                </a:cubicBezTo>
                <a:lnTo>
                  <a:pt x="0" y="4361"/>
                </a:lnTo>
                <a:lnTo>
                  <a:pt x="0" y="0"/>
                </a:lnTo>
                <a:lnTo>
                  <a:pt x="57041" y="0"/>
                </a:lnTo>
                <a:cubicBezTo>
                  <a:pt x="70967" y="0"/>
                  <a:pt x="81947" y="1437"/>
                  <a:pt x="89980" y="4311"/>
                </a:cubicBezTo>
                <a:cubicBezTo>
                  <a:pt x="98014" y="7183"/>
                  <a:pt x="104786" y="12028"/>
                  <a:pt x="110295" y="18848"/>
                </a:cubicBezTo>
                <a:cubicBezTo>
                  <a:pt x="115804" y="25667"/>
                  <a:pt x="118558" y="33750"/>
                  <a:pt x="118558" y="43097"/>
                </a:cubicBezTo>
                <a:cubicBezTo>
                  <a:pt x="118558" y="55815"/>
                  <a:pt x="114369" y="66158"/>
                  <a:pt x="105991" y="74128"/>
                </a:cubicBezTo>
                <a:cubicBezTo>
                  <a:pt x="97613" y="82095"/>
                  <a:pt x="85772" y="86078"/>
                  <a:pt x="70469" y="86078"/>
                </a:cubicBezTo>
                <a:cubicBezTo>
                  <a:pt x="66720" y="86078"/>
                  <a:pt x="62665" y="85807"/>
                  <a:pt x="58304" y="85264"/>
                </a:cubicBezTo>
                <a:cubicBezTo>
                  <a:pt x="53942" y="84719"/>
                  <a:pt x="49275" y="83902"/>
                  <a:pt x="44302" y="82814"/>
                </a:cubicBezTo>
                <a:moveTo>
                  <a:pt x="44302" y="76212"/>
                </a:moveTo>
                <a:cubicBezTo>
                  <a:pt x="48357" y="76977"/>
                  <a:pt x="51953" y="77551"/>
                  <a:pt x="55090" y="77933"/>
                </a:cubicBezTo>
                <a:cubicBezTo>
                  <a:pt x="58227" y="78313"/>
                  <a:pt x="60905" y="78503"/>
                  <a:pt x="63124" y="78503"/>
                </a:cubicBezTo>
                <a:cubicBezTo>
                  <a:pt x="71082" y="78503"/>
                  <a:pt x="77949" y="75430"/>
                  <a:pt x="83725" y="69282"/>
                </a:cubicBezTo>
                <a:cubicBezTo>
                  <a:pt x="89502" y="63132"/>
                  <a:pt x="92391" y="55168"/>
                  <a:pt x="92391" y="45388"/>
                </a:cubicBezTo>
                <a:cubicBezTo>
                  <a:pt x="92391" y="38667"/>
                  <a:pt x="91013" y="32423"/>
                  <a:pt x="88259" y="26656"/>
                </a:cubicBezTo>
                <a:cubicBezTo>
                  <a:pt x="85504" y="20888"/>
                  <a:pt x="81602" y="16572"/>
                  <a:pt x="76552" y="13708"/>
                </a:cubicBezTo>
                <a:cubicBezTo>
                  <a:pt x="71502" y="10843"/>
                  <a:pt x="65764" y="9411"/>
                  <a:pt x="59337" y="9411"/>
                </a:cubicBezTo>
                <a:cubicBezTo>
                  <a:pt x="55434" y="9411"/>
                  <a:pt x="50423" y="10137"/>
                  <a:pt x="44302" y="11588"/>
                </a:cubicBezTo>
                <a:lnTo>
                  <a:pt x="44302" y="7621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" name="Text 371">
            <a:extLst xmlns:a="http://schemas.openxmlformats.org/drawingml/2006/main">
              <a:ext uri="{FF2B5EF4-FFF2-40B4-BE49-F238E27FC236}">
                <a16:creationId xmlns:a16="http://schemas.microsoft.com/office/drawing/2014/main" id="{6AF1E9CA-F60E-4FA8-8BAA-1B4C3C762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357" y="2157042"/>
            <a:ext cx="216121" cy="111414"/>
          </a:xfrm>
          <a:custGeom xmlns:a="http://schemas.openxmlformats.org/drawingml/2006/main">
            <a:pathLst>
              <a:path w="216121" h="111414">
                <a:moveTo>
                  <a:pt x="1657" y="22567"/>
                </a:moveTo>
                <a:cubicBezTo>
                  <a:pt x="4708" y="15360"/>
                  <a:pt x="8561" y="9797"/>
                  <a:pt x="13217" y="5878"/>
                </a:cubicBezTo>
                <a:cubicBezTo>
                  <a:pt x="17872" y="1959"/>
                  <a:pt x="23672" y="0"/>
                  <a:pt x="30615" y="0"/>
                </a:cubicBezTo>
                <a:cubicBezTo>
                  <a:pt x="39190" y="0"/>
                  <a:pt x="45765" y="2788"/>
                  <a:pt x="50341" y="8364"/>
                </a:cubicBezTo>
                <a:cubicBezTo>
                  <a:pt x="53813" y="12520"/>
                  <a:pt x="55549" y="16965"/>
                  <a:pt x="55549" y="21699"/>
                </a:cubicBezTo>
                <a:cubicBezTo>
                  <a:pt x="55549" y="29484"/>
                  <a:pt x="50657" y="37533"/>
                  <a:pt x="40873" y="45844"/>
                </a:cubicBezTo>
                <a:cubicBezTo>
                  <a:pt x="47448" y="48421"/>
                  <a:pt x="52419" y="52104"/>
                  <a:pt x="55786" y="56891"/>
                </a:cubicBezTo>
                <a:cubicBezTo>
                  <a:pt x="59153" y="61677"/>
                  <a:pt x="60836" y="67306"/>
                  <a:pt x="60836" y="73776"/>
                </a:cubicBezTo>
                <a:cubicBezTo>
                  <a:pt x="60836" y="83034"/>
                  <a:pt x="57890" y="91056"/>
                  <a:pt x="51998" y="97842"/>
                </a:cubicBezTo>
                <a:cubicBezTo>
                  <a:pt x="44318" y="106680"/>
                  <a:pt x="33193" y="111098"/>
                  <a:pt x="18622" y="111098"/>
                </a:cubicBezTo>
                <a:cubicBezTo>
                  <a:pt x="11415" y="111098"/>
                  <a:pt x="6510" y="110204"/>
                  <a:pt x="3906" y="108416"/>
                </a:cubicBezTo>
                <a:cubicBezTo>
                  <a:pt x="1302" y="106627"/>
                  <a:pt x="0" y="104707"/>
                  <a:pt x="0" y="102656"/>
                </a:cubicBezTo>
                <a:cubicBezTo>
                  <a:pt x="0" y="101130"/>
                  <a:pt x="618" y="99789"/>
                  <a:pt x="1854" y="98631"/>
                </a:cubicBezTo>
                <a:cubicBezTo>
                  <a:pt x="3090" y="97474"/>
                  <a:pt x="4576" y="96895"/>
                  <a:pt x="6312" y="96895"/>
                </a:cubicBezTo>
                <a:cubicBezTo>
                  <a:pt x="7627" y="96895"/>
                  <a:pt x="8969" y="97103"/>
                  <a:pt x="10337" y="97519"/>
                </a:cubicBezTo>
                <a:cubicBezTo>
                  <a:pt x="11231" y="97781"/>
                  <a:pt x="13256" y="98731"/>
                  <a:pt x="16412" y="100370"/>
                </a:cubicBezTo>
                <a:cubicBezTo>
                  <a:pt x="19568" y="102009"/>
                  <a:pt x="21752" y="102984"/>
                  <a:pt x="22961" y="103297"/>
                </a:cubicBezTo>
                <a:cubicBezTo>
                  <a:pt x="24908" y="103869"/>
                  <a:pt x="26986" y="104155"/>
                  <a:pt x="29195" y="104155"/>
                </a:cubicBezTo>
                <a:cubicBezTo>
                  <a:pt x="34560" y="104155"/>
                  <a:pt x="39229" y="102077"/>
                  <a:pt x="43201" y="97921"/>
                </a:cubicBezTo>
                <a:cubicBezTo>
                  <a:pt x="47172" y="93766"/>
                  <a:pt x="49158" y="88847"/>
                  <a:pt x="49158" y="83166"/>
                </a:cubicBezTo>
                <a:cubicBezTo>
                  <a:pt x="49158" y="79010"/>
                  <a:pt x="48237" y="74960"/>
                  <a:pt x="46396" y="71015"/>
                </a:cubicBezTo>
                <a:cubicBezTo>
                  <a:pt x="45029" y="68069"/>
                  <a:pt x="43529" y="65833"/>
                  <a:pt x="41899" y="64308"/>
                </a:cubicBezTo>
                <a:cubicBezTo>
                  <a:pt x="39637" y="62204"/>
                  <a:pt x="36533" y="60297"/>
                  <a:pt x="32588" y="58587"/>
                </a:cubicBezTo>
                <a:cubicBezTo>
                  <a:pt x="28643" y="56877"/>
                  <a:pt x="24618" y="56023"/>
                  <a:pt x="20515" y="56023"/>
                </a:cubicBezTo>
                <a:lnTo>
                  <a:pt x="17990" y="56023"/>
                </a:lnTo>
                <a:lnTo>
                  <a:pt x="17990" y="53655"/>
                </a:lnTo>
                <a:cubicBezTo>
                  <a:pt x="22146" y="53131"/>
                  <a:pt x="26315" y="51635"/>
                  <a:pt x="30497" y="49168"/>
                </a:cubicBezTo>
                <a:cubicBezTo>
                  <a:pt x="34679" y="46699"/>
                  <a:pt x="37717" y="43732"/>
                  <a:pt x="39610" y="40266"/>
                </a:cubicBezTo>
                <a:cubicBezTo>
                  <a:pt x="41504" y="36801"/>
                  <a:pt x="42451" y="32994"/>
                  <a:pt x="42451" y="28845"/>
                </a:cubicBezTo>
                <a:cubicBezTo>
                  <a:pt x="42451" y="23438"/>
                  <a:pt x="40754" y="19068"/>
                  <a:pt x="37362" y="15734"/>
                </a:cubicBezTo>
                <a:cubicBezTo>
                  <a:pt x="33969" y="12399"/>
                  <a:pt x="29747" y="10731"/>
                  <a:pt x="24697" y="10731"/>
                </a:cubicBezTo>
                <a:cubicBezTo>
                  <a:pt x="16544" y="10731"/>
                  <a:pt x="9732" y="15097"/>
                  <a:pt x="4261" y="23829"/>
                </a:cubicBezTo>
                <a:lnTo>
                  <a:pt x="1657" y="22567"/>
                </a:lnTo>
                <a:close/>
                <a:moveTo>
                  <a:pt x="90504" y="2209"/>
                </a:moveTo>
                <a:lnTo>
                  <a:pt x="147868" y="2209"/>
                </a:lnTo>
                <a:lnTo>
                  <a:pt x="147868" y="5183"/>
                </a:lnTo>
                <a:lnTo>
                  <a:pt x="112203" y="111414"/>
                </a:lnTo>
                <a:lnTo>
                  <a:pt x="103366" y="111414"/>
                </a:lnTo>
                <a:lnTo>
                  <a:pt x="135322" y="15150"/>
                </a:lnTo>
                <a:lnTo>
                  <a:pt x="105890" y="15150"/>
                </a:lnTo>
                <a:cubicBezTo>
                  <a:pt x="99946" y="15150"/>
                  <a:pt x="95712" y="15860"/>
                  <a:pt x="93187" y="17280"/>
                </a:cubicBezTo>
                <a:cubicBezTo>
                  <a:pt x="88768" y="19700"/>
                  <a:pt x="85217" y="23435"/>
                  <a:pt x="82535" y="28485"/>
                </a:cubicBezTo>
                <a:lnTo>
                  <a:pt x="80246" y="27617"/>
                </a:lnTo>
                <a:lnTo>
                  <a:pt x="90504" y="2209"/>
                </a:lnTo>
                <a:close/>
                <a:moveTo>
                  <a:pt x="173986" y="12625"/>
                </a:moveTo>
                <a:lnTo>
                  <a:pt x="200024" y="0"/>
                </a:lnTo>
                <a:lnTo>
                  <a:pt x="202628" y="0"/>
                </a:lnTo>
                <a:lnTo>
                  <a:pt x="202628" y="90267"/>
                </a:lnTo>
                <a:cubicBezTo>
                  <a:pt x="202628" y="96264"/>
                  <a:pt x="202878" y="99999"/>
                  <a:pt x="203378" y="101472"/>
                </a:cubicBezTo>
                <a:cubicBezTo>
                  <a:pt x="203878" y="102945"/>
                  <a:pt x="204917" y="104076"/>
                  <a:pt x="206495" y="104865"/>
                </a:cubicBezTo>
                <a:cubicBezTo>
                  <a:pt x="208073" y="105654"/>
                  <a:pt x="211282" y="106101"/>
                  <a:pt x="216121" y="106206"/>
                </a:cubicBezTo>
                <a:lnTo>
                  <a:pt x="216121" y="109205"/>
                </a:lnTo>
                <a:lnTo>
                  <a:pt x="175879" y="109205"/>
                </a:lnTo>
                <a:lnTo>
                  <a:pt x="175879" y="106206"/>
                </a:lnTo>
                <a:cubicBezTo>
                  <a:pt x="180929" y="106101"/>
                  <a:pt x="184191" y="105667"/>
                  <a:pt x="185664" y="104904"/>
                </a:cubicBezTo>
                <a:cubicBezTo>
                  <a:pt x="187137" y="104142"/>
                  <a:pt x="188162" y="103116"/>
                  <a:pt x="188741" y="101827"/>
                </a:cubicBezTo>
                <a:cubicBezTo>
                  <a:pt x="189320" y="100538"/>
                  <a:pt x="189609" y="96685"/>
                  <a:pt x="189609" y="90267"/>
                </a:cubicBezTo>
                <a:lnTo>
                  <a:pt x="189609" y="32509"/>
                </a:lnTo>
                <a:cubicBezTo>
                  <a:pt x="189609" y="24758"/>
                  <a:pt x="189346" y="19784"/>
                  <a:pt x="188820" y="17586"/>
                </a:cubicBezTo>
                <a:cubicBezTo>
                  <a:pt x="188452" y="15909"/>
                  <a:pt x="187781" y="14676"/>
                  <a:pt x="186808" y="13887"/>
                </a:cubicBezTo>
                <a:cubicBezTo>
                  <a:pt x="185835" y="13098"/>
                  <a:pt x="184664" y="12704"/>
                  <a:pt x="183297" y="12704"/>
                </a:cubicBezTo>
                <a:cubicBezTo>
                  <a:pt x="181350" y="12704"/>
                  <a:pt x="178641" y="13519"/>
                  <a:pt x="175169" y="15150"/>
                </a:cubicBezTo>
                <a:lnTo>
                  <a:pt x="173986" y="126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2DED1D-4A3F-4905-AC95-3690D8F7C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7210" y="2076044"/>
            <a:ext cx="521132" cy="228794"/>
          </a:xfrm>
          <a:custGeom xmlns:a="http://schemas.openxmlformats.org/drawingml/2006/main">
            <a:pathLst>
              <a:path w="521132" h="228794">
                <a:moveTo>
                  <a:pt x="0" y="228794"/>
                </a:moveTo>
                <a:lnTo>
                  <a:pt x="521132" y="228794"/>
                </a:lnTo>
                <a:lnTo>
                  <a:pt x="521132" y="0"/>
                </a:lnTo>
                <a:lnTo>
                  <a:pt x="0" y="0"/>
                </a:lnTo>
                <a:lnTo>
                  <a:pt x="0" y="228794"/>
                </a:lnTo>
                <a:close/>
              </a:path>
            </a:pathLst>
          </a:custGeom>
          <a:solidFill xmlns:a="http://schemas.openxmlformats.org/drawingml/2006/main">
            <a:srgbClr val="C4BB8F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DF949A-3636-4F56-A7CA-FB4D556AB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7209" y="2076042"/>
            <a:ext cx="521132" cy="228794"/>
          </a:xfrm>
          <a:custGeom xmlns:a="http://schemas.openxmlformats.org/drawingml/2006/main">
            <a:pathLst>
              <a:path w="521132" h="228794" fill="none">
                <a:moveTo>
                  <a:pt x="0" y="0"/>
                </a:moveTo>
                <a:lnTo>
                  <a:pt x="521132" y="0"/>
                </a:lnTo>
                <a:lnTo>
                  <a:pt x="521132" y="228794"/>
                </a:lnTo>
                <a:lnTo>
                  <a:pt x="0" y="22879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2036" cap="rnd">
            <a:solidFill>
              <a:srgbClr val="000000"/>
            </a:solidFill>
            <a:round/>
          </a:ln>
        </p:spPr>
      </p:sp>
      <p:sp>
        <p:nvSpPr>
          <p:cNvPr id="60" name="Text P">
            <a:extLst xmlns:a="http://schemas.openxmlformats.org/drawingml/2006/main">
              <a:ext uri="{FF2B5EF4-FFF2-40B4-BE49-F238E27FC236}">
                <a16:creationId xmlns:a16="http://schemas.microsoft.com/office/drawing/2014/main" id="{A2CD2C8B-DA2E-473B-A1B5-9EF0C9BF9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5119" y="2110617"/>
            <a:ext cx="118558" cy="155630"/>
          </a:xfrm>
          <a:custGeom xmlns:a="http://schemas.openxmlformats.org/drawingml/2006/main">
            <a:pathLst>
              <a:path w="118558" h="155630">
                <a:moveTo>
                  <a:pt x="44302" y="82814"/>
                </a:moveTo>
                <a:lnTo>
                  <a:pt x="44302" y="128084"/>
                </a:lnTo>
                <a:cubicBezTo>
                  <a:pt x="44302" y="137830"/>
                  <a:pt x="45373" y="143883"/>
                  <a:pt x="47515" y="146243"/>
                </a:cubicBezTo>
                <a:cubicBezTo>
                  <a:pt x="50423" y="149593"/>
                  <a:pt x="54822" y="151268"/>
                  <a:pt x="60714" y="151268"/>
                </a:cubicBezTo>
                <a:lnTo>
                  <a:pt x="66682" y="151268"/>
                </a:lnTo>
                <a:lnTo>
                  <a:pt x="66682" y="155630"/>
                </a:lnTo>
                <a:lnTo>
                  <a:pt x="0" y="155630"/>
                </a:lnTo>
                <a:lnTo>
                  <a:pt x="0" y="151268"/>
                </a:lnTo>
                <a:lnTo>
                  <a:pt x="5853" y="151268"/>
                </a:lnTo>
                <a:cubicBezTo>
                  <a:pt x="12434" y="151268"/>
                  <a:pt x="17139" y="149137"/>
                  <a:pt x="19970" y="144873"/>
                </a:cubicBezTo>
                <a:cubicBezTo>
                  <a:pt x="21500" y="142513"/>
                  <a:pt x="22266" y="136917"/>
                  <a:pt x="22266" y="128084"/>
                </a:cubicBezTo>
                <a:lnTo>
                  <a:pt x="22266" y="27545"/>
                </a:lnTo>
                <a:cubicBezTo>
                  <a:pt x="22266" y="17799"/>
                  <a:pt x="21233" y="11746"/>
                  <a:pt x="19167" y="9386"/>
                </a:cubicBezTo>
                <a:cubicBezTo>
                  <a:pt x="16183" y="6036"/>
                  <a:pt x="11745" y="4361"/>
                  <a:pt x="5853" y="4361"/>
                </a:cubicBezTo>
                <a:lnTo>
                  <a:pt x="0" y="4361"/>
                </a:lnTo>
                <a:lnTo>
                  <a:pt x="0" y="0"/>
                </a:lnTo>
                <a:lnTo>
                  <a:pt x="57041" y="0"/>
                </a:lnTo>
                <a:cubicBezTo>
                  <a:pt x="70967" y="0"/>
                  <a:pt x="81947" y="1437"/>
                  <a:pt x="89980" y="4311"/>
                </a:cubicBezTo>
                <a:cubicBezTo>
                  <a:pt x="98014" y="7183"/>
                  <a:pt x="104786" y="12028"/>
                  <a:pt x="110295" y="18848"/>
                </a:cubicBezTo>
                <a:cubicBezTo>
                  <a:pt x="115804" y="25667"/>
                  <a:pt x="118558" y="33750"/>
                  <a:pt x="118558" y="43097"/>
                </a:cubicBezTo>
                <a:cubicBezTo>
                  <a:pt x="118558" y="55815"/>
                  <a:pt x="114369" y="66158"/>
                  <a:pt x="105991" y="74128"/>
                </a:cubicBezTo>
                <a:cubicBezTo>
                  <a:pt x="97613" y="82095"/>
                  <a:pt x="85772" y="86078"/>
                  <a:pt x="70469" y="86078"/>
                </a:cubicBezTo>
                <a:cubicBezTo>
                  <a:pt x="66720" y="86078"/>
                  <a:pt x="62665" y="85807"/>
                  <a:pt x="58304" y="85264"/>
                </a:cubicBezTo>
                <a:cubicBezTo>
                  <a:pt x="53942" y="84719"/>
                  <a:pt x="49275" y="83902"/>
                  <a:pt x="44302" y="82814"/>
                </a:cubicBezTo>
                <a:moveTo>
                  <a:pt x="44302" y="76212"/>
                </a:moveTo>
                <a:cubicBezTo>
                  <a:pt x="48357" y="76977"/>
                  <a:pt x="51953" y="77551"/>
                  <a:pt x="55090" y="77933"/>
                </a:cubicBezTo>
                <a:cubicBezTo>
                  <a:pt x="58227" y="78313"/>
                  <a:pt x="60905" y="78503"/>
                  <a:pt x="63124" y="78503"/>
                </a:cubicBezTo>
                <a:cubicBezTo>
                  <a:pt x="71082" y="78503"/>
                  <a:pt x="77949" y="75430"/>
                  <a:pt x="83725" y="69282"/>
                </a:cubicBezTo>
                <a:cubicBezTo>
                  <a:pt x="89502" y="63132"/>
                  <a:pt x="92391" y="55168"/>
                  <a:pt x="92391" y="45388"/>
                </a:cubicBezTo>
                <a:cubicBezTo>
                  <a:pt x="92391" y="38667"/>
                  <a:pt x="91013" y="32423"/>
                  <a:pt x="88259" y="26656"/>
                </a:cubicBezTo>
                <a:cubicBezTo>
                  <a:pt x="85504" y="20888"/>
                  <a:pt x="81602" y="16572"/>
                  <a:pt x="76552" y="13708"/>
                </a:cubicBezTo>
                <a:cubicBezTo>
                  <a:pt x="71502" y="10843"/>
                  <a:pt x="65764" y="9411"/>
                  <a:pt x="59337" y="9411"/>
                </a:cubicBezTo>
                <a:cubicBezTo>
                  <a:pt x="55434" y="9411"/>
                  <a:pt x="50423" y="10137"/>
                  <a:pt x="44302" y="11588"/>
                </a:cubicBezTo>
                <a:lnTo>
                  <a:pt x="44302" y="7621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" name="Text 369">
            <a:extLst xmlns:a="http://schemas.openxmlformats.org/drawingml/2006/main">
              <a:ext uri="{FF2B5EF4-FFF2-40B4-BE49-F238E27FC236}">
                <a16:creationId xmlns:a16="http://schemas.microsoft.com/office/drawing/2014/main" id="{00C3E6DB-4802-48F7-9339-3F5E64752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8489" y="2157042"/>
            <a:ext cx="228904" cy="111414"/>
          </a:xfrm>
          <a:custGeom xmlns:a="http://schemas.openxmlformats.org/drawingml/2006/main">
            <a:pathLst>
              <a:path w="228904" h="111414">
                <a:moveTo>
                  <a:pt x="1657" y="22567"/>
                </a:moveTo>
                <a:cubicBezTo>
                  <a:pt x="4708" y="15360"/>
                  <a:pt x="8561" y="9797"/>
                  <a:pt x="13217" y="5878"/>
                </a:cubicBezTo>
                <a:cubicBezTo>
                  <a:pt x="17872" y="1959"/>
                  <a:pt x="23672" y="0"/>
                  <a:pt x="30615" y="0"/>
                </a:cubicBezTo>
                <a:cubicBezTo>
                  <a:pt x="39190" y="0"/>
                  <a:pt x="45765" y="2788"/>
                  <a:pt x="50341" y="8364"/>
                </a:cubicBezTo>
                <a:cubicBezTo>
                  <a:pt x="53813" y="12520"/>
                  <a:pt x="55549" y="16965"/>
                  <a:pt x="55549" y="21699"/>
                </a:cubicBezTo>
                <a:cubicBezTo>
                  <a:pt x="55549" y="29484"/>
                  <a:pt x="50657" y="37533"/>
                  <a:pt x="40873" y="45844"/>
                </a:cubicBezTo>
                <a:cubicBezTo>
                  <a:pt x="47448" y="48421"/>
                  <a:pt x="52419" y="52104"/>
                  <a:pt x="55786" y="56891"/>
                </a:cubicBezTo>
                <a:cubicBezTo>
                  <a:pt x="59153" y="61677"/>
                  <a:pt x="60836" y="67306"/>
                  <a:pt x="60836" y="73776"/>
                </a:cubicBezTo>
                <a:cubicBezTo>
                  <a:pt x="60836" y="83034"/>
                  <a:pt x="57890" y="91056"/>
                  <a:pt x="51998" y="97842"/>
                </a:cubicBezTo>
                <a:cubicBezTo>
                  <a:pt x="44318" y="106680"/>
                  <a:pt x="33193" y="111098"/>
                  <a:pt x="18622" y="111098"/>
                </a:cubicBezTo>
                <a:cubicBezTo>
                  <a:pt x="11415" y="111098"/>
                  <a:pt x="6510" y="110204"/>
                  <a:pt x="3906" y="108416"/>
                </a:cubicBezTo>
                <a:cubicBezTo>
                  <a:pt x="1302" y="106627"/>
                  <a:pt x="0" y="104707"/>
                  <a:pt x="0" y="102656"/>
                </a:cubicBezTo>
                <a:cubicBezTo>
                  <a:pt x="0" y="101130"/>
                  <a:pt x="618" y="99789"/>
                  <a:pt x="1854" y="98631"/>
                </a:cubicBezTo>
                <a:cubicBezTo>
                  <a:pt x="3090" y="97474"/>
                  <a:pt x="4576" y="96895"/>
                  <a:pt x="6312" y="96895"/>
                </a:cubicBezTo>
                <a:cubicBezTo>
                  <a:pt x="7627" y="96895"/>
                  <a:pt x="8969" y="97103"/>
                  <a:pt x="10337" y="97519"/>
                </a:cubicBezTo>
                <a:cubicBezTo>
                  <a:pt x="11231" y="97781"/>
                  <a:pt x="13256" y="98731"/>
                  <a:pt x="16412" y="100370"/>
                </a:cubicBezTo>
                <a:cubicBezTo>
                  <a:pt x="19568" y="102009"/>
                  <a:pt x="21752" y="102984"/>
                  <a:pt x="22961" y="103297"/>
                </a:cubicBezTo>
                <a:cubicBezTo>
                  <a:pt x="24908" y="103869"/>
                  <a:pt x="26986" y="104155"/>
                  <a:pt x="29195" y="104155"/>
                </a:cubicBezTo>
                <a:cubicBezTo>
                  <a:pt x="34560" y="104155"/>
                  <a:pt x="39229" y="102077"/>
                  <a:pt x="43201" y="97921"/>
                </a:cubicBezTo>
                <a:cubicBezTo>
                  <a:pt x="47172" y="93766"/>
                  <a:pt x="49158" y="88847"/>
                  <a:pt x="49158" y="83166"/>
                </a:cubicBezTo>
                <a:cubicBezTo>
                  <a:pt x="49158" y="79010"/>
                  <a:pt x="48237" y="74960"/>
                  <a:pt x="46396" y="71015"/>
                </a:cubicBezTo>
                <a:cubicBezTo>
                  <a:pt x="45029" y="68069"/>
                  <a:pt x="43529" y="65833"/>
                  <a:pt x="41899" y="64308"/>
                </a:cubicBezTo>
                <a:cubicBezTo>
                  <a:pt x="39637" y="62204"/>
                  <a:pt x="36533" y="60297"/>
                  <a:pt x="32588" y="58587"/>
                </a:cubicBezTo>
                <a:cubicBezTo>
                  <a:pt x="28643" y="56877"/>
                  <a:pt x="24618" y="56023"/>
                  <a:pt x="20515" y="56023"/>
                </a:cubicBezTo>
                <a:lnTo>
                  <a:pt x="17990" y="56023"/>
                </a:lnTo>
                <a:lnTo>
                  <a:pt x="17990" y="53655"/>
                </a:lnTo>
                <a:cubicBezTo>
                  <a:pt x="22146" y="53131"/>
                  <a:pt x="26315" y="51635"/>
                  <a:pt x="30497" y="49168"/>
                </a:cubicBezTo>
                <a:cubicBezTo>
                  <a:pt x="34679" y="46699"/>
                  <a:pt x="37717" y="43732"/>
                  <a:pt x="39610" y="40266"/>
                </a:cubicBezTo>
                <a:cubicBezTo>
                  <a:pt x="41504" y="36801"/>
                  <a:pt x="42451" y="32994"/>
                  <a:pt x="42451" y="28845"/>
                </a:cubicBezTo>
                <a:cubicBezTo>
                  <a:pt x="42451" y="23438"/>
                  <a:pt x="40754" y="19068"/>
                  <a:pt x="37362" y="15734"/>
                </a:cubicBezTo>
                <a:cubicBezTo>
                  <a:pt x="33969" y="12399"/>
                  <a:pt x="29747" y="10731"/>
                  <a:pt x="24697" y="10731"/>
                </a:cubicBezTo>
                <a:cubicBezTo>
                  <a:pt x="16544" y="10731"/>
                  <a:pt x="9732" y="15097"/>
                  <a:pt x="4261" y="23829"/>
                </a:cubicBezTo>
                <a:lnTo>
                  <a:pt x="1657" y="22567"/>
                </a:lnTo>
                <a:close/>
                <a:moveTo>
                  <a:pt x="146685" y="0"/>
                </a:moveTo>
                <a:lnTo>
                  <a:pt x="146685" y="3156"/>
                </a:lnTo>
                <a:cubicBezTo>
                  <a:pt x="139741" y="3835"/>
                  <a:pt x="134073" y="5207"/>
                  <a:pt x="129681" y="7272"/>
                </a:cubicBezTo>
                <a:cubicBezTo>
                  <a:pt x="125288" y="9335"/>
                  <a:pt x="120948" y="12483"/>
                  <a:pt x="116661" y="16716"/>
                </a:cubicBezTo>
                <a:cubicBezTo>
                  <a:pt x="112374" y="20947"/>
                  <a:pt x="108823" y="25662"/>
                  <a:pt x="106009" y="30862"/>
                </a:cubicBezTo>
                <a:cubicBezTo>
                  <a:pt x="103195" y="36060"/>
                  <a:pt x="100841" y="42238"/>
                  <a:pt x="98947" y="49397"/>
                </a:cubicBezTo>
                <a:cubicBezTo>
                  <a:pt x="106522" y="44135"/>
                  <a:pt x="114123" y="41504"/>
                  <a:pt x="121751" y="41504"/>
                </a:cubicBezTo>
                <a:cubicBezTo>
                  <a:pt x="129063" y="41504"/>
                  <a:pt x="135401" y="44456"/>
                  <a:pt x="140767" y="50361"/>
                </a:cubicBezTo>
                <a:cubicBezTo>
                  <a:pt x="146132" y="56266"/>
                  <a:pt x="148815" y="63858"/>
                  <a:pt x="148815" y="73138"/>
                </a:cubicBezTo>
                <a:cubicBezTo>
                  <a:pt x="148815" y="82100"/>
                  <a:pt x="146106" y="90272"/>
                  <a:pt x="140688" y="97655"/>
                </a:cubicBezTo>
                <a:cubicBezTo>
                  <a:pt x="134165" y="106617"/>
                  <a:pt x="125538" y="111098"/>
                  <a:pt x="114807" y="111098"/>
                </a:cubicBezTo>
                <a:cubicBezTo>
                  <a:pt x="107495" y="111098"/>
                  <a:pt x="101288" y="108679"/>
                  <a:pt x="96185" y="103839"/>
                </a:cubicBezTo>
                <a:cubicBezTo>
                  <a:pt x="86191" y="94423"/>
                  <a:pt x="81193" y="82219"/>
                  <a:pt x="81193" y="67227"/>
                </a:cubicBezTo>
                <a:cubicBezTo>
                  <a:pt x="81193" y="57653"/>
                  <a:pt x="83114" y="48553"/>
                  <a:pt x="86954" y="39926"/>
                </a:cubicBezTo>
                <a:cubicBezTo>
                  <a:pt x="90794" y="31299"/>
                  <a:pt x="96278" y="23645"/>
                  <a:pt x="103405" y="16965"/>
                </a:cubicBezTo>
                <a:cubicBezTo>
                  <a:pt x="110533" y="10284"/>
                  <a:pt x="117358" y="5786"/>
                  <a:pt x="123881" y="3472"/>
                </a:cubicBezTo>
                <a:cubicBezTo>
                  <a:pt x="130404" y="1157"/>
                  <a:pt x="136480" y="0"/>
                  <a:pt x="142108" y="0"/>
                </a:cubicBezTo>
                <a:lnTo>
                  <a:pt x="146685" y="0"/>
                </a:lnTo>
                <a:moveTo>
                  <a:pt x="97606" y="55165"/>
                </a:moveTo>
                <a:cubicBezTo>
                  <a:pt x="96659" y="62276"/>
                  <a:pt x="96185" y="68017"/>
                  <a:pt x="96185" y="72388"/>
                </a:cubicBezTo>
                <a:cubicBezTo>
                  <a:pt x="96185" y="77445"/>
                  <a:pt x="97119" y="82936"/>
                  <a:pt x="98987" y="88862"/>
                </a:cubicBezTo>
                <a:cubicBezTo>
                  <a:pt x="100854" y="94788"/>
                  <a:pt x="103629" y="99489"/>
                  <a:pt x="107311" y="102966"/>
                </a:cubicBezTo>
                <a:cubicBezTo>
                  <a:pt x="109994" y="105442"/>
                  <a:pt x="113255" y="106680"/>
                  <a:pt x="117095" y="106680"/>
                </a:cubicBezTo>
                <a:cubicBezTo>
                  <a:pt x="121672" y="106680"/>
                  <a:pt x="125762" y="104520"/>
                  <a:pt x="129365" y="100202"/>
                </a:cubicBezTo>
                <a:cubicBezTo>
                  <a:pt x="132968" y="95882"/>
                  <a:pt x="134770" y="89718"/>
                  <a:pt x="134770" y="81711"/>
                </a:cubicBezTo>
                <a:cubicBezTo>
                  <a:pt x="134770" y="72704"/>
                  <a:pt x="132982" y="64909"/>
                  <a:pt x="129404" y="58326"/>
                </a:cubicBezTo>
                <a:cubicBezTo>
                  <a:pt x="125827" y="51740"/>
                  <a:pt x="120751" y="48448"/>
                  <a:pt x="114176" y="48448"/>
                </a:cubicBezTo>
                <a:cubicBezTo>
                  <a:pt x="112177" y="48448"/>
                  <a:pt x="110033" y="48869"/>
                  <a:pt x="107745" y="49713"/>
                </a:cubicBezTo>
                <a:cubicBezTo>
                  <a:pt x="105457" y="50554"/>
                  <a:pt x="102077" y="52372"/>
                  <a:pt x="97606" y="55165"/>
                </a:cubicBezTo>
                <a:close/>
                <a:moveTo>
                  <a:pt x="163570" y="111414"/>
                </a:moveTo>
                <a:lnTo>
                  <a:pt x="163570" y="108416"/>
                </a:lnTo>
                <a:cubicBezTo>
                  <a:pt x="170409" y="108310"/>
                  <a:pt x="176774" y="106723"/>
                  <a:pt x="182666" y="103654"/>
                </a:cubicBezTo>
                <a:cubicBezTo>
                  <a:pt x="188557" y="100583"/>
                  <a:pt x="194251" y="95218"/>
                  <a:pt x="199748" y="87558"/>
                </a:cubicBezTo>
                <a:cubicBezTo>
                  <a:pt x="205246" y="79896"/>
                  <a:pt x="209072" y="71436"/>
                  <a:pt x="211229" y="62180"/>
                </a:cubicBezTo>
                <a:cubicBezTo>
                  <a:pt x="202970" y="67544"/>
                  <a:pt x="195501" y="70226"/>
                  <a:pt x="188820" y="70226"/>
                </a:cubicBezTo>
                <a:cubicBezTo>
                  <a:pt x="181298" y="70226"/>
                  <a:pt x="174854" y="67319"/>
                  <a:pt x="169488" y="61507"/>
                </a:cubicBezTo>
                <a:cubicBezTo>
                  <a:pt x="164123" y="55694"/>
                  <a:pt x="161440" y="47974"/>
                  <a:pt x="161440" y="38348"/>
                </a:cubicBezTo>
                <a:cubicBezTo>
                  <a:pt x="161440" y="28984"/>
                  <a:pt x="164123" y="20647"/>
                  <a:pt x="169488" y="13335"/>
                </a:cubicBezTo>
                <a:cubicBezTo>
                  <a:pt x="175959" y="4445"/>
                  <a:pt x="184401" y="0"/>
                  <a:pt x="194817" y="0"/>
                </a:cubicBezTo>
                <a:cubicBezTo>
                  <a:pt x="203602" y="0"/>
                  <a:pt x="211124" y="3630"/>
                  <a:pt x="217384" y="10889"/>
                </a:cubicBezTo>
                <a:cubicBezTo>
                  <a:pt x="225064" y="19884"/>
                  <a:pt x="228904" y="30983"/>
                  <a:pt x="228904" y="44187"/>
                </a:cubicBezTo>
                <a:cubicBezTo>
                  <a:pt x="228904" y="56075"/>
                  <a:pt x="225984" y="67161"/>
                  <a:pt x="220145" y="77445"/>
                </a:cubicBezTo>
                <a:cubicBezTo>
                  <a:pt x="214306" y="87729"/>
                  <a:pt x="206179" y="96264"/>
                  <a:pt x="195764" y="103050"/>
                </a:cubicBezTo>
                <a:cubicBezTo>
                  <a:pt x="187295" y="108626"/>
                  <a:pt x="178063" y="111414"/>
                  <a:pt x="168068" y="111414"/>
                </a:cubicBezTo>
                <a:lnTo>
                  <a:pt x="163570" y="111414"/>
                </a:lnTo>
                <a:moveTo>
                  <a:pt x="212492" y="56356"/>
                </a:moveTo>
                <a:cubicBezTo>
                  <a:pt x="213439" y="49535"/>
                  <a:pt x="213912" y="44079"/>
                  <a:pt x="213912" y="39988"/>
                </a:cubicBezTo>
                <a:cubicBezTo>
                  <a:pt x="213912" y="34900"/>
                  <a:pt x="213044" y="29405"/>
                  <a:pt x="211308" y="23504"/>
                </a:cubicBezTo>
                <a:cubicBezTo>
                  <a:pt x="209572" y="17601"/>
                  <a:pt x="207113" y="13076"/>
                  <a:pt x="203930" y="9930"/>
                </a:cubicBezTo>
                <a:cubicBezTo>
                  <a:pt x="200748" y="6782"/>
                  <a:pt x="197131" y="5208"/>
                  <a:pt x="193081" y="5208"/>
                </a:cubicBezTo>
                <a:cubicBezTo>
                  <a:pt x="188399" y="5208"/>
                  <a:pt x="184296" y="7306"/>
                  <a:pt x="180772" y="11503"/>
                </a:cubicBezTo>
                <a:cubicBezTo>
                  <a:pt x="177247" y="15700"/>
                  <a:pt x="175485" y="21942"/>
                  <a:pt x="175485" y="30231"/>
                </a:cubicBezTo>
                <a:cubicBezTo>
                  <a:pt x="175485" y="41300"/>
                  <a:pt x="177826" y="49956"/>
                  <a:pt x="182508" y="56198"/>
                </a:cubicBezTo>
                <a:cubicBezTo>
                  <a:pt x="185927" y="60710"/>
                  <a:pt x="190135" y="62966"/>
                  <a:pt x="195133" y="62966"/>
                </a:cubicBezTo>
                <a:cubicBezTo>
                  <a:pt x="197552" y="62966"/>
                  <a:pt x="200419" y="62389"/>
                  <a:pt x="203733" y="61235"/>
                </a:cubicBezTo>
                <a:cubicBezTo>
                  <a:pt x="207047" y="60081"/>
                  <a:pt x="209967" y="58455"/>
                  <a:pt x="212492" y="5635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6252D8-F329-4655-BD92-3D6575873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8342" y="2076044"/>
            <a:ext cx="521132" cy="228794"/>
          </a:xfrm>
          <a:custGeom xmlns:a="http://schemas.openxmlformats.org/drawingml/2006/main">
            <a:pathLst>
              <a:path w="521132" h="228794">
                <a:moveTo>
                  <a:pt x="0" y="228794"/>
                </a:moveTo>
                <a:lnTo>
                  <a:pt x="521132" y="228794"/>
                </a:lnTo>
                <a:lnTo>
                  <a:pt x="521132" y="0"/>
                </a:lnTo>
                <a:lnTo>
                  <a:pt x="0" y="0"/>
                </a:lnTo>
                <a:lnTo>
                  <a:pt x="0" y="228794"/>
                </a:lnTo>
                <a:close/>
              </a:path>
            </a:pathLst>
          </a:custGeom>
          <a:solidFill xmlns:a="http://schemas.openxmlformats.org/drawingml/2006/main">
            <a:srgbClr val="C4BB8F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E34EAD-944D-43BA-AE30-F27276F5D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8341" y="2076042"/>
            <a:ext cx="521132" cy="228794"/>
          </a:xfrm>
          <a:custGeom xmlns:a="http://schemas.openxmlformats.org/drawingml/2006/main">
            <a:pathLst>
              <a:path w="521132" h="228794" fill="none">
                <a:moveTo>
                  <a:pt x="0" y="0"/>
                </a:moveTo>
                <a:lnTo>
                  <a:pt x="521132" y="0"/>
                </a:lnTo>
                <a:lnTo>
                  <a:pt x="521132" y="228794"/>
                </a:lnTo>
                <a:lnTo>
                  <a:pt x="0" y="22879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2036" cap="rnd">
            <a:solidFill>
              <a:srgbClr val="000000"/>
            </a:solidFill>
            <a:round/>
          </a:ln>
        </p:spPr>
      </p:sp>
      <p:sp>
        <p:nvSpPr>
          <p:cNvPr id="64" name="Text …">
            <a:extLst xmlns:a="http://schemas.openxmlformats.org/drawingml/2006/main">
              <a:ext uri="{FF2B5EF4-FFF2-40B4-BE49-F238E27FC236}">
                <a16:creationId xmlns:a16="http://schemas.microsoft.com/office/drawing/2014/main" id="{4C1EBD24-F39E-4CA1-923F-226B21A9B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6295" y="2250617"/>
            <a:ext cx="185223" cy="27968"/>
          </a:xfrm>
          <a:custGeom xmlns:a="http://schemas.openxmlformats.org/drawingml/2006/main">
            <a:pathLst>
              <a:path w="185223" h="27968">
                <a:moveTo>
                  <a:pt x="14102" y="0"/>
                </a:moveTo>
                <a:cubicBezTo>
                  <a:pt x="10107" y="0"/>
                  <a:pt x="6818" y="1173"/>
                  <a:pt x="4232" y="3995"/>
                </a:cubicBezTo>
                <a:cubicBezTo>
                  <a:pt x="1413" y="6581"/>
                  <a:pt x="0" y="9870"/>
                  <a:pt x="0" y="13866"/>
                </a:cubicBezTo>
                <a:cubicBezTo>
                  <a:pt x="0" y="17861"/>
                  <a:pt x="1413" y="21154"/>
                  <a:pt x="4232" y="23973"/>
                </a:cubicBezTo>
                <a:cubicBezTo>
                  <a:pt x="6818" y="26559"/>
                  <a:pt x="10107" y="27968"/>
                  <a:pt x="14102" y="27968"/>
                </a:cubicBezTo>
                <a:cubicBezTo>
                  <a:pt x="18102" y="27968"/>
                  <a:pt x="21627" y="26559"/>
                  <a:pt x="24446" y="23973"/>
                </a:cubicBezTo>
                <a:cubicBezTo>
                  <a:pt x="27032" y="21387"/>
                  <a:pt x="28442" y="18098"/>
                  <a:pt x="28442" y="13866"/>
                </a:cubicBezTo>
                <a:cubicBezTo>
                  <a:pt x="28442" y="9870"/>
                  <a:pt x="27032" y="6581"/>
                  <a:pt x="24446" y="3995"/>
                </a:cubicBezTo>
                <a:cubicBezTo>
                  <a:pt x="21627" y="1173"/>
                  <a:pt x="18335" y="0"/>
                  <a:pt x="14102" y="0"/>
                </a:cubicBezTo>
                <a:moveTo>
                  <a:pt x="92613" y="0"/>
                </a:moveTo>
                <a:cubicBezTo>
                  <a:pt x="88614" y="0"/>
                  <a:pt x="85325" y="1173"/>
                  <a:pt x="82506" y="3995"/>
                </a:cubicBezTo>
                <a:cubicBezTo>
                  <a:pt x="79683" y="6581"/>
                  <a:pt x="78507" y="9870"/>
                  <a:pt x="78507" y="13866"/>
                </a:cubicBezTo>
                <a:cubicBezTo>
                  <a:pt x="78507" y="17861"/>
                  <a:pt x="79683" y="21154"/>
                  <a:pt x="82506" y="23973"/>
                </a:cubicBezTo>
                <a:cubicBezTo>
                  <a:pt x="85325" y="26559"/>
                  <a:pt x="88614" y="27968"/>
                  <a:pt x="92613" y="27968"/>
                </a:cubicBezTo>
                <a:cubicBezTo>
                  <a:pt x="96609" y="27968"/>
                  <a:pt x="100134" y="26559"/>
                  <a:pt x="102953" y="23973"/>
                </a:cubicBezTo>
                <a:cubicBezTo>
                  <a:pt x="105539" y="21387"/>
                  <a:pt x="106949" y="18098"/>
                  <a:pt x="106949" y="13866"/>
                </a:cubicBezTo>
                <a:cubicBezTo>
                  <a:pt x="106949" y="9870"/>
                  <a:pt x="105539" y="6581"/>
                  <a:pt x="102953" y="3995"/>
                </a:cubicBezTo>
                <a:cubicBezTo>
                  <a:pt x="100134" y="1173"/>
                  <a:pt x="96609" y="0"/>
                  <a:pt x="92613" y="0"/>
                </a:cubicBezTo>
                <a:moveTo>
                  <a:pt x="170883" y="0"/>
                </a:moveTo>
                <a:cubicBezTo>
                  <a:pt x="166888" y="0"/>
                  <a:pt x="163595" y="1173"/>
                  <a:pt x="160776" y="3995"/>
                </a:cubicBezTo>
                <a:cubicBezTo>
                  <a:pt x="157957" y="6581"/>
                  <a:pt x="156781" y="9870"/>
                  <a:pt x="156781" y="13866"/>
                </a:cubicBezTo>
                <a:cubicBezTo>
                  <a:pt x="156781" y="17861"/>
                  <a:pt x="157957" y="21154"/>
                  <a:pt x="160776" y="23973"/>
                </a:cubicBezTo>
                <a:cubicBezTo>
                  <a:pt x="163595" y="26559"/>
                  <a:pt x="166888" y="27968"/>
                  <a:pt x="170883" y="27968"/>
                </a:cubicBezTo>
                <a:cubicBezTo>
                  <a:pt x="174879" y="27968"/>
                  <a:pt x="178171" y="26559"/>
                  <a:pt x="180990" y="23973"/>
                </a:cubicBezTo>
                <a:cubicBezTo>
                  <a:pt x="183813" y="21387"/>
                  <a:pt x="185223" y="18098"/>
                  <a:pt x="185223" y="13866"/>
                </a:cubicBezTo>
                <a:cubicBezTo>
                  <a:pt x="185223" y="9870"/>
                  <a:pt x="183813" y="6581"/>
                  <a:pt x="180990" y="3995"/>
                </a:cubicBezTo>
                <a:cubicBezTo>
                  <a:pt x="178171" y="1173"/>
                  <a:pt x="174879" y="0"/>
                  <a:pt x="170883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9EB32F-971F-42C1-B570-5107CE010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9474" y="2076044"/>
            <a:ext cx="521132" cy="228794"/>
          </a:xfrm>
          <a:custGeom xmlns:a="http://schemas.openxmlformats.org/drawingml/2006/main">
            <a:pathLst>
              <a:path w="521132" h="228794">
                <a:moveTo>
                  <a:pt x="0" y="228794"/>
                </a:moveTo>
                <a:lnTo>
                  <a:pt x="521132" y="228794"/>
                </a:lnTo>
                <a:lnTo>
                  <a:pt x="521132" y="0"/>
                </a:lnTo>
                <a:lnTo>
                  <a:pt x="0" y="0"/>
                </a:lnTo>
                <a:lnTo>
                  <a:pt x="0" y="228794"/>
                </a:lnTo>
                <a:close/>
              </a:path>
            </a:pathLst>
          </a:custGeom>
          <a:solidFill xmlns:a="http://schemas.openxmlformats.org/drawingml/2006/main">
            <a:srgbClr val="C4BB8F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C04B67-5F03-4861-A431-64AFE3CD2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9473" y="2076042"/>
            <a:ext cx="521132" cy="228794"/>
          </a:xfrm>
          <a:custGeom xmlns:a="http://schemas.openxmlformats.org/drawingml/2006/main">
            <a:pathLst>
              <a:path w="521132" h="228794" fill="none">
                <a:moveTo>
                  <a:pt x="0" y="0"/>
                </a:moveTo>
                <a:lnTo>
                  <a:pt x="521132" y="0"/>
                </a:lnTo>
                <a:lnTo>
                  <a:pt x="521132" y="228794"/>
                </a:lnTo>
                <a:lnTo>
                  <a:pt x="0" y="22879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2036" cap="rnd">
            <a:solidFill>
              <a:srgbClr val="000000"/>
            </a:solidFill>
            <a:round/>
          </a:ln>
        </p:spPr>
      </p:sp>
      <p:sp>
        <p:nvSpPr>
          <p:cNvPr id="67" name="Text P">
            <a:extLst xmlns:a="http://schemas.openxmlformats.org/drawingml/2006/main">
              <a:ext uri="{FF2B5EF4-FFF2-40B4-BE49-F238E27FC236}">
                <a16:creationId xmlns:a16="http://schemas.microsoft.com/office/drawing/2014/main" id="{E4137640-F337-40C9-AE17-8321030AB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7380" y="2110617"/>
            <a:ext cx="118558" cy="155630"/>
          </a:xfrm>
          <a:custGeom xmlns:a="http://schemas.openxmlformats.org/drawingml/2006/main">
            <a:pathLst>
              <a:path w="118558" h="155630">
                <a:moveTo>
                  <a:pt x="44302" y="82814"/>
                </a:moveTo>
                <a:lnTo>
                  <a:pt x="44302" y="128084"/>
                </a:lnTo>
                <a:cubicBezTo>
                  <a:pt x="44302" y="137830"/>
                  <a:pt x="45373" y="143883"/>
                  <a:pt x="47515" y="146243"/>
                </a:cubicBezTo>
                <a:cubicBezTo>
                  <a:pt x="50423" y="149593"/>
                  <a:pt x="54822" y="151268"/>
                  <a:pt x="60714" y="151268"/>
                </a:cubicBezTo>
                <a:lnTo>
                  <a:pt x="66682" y="151268"/>
                </a:lnTo>
                <a:lnTo>
                  <a:pt x="66682" y="155630"/>
                </a:lnTo>
                <a:lnTo>
                  <a:pt x="0" y="155630"/>
                </a:lnTo>
                <a:lnTo>
                  <a:pt x="0" y="151268"/>
                </a:lnTo>
                <a:lnTo>
                  <a:pt x="5853" y="151268"/>
                </a:lnTo>
                <a:cubicBezTo>
                  <a:pt x="12434" y="151268"/>
                  <a:pt x="17139" y="149137"/>
                  <a:pt x="19970" y="144873"/>
                </a:cubicBezTo>
                <a:cubicBezTo>
                  <a:pt x="21500" y="142513"/>
                  <a:pt x="22266" y="136917"/>
                  <a:pt x="22266" y="128084"/>
                </a:cubicBezTo>
                <a:lnTo>
                  <a:pt x="22266" y="27545"/>
                </a:lnTo>
                <a:cubicBezTo>
                  <a:pt x="22266" y="17799"/>
                  <a:pt x="21233" y="11746"/>
                  <a:pt x="19167" y="9386"/>
                </a:cubicBezTo>
                <a:cubicBezTo>
                  <a:pt x="16183" y="6036"/>
                  <a:pt x="11745" y="4361"/>
                  <a:pt x="5853" y="4361"/>
                </a:cubicBezTo>
                <a:lnTo>
                  <a:pt x="0" y="4361"/>
                </a:lnTo>
                <a:lnTo>
                  <a:pt x="0" y="0"/>
                </a:lnTo>
                <a:lnTo>
                  <a:pt x="57041" y="0"/>
                </a:lnTo>
                <a:cubicBezTo>
                  <a:pt x="70967" y="0"/>
                  <a:pt x="81947" y="1437"/>
                  <a:pt x="89980" y="4311"/>
                </a:cubicBezTo>
                <a:cubicBezTo>
                  <a:pt x="98014" y="7183"/>
                  <a:pt x="104786" y="12028"/>
                  <a:pt x="110295" y="18848"/>
                </a:cubicBezTo>
                <a:cubicBezTo>
                  <a:pt x="115804" y="25667"/>
                  <a:pt x="118558" y="33750"/>
                  <a:pt x="118558" y="43097"/>
                </a:cubicBezTo>
                <a:cubicBezTo>
                  <a:pt x="118558" y="55815"/>
                  <a:pt x="114369" y="66158"/>
                  <a:pt x="105991" y="74128"/>
                </a:cubicBezTo>
                <a:cubicBezTo>
                  <a:pt x="97613" y="82095"/>
                  <a:pt x="85772" y="86078"/>
                  <a:pt x="70469" y="86078"/>
                </a:cubicBezTo>
                <a:cubicBezTo>
                  <a:pt x="66720" y="86078"/>
                  <a:pt x="62665" y="85807"/>
                  <a:pt x="58304" y="85264"/>
                </a:cubicBezTo>
                <a:cubicBezTo>
                  <a:pt x="53942" y="84719"/>
                  <a:pt x="49275" y="83902"/>
                  <a:pt x="44302" y="82814"/>
                </a:cubicBezTo>
                <a:moveTo>
                  <a:pt x="44302" y="76212"/>
                </a:moveTo>
                <a:cubicBezTo>
                  <a:pt x="48357" y="76977"/>
                  <a:pt x="51953" y="77551"/>
                  <a:pt x="55090" y="77933"/>
                </a:cubicBezTo>
                <a:cubicBezTo>
                  <a:pt x="58227" y="78313"/>
                  <a:pt x="60905" y="78503"/>
                  <a:pt x="63124" y="78503"/>
                </a:cubicBezTo>
                <a:cubicBezTo>
                  <a:pt x="71082" y="78503"/>
                  <a:pt x="77949" y="75430"/>
                  <a:pt x="83725" y="69282"/>
                </a:cubicBezTo>
                <a:cubicBezTo>
                  <a:pt x="89502" y="63132"/>
                  <a:pt x="92391" y="55168"/>
                  <a:pt x="92391" y="45388"/>
                </a:cubicBezTo>
                <a:cubicBezTo>
                  <a:pt x="92391" y="38667"/>
                  <a:pt x="91013" y="32423"/>
                  <a:pt x="88259" y="26656"/>
                </a:cubicBezTo>
                <a:cubicBezTo>
                  <a:pt x="85504" y="20888"/>
                  <a:pt x="81602" y="16572"/>
                  <a:pt x="76552" y="13708"/>
                </a:cubicBezTo>
                <a:cubicBezTo>
                  <a:pt x="71502" y="10843"/>
                  <a:pt x="65764" y="9411"/>
                  <a:pt x="59337" y="9411"/>
                </a:cubicBezTo>
                <a:cubicBezTo>
                  <a:pt x="55434" y="9411"/>
                  <a:pt x="50423" y="10137"/>
                  <a:pt x="44302" y="11588"/>
                </a:cubicBezTo>
                <a:lnTo>
                  <a:pt x="44302" y="7621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" name="Text 353">
            <a:extLst xmlns:a="http://schemas.openxmlformats.org/drawingml/2006/main">
              <a:ext uri="{FF2B5EF4-FFF2-40B4-BE49-F238E27FC236}">
                <a16:creationId xmlns:a16="http://schemas.microsoft.com/office/drawing/2014/main" id="{96F5173F-4E64-41AC-9009-34248A098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753" y="2157042"/>
            <a:ext cx="222434" cy="111098"/>
          </a:xfrm>
          <a:custGeom xmlns:a="http://schemas.openxmlformats.org/drawingml/2006/main">
            <a:pathLst>
              <a:path w="222434" h="111098">
                <a:moveTo>
                  <a:pt x="1657" y="22567"/>
                </a:moveTo>
                <a:cubicBezTo>
                  <a:pt x="4708" y="15360"/>
                  <a:pt x="8561" y="9797"/>
                  <a:pt x="13217" y="5878"/>
                </a:cubicBezTo>
                <a:cubicBezTo>
                  <a:pt x="17872" y="1959"/>
                  <a:pt x="23672" y="0"/>
                  <a:pt x="30615" y="0"/>
                </a:cubicBezTo>
                <a:cubicBezTo>
                  <a:pt x="39190" y="0"/>
                  <a:pt x="45765" y="2788"/>
                  <a:pt x="50341" y="8364"/>
                </a:cubicBezTo>
                <a:cubicBezTo>
                  <a:pt x="53813" y="12520"/>
                  <a:pt x="55549" y="16965"/>
                  <a:pt x="55549" y="21699"/>
                </a:cubicBezTo>
                <a:cubicBezTo>
                  <a:pt x="55549" y="29484"/>
                  <a:pt x="50657" y="37533"/>
                  <a:pt x="40873" y="45844"/>
                </a:cubicBezTo>
                <a:cubicBezTo>
                  <a:pt x="47448" y="48421"/>
                  <a:pt x="52419" y="52104"/>
                  <a:pt x="55786" y="56891"/>
                </a:cubicBezTo>
                <a:cubicBezTo>
                  <a:pt x="59153" y="61677"/>
                  <a:pt x="60836" y="67306"/>
                  <a:pt x="60836" y="73776"/>
                </a:cubicBezTo>
                <a:cubicBezTo>
                  <a:pt x="60836" y="83034"/>
                  <a:pt x="57890" y="91056"/>
                  <a:pt x="51998" y="97842"/>
                </a:cubicBezTo>
                <a:cubicBezTo>
                  <a:pt x="44318" y="106680"/>
                  <a:pt x="33193" y="111098"/>
                  <a:pt x="18622" y="111098"/>
                </a:cubicBezTo>
                <a:cubicBezTo>
                  <a:pt x="11415" y="111098"/>
                  <a:pt x="6510" y="110204"/>
                  <a:pt x="3906" y="108416"/>
                </a:cubicBezTo>
                <a:cubicBezTo>
                  <a:pt x="1302" y="106627"/>
                  <a:pt x="0" y="104707"/>
                  <a:pt x="0" y="102656"/>
                </a:cubicBezTo>
                <a:cubicBezTo>
                  <a:pt x="0" y="101130"/>
                  <a:pt x="618" y="99789"/>
                  <a:pt x="1854" y="98631"/>
                </a:cubicBezTo>
                <a:cubicBezTo>
                  <a:pt x="3090" y="97474"/>
                  <a:pt x="4576" y="96895"/>
                  <a:pt x="6312" y="96895"/>
                </a:cubicBezTo>
                <a:cubicBezTo>
                  <a:pt x="7627" y="96895"/>
                  <a:pt x="8969" y="97103"/>
                  <a:pt x="10337" y="97519"/>
                </a:cubicBezTo>
                <a:cubicBezTo>
                  <a:pt x="11231" y="97781"/>
                  <a:pt x="13256" y="98731"/>
                  <a:pt x="16412" y="100370"/>
                </a:cubicBezTo>
                <a:cubicBezTo>
                  <a:pt x="19568" y="102009"/>
                  <a:pt x="21752" y="102984"/>
                  <a:pt x="22961" y="103297"/>
                </a:cubicBezTo>
                <a:cubicBezTo>
                  <a:pt x="24908" y="103869"/>
                  <a:pt x="26986" y="104155"/>
                  <a:pt x="29195" y="104155"/>
                </a:cubicBezTo>
                <a:cubicBezTo>
                  <a:pt x="34560" y="104155"/>
                  <a:pt x="39229" y="102077"/>
                  <a:pt x="43201" y="97921"/>
                </a:cubicBezTo>
                <a:cubicBezTo>
                  <a:pt x="47172" y="93766"/>
                  <a:pt x="49158" y="88847"/>
                  <a:pt x="49158" y="83166"/>
                </a:cubicBezTo>
                <a:cubicBezTo>
                  <a:pt x="49158" y="79010"/>
                  <a:pt x="48237" y="74960"/>
                  <a:pt x="46396" y="71015"/>
                </a:cubicBezTo>
                <a:cubicBezTo>
                  <a:pt x="45029" y="68069"/>
                  <a:pt x="43529" y="65833"/>
                  <a:pt x="41899" y="64308"/>
                </a:cubicBezTo>
                <a:cubicBezTo>
                  <a:pt x="39637" y="62204"/>
                  <a:pt x="36533" y="60297"/>
                  <a:pt x="32588" y="58587"/>
                </a:cubicBezTo>
                <a:cubicBezTo>
                  <a:pt x="28643" y="56877"/>
                  <a:pt x="24618" y="56023"/>
                  <a:pt x="20515" y="56023"/>
                </a:cubicBezTo>
                <a:lnTo>
                  <a:pt x="17990" y="56023"/>
                </a:lnTo>
                <a:lnTo>
                  <a:pt x="17990" y="53655"/>
                </a:lnTo>
                <a:cubicBezTo>
                  <a:pt x="22146" y="53131"/>
                  <a:pt x="26315" y="51635"/>
                  <a:pt x="30497" y="49168"/>
                </a:cubicBezTo>
                <a:cubicBezTo>
                  <a:pt x="34679" y="46699"/>
                  <a:pt x="37717" y="43732"/>
                  <a:pt x="39610" y="40266"/>
                </a:cubicBezTo>
                <a:cubicBezTo>
                  <a:pt x="41504" y="36801"/>
                  <a:pt x="42451" y="32994"/>
                  <a:pt x="42451" y="28845"/>
                </a:cubicBezTo>
                <a:cubicBezTo>
                  <a:pt x="42451" y="23438"/>
                  <a:pt x="40754" y="19068"/>
                  <a:pt x="37362" y="15734"/>
                </a:cubicBezTo>
                <a:cubicBezTo>
                  <a:pt x="33969" y="12399"/>
                  <a:pt x="29747" y="10731"/>
                  <a:pt x="24697" y="10731"/>
                </a:cubicBezTo>
                <a:cubicBezTo>
                  <a:pt x="16544" y="10731"/>
                  <a:pt x="9732" y="15097"/>
                  <a:pt x="4261" y="23829"/>
                </a:cubicBezTo>
                <a:lnTo>
                  <a:pt x="1657" y="22567"/>
                </a:lnTo>
                <a:close/>
                <a:moveTo>
                  <a:pt x="144396" y="2209"/>
                </a:moveTo>
                <a:lnTo>
                  <a:pt x="138242" y="15623"/>
                </a:lnTo>
                <a:lnTo>
                  <a:pt x="106049" y="15623"/>
                </a:lnTo>
                <a:lnTo>
                  <a:pt x="99026" y="29806"/>
                </a:lnTo>
                <a:cubicBezTo>
                  <a:pt x="112966" y="31863"/>
                  <a:pt x="124013" y="37056"/>
                  <a:pt x="132166" y="45385"/>
                </a:cubicBezTo>
                <a:cubicBezTo>
                  <a:pt x="139162" y="52554"/>
                  <a:pt x="142661" y="60989"/>
                  <a:pt x="142661" y="70689"/>
                </a:cubicBezTo>
                <a:cubicBezTo>
                  <a:pt x="142661" y="76331"/>
                  <a:pt x="141516" y="81550"/>
                  <a:pt x="139228" y="86347"/>
                </a:cubicBezTo>
                <a:cubicBezTo>
                  <a:pt x="136940" y="91144"/>
                  <a:pt x="134060" y="95229"/>
                  <a:pt x="130588" y="98604"/>
                </a:cubicBezTo>
                <a:cubicBezTo>
                  <a:pt x="127116" y="101977"/>
                  <a:pt x="123250" y="104692"/>
                  <a:pt x="118989" y="106749"/>
                </a:cubicBezTo>
                <a:cubicBezTo>
                  <a:pt x="112940" y="109649"/>
                  <a:pt x="106732" y="111098"/>
                  <a:pt x="100367" y="111098"/>
                </a:cubicBezTo>
                <a:cubicBezTo>
                  <a:pt x="93950" y="111098"/>
                  <a:pt x="89281" y="110007"/>
                  <a:pt x="86362" y="107824"/>
                </a:cubicBezTo>
                <a:cubicBezTo>
                  <a:pt x="83442" y="105641"/>
                  <a:pt x="81983" y="103234"/>
                  <a:pt x="81983" y="100604"/>
                </a:cubicBezTo>
                <a:cubicBezTo>
                  <a:pt x="81983" y="99131"/>
                  <a:pt x="82587" y="97829"/>
                  <a:pt x="83797" y="96698"/>
                </a:cubicBezTo>
                <a:cubicBezTo>
                  <a:pt x="85007" y="95567"/>
                  <a:pt x="86533" y="95002"/>
                  <a:pt x="88374" y="95002"/>
                </a:cubicBezTo>
                <a:cubicBezTo>
                  <a:pt x="89742" y="95002"/>
                  <a:pt x="90938" y="95212"/>
                  <a:pt x="91964" y="95633"/>
                </a:cubicBezTo>
                <a:cubicBezTo>
                  <a:pt x="92990" y="96054"/>
                  <a:pt x="94739" y="97132"/>
                  <a:pt x="97211" y="98868"/>
                </a:cubicBezTo>
                <a:cubicBezTo>
                  <a:pt x="101156" y="101603"/>
                  <a:pt x="105154" y="102997"/>
                  <a:pt x="109205" y="103050"/>
                </a:cubicBezTo>
                <a:cubicBezTo>
                  <a:pt x="115359" y="103050"/>
                  <a:pt x="120764" y="100717"/>
                  <a:pt x="125420" y="96050"/>
                </a:cubicBezTo>
                <a:cubicBezTo>
                  <a:pt x="130075" y="91381"/>
                  <a:pt x="132403" y="85698"/>
                  <a:pt x="132403" y="78999"/>
                </a:cubicBezTo>
                <a:cubicBezTo>
                  <a:pt x="132403" y="72512"/>
                  <a:pt x="130325" y="66460"/>
                  <a:pt x="126169" y="60843"/>
                </a:cubicBezTo>
                <a:cubicBezTo>
                  <a:pt x="122014" y="55225"/>
                  <a:pt x="116280" y="50886"/>
                  <a:pt x="108968" y="47826"/>
                </a:cubicBezTo>
                <a:cubicBezTo>
                  <a:pt x="103234" y="45454"/>
                  <a:pt x="95423" y="44083"/>
                  <a:pt x="85533" y="43713"/>
                </a:cubicBezTo>
                <a:lnTo>
                  <a:pt x="106049" y="2209"/>
                </a:lnTo>
                <a:lnTo>
                  <a:pt x="144396" y="2209"/>
                </a:lnTo>
                <a:close/>
                <a:moveTo>
                  <a:pt x="163255" y="22567"/>
                </a:moveTo>
                <a:cubicBezTo>
                  <a:pt x="166306" y="15360"/>
                  <a:pt x="170159" y="9797"/>
                  <a:pt x="174814" y="5878"/>
                </a:cubicBezTo>
                <a:cubicBezTo>
                  <a:pt x="179470" y="1959"/>
                  <a:pt x="185269" y="0"/>
                  <a:pt x="192213" y="0"/>
                </a:cubicBezTo>
                <a:cubicBezTo>
                  <a:pt x="200787" y="0"/>
                  <a:pt x="207363" y="2788"/>
                  <a:pt x="211939" y="8364"/>
                </a:cubicBezTo>
                <a:cubicBezTo>
                  <a:pt x="215411" y="12520"/>
                  <a:pt x="217147" y="16965"/>
                  <a:pt x="217147" y="21699"/>
                </a:cubicBezTo>
                <a:cubicBezTo>
                  <a:pt x="217147" y="29484"/>
                  <a:pt x="212255" y="37533"/>
                  <a:pt x="202471" y="45844"/>
                </a:cubicBezTo>
                <a:cubicBezTo>
                  <a:pt x="209046" y="48421"/>
                  <a:pt x="214017" y="52104"/>
                  <a:pt x="217384" y="56891"/>
                </a:cubicBezTo>
                <a:cubicBezTo>
                  <a:pt x="220750" y="61677"/>
                  <a:pt x="222434" y="67306"/>
                  <a:pt x="222434" y="73776"/>
                </a:cubicBezTo>
                <a:cubicBezTo>
                  <a:pt x="222434" y="83034"/>
                  <a:pt x="219488" y="91056"/>
                  <a:pt x="213596" y="97842"/>
                </a:cubicBezTo>
                <a:cubicBezTo>
                  <a:pt x="205916" y="106680"/>
                  <a:pt x="194791" y="111098"/>
                  <a:pt x="180219" y="111098"/>
                </a:cubicBezTo>
                <a:cubicBezTo>
                  <a:pt x="173013" y="111098"/>
                  <a:pt x="168108" y="110204"/>
                  <a:pt x="165504" y="108416"/>
                </a:cubicBezTo>
                <a:cubicBezTo>
                  <a:pt x="162900" y="106627"/>
                  <a:pt x="161598" y="104707"/>
                  <a:pt x="161598" y="102656"/>
                </a:cubicBezTo>
                <a:cubicBezTo>
                  <a:pt x="161598" y="101130"/>
                  <a:pt x="162216" y="99789"/>
                  <a:pt x="163452" y="98631"/>
                </a:cubicBezTo>
                <a:cubicBezTo>
                  <a:pt x="164688" y="97474"/>
                  <a:pt x="166174" y="96895"/>
                  <a:pt x="167910" y="96895"/>
                </a:cubicBezTo>
                <a:cubicBezTo>
                  <a:pt x="169225" y="96895"/>
                  <a:pt x="170567" y="97103"/>
                  <a:pt x="171934" y="97519"/>
                </a:cubicBezTo>
                <a:cubicBezTo>
                  <a:pt x="172829" y="97781"/>
                  <a:pt x="174854" y="98731"/>
                  <a:pt x="178010" y="100370"/>
                </a:cubicBezTo>
                <a:cubicBezTo>
                  <a:pt x="181166" y="102009"/>
                  <a:pt x="183349" y="102984"/>
                  <a:pt x="184559" y="103297"/>
                </a:cubicBezTo>
                <a:cubicBezTo>
                  <a:pt x="186506" y="103869"/>
                  <a:pt x="188583" y="104155"/>
                  <a:pt x="190793" y="104155"/>
                </a:cubicBezTo>
                <a:cubicBezTo>
                  <a:pt x="196158" y="104155"/>
                  <a:pt x="200827" y="102077"/>
                  <a:pt x="204798" y="97921"/>
                </a:cubicBezTo>
                <a:cubicBezTo>
                  <a:pt x="208770" y="93766"/>
                  <a:pt x="210756" y="88847"/>
                  <a:pt x="210756" y="83166"/>
                </a:cubicBezTo>
                <a:cubicBezTo>
                  <a:pt x="210756" y="79010"/>
                  <a:pt x="209835" y="74960"/>
                  <a:pt x="207994" y="71015"/>
                </a:cubicBezTo>
                <a:cubicBezTo>
                  <a:pt x="206626" y="68069"/>
                  <a:pt x="205127" y="65833"/>
                  <a:pt x="203496" y="64308"/>
                </a:cubicBezTo>
                <a:cubicBezTo>
                  <a:pt x="201235" y="62204"/>
                  <a:pt x="198131" y="60297"/>
                  <a:pt x="194186" y="58587"/>
                </a:cubicBezTo>
                <a:cubicBezTo>
                  <a:pt x="190240" y="56877"/>
                  <a:pt x="186216" y="56023"/>
                  <a:pt x="182113" y="56023"/>
                </a:cubicBezTo>
                <a:lnTo>
                  <a:pt x="179588" y="56023"/>
                </a:lnTo>
                <a:lnTo>
                  <a:pt x="179588" y="53655"/>
                </a:lnTo>
                <a:cubicBezTo>
                  <a:pt x="183744" y="53131"/>
                  <a:pt x="187913" y="51635"/>
                  <a:pt x="192095" y="49168"/>
                </a:cubicBezTo>
                <a:cubicBezTo>
                  <a:pt x="196277" y="46699"/>
                  <a:pt x="199314" y="43732"/>
                  <a:pt x="201208" y="40266"/>
                </a:cubicBezTo>
                <a:cubicBezTo>
                  <a:pt x="203102" y="36801"/>
                  <a:pt x="204049" y="32994"/>
                  <a:pt x="204049" y="28845"/>
                </a:cubicBezTo>
                <a:cubicBezTo>
                  <a:pt x="204049" y="23438"/>
                  <a:pt x="202352" y="19068"/>
                  <a:pt x="198959" y="15734"/>
                </a:cubicBezTo>
                <a:cubicBezTo>
                  <a:pt x="195567" y="12399"/>
                  <a:pt x="191345" y="10731"/>
                  <a:pt x="186295" y="10731"/>
                </a:cubicBezTo>
                <a:cubicBezTo>
                  <a:pt x="178142" y="10731"/>
                  <a:pt x="171329" y="15097"/>
                  <a:pt x="165859" y="23829"/>
                </a:cubicBezTo>
                <a:lnTo>
                  <a:pt x="163255" y="2256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AE893F-F249-47F6-82E9-A23396D5D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0604" y="2076044"/>
            <a:ext cx="521132" cy="228794"/>
          </a:xfrm>
          <a:custGeom xmlns:a="http://schemas.openxmlformats.org/drawingml/2006/main">
            <a:pathLst>
              <a:path w="521132" h="228794">
                <a:moveTo>
                  <a:pt x="0" y="228794"/>
                </a:moveTo>
                <a:lnTo>
                  <a:pt x="521132" y="228794"/>
                </a:lnTo>
                <a:lnTo>
                  <a:pt x="521132" y="0"/>
                </a:lnTo>
                <a:lnTo>
                  <a:pt x="0" y="0"/>
                </a:lnTo>
                <a:lnTo>
                  <a:pt x="0" y="22879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781085-55A4-40BC-A587-CEAEE2E44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0603" y="2076042"/>
            <a:ext cx="521132" cy="228794"/>
          </a:xfrm>
          <a:custGeom xmlns:a="http://schemas.openxmlformats.org/drawingml/2006/main">
            <a:pathLst>
              <a:path w="521132" h="228794" fill="none">
                <a:moveTo>
                  <a:pt x="0" y="0"/>
                </a:moveTo>
                <a:lnTo>
                  <a:pt x="521132" y="0"/>
                </a:lnTo>
                <a:lnTo>
                  <a:pt x="521132" y="228794"/>
                </a:lnTo>
                <a:lnTo>
                  <a:pt x="0" y="22879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2036" cap="rnd">
            <a:solidFill>
              <a:srgbClr val="000000"/>
            </a:solidFill>
            <a:round/>
          </a:ln>
        </p:spPr>
      </p:sp>
      <p:sp>
        <p:nvSpPr>
          <p:cNvPr id="71" name="Text …">
            <a:extLst xmlns:a="http://schemas.openxmlformats.org/drawingml/2006/main">
              <a:ext uri="{FF2B5EF4-FFF2-40B4-BE49-F238E27FC236}">
                <a16:creationId xmlns:a16="http://schemas.microsoft.com/office/drawing/2014/main" id="{A3F00EA6-0808-4B64-B18C-C64A6C4FA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8557" y="2250617"/>
            <a:ext cx="185223" cy="27968"/>
          </a:xfrm>
          <a:custGeom xmlns:a="http://schemas.openxmlformats.org/drawingml/2006/main">
            <a:pathLst>
              <a:path w="185223" h="27968">
                <a:moveTo>
                  <a:pt x="14102" y="0"/>
                </a:moveTo>
                <a:cubicBezTo>
                  <a:pt x="10107" y="0"/>
                  <a:pt x="6818" y="1173"/>
                  <a:pt x="4232" y="3995"/>
                </a:cubicBezTo>
                <a:cubicBezTo>
                  <a:pt x="1413" y="6581"/>
                  <a:pt x="0" y="9870"/>
                  <a:pt x="0" y="13866"/>
                </a:cubicBezTo>
                <a:cubicBezTo>
                  <a:pt x="0" y="17861"/>
                  <a:pt x="1413" y="21154"/>
                  <a:pt x="4232" y="23973"/>
                </a:cubicBezTo>
                <a:cubicBezTo>
                  <a:pt x="6818" y="26559"/>
                  <a:pt x="10107" y="27968"/>
                  <a:pt x="14102" y="27968"/>
                </a:cubicBezTo>
                <a:cubicBezTo>
                  <a:pt x="18102" y="27968"/>
                  <a:pt x="21627" y="26559"/>
                  <a:pt x="24446" y="23973"/>
                </a:cubicBezTo>
                <a:cubicBezTo>
                  <a:pt x="27032" y="21387"/>
                  <a:pt x="28442" y="18098"/>
                  <a:pt x="28442" y="13866"/>
                </a:cubicBezTo>
                <a:cubicBezTo>
                  <a:pt x="28442" y="9870"/>
                  <a:pt x="27032" y="6581"/>
                  <a:pt x="24446" y="3995"/>
                </a:cubicBezTo>
                <a:cubicBezTo>
                  <a:pt x="21627" y="1173"/>
                  <a:pt x="18335" y="0"/>
                  <a:pt x="14102" y="0"/>
                </a:cubicBezTo>
                <a:moveTo>
                  <a:pt x="92613" y="0"/>
                </a:moveTo>
                <a:cubicBezTo>
                  <a:pt x="88614" y="0"/>
                  <a:pt x="85325" y="1173"/>
                  <a:pt x="82506" y="3995"/>
                </a:cubicBezTo>
                <a:cubicBezTo>
                  <a:pt x="79683" y="6581"/>
                  <a:pt x="78507" y="9870"/>
                  <a:pt x="78507" y="13866"/>
                </a:cubicBezTo>
                <a:cubicBezTo>
                  <a:pt x="78507" y="17861"/>
                  <a:pt x="79683" y="21154"/>
                  <a:pt x="82506" y="23973"/>
                </a:cubicBezTo>
                <a:cubicBezTo>
                  <a:pt x="85325" y="26559"/>
                  <a:pt x="88614" y="27968"/>
                  <a:pt x="92613" y="27968"/>
                </a:cubicBezTo>
                <a:cubicBezTo>
                  <a:pt x="96609" y="27968"/>
                  <a:pt x="100134" y="26559"/>
                  <a:pt x="102953" y="23973"/>
                </a:cubicBezTo>
                <a:cubicBezTo>
                  <a:pt x="105539" y="21387"/>
                  <a:pt x="106949" y="18098"/>
                  <a:pt x="106949" y="13866"/>
                </a:cubicBezTo>
                <a:cubicBezTo>
                  <a:pt x="106949" y="9870"/>
                  <a:pt x="105539" y="6581"/>
                  <a:pt x="102953" y="3995"/>
                </a:cubicBezTo>
                <a:cubicBezTo>
                  <a:pt x="100134" y="1173"/>
                  <a:pt x="96609" y="0"/>
                  <a:pt x="92613" y="0"/>
                </a:cubicBezTo>
                <a:moveTo>
                  <a:pt x="170883" y="0"/>
                </a:moveTo>
                <a:cubicBezTo>
                  <a:pt x="166888" y="0"/>
                  <a:pt x="163595" y="1173"/>
                  <a:pt x="160776" y="3995"/>
                </a:cubicBezTo>
                <a:cubicBezTo>
                  <a:pt x="157957" y="6581"/>
                  <a:pt x="156781" y="9870"/>
                  <a:pt x="156781" y="13866"/>
                </a:cubicBezTo>
                <a:cubicBezTo>
                  <a:pt x="156781" y="17861"/>
                  <a:pt x="157957" y="21154"/>
                  <a:pt x="160776" y="23973"/>
                </a:cubicBezTo>
                <a:cubicBezTo>
                  <a:pt x="163595" y="26559"/>
                  <a:pt x="166888" y="27968"/>
                  <a:pt x="170883" y="27968"/>
                </a:cubicBezTo>
                <a:cubicBezTo>
                  <a:pt x="174879" y="27968"/>
                  <a:pt x="178171" y="26559"/>
                  <a:pt x="180990" y="23973"/>
                </a:cubicBezTo>
                <a:cubicBezTo>
                  <a:pt x="183813" y="21387"/>
                  <a:pt x="185223" y="18098"/>
                  <a:pt x="185223" y="13866"/>
                </a:cubicBezTo>
                <a:cubicBezTo>
                  <a:pt x="185223" y="9870"/>
                  <a:pt x="183813" y="6581"/>
                  <a:pt x="180990" y="3995"/>
                </a:cubicBezTo>
                <a:cubicBezTo>
                  <a:pt x="178171" y="1173"/>
                  <a:pt x="174879" y="0"/>
                  <a:pt x="170883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34FEE7-1D8E-47B9-8741-3B61DDF43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1736" y="2076044"/>
            <a:ext cx="521132" cy="228794"/>
          </a:xfrm>
          <a:custGeom xmlns:a="http://schemas.openxmlformats.org/drawingml/2006/main">
            <a:pathLst>
              <a:path w="521132" h="228794">
                <a:moveTo>
                  <a:pt x="0" y="228794"/>
                </a:moveTo>
                <a:lnTo>
                  <a:pt x="521132" y="228794"/>
                </a:lnTo>
                <a:lnTo>
                  <a:pt x="521132" y="0"/>
                </a:lnTo>
                <a:lnTo>
                  <a:pt x="0" y="0"/>
                </a:lnTo>
                <a:lnTo>
                  <a:pt x="0" y="228794"/>
                </a:lnTo>
                <a:close/>
              </a:path>
            </a:pathLst>
          </a:custGeom>
          <a:solidFill xmlns:a="http://schemas.openxmlformats.org/drawingml/2006/main">
            <a:srgbClr val="C4BB8F">
              <a:alpha val="15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DC0F7E-B534-4FCC-A286-E3FED19FB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1735" y="2076042"/>
            <a:ext cx="521132" cy="228794"/>
          </a:xfrm>
          <a:custGeom xmlns:a="http://schemas.openxmlformats.org/drawingml/2006/main">
            <a:pathLst>
              <a:path w="521132" h="228794" fill="none">
                <a:moveTo>
                  <a:pt x="0" y="0"/>
                </a:moveTo>
                <a:lnTo>
                  <a:pt x="521132" y="0"/>
                </a:lnTo>
                <a:lnTo>
                  <a:pt x="521132" y="228794"/>
                </a:lnTo>
                <a:lnTo>
                  <a:pt x="0" y="22879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2036" cap="rnd">
            <a:solidFill>
              <a:srgbClr val="000000"/>
            </a:solidFill>
            <a:round/>
          </a:ln>
        </p:spPr>
      </p:sp>
      <p:sp>
        <p:nvSpPr>
          <p:cNvPr id="74" name="Text P">
            <a:extLst xmlns:a="http://schemas.openxmlformats.org/drawingml/2006/main">
              <a:ext uri="{FF2B5EF4-FFF2-40B4-BE49-F238E27FC236}">
                <a16:creationId xmlns:a16="http://schemas.microsoft.com/office/drawing/2014/main" id="{15CA212D-027D-41E5-BA28-6E60C2E71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0044" y="2110617"/>
            <a:ext cx="118558" cy="155630"/>
          </a:xfrm>
          <a:custGeom xmlns:a="http://schemas.openxmlformats.org/drawingml/2006/main">
            <a:pathLst>
              <a:path w="118558" h="155630">
                <a:moveTo>
                  <a:pt x="44302" y="82814"/>
                </a:moveTo>
                <a:lnTo>
                  <a:pt x="44302" y="128084"/>
                </a:lnTo>
                <a:cubicBezTo>
                  <a:pt x="44302" y="137830"/>
                  <a:pt x="45373" y="143883"/>
                  <a:pt x="47515" y="146243"/>
                </a:cubicBezTo>
                <a:cubicBezTo>
                  <a:pt x="50423" y="149593"/>
                  <a:pt x="54822" y="151268"/>
                  <a:pt x="60714" y="151268"/>
                </a:cubicBezTo>
                <a:lnTo>
                  <a:pt x="66682" y="151268"/>
                </a:lnTo>
                <a:lnTo>
                  <a:pt x="66682" y="155630"/>
                </a:lnTo>
                <a:lnTo>
                  <a:pt x="0" y="155630"/>
                </a:lnTo>
                <a:lnTo>
                  <a:pt x="0" y="151268"/>
                </a:lnTo>
                <a:lnTo>
                  <a:pt x="5853" y="151268"/>
                </a:lnTo>
                <a:cubicBezTo>
                  <a:pt x="12434" y="151268"/>
                  <a:pt x="17139" y="149137"/>
                  <a:pt x="19970" y="144873"/>
                </a:cubicBezTo>
                <a:cubicBezTo>
                  <a:pt x="21500" y="142513"/>
                  <a:pt x="22266" y="136917"/>
                  <a:pt x="22266" y="128084"/>
                </a:cubicBezTo>
                <a:lnTo>
                  <a:pt x="22266" y="27545"/>
                </a:lnTo>
                <a:cubicBezTo>
                  <a:pt x="22266" y="17799"/>
                  <a:pt x="21233" y="11746"/>
                  <a:pt x="19167" y="9386"/>
                </a:cubicBezTo>
                <a:cubicBezTo>
                  <a:pt x="16183" y="6036"/>
                  <a:pt x="11745" y="4361"/>
                  <a:pt x="5853" y="4361"/>
                </a:cubicBezTo>
                <a:lnTo>
                  <a:pt x="0" y="4361"/>
                </a:lnTo>
                <a:lnTo>
                  <a:pt x="0" y="0"/>
                </a:lnTo>
                <a:lnTo>
                  <a:pt x="57041" y="0"/>
                </a:lnTo>
                <a:cubicBezTo>
                  <a:pt x="70967" y="0"/>
                  <a:pt x="81947" y="1437"/>
                  <a:pt x="89980" y="4311"/>
                </a:cubicBezTo>
                <a:cubicBezTo>
                  <a:pt x="98014" y="7183"/>
                  <a:pt x="104786" y="12028"/>
                  <a:pt x="110295" y="18848"/>
                </a:cubicBezTo>
                <a:cubicBezTo>
                  <a:pt x="115804" y="25667"/>
                  <a:pt x="118558" y="33750"/>
                  <a:pt x="118558" y="43097"/>
                </a:cubicBezTo>
                <a:cubicBezTo>
                  <a:pt x="118558" y="55815"/>
                  <a:pt x="114369" y="66158"/>
                  <a:pt x="105991" y="74128"/>
                </a:cubicBezTo>
                <a:cubicBezTo>
                  <a:pt x="97613" y="82095"/>
                  <a:pt x="85772" y="86078"/>
                  <a:pt x="70469" y="86078"/>
                </a:cubicBezTo>
                <a:cubicBezTo>
                  <a:pt x="66720" y="86078"/>
                  <a:pt x="62665" y="85807"/>
                  <a:pt x="58304" y="85264"/>
                </a:cubicBezTo>
                <a:cubicBezTo>
                  <a:pt x="53942" y="84719"/>
                  <a:pt x="49275" y="83902"/>
                  <a:pt x="44302" y="82814"/>
                </a:cubicBezTo>
                <a:moveTo>
                  <a:pt x="44302" y="76212"/>
                </a:moveTo>
                <a:cubicBezTo>
                  <a:pt x="48357" y="76977"/>
                  <a:pt x="51953" y="77551"/>
                  <a:pt x="55090" y="77933"/>
                </a:cubicBezTo>
                <a:cubicBezTo>
                  <a:pt x="58227" y="78313"/>
                  <a:pt x="60905" y="78503"/>
                  <a:pt x="63124" y="78503"/>
                </a:cubicBezTo>
                <a:cubicBezTo>
                  <a:pt x="71082" y="78503"/>
                  <a:pt x="77949" y="75430"/>
                  <a:pt x="83725" y="69282"/>
                </a:cubicBezTo>
                <a:cubicBezTo>
                  <a:pt x="89502" y="63132"/>
                  <a:pt x="92391" y="55168"/>
                  <a:pt x="92391" y="45388"/>
                </a:cubicBezTo>
                <a:cubicBezTo>
                  <a:pt x="92391" y="38667"/>
                  <a:pt x="91013" y="32423"/>
                  <a:pt x="88259" y="26656"/>
                </a:cubicBezTo>
                <a:cubicBezTo>
                  <a:pt x="85504" y="20888"/>
                  <a:pt x="81602" y="16572"/>
                  <a:pt x="76552" y="13708"/>
                </a:cubicBezTo>
                <a:cubicBezTo>
                  <a:pt x="71502" y="10843"/>
                  <a:pt x="65764" y="9411"/>
                  <a:pt x="59337" y="9411"/>
                </a:cubicBezTo>
                <a:cubicBezTo>
                  <a:pt x="55434" y="9411"/>
                  <a:pt x="50423" y="10137"/>
                  <a:pt x="44302" y="11588"/>
                </a:cubicBezTo>
                <a:lnTo>
                  <a:pt x="44302" y="7621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" name="Text 27">
            <a:extLst xmlns:a="http://schemas.openxmlformats.org/drawingml/2006/main">
              <a:ext uri="{FF2B5EF4-FFF2-40B4-BE49-F238E27FC236}">
                <a16:creationId xmlns:a16="http://schemas.microsoft.com/office/drawing/2014/main" id="{C3D5F846-9E14-451F-ACD1-5C272C2FC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0336" y="2157042"/>
            <a:ext cx="150946" cy="111414"/>
          </a:xfrm>
          <a:custGeom xmlns:a="http://schemas.openxmlformats.org/drawingml/2006/main">
            <a:pathLst>
              <a:path w="150946" h="111414">
                <a:moveTo>
                  <a:pt x="70620" y="88374"/>
                </a:moveTo>
                <a:lnTo>
                  <a:pt x="63124" y="109205"/>
                </a:lnTo>
                <a:lnTo>
                  <a:pt x="0" y="109205"/>
                </a:lnTo>
                <a:lnTo>
                  <a:pt x="0" y="106226"/>
                </a:lnTo>
                <a:cubicBezTo>
                  <a:pt x="18569" y="89306"/>
                  <a:pt x="31641" y="75486"/>
                  <a:pt x="39216" y="64766"/>
                </a:cubicBezTo>
                <a:cubicBezTo>
                  <a:pt x="46791" y="54045"/>
                  <a:pt x="50578" y="44239"/>
                  <a:pt x="50578" y="35349"/>
                </a:cubicBezTo>
                <a:cubicBezTo>
                  <a:pt x="50578" y="28587"/>
                  <a:pt x="48500" y="23030"/>
                  <a:pt x="44345" y="18678"/>
                </a:cubicBezTo>
                <a:cubicBezTo>
                  <a:pt x="40189" y="14327"/>
                  <a:pt x="35218" y="12151"/>
                  <a:pt x="29432" y="12151"/>
                </a:cubicBezTo>
                <a:cubicBezTo>
                  <a:pt x="24171" y="12151"/>
                  <a:pt x="19450" y="13677"/>
                  <a:pt x="15268" y="16728"/>
                </a:cubicBezTo>
                <a:cubicBezTo>
                  <a:pt x="11086" y="19777"/>
                  <a:pt x="7996" y="24249"/>
                  <a:pt x="5997" y="30142"/>
                </a:cubicBezTo>
                <a:lnTo>
                  <a:pt x="3077" y="30142"/>
                </a:lnTo>
                <a:cubicBezTo>
                  <a:pt x="4392" y="20435"/>
                  <a:pt x="7772" y="12985"/>
                  <a:pt x="13217" y="7792"/>
                </a:cubicBezTo>
                <a:cubicBezTo>
                  <a:pt x="18661" y="2597"/>
                  <a:pt x="25460" y="0"/>
                  <a:pt x="33614" y="0"/>
                </a:cubicBezTo>
                <a:cubicBezTo>
                  <a:pt x="42293" y="0"/>
                  <a:pt x="49539" y="2788"/>
                  <a:pt x="55352" y="8364"/>
                </a:cubicBezTo>
                <a:cubicBezTo>
                  <a:pt x="61165" y="13940"/>
                  <a:pt x="64071" y="20515"/>
                  <a:pt x="64071" y="28090"/>
                </a:cubicBezTo>
                <a:cubicBezTo>
                  <a:pt x="64071" y="33508"/>
                  <a:pt x="62808" y="38927"/>
                  <a:pt x="60283" y="44345"/>
                </a:cubicBezTo>
                <a:cubicBezTo>
                  <a:pt x="56391" y="52866"/>
                  <a:pt x="50078" y="61888"/>
                  <a:pt x="41346" y="71409"/>
                </a:cubicBezTo>
                <a:cubicBezTo>
                  <a:pt x="28248" y="85688"/>
                  <a:pt x="20068" y="94236"/>
                  <a:pt x="16807" y="97053"/>
                </a:cubicBezTo>
                <a:lnTo>
                  <a:pt x="44739" y="97053"/>
                </a:lnTo>
                <a:cubicBezTo>
                  <a:pt x="50420" y="97053"/>
                  <a:pt x="54405" y="96843"/>
                  <a:pt x="56693" y="96422"/>
                </a:cubicBezTo>
                <a:cubicBezTo>
                  <a:pt x="58982" y="96001"/>
                  <a:pt x="61046" y="95146"/>
                  <a:pt x="62887" y="93858"/>
                </a:cubicBezTo>
                <a:cubicBezTo>
                  <a:pt x="64728" y="92569"/>
                  <a:pt x="66333" y="90741"/>
                  <a:pt x="67701" y="88374"/>
                </a:cubicBezTo>
                <a:lnTo>
                  <a:pt x="70620" y="88374"/>
                </a:lnTo>
                <a:close/>
                <a:moveTo>
                  <a:pt x="93582" y="2209"/>
                </a:moveTo>
                <a:lnTo>
                  <a:pt x="150946" y="2209"/>
                </a:lnTo>
                <a:lnTo>
                  <a:pt x="150946" y="5183"/>
                </a:lnTo>
                <a:lnTo>
                  <a:pt x="115280" y="111414"/>
                </a:lnTo>
                <a:lnTo>
                  <a:pt x="106443" y="111414"/>
                </a:lnTo>
                <a:lnTo>
                  <a:pt x="138400" y="15150"/>
                </a:lnTo>
                <a:lnTo>
                  <a:pt x="108968" y="15150"/>
                </a:lnTo>
                <a:cubicBezTo>
                  <a:pt x="103024" y="15150"/>
                  <a:pt x="98789" y="15860"/>
                  <a:pt x="96264" y="17280"/>
                </a:cubicBezTo>
                <a:cubicBezTo>
                  <a:pt x="91846" y="19700"/>
                  <a:pt x="88295" y="23435"/>
                  <a:pt x="85612" y="28485"/>
                </a:cubicBezTo>
                <a:lnTo>
                  <a:pt x="83324" y="27617"/>
                </a:lnTo>
                <a:lnTo>
                  <a:pt x="93582" y="220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83745C-6DA0-470C-80F3-55C49899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868" y="2076044"/>
            <a:ext cx="521132" cy="228794"/>
          </a:xfrm>
          <a:custGeom xmlns:a="http://schemas.openxmlformats.org/drawingml/2006/main">
            <a:pathLst>
              <a:path w="521132" h="228794">
                <a:moveTo>
                  <a:pt x="0" y="228794"/>
                </a:moveTo>
                <a:lnTo>
                  <a:pt x="521132" y="228794"/>
                </a:lnTo>
                <a:lnTo>
                  <a:pt x="521132" y="0"/>
                </a:lnTo>
                <a:lnTo>
                  <a:pt x="0" y="0"/>
                </a:lnTo>
                <a:lnTo>
                  <a:pt x="0" y="228794"/>
                </a:lnTo>
                <a:close/>
              </a:path>
            </a:pathLst>
          </a:custGeom>
          <a:solidFill xmlns:a="http://schemas.openxmlformats.org/drawingml/2006/main">
            <a:srgbClr val="C4BB8F">
              <a:alpha val="15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C4A31D-9001-4A9B-8E44-B8349CF1C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867" y="2076042"/>
            <a:ext cx="521130" cy="228794"/>
          </a:xfrm>
          <a:custGeom xmlns:a="http://schemas.openxmlformats.org/drawingml/2006/main">
            <a:pathLst>
              <a:path w="521130" h="228794" fill="none">
                <a:moveTo>
                  <a:pt x="0" y="0"/>
                </a:moveTo>
                <a:lnTo>
                  <a:pt x="521130" y="0"/>
                </a:lnTo>
                <a:lnTo>
                  <a:pt x="521130" y="228794"/>
                </a:lnTo>
                <a:lnTo>
                  <a:pt x="0" y="22879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2036" cap="rnd">
            <a:solidFill>
              <a:srgbClr val="000000"/>
            </a:solidFill>
            <a:round/>
          </a:ln>
        </p:spPr>
      </p:sp>
      <p:sp>
        <p:nvSpPr>
          <p:cNvPr id="78" name="Text …">
            <a:extLst xmlns:a="http://schemas.openxmlformats.org/drawingml/2006/main">
              <a:ext uri="{FF2B5EF4-FFF2-40B4-BE49-F238E27FC236}">
                <a16:creationId xmlns:a16="http://schemas.microsoft.com/office/drawing/2014/main" id="{C0F3FA23-C3C3-4D71-AAAE-128C35B20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0817" y="2250617"/>
            <a:ext cx="185223" cy="27968"/>
          </a:xfrm>
          <a:custGeom xmlns:a="http://schemas.openxmlformats.org/drawingml/2006/main">
            <a:pathLst>
              <a:path w="185223" h="27968">
                <a:moveTo>
                  <a:pt x="14102" y="0"/>
                </a:moveTo>
                <a:cubicBezTo>
                  <a:pt x="10107" y="0"/>
                  <a:pt x="6818" y="1173"/>
                  <a:pt x="4232" y="3995"/>
                </a:cubicBezTo>
                <a:cubicBezTo>
                  <a:pt x="1413" y="6581"/>
                  <a:pt x="0" y="9870"/>
                  <a:pt x="0" y="13866"/>
                </a:cubicBezTo>
                <a:cubicBezTo>
                  <a:pt x="0" y="17861"/>
                  <a:pt x="1413" y="21154"/>
                  <a:pt x="4232" y="23973"/>
                </a:cubicBezTo>
                <a:cubicBezTo>
                  <a:pt x="6818" y="26559"/>
                  <a:pt x="10107" y="27968"/>
                  <a:pt x="14102" y="27968"/>
                </a:cubicBezTo>
                <a:cubicBezTo>
                  <a:pt x="18102" y="27968"/>
                  <a:pt x="21627" y="26559"/>
                  <a:pt x="24446" y="23973"/>
                </a:cubicBezTo>
                <a:cubicBezTo>
                  <a:pt x="27032" y="21387"/>
                  <a:pt x="28442" y="18098"/>
                  <a:pt x="28442" y="13866"/>
                </a:cubicBezTo>
                <a:cubicBezTo>
                  <a:pt x="28442" y="9870"/>
                  <a:pt x="27032" y="6581"/>
                  <a:pt x="24446" y="3995"/>
                </a:cubicBezTo>
                <a:cubicBezTo>
                  <a:pt x="21627" y="1173"/>
                  <a:pt x="18335" y="0"/>
                  <a:pt x="14102" y="0"/>
                </a:cubicBezTo>
                <a:moveTo>
                  <a:pt x="92613" y="0"/>
                </a:moveTo>
                <a:cubicBezTo>
                  <a:pt x="88614" y="0"/>
                  <a:pt x="85325" y="1173"/>
                  <a:pt x="82506" y="3995"/>
                </a:cubicBezTo>
                <a:cubicBezTo>
                  <a:pt x="79683" y="6581"/>
                  <a:pt x="78507" y="9870"/>
                  <a:pt x="78507" y="13866"/>
                </a:cubicBezTo>
                <a:cubicBezTo>
                  <a:pt x="78507" y="17861"/>
                  <a:pt x="79683" y="21154"/>
                  <a:pt x="82506" y="23973"/>
                </a:cubicBezTo>
                <a:cubicBezTo>
                  <a:pt x="85325" y="26559"/>
                  <a:pt x="88614" y="27968"/>
                  <a:pt x="92613" y="27968"/>
                </a:cubicBezTo>
                <a:cubicBezTo>
                  <a:pt x="96609" y="27968"/>
                  <a:pt x="100134" y="26559"/>
                  <a:pt x="102953" y="23973"/>
                </a:cubicBezTo>
                <a:cubicBezTo>
                  <a:pt x="105539" y="21387"/>
                  <a:pt x="106949" y="18098"/>
                  <a:pt x="106949" y="13866"/>
                </a:cubicBezTo>
                <a:cubicBezTo>
                  <a:pt x="106949" y="9870"/>
                  <a:pt x="105539" y="6581"/>
                  <a:pt x="102953" y="3995"/>
                </a:cubicBezTo>
                <a:cubicBezTo>
                  <a:pt x="100134" y="1173"/>
                  <a:pt x="96609" y="0"/>
                  <a:pt x="92613" y="0"/>
                </a:cubicBezTo>
                <a:moveTo>
                  <a:pt x="170883" y="0"/>
                </a:moveTo>
                <a:cubicBezTo>
                  <a:pt x="166888" y="0"/>
                  <a:pt x="163595" y="1173"/>
                  <a:pt x="160776" y="3995"/>
                </a:cubicBezTo>
                <a:cubicBezTo>
                  <a:pt x="157957" y="6581"/>
                  <a:pt x="156781" y="9870"/>
                  <a:pt x="156781" y="13866"/>
                </a:cubicBezTo>
                <a:cubicBezTo>
                  <a:pt x="156781" y="17861"/>
                  <a:pt x="157957" y="21154"/>
                  <a:pt x="160776" y="23973"/>
                </a:cubicBezTo>
                <a:cubicBezTo>
                  <a:pt x="163595" y="26559"/>
                  <a:pt x="166888" y="27968"/>
                  <a:pt x="170883" y="27968"/>
                </a:cubicBezTo>
                <a:cubicBezTo>
                  <a:pt x="174879" y="27968"/>
                  <a:pt x="178171" y="26559"/>
                  <a:pt x="180990" y="23973"/>
                </a:cubicBezTo>
                <a:cubicBezTo>
                  <a:pt x="183813" y="21387"/>
                  <a:pt x="185223" y="18098"/>
                  <a:pt x="185223" y="13866"/>
                </a:cubicBezTo>
                <a:cubicBezTo>
                  <a:pt x="185223" y="9870"/>
                  <a:pt x="183813" y="6581"/>
                  <a:pt x="180990" y="3995"/>
                </a:cubicBezTo>
                <a:cubicBezTo>
                  <a:pt x="178171" y="1173"/>
                  <a:pt x="174879" y="0"/>
                  <a:pt x="170883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B8A837-1499-4BE1-85A8-6A6734896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3999" y="2076044"/>
            <a:ext cx="521132" cy="228794"/>
          </a:xfrm>
          <a:custGeom xmlns:a="http://schemas.openxmlformats.org/drawingml/2006/main">
            <a:pathLst>
              <a:path w="521132" h="228794">
                <a:moveTo>
                  <a:pt x="0" y="228794"/>
                </a:moveTo>
                <a:lnTo>
                  <a:pt x="521132" y="228794"/>
                </a:lnTo>
                <a:lnTo>
                  <a:pt x="521132" y="0"/>
                </a:lnTo>
                <a:lnTo>
                  <a:pt x="0" y="0"/>
                </a:lnTo>
                <a:lnTo>
                  <a:pt x="0" y="228794"/>
                </a:lnTo>
                <a:close/>
              </a:path>
            </a:pathLst>
          </a:custGeom>
          <a:solidFill xmlns:a="http://schemas.openxmlformats.org/drawingml/2006/main">
            <a:srgbClr val="C4BB8F">
              <a:alpha val="15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28D62D-B3E5-4155-8074-68FA85764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3997" y="2076042"/>
            <a:ext cx="521138" cy="228794"/>
          </a:xfrm>
          <a:custGeom xmlns:a="http://schemas.openxmlformats.org/drawingml/2006/main">
            <a:pathLst>
              <a:path w="521138" h="228794" fill="none">
                <a:moveTo>
                  <a:pt x="0" y="0"/>
                </a:moveTo>
                <a:lnTo>
                  <a:pt x="521138" y="0"/>
                </a:lnTo>
                <a:lnTo>
                  <a:pt x="521138" y="228794"/>
                </a:lnTo>
                <a:lnTo>
                  <a:pt x="0" y="22879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2036" cap="rnd">
            <a:solidFill>
              <a:srgbClr val="000000"/>
            </a:solidFill>
            <a:round/>
          </a:ln>
        </p:spPr>
      </p:sp>
      <p:sp>
        <p:nvSpPr>
          <p:cNvPr id="81" name="Text P">
            <a:extLst xmlns:a="http://schemas.openxmlformats.org/drawingml/2006/main">
              <a:ext uri="{FF2B5EF4-FFF2-40B4-BE49-F238E27FC236}">
                <a16:creationId xmlns:a16="http://schemas.microsoft.com/office/drawing/2014/main" id="{84BCA3AA-C2F6-434D-BE4D-FB2F0470B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2310" y="2110617"/>
            <a:ext cx="118558" cy="155630"/>
          </a:xfrm>
          <a:custGeom xmlns:a="http://schemas.openxmlformats.org/drawingml/2006/main">
            <a:pathLst>
              <a:path w="118558" h="155630">
                <a:moveTo>
                  <a:pt x="44302" y="82814"/>
                </a:moveTo>
                <a:lnTo>
                  <a:pt x="44302" y="128084"/>
                </a:lnTo>
                <a:cubicBezTo>
                  <a:pt x="44302" y="137830"/>
                  <a:pt x="45373" y="143883"/>
                  <a:pt x="47515" y="146243"/>
                </a:cubicBezTo>
                <a:cubicBezTo>
                  <a:pt x="50423" y="149593"/>
                  <a:pt x="54822" y="151268"/>
                  <a:pt x="60714" y="151268"/>
                </a:cubicBezTo>
                <a:lnTo>
                  <a:pt x="66682" y="151268"/>
                </a:lnTo>
                <a:lnTo>
                  <a:pt x="66682" y="155630"/>
                </a:lnTo>
                <a:lnTo>
                  <a:pt x="0" y="155630"/>
                </a:lnTo>
                <a:lnTo>
                  <a:pt x="0" y="151268"/>
                </a:lnTo>
                <a:lnTo>
                  <a:pt x="5853" y="151268"/>
                </a:lnTo>
                <a:cubicBezTo>
                  <a:pt x="12434" y="151268"/>
                  <a:pt x="17139" y="149137"/>
                  <a:pt x="19970" y="144873"/>
                </a:cubicBezTo>
                <a:cubicBezTo>
                  <a:pt x="21500" y="142513"/>
                  <a:pt x="22266" y="136917"/>
                  <a:pt x="22266" y="128084"/>
                </a:cubicBezTo>
                <a:lnTo>
                  <a:pt x="22266" y="27545"/>
                </a:lnTo>
                <a:cubicBezTo>
                  <a:pt x="22266" y="17799"/>
                  <a:pt x="21233" y="11746"/>
                  <a:pt x="19167" y="9386"/>
                </a:cubicBezTo>
                <a:cubicBezTo>
                  <a:pt x="16183" y="6036"/>
                  <a:pt x="11745" y="4361"/>
                  <a:pt x="5853" y="4361"/>
                </a:cubicBezTo>
                <a:lnTo>
                  <a:pt x="0" y="4361"/>
                </a:lnTo>
                <a:lnTo>
                  <a:pt x="0" y="0"/>
                </a:lnTo>
                <a:lnTo>
                  <a:pt x="57041" y="0"/>
                </a:lnTo>
                <a:cubicBezTo>
                  <a:pt x="70967" y="0"/>
                  <a:pt x="81947" y="1437"/>
                  <a:pt x="89980" y="4311"/>
                </a:cubicBezTo>
                <a:cubicBezTo>
                  <a:pt x="98014" y="7183"/>
                  <a:pt x="104786" y="12028"/>
                  <a:pt x="110295" y="18848"/>
                </a:cubicBezTo>
                <a:cubicBezTo>
                  <a:pt x="115804" y="25667"/>
                  <a:pt x="118558" y="33750"/>
                  <a:pt x="118558" y="43097"/>
                </a:cubicBezTo>
                <a:cubicBezTo>
                  <a:pt x="118558" y="55815"/>
                  <a:pt x="114369" y="66158"/>
                  <a:pt x="105991" y="74128"/>
                </a:cubicBezTo>
                <a:cubicBezTo>
                  <a:pt x="97613" y="82095"/>
                  <a:pt x="85772" y="86078"/>
                  <a:pt x="70469" y="86078"/>
                </a:cubicBezTo>
                <a:cubicBezTo>
                  <a:pt x="66720" y="86078"/>
                  <a:pt x="62665" y="85807"/>
                  <a:pt x="58304" y="85264"/>
                </a:cubicBezTo>
                <a:cubicBezTo>
                  <a:pt x="53942" y="84719"/>
                  <a:pt x="49275" y="83902"/>
                  <a:pt x="44302" y="82814"/>
                </a:cubicBezTo>
                <a:moveTo>
                  <a:pt x="44302" y="76212"/>
                </a:moveTo>
                <a:cubicBezTo>
                  <a:pt x="48357" y="76977"/>
                  <a:pt x="51953" y="77551"/>
                  <a:pt x="55090" y="77933"/>
                </a:cubicBezTo>
                <a:cubicBezTo>
                  <a:pt x="58227" y="78313"/>
                  <a:pt x="60905" y="78503"/>
                  <a:pt x="63124" y="78503"/>
                </a:cubicBezTo>
                <a:cubicBezTo>
                  <a:pt x="71082" y="78503"/>
                  <a:pt x="77949" y="75430"/>
                  <a:pt x="83725" y="69282"/>
                </a:cubicBezTo>
                <a:cubicBezTo>
                  <a:pt x="89502" y="63132"/>
                  <a:pt x="92391" y="55168"/>
                  <a:pt x="92391" y="45388"/>
                </a:cubicBezTo>
                <a:cubicBezTo>
                  <a:pt x="92391" y="38667"/>
                  <a:pt x="91013" y="32423"/>
                  <a:pt x="88259" y="26656"/>
                </a:cubicBezTo>
                <a:cubicBezTo>
                  <a:pt x="85504" y="20888"/>
                  <a:pt x="81602" y="16572"/>
                  <a:pt x="76552" y="13708"/>
                </a:cubicBezTo>
                <a:cubicBezTo>
                  <a:pt x="71502" y="10843"/>
                  <a:pt x="65764" y="9411"/>
                  <a:pt x="59337" y="9411"/>
                </a:cubicBezTo>
                <a:cubicBezTo>
                  <a:pt x="55434" y="9411"/>
                  <a:pt x="50423" y="10137"/>
                  <a:pt x="44302" y="11588"/>
                </a:cubicBezTo>
                <a:lnTo>
                  <a:pt x="44302" y="7621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" name="Text 17">
            <a:extLst xmlns:a="http://schemas.openxmlformats.org/drawingml/2006/main">
              <a:ext uri="{FF2B5EF4-FFF2-40B4-BE49-F238E27FC236}">
                <a16:creationId xmlns:a16="http://schemas.microsoft.com/office/drawing/2014/main" id="{B23CABC9-EA13-4501-A783-11699ED53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8065" y="2157042"/>
            <a:ext cx="135479" cy="111414"/>
          </a:xfrm>
          <a:custGeom xmlns:a="http://schemas.openxmlformats.org/drawingml/2006/main">
            <a:pathLst>
              <a:path w="135479" h="111414">
                <a:moveTo>
                  <a:pt x="0" y="12625"/>
                </a:moveTo>
                <a:lnTo>
                  <a:pt x="26039" y="0"/>
                </a:lnTo>
                <a:lnTo>
                  <a:pt x="28643" y="0"/>
                </a:lnTo>
                <a:lnTo>
                  <a:pt x="28643" y="90267"/>
                </a:lnTo>
                <a:cubicBezTo>
                  <a:pt x="28643" y="96264"/>
                  <a:pt x="28892" y="99999"/>
                  <a:pt x="29392" y="101472"/>
                </a:cubicBezTo>
                <a:cubicBezTo>
                  <a:pt x="29892" y="102945"/>
                  <a:pt x="30931" y="104076"/>
                  <a:pt x="32509" y="104865"/>
                </a:cubicBezTo>
                <a:cubicBezTo>
                  <a:pt x="34087" y="105654"/>
                  <a:pt x="37296" y="106101"/>
                  <a:pt x="42135" y="106206"/>
                </a:cubicBezTo>
                <a:lnTo>
                  <a:pt x="42135" y="109205"/>
                </a:lnTo>
                <a:lnTo>
                  <a:pt x="1894" y="109205"/>
                </a:lnTo>
                <a:lnTo>
                  <a:pt x="1894" y="106206"/>
                </a:lnTo>
                <a:cubicBezTo>
                  <a:pt x="6944" y="106101"/>
                  <a:pt x="10205" y="105667"/>
                  <a:pt x="11678" y="104904"/>
                </a:cubicBezTo>
                <a:cubicBezTo>
                  <a:pt x="13151" y="104142"/>
                  <a:pt x="14177" y="103116"/>
                  <a:pt x="14755" y="101827"/>
                </a:cubicBezTo>
                <a:cubicBezTo>
                  <a:pt x="15334" y="100538"/>
                  <a:pt x="15623" y="96685"/>
                  <a:pt x="15623" y="90267"/>
                </a:cubicBezTo>
                <a:lnTo>
                  <a:pt x="15623" y="32509"/>
                </a:lnTo>
                <a:cubicBezTo>
                  <a:pt x="15623" y="24758"/>
                  <a:pt x="15360" y="19784"/>
                  <a:pt x="14834" y="17586"/>
                </a:cubicBezTo>
                <a:cubicBezTo>
                  <a:pt x="14466" y="15909"/>
                  <a:pt x="13795" y="14676"/>
                  <a:pt x="12822" y="13887"/>
                </a:cubicBezTo>
                <a:cubicBezTo>
                  <a:pt x="11849" y="13098"/>
                  <a:pt x="10678" y="12704"/>
                  <a:pt x="9311" y="12704"/>
                </a:cubicBezTo>
                <a:cubicBezTo>
                  <a:pt x="7364" y="12704"/>
                  <a:pt x="4655" y="13519"/>
                  <a:pt x="1184" y="15150"/>
                </a:cubicBezTo>
                <a:lnTo>
                  <a:pt x="0" y="12625"/>
                </a:lnTo>
                <a:close/>
                <a:moveTo>
                  <a:pt x="78115" y="2209"/>
                </a:moveTo>
                <a:lnTo>
                  <a:pt x="135479" y="2209"/>
                </a:lnTo>
                <a:lnTo>
                  <a:pt x="135479" y="5183"/>
                </a:lnTo>
                <a:lnTo>
                  <a:pt x="99814" y="111414"/>
                </a:lnTo>
                <a:lnTo>
                  <a:pt x="90977" y="111414"/>
                </a:lnTo>
                <a:lnTo>
                  <a:pt x="122933" y="15150"/>
                </a:lnTo>
                <a:lnTo>
                  <a:pt x="93502" y="15150"/>
                </a:lnTo>
                <a:cubicBezTo>
                  <a:pt x="87558" y="15150"/>
                  <a:pt x="83323" y="15860"/>
                  <a:pt x="80798" y="17280"/>
                </a:cubicBezTo>
                <a:cubicBezTo>
                  <a:pt x="76379" y="19700"/>
                  <a:pt x="72829" y="23435"/>
                  <a:pt x="70146" y="28485"/>
                </a:cubicBezTo>
                <a:lnTo>
                  <a:pt x="67858" y="27617"/>
                </a:lnTo>
                <a:lnTo>
                  <a:pt x="78115" y="220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0F2EE4-EA02-4E35-9EB2-CF3A23ED6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667" y="953142"/>
            <a:ext cx="400153" cy="204534"/>
          </a:xfrm>
          <a:custGeom xmlns:a="http://schemas.openxmlformats.org/drawingml/2006/main">
            <a:pathLst>
              <a:path w="400153" h="204534">
                <a:moveTo>
                  <a:pt x="0" y="204534"/>
                </a:moveTo>
                <a:lnTo>
                  <a:pt x="400153" y="204534"/>
                </a:lnTo>
                <a:lnTo>
                  <a:pt x="400153" y="0"/>
                </a:lnTo>
                <a:lnTo>
                  <a:pt x="0" y="0"/>
                </a:lnTo>
                <a:lnTo>
                  <a:pt x="0" y="204534"/>
                </a:lnTo>
                <a:close/>
              </a:path>
            </a:pathLst>
          </a:custGeom>
          <a:solidFill xmlns:a="http://schemas.openxmlformats.org/drawingml/2006/main">
            <a:srgbClr val="E3E3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111B4F-80CB-4E28-A247-65DEDC768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666" y="953140"/>
            <a:ext cx="400154" cy="204534"/>
          </a:xfrm>
          <a:custGeom xmlns:a="http://schemas.openxmlformats.org/drawingml/2006/main">
            <a:pathLst>
              <a:path w="400154" h="204534" fill="none">
                <a:moveTo>
                  <a:pt x="0" y="0"/>
                </a:moveTo>
                <a:lnTo>
                  <a:pt x="400154" y="0"/>
                </a:lnTo>
                <a:lnTo>
                  <a:pt x="400154" y="204534"/>
                </a:lnTo>
                <a:lnTo>
                  <a:pt x="0" y="20453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2036" cap="rnd">
            <a:solidFill>
              <a:srgbClr val="000000"/>
            </a:solidFill>
            <a:round/>
          </a:ln>
        </p:spPr>
      </p:sp>
      <p:sp>
        <p:nvSpPr>
          <p:cNvPr id="85" name="Text E">
            <a:extLst xmlns:a="http://schemas.openxmlformats.org/drawingml/2006/main">
              <a:ext uri="{FF2B5EF4-FFF2-40B4-BE49-F238E27FC236}">
                <a16:creationId xmlns:a16="http://schemas.microsoft.com/office/drawing/2014/main" id="{252F78AD-6A4F-47E8-8CE9-169F286E5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376" y="975584"/>
            <a:ext cx="133364" cy="155630"/>
          </a:xfrm>
          <a:custGeom xmlns:a="http://schemas.openxmlformats.org/drawingml/2006/main">
            <a:pathLst>
              <a:path w="133364" h="155630">
                <a:moveTo>
                  <a:pt x="44302" y="8493"/>
                </a:moveTo>
                <a:lnTo>
                  <a:pt x="44302" y="69781"/>
                </a:lnTo>
                <a:lnTo>
                  <a:pt x="78503" y="69781"/>
                </a:lnTo>
                <a:cubicBezTo>
                  <a:pt x="87379" y="69781"/>
                  <a:pt x="93309" y="68435"/>
                  <a:pt x="96293" y="65742"/>
                </a:cubicBezTo>
                <a:cubicBezTo>
                  <a:pt x="100272" y="62206"/>
                  <a:pt x="102491" y="55977"/>
                  <a:pt x="102950" y="47056"/>
                </a:cubicBezTo>
                <a:lnTo>
                  <a:pt x="107196" y="47056"/>
                </a:lnTo>
                <a:lnTo>
                  <a:pt x="107196" y="101458"/>
                </a:lnTo>
                <a:lnTo>
                  <a:pt x="102950" y="101458"/>
                </a:lnTo>
                <a:cubicBezTo>
                  <a:pt x="101878" y="93883"/>
                  <a:pt x="100807" y="89024"/>
                  <a:pt x="99736" y="86882"/>
                </a:cubicBezTo>
                <a:cubicBezTo>
                  <a:pt x="98359" y="84204"/>
                  <a:pt x="96102" y="82100"/>
                  <a:pt x="92965" y="80569"/>
                </a:cubicBezTo>
                <a:cubicBezTo>
                  <a:pt x="89827" y="79039"/>
                  <a:pt x="85007" y="78274"/>
                  <a:pt x="78503" y="78274"/>
                </a:cubicBezTo>
                <a:lnTo>
                  <a:pt x="44302" y="78274"/>
                </a:lnTo>
                <a:lnTo>
                  <a:pt x="44302" y="129663"/>
                </a:lnTo>
                <a:cubicBezTo>
                  <a:pt x="44302" y="136561"/>
                  <a:pt x="44608" y="140757"/>
                  <a:pt x="45220" y="142252"/>
                </a:cubicBezTo>
                <a:cubicBezTo>
                  <a:pt x="45832" y="143746"/>
                  <a:pt x="46903" y="144934"/>
                  <a:pt x="48433" y="145817"/>
                </a:cubicBezTo>
                <a:cubicBezTo>
                  <a:pt x="49964" y="146697"/>
                  <a:pt x="52871" y="147136"/>
                  <a:pt x="57156" y="147136"/>
                </a:cubicBezTo>
                <a:lnTo>
                  <a:pt x="83553" y="147136"/>
                </a:lnTo>
                <a:cubicBezTo>
                  <a:pt x="92352" y="147136"/>
                  <a:pt x="98741" y="146524"/>
                  <a:pt x="102720" y="145300"/>
                </a:cubicBezTo>
                <a:cubicBezTo>
                  <a:pt x="106699" y="144076"/>
                  <a:pt x="110525" y="141666"/>
                  <a:pt x="114197" y="138070"/>
                </a:cubicBezTo>
                <a:cubicBezTo>
                  <a:pt x="118941" y="133326"/>
                  <a:pt x="123800" y="126172"/>
                  <a:pt x="128773" y="116607"/>
                </a:cubicBezTo>
                <a:lnTo>
                  <a:pt x="133364" y="116607"/>
                </a:lnTo>
                <a:lnTo>
                  <a:pt x="119936" y="155630"/>
                </a:lnTo>
                <a:lnTo>
                  <a:pt x="0" y="155630"/>
                </a:lnTo>
                <a:lnTo>
                  <a:pt x="0" y="151268"/>
                </a:lnTo>
                <a:lnTo>
                  <a:pt x="5509" y="151268"/>
                </a:lnTo>
                <a:cubicBezTo>
                  <a:pt x="9182" y="151268"/>
                  <a:pt x="12663" y="150388"/>
                  <a:pt x="15953" y="148629"/>
                </a:cubicBezTo>
                <a:cubicBezTo>
                  <a:pt x="18402" y="147404"/>
                  <a:pt x="20066" y="145568"/>
                  <a:pt x="20946" y="143119"/>
                </a:cubicBezTo>
                <a:cubicBezTo>
                  <a:pt x="21826" y="140671"/>
                  <a:pt x="22266" y="135659"/>
                  <a:pt x="22266" y="128084"/>
                </a:cubicBezTo>
                <a:lnTo>
                  <a:pt x="22266" y="27086"/>
                </a:lnTo>
                <a:cubicBezTo>
                  <a:pt x="22266" y="17266"/>
                  <a:pt x="21271" y="11214"/>
                  <a:pt x="19282" y="8931"/>
                </a:cubicBezTo>
                <a:cubicBezTo>
                  <a:pt x="16527" y="5884"/>
                  <a:pt x="11936" y="4361"/>
                  <a:pt x="5509" y="4361"/>
                </a:cubicBezTo>
                <a:lnTo>
                  <a:pt x="0" y="4361"/>
                </a:lnTo>
                <a:lnTo>
                  <a:pt x="0" y="0"/>
                </a:lnTo>
                <a:lnTo>
                  <a:pt x="119936" y="0"/>
                </a:lnTo>
                <a:lnTo>
                  <a:pt x="121657" y="34202"/>
                </a:lnTo>
                <a:lnTo>
                  <a:pt x="117181" y="34202"/>
                </a:lnTo>
                <a:cubicBezTo>
                  <a:pt x="115574" y="25979"/>
                  <a:pt x="113795" y="20330"/>
                  <a:pt x="111844" y="17255"/>
                </a:cubicBezTo>
                <a:cubicBezTo>
                  <a:pt x="109893" y="14180"/>
                  <a:pt x="107005" y="11836"/>
                  <a:pt x="103179" y="10222"/>
                </a:cubicBezTo>
                <a:cubicBezTo>
                  <a:pt x="100119" y="9069"/>
                  <a:pt x="94724" y="8493"/>
                  <a:pt x="86996" y="8493"/>
                </a:cubicBezTo>
                <a:lnTo>
                  <a:pt x="44302" y="849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" name="Text 8">
            <a:extLst xmlns:a="http://schemas.openxmlformats.org/drawingml/2006/main">
              <a:ext uri="{FF2B5EF4-FFF2-40B4-BE49-F238E27FC236}">
                <a16:creationId xmlns:a16="http://schemas.microsoft.com/office/drawing/2014/main" id="{269E2FF6-EFC3-4EB1-9D5C-7020862D3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4917" y="1022009"/>
            <a:ext cx="61704" cy="111098"/>
          </a:xfrm>
          <a:custGeom xmlns:a="http://schemas.openxmlformats.org/drawingml/2006/main">
            <a:pathLst>
              <a:path w="61704" h="111098">
                <a:moveTo>
                  <a:pt x="21225" y="55312"/>
                </a:moveTo>
                <a:cubicBezTo>
                  <a:pt x="12756" y="48369"/>
                  <a:pt x="7299" y="42793"/>
                  <a:pt x="4853" y="38585"/>
                </a:cubicBezTo>
                <a:cubicBezTo>
                  <a:pt x="2407" y="34376"/>
                  <a:pt x="1184" y="30010"/>
                  <a:pt x="1184" y="25486"/>
                </a:cubicBezTo>
                <a:cubicBezTo>
                  <a:pt x="1184" y="18543"/>
                  <a:pt x="3866" y="12559"/>
                  <a:pt x="9232" y="7535"/>
                </a:cubicBezTo>
                <a:cubicBezTo>
                  <a:pt x="14597" y="2512"/>
                  <a:pt x="21725" y="0"/>
                  <a:pt x="30615" y="0"/>
                </a:cubicBezTo>
                <a:cubicBezTo>
                  <a:pt x="39242" y="0"/>
                  <a:pt x="46186" y="2341"/>
                  <a:pt x="51446" y="7023"/>
                </a:cubicBezTo>
                <a:cubicBezTo>
                  <a:pt x="56706" y="11704"/>
                  <a:pt x="59337" y="17044"/>
                  <a:pt x="59337" y="23040"/>
                </a:cubicBezTo>
                <a:cubicBezTo>
                  <a:pt x="59337" y="27038"/>
                  <a:pt x="57916" y="31115"/>
                  <a:pt x="55076" y="35271"/>
                </a:cubicBezTo>
                <a:cubicBezTo>
                  <a:pt x="52235" y="39426"/>
                  <a:pt x="46317" y="44318"/>
                  <a:pt x="37322" y="49947"/>
                </a:cubicBezTo>
                <a:cubicBezTo>
                  <a:pt x="46580" y="57101"/>
                  <a:pt x="52709" y="62730"/>
                  <a:pt x="55707" y="66833"/>
                </a:cubicBezTo>
                <a:cubicBezTo>
                  <a:pt x="59705" y="72198"/>
                  <a:pt x="61704" y="77853"/>
                  <a:pt x="61704" y="83797"/>
                </a:cubicBezTo>
                <a:cubicBezTo>
                  <a:pt x="61704" y="91320"/>
                  <a:pt x="58837" y="97750"/>
                  <a:pt x="53103" y="103090"/>
                </a:cubicBezTo>
                <a:cubicBezTo>
                  <a:pt x="47369" y="108429"/>
                  <a:pt x="39847" y="111098"/>
                  <a:pt x="30536" y="111098"/>
                </a:cubicBezTo>
                <a:cubicBezTo>
                  <a:pt x="20384" y="111098"/>
                  <a:pt x="12467" y="107916"/>
                  <a:pt x="6786" y="101551"/>
                </a:cubicBezTo>
                <a:cubicBezTo>
                  <a:pt x="2262" y="96448"/>
                  <a:pt x="0" y="90872"/>
                  <a:pt x="0" y="84823"/>
                </a:cubicBezTo>
                <a:cubicBezTo>
                  <a:pt x="0" y="80089"/>
                  <a:pt x="1591" y="75394"/>
                  <a:pt x="4774" y="70738"/>
                </a:cubicBezTo>
                <a:cubicBezTo>
                  <a:pt x="7956" y="66083"/>
                  <a:pt x="13440" y="60941"/>
                  <a:pt x="21225" y="55312"/>
                </a:cubicBezTo>
                <a:moveTo>
                  <a:pt x="33614" y="46870"/>
                </a:moveTo>
                <a:cubicBezTo>
                  <a:pt x="39926" y="41167"/>
                  <a:pt x="43924" y="36666"/>
                  <a:pt x="45607" y="33367"/>
                </a:cubicBezTo>
                <a:cubicBezTo>
                  <a:pt x="47290" y="30066"/>
                  <a:pt x="48132" y="26330"/>
                  <a:pt x="48132" y="22160"/>
                </a:cubicBezTo>
                <a:cubicBezTo>
                  <a:pt x="48132" y="16615"/>
                  <a:pt x="46580" y="12272"/>
                  <a:pt x="43477" y="9131"/>
                </a:cubicBezTo>
                <a:cubicBezTo>
                  <a:pt x="40373" y="5989"/>
                  <a:pt x="36139" y="4419"/>
                  <a:pt x="30773" y="4419"/>
                </a:cubicBezTo>
                <a:cubicBezTo>
                  <a:pt x="25407" y="4419"/>
                  <a:pt x="21041" y="5976"/>
                  <a:pt x="17675" y="9091"/>
                </a:cubicBezTo>
                <a:cubicBezTo>
                  <a:pt x="14308" y="12206"/>
                  <a:pt x="12625" y="15850"/>
                  <a:pt x="12625" y="20022"/>
                </a:cubicBezTo>
                <a:cubicBezTo>
                  <a:pt x="12625" y="22767"/>
                  <a:pt x="13322" y="25513"/>
                  <a:pt x="14716" y="28258"/>
                </a:cubicBezTo>
                <a:cubicBezTo>
                  <a:pt x="16110" y="31003"/>
                  <a:pt x="18096" y="33617"/>
                  <a:pt x="20673" y="36099"/>
                </a:cubicBezTo>
                <a:lnTo>
                  <a:pt x="33614" y="46870"/>
                </a:lnTo>
                <a:moveTo>
                  <a:pt x="24934" y="58311"/>
                </a:moveTo>
                <a:cubicBezTo>
                  <a:pt x="20568" y="61982"/>
                  <a:pt x="17333" y="65980"/>
                  <a:pt x="15229" y="70307"/>
                </a:cubicBezTo>
                <a:cubicBezTo>
                  <a:pt x="13125" y="74632"/>
                  <a:pt x="12072" y="79311"/>
                  <a:pt x="12072" y="84345"/>
                </a:cubicBezTo>
                <a:cubicBezTo>
                  <a:pt x="12072" y="91107"/>
                  <a:pt x="13927" y="96521"/>
                  <a:pt x="17635" y="100584"/>
                </a:cubicBezTo>
                <a:cubicBezTo>
                  <a:pt x="21344" y="104648"/>
                  <a:pt x="26065" y="106680"/>
                  <a:pt x="31799" y="106680"/>
                </a:cubicBezTo>
                <a:cubicBezTo>
                  <a:pt x="37480" y="106680"/>
                  <a:pt x="42030" y="105081"/>
                  <a:pt x="45449" y="101884"/>
                </a:cubicBezTo>
                <a:cubicBezTo>
                  <a:pt x="48869" y="98685"/>
                  <a:pt x="50578" y="94804"/>
                  <a:pt x="50578" y="90243"/>
                </a:cubicBezTo>
                <a:cubicBezTo>
                  <a:pt x="50578" y="86467"/>
                  <a:pt x="49579" y="83085"/>
                  <a:pt x="47580" y="80096"/>
                </a:cubicBezTo>
                <a:cubicBezTo>
                  <a:pt x="43845" y="74538"/>
                  <a:pt x="36296" y="67276"/>
                  <a:pt x="24934" y="5831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B955CE-228C-469B-85B8-14F362501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820" y="953142"/>
            <a:ext cx="400153" cy="204534"/>
          </a:xfrm>
          <a:custGeom xmlns:a="http://schemas.openxmlformats.org/drawingml/2006/main">
            <a:pathLst>
              <a:path w="400153" h="204534">
                <a:moveTo>
                  <a:pt x="0" y="204534"/>
                </a:moveTo>
                <a:lnTo>
                  <a:pt x="400153" y="204534"/>
                </a:lnTo>
                <a:lnTo>
                  <a:pt x="400153" y="0"/>
                </a:lnTo>
                <a:lnTo>
                  <a:pt x="0" y="0"/>
                </a:lnTo>
                <a:lnTo>
                  <a:pt x="0" y="204534"/>
                </a:lnTo>
                <a:close/>
              </a:path>
            </a:pathLst>
          </a:custGeom>
          <a:solidFill xmlns:a="http://schemas.openxmlformats.org/drawingml/2006/main">
            <a:srgbClr val="E3E3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BECAC2-CE4D-4D78-AE89-5811E3880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819" y="953140"/>
            <a:ext cx="400154" cy="204534"/>
          </a:xfrm>
          <a:custGeom xmlns:a="http://schemas.openxmlformats.org/drawingml/2006/main">
            <a:pathLst>
              <a:path w="400154" h="204534" fill="none">
                <a:moveTo>
                  <a:pt x="0" y="0"/>
                </a:moveTo>
                <a:lnTo>
                  <a:pt x="400154" y="0"/>
                </a:lnTo>
                <a:lnTo>
                  <a:pt x="400154" y="204534"/>
                </a:lnTo>
                <a:lnTo>
                  <a:pt x="0" y="20453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2036" cap="rnd">
            <a:solidFill>
              <a:srgbClr val="000000"/>
            </a:solidFill>
            <a:round/>
          </a:ln>
        </p:spPr>
      </p:sp>
      <p:sp>
        <p:nvSpPr>
          <p:cNvPr id="89" name="Text E">
            <a:extLst xmlns:a="http://schemas.openxmlformats.org/drawingml/2006/main">
              <a:ext uri="{FF2B5EF4-FFF2-40B4-BE49-F238E27FC236}">
                <a16:creationId xmlns:a16="http://schemas.microsoft.com/office/drawing/2014/main" id="{8F3479E3-D098-420D-81B2-05399C8A3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6528" y="975584"/>
            <a:ext cx="133364" cy="155630"/>
          </a:xfrm>
          <a:custGeom xmlns:a="http://schemas.openxmlformats.org/drawingml/2006/main">
            <a:pathLst>
              <a:path w="133364" h="155630">
                <a:moveTo>
                  <a:pt x="44302" y="8493"/>
                </a:moveTo>
                <a:lnTo>
                  <a:pt x="44302" y="69781"/>
                </a:lnTo>
                <a:lnTo>
                  <a:pt x="78503" y="69781"/>
                </a:lnTo>
                <a:cubicBezTo>
                  <a:pt x="87379" y="69781"/>
                  <a:pt x="93309" y="68435"/>
                  <a:pt x="96293" y="65742"/>
                </a:cubicBezTo>
                <a:cubicBezTo>
                  <a:pt x="100272" y="62206"/>
                  <a:pt x="102491" y="55977"/>
                  <a:pt x="102950" y="47056"/>
                </a:cubicBezTo>
                <a:lnTo>
                  <a:pt x="107196" y="47056"/>
                </a:lnTo>
                <a:lnTo>
                  <a:pt x="107196" y="101458"/>
                </a:lnTo>
                <a:lnTo>
                  <a:pt x="102950" y="101458"/>
                </a:lnTo>
                <a:cubicBezTo>
                  <a:pt x="101878" y="93883"/>
                  <a:pt x="100807" y="89024"/>
                  <a:pt x="99736" y="86882"/>
                </a:cubicBezTo>
                <a:cubicBezTo>
                  <a:pt x="98359" y="84204"/>
                  <a:pt x="96102" y="82100"/>
                  <a:pt x="92965" y="80569"/>
                </a:cubicBezTo>
                <a:cubicBezTo>
                  <a:pt x="89827" y="79039"/>
                  <a:pt x="85007" y="78274"/>
                  <a:pt x="78503" y="78274"/>
                </a:cubicBezTo>
                <a:lnTo>
                  <a:pt x="44302" y="78274"/>
                </a:lnTo>
                <a:lnTo>
                  <a:pt x="44302" y="129663"/>
                </a:lnTo>
                <a:cubicBezTo>
                  <a:pt x="44302" y="136561"/>
                  <a:pt x="44608" y="140757"/>
                  <a:pt x="45220" y="142252"/>
                </a:cubicBezTo>
                <a:cubicBezTo>
                  <a:pt x="45832" y="143746"/>
                  <a:pt x="46903" y="144934"/>
                  <a:pt x="48433" y="145817"/>
                </a:cubicBezTo>
                <a:cubicBezTo>
                  <a:pt x="49964" y="146697"/>
                  <a:pt x="52871" y="147136"/>
                  <a:pt x="57156" y="147136"/>
                </a:cubicBezTo>
                <a:lnTo>
                  <a:pt x="83553" y="147136"/>
                </a:lnTo>
                <a:cubicBezTo>
                  <a:pt x="92352" y="147136"/>
                  <a:pt x="98741" y="146524"/>
                  <a:pt x="102720" y="145300"/>
                </a:cubicBezTo>
                <a:cubicBezTo>
                  <a:pt x="106699" y="144076"/>
                  <a:pt x="110525" y="141666"/>
                  <a:pt x="114197" y="138070"/>
                </a:cubicBezTo>
                <a:cubicBezTo>
                  <a:pt x="118941" y="133326"/>
                  <a:pt x="123800" y="126172"/>
                  <a:pt x="128773" y="116607"/>
                </a:cubicBezTo>
                <a:lnTo>
                  <a:pt x="133364" y="116607"/>
                </a:lnTo>
                <a:lnTo>
                  <a:pt x="119936" y="155630"/>
                </a:lnTo>
                <a:lnTo>
                  <a:pt x="0" y="155630"/>
                </a:lnTo>
                <a:lnTo>
                  <a:pt x="0" y="151268"/>
                </a:lnTo>
                <a:lnTo>
                  <a:pt x="5509" y="151268"/>
                </a:lnTo>
                <a:cubicBezTo>
                  <a:pt x="9182" y="151268"/>
                  <a:pt x="12663" y="150388"/>
                  <a:pt x="15953" y="148629"/>
                </a:cubicBezTo>
                <a:cubicBezTo>
                  <a:pt x="18402" y="147404"/>
                  <a:pt x="20066" y="145568"/>
                  <a:pt x="20946" y="143119"/>
                </a:cubicBezTo>
                <a:cubicBezTo>
                  <a:pt x="21826" y="140671"/>
                  <a:pt x="22266" y="135659"/>
                  <a:pt x="22266" y="128084"/>
                </a:cubicBezTo>
                <a:lnTo>
                  <a:pt x="22266" y="27086"/>
                </a:lnTo>
                <a:cubicBezTo>
                  <a:pt x="22266" y="17266"/>
                  <a:pt x="21271" y="11214"/>
                  <a:pt x="19282" y="8931"/>
                </a:cubicBezTo>
                <a:cubicBezTo>
                  <a:pt x="16527" y="5884"/>
                  <a:pt x="11936" y="4361"/>
                  <a:pt x="5509" y="4361"/>
                </a:cubicBezTo>
                <a:lnTo>
                  <a:pt x="0" y="4361"/>
                </a:lnTo>
                <a:lnTo>
                  <a:pt x="0" y="0"/>
                </a:lnTo>
                <a:lnTo>
                  <a:pt x="119936" y="0"/>
                </a:lnTo>
                <a:lnTo>
                  <a:pt x="121657" y="34202"/>
                </a:lnTo>
                <a:lnTo>
                  <a:pt x="117181" y="34202"/>
                </a:lnTo>
                <a:cubicBezTo>
                  <a:pt x="115574" y="25979"/>
                  <a:pt x="113795" y="20330"/>
                  <a:pt x="111844" y="17255"/>
                </a:cubicBezTo>
                <a:cubicBezTo>
                  <a:pt x="109893" y="14180"/>
                  <a:pt x="107005" y="11836"/>
                  <a:pt x="103179" y="10222"/>
                </a:cubicBezTo>
                <a:cubicBezTo>
                  <a:pt x="100119" y="9069"/>
                  <a:pt x="94724" y="8493"/>
                  <a:pt x="86996" y="8493"/>
                </a:cubicBezTo>
                <a:lnTo>
                  <a:pt x="44302" y="849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" name="Text 7">
            <a:extLst xmlns:a="http://schemas.openxmlformats.org/drawingml/2006/main">
              <a:ext uri="{FF2B5EF4-FFF2-40B4-BE49-F238E27FC236}">
                <a16:creationId xmlns:a16="http://schemas.microsoft.com/office/drawing/2014/main" id="{0B2B1986-0B36-489D-B4C2-9CCFBB790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283" y="1024218"/>
            <a:ext cx="67622" cy="109205"/>
          </a:xfrm>
          <a:custGeom xmlns:a="http://schemas.openxmlformats.org/drawingml/2006/main">
            <a:pathLst>
              <a:path w="67622" h="109205">
                <a:moveTo>
                  <a:pt x="10258" y="0"/>
                </a:moveTo>
                <a:lnTo>
                  <a:pt x="67622" y="0"/>
                </a:lnTo>
                <a:lnTo>
                  <a:pt x="67622" y="2974"/>
                </a:lnTo>
                <a:lnTo>
                  <a:pt x="31957" y="109205"/>
                </a:lnTo>
                <a:lnTo>
                  <a:pt x="23119" y="109205"/>
                </a:lnTo>
                <a:lnTo>
                  <a:pt x="55076" y="12940"/>
                </a:lnTo>
                <a:lnTo>
                  <a:pt x="25644" y="12940"/>
                </a:lnTo>
                <a:cubicBezTo>
                  <a:pt x="19700" y="12940"/>
                  <a:pt x="15465" y="13651"/>
                  <a:pt x="12940" y="15071"/>
                </a:cubicBezTo>
                <a:cubicBezTo>
                  <a:pt x="8522" y="17491"/>
                  <a:pt x="4971" y="21225"/>
                  <a:pt x="2288" y="26275"/>
                </a:cubicBezTo>
                <a:lnTo>
                  <a:pt x="0" y="25407"/>
                </a:lnTo>
                <a:lnTo>
                  <a:pt x="10258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4AE15B-9BD1-43D5-B090-D4B865F02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973" y="953142"/>
            <a:ext cx="400153" cy="204534"/>
          </a:xfrm>
          <a:custGeom xmlns:a="http://schemas.openxmlformats.org/drawingml/2006/main">
            <a:pathLst>
              <a:path w="400153" h="204534">
                <a:moveTo>
                  <a:pt x="0" y="204534"/>
                </a:moveTo>
                <a:lnTo>
                  <a:pt x="400153" y="204534"/>
                </a:lnTo>
                <a:lnTo>
                  <a:pt x="400153" y="0"/>
                </a:lnTo>
                <a:lnTo>
                  <a:pt x="0" y="0"/>
                </a:lnTo>
                <a:lnTo>
                  <a:pt x="0" y="204534"/>
                </a:lnTo>
                <a:close/>
              </a:path>
            </a:pathLst>
          </a:custGeom>
          <a:solidFill xmlns:a="http://schemas.openxmlformats.org/drawingml/2006/main">
            <a:srgbClr val="E3E3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8F5509-CF33-416A-B0D1-131CE3B12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973" y="953140"/>
            <a:ext cx="400154" cy="204534"/>
          </a:xfrm>
          <a:custGeom xmlns:a="http://schemas.openxmlformats.org/drawingml/2006/main">
            <a:pathLst>
              <a:path w="400154" h="204534" fill="none">
                <a:moveTo>
                  <a:pt x="0" y="0"/>
                </a:moveTo>
                <a:lnTo>
                  <a:pt x="400154" y="0"/>
                </a:lnTo>
                <a:lnTo>
                  <a:pt x="400154" y="204534"/>
                </a:lnTo>
                <a:lnTo>
                  <a:pt x="0" y="20453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2036" cap="rnd">
            <a:solidFill>
              <a:srgbClr val="000000"/>
            </a:solidFill>
            <a:round/>
          </a:ln>
        </p:spPr>
      </p:sp>
      <p:sp>
        <p:nvSpPr>
          <p:cNvPr id="93" name="Text E">
            <a:extLst xmlns:a="http://schemas.openxmlformats.org/drawingml/2006/main">
              <a:ext uri="{FF2B5EF4-FFF2-40B4-BE49-F238E27FC236}">
                <a16:creationId xmlns:a16="http://schemas.microsoft.com/office/drawing/2014/main" id="{E8A0E2E1-3268-4A23-9228-281AA0CF6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6681" y="975584"/>
            <a:ext cx="133364" cy="155630"/>
          </a:xfrm>
          <a:custGeom xmlns:a="http://schemas.openxmlformats.org/drawingml/2006/main">
            <a:pathLst>
              <a:path w="133364" h="155630">
                <a:moveTo>
                  <a:pt x="44302" y="8493"/>
                </a:moveTo>
                <a:lnTo>
                  <a:pt x="44302" y="69781"/>
                </a:lnTo>
                <a:lnTo>
                  <a:pt x="78503" y="69781"/>
                </a:lnTo>
                <a:cubicBezTo>
                  <a:pt x="87379" y="69781"/>
                  <a:pt x="93309" y="68435"/>
                  <a:pt x="96293" y="65742"/>
                </a:cubicBezTo>
                <a:cubicBezTo>
                  <a:pt x="100272" y="62206"/>
                  <a:pt x="102491" y="55977"/>
                  <a:pt x="102950" y="47056"/>
                </a:cubicBezTo>
                <a:lnTo>
                  <a:pt x="107196" y="47056"/>
                </a:lnTo>
                <a:lnTo>
                  <a:pt x="107196" y="101458"/>
                </a:lnTo>
                <a:lnTo>
                  <a:pt x="102950" y="101458"/>
                </a:lnTo>
                <a:cubicBezTo>
                  <a:pt x="101878" y="93883"/>
                  <a:pt x="100807" y="89024"/>
                  <a:pt x="99736" y="86882"/>
                </a:cubicBezTo>
                <a:cubicBezTo>
                  <a:pt x="98359" y="84204"/>
                  <a:pt x="96102" y="82100"/>
                  <a:pt x="92965" y="80569"/>
                </a:cubicBezTo>
                <a:cubicBezTo>
                  <a:pt x="89827" y="79039"/>
                  <a:pt x="85007" y="78274"/>
                  <a:pt x="78503" y="78274"/>
                </a:cubicBezTo>
                <a:lnTo>
                  <a:pt x="44302" y="78274"/>
                </a:lnTo>
                <a:lnTo>
                  <a:pt x="44302" y="129663"/>
                </a:lnTo>
                <a:cubicBezTo>
                  <a:pt x="44302" y="136561"/>
                  <a:pt x="44608" y="140757"/>
                  <a:pt x="45220" y="142252"/>
                </a:cubicBezTo>
                <a:cubicBezTo>
                  <a:pt x="45832" y="143746"/>
                  <a:pt x="46903" y="144934"/>
                  <a:pt x="48433" y="145817"/>
                </a:cubicBezTo>
                <a:cubicBezTo>
                  <a:pt x="49964" y="146697"/>
                  <a:pt x="52871" y="147136"/>
                  <a:pt x="57156" y="147136"/>
                </a:cubicBezTo>
                <a:lnTo>
                  <a:pt x="83553" y="147136"/>
                </a:lnTo>
                <a:cubicBezTo>
                  <a:pt x="92352" y="147136"/>
                  <a:pt x="98741" y="146524"/>
                  <a:pt x="102720" y="145300"/>
                </a:cubicBezTo>
                <a:cubicBezTo>
                  <a:pt x="106699" y="144076"/>
                  <a:pt x="110525" y="141666"/>
                  <a:pt x="114197" y="138070"/>
                </a:cubicBezTo>
                <a:cubicBezTo>
                  <a:pt x="118941" y="133326"/>
                  <a:pt x="123800" y="126172"/>
                  <a:pt x="128773" y="116607"/>
                </a:cubicBezTo>
                <a:lnTo>
                  <a:pt x="133364" y="116607"/>
                </a:lnTo>
                <a:lnTo>
                  <a:pt x="119936" y="155630"/>
                </a:lnTo>
                <a:lnTo>
                  <a:pt x="0" y="155630"/>
                </a:lnTo>
                <a:lnTo>
                  <a:pt x="0" y="151268"/>
                </a:lnTo>
                <a:lnTo>
                  <a:pt x="5509" y="151268"/>
                </a:lnTo>
                <a:cubicBezTo>
                  <a:pt x="9182" y="151268"/>
                  <a:pt x="12663" y="150388"/>
                  <a:pt x="15953" y="148629"/>
                </a:cubicBezTo>
                <a:cubicBezTo>
                  <a:pt x="18402" y="147404"/>
                  <a:pt x="20066" y="145568"/>
                  <a:pt x="20946" y="143119"/>
                </a:cubicBezTo>
                <a:cubicBezTo>
                  <a:pt x="21826" y="140671"/>
                  <a:pt x="22266" y="135659"/>
                  <a:pt x="22266" y="128084"/>
                </a:cubicBezTo>
                <a:lnTo>
                  <a:pt x="22266" y="27086"/>
                </a:lnTo>
                <a:cubicBezTo>
                  <a:pt x="22266" y="17266"/>
                  <a:pt x="21271" y="11214"/>
                  <a:pt x="19282" y="8931"/>
                </a:cubicBezTo>
                <a:cubicBezTo>
                  <a:pt x="16527" y="5884"/>
                  <a:pt x="11936" y="4361"/>
                  <a:pt x="5509" y="4361"/>
                </a:cubicBezTo>
                <a:lnTo>
                  <a:pt x="0" y="4361"/>
                </a:lnTo>
                <a:lnTo>
                  <a:pt x="0" y="0"/>
                </a:lnTo>
                <a:lnTo>
                  <a:pt x="119936" y="0"/>
                </a:lnTo>
                <a:lnTo>
                  <a:pt x="121657" y="34202"/>
                </a:lnTo>
                <a:lnTo>
                  <a:pt x="117181" y="34202"/>
                </a:lnTo>
                <a:cubicBezTo>
                  <a:pt x="115574" y="25979"/>
                  <a:pt x="113795" y="20330"/>
                  <a:pt x="111844" y="17255"/>
                </a:cubicBezTo>
                <a:cubicBezTo>
                  <a:pt x="109893" y="14180"/>
                  <a:pt x="107005" y="11836"/>
                  <a:pt x="103179" y="10222"/>
                </a:cubicBezTo>
                <a:cubicBezTo>
                  <a:pt x="100119" y="9069"/>
                  <a:pt x="94724" y="8493"/>
                  <a:pt x="86996" y="8493"/>
                </a:cubicBezTo>
                <a:lnTo>
                  <a:pt x="44302" y="849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" name="Text 6">
            <a:extLst xmlns:a="http://schemas.openxmlformats.org/drawingml/2006/main">
              <a:ext uri="{FF2B5EF4-FFF2-40B4-BE49-F238E27FC236}">
                <a16:creationId xmlns:a16="http://schemas.microsoft.com/office/drawing/2014/main" id="{A121F6B0-0752-4F65-85E5-DE33AF16E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2383" y="1022009"/>
            <a:ext cx="67622" cy="111098"/>
          </a:xfrm>
          <a:custGeom xmlns:a="http://schemas.openxmlformats.org/drawingml/2006/main">
            <a:pathLst>
              <a:path w="67622" h="111098">
                <a:moveTo>
                  <a:pt x="65491" y="0"/>
                </a:moveTo>
                <a:lnTo>
                  <a:pt x="65491" y="3156"/>
                </a:lnTo>
                <a:cubicBezTo>
                  <a:pt x="58548" y="3835"/>
                  <a:pt x="52880" y="5207"/>
                  <a:pt x="48487" y="7272"/>
                </a:cubicBezTo>
                <a:cubicBezTo>
                  <a:pt x="44095" y="9335"/>
                  <a:pt x="39755" y="12483"/>
                  <a:pt x="35468" y="16716"/>
                </a:cubicBezTo>
                <a:cubicBezTo>
                  <a:pt x="31181" y="20947"/>
                  <a:pt x="27630" y="25662"/>
                  <a:pt x="24816" y="30862"/>
                </a:cubicBezTo>
                <a:cubicBezTo>
                  <a:pt x="22001" y="36060"/>
                  <a:pt x="19647" y="42238"/>
                  <a:pt x="17754" y="49397"/>
                </a:cubicBezTo>
                <a:cubicBezTo>
                  <a:pt x="25329" y="44135"/>
                  <a:pt x="32930" y="41504"/>
                  <a:pt x="40557" y="41504"/>
                </a:cubicBezTo>
                <a:cubicBezTo>
                  <a:pt x="47869" y="41504"/>
                  <a:pt x="54208" y="44456"/>
                  <a:pt x="59573" y="50361"/>
                </a:cubicBezTo>
                <a:cubicBezTo>
                  <a:pt x="64939" y="56266"/>
                  <a:pt x="67622" y="63858"/>
                  <a:pt x="67622" y="73138"/>
                </a:cubicBezTo>
                <a:cubicBezTo>
                  <a:pt x="67622" y="82100"/>
                  <a:pt x="64913" y="90272"/>
                  <a:pt x="59494" y="97655"/>
                </a:cubicBezTo>
                <a:cubicBezTo>
                  <a:pt x="52972" y="106617"/>
                  <a:pt x="44345" y="111098"/>
                  <a:pt x="33614" y="111098"/>
                </a:cubicBezTo>
                <a:cubicBezTo>
                  <a:pt x="26302" y="111098"/>
                  <a:pt x="20094" y="108679"/>
                  <a:pt x="14992" y="103839"/>
                </a:cubicBezTo>
                <a:cubicBezTo>
                  <a:pt x="4997" y="94423"/>
                  <a:pt x="0" y="82219"/>
                  <a:pt x="0" y="67227"/>
                </a:cubicBezTo>
                <a:cubicBezTo>
                  <a:pt x="0" y="57653"/>
                  <a:pt x="1920" y="48553"/>
                  <a:pt x="5760" y="39926"/>
                </a:cubicBezTo>
                <a:cubicBezTo>
                  <a:pt x="9600" y="31299"/>
                  <a:pt x="15084" y="23645"/>
                  <a:pt x="22212" y="16965"/>
                </a:cubicBezTo>
                <a:cubicBezTo>
                  <a:pt x="29340" y="10284"/>
                  <a:pt x="36165" y="5786"/>
                  <a:pt x="42688" y="3472"/>
                </a:cubicBezTo>
                <a:cubicBezTo>
                  <a:pt x="49210" y="1157"/>
                  <a:pt x="55286" y="0"/>
                  <a:pt x="60915" y="0"/>
                </a:cubicBezTo>
                <a:lnTo>
                  <a:pt x="65491" y="0"/>
                </a:lnTo>
                <a:moveTo>
                  <a:pt x="16412" y="55165"/>
                </a:moveTo>
                <a:cubicBezTo>
                  <a:pt x="15465" y="62276"/>
                  <a:pt x="14992" y="68017"/>
                  <a:pt x="14992" y="72388"/>
                </a:cubicBezTo>
                <a:cubicBezTo>
                  <a:pt x="14992" y="77445"/>
                  <a:pt x="15926" y="82936"/>
                  <a:pt x="17793" y="88862"/>
                </a:cubicBezTo>
                <a:cubicBezTo>
                  <a:pt x="19661" y="94788"/>
                  <a:pt x="22435" y="99489"/>
                  <a:pt x="26118" y="102966"/>
                </a:cubicBezTo>
                <a:cubicBezTo>
                  <a:pt x="28800" y="105442"/>
                  <a:pt x="32062" y="106680"/>
                  <a:pt x="35902" y="106680"/>
                </a:cubicBezTo>
                <a:cubicBezTo>
                  <a:pt x="40478" y="106680"/>
                  <a:pt x="44568" y="104520"/>
                  <a:pt x="48172" y="100202"/>
                </a:cubicBezTo>
                <a:cubicBezTo>
                  <a:pt x="51775" y="95882"/>
                  <a:pt x="53577" y="89718"/>
                  <a:pt x="53577" y="81711"/>
                </a:cubicBezTo>
                <a:cubicBezTo>
                  <a:pt x="53577" y="72704"/>
                  <a:pt x="51788" y="64909"/>
                  <a:pt x="48211" y="58326"/>
                </a:cubicBezTo>
                <a:cubicBezTo>
                  <a:pt x="44634" y="51740"/>
                  <a:pt x="39558" y="48448"/>
                  <a:pt x="32982" y="48448"/>
                </a:cubicBezTo>
                <a:cubicBezTo>
                  <a:pt x="30983" y="48448"/>
                  <a:pt x="28840" y="48869"/>
                  <a:pt x="26552" y="49713"/>
                </a:cubicBezTo>
                <a:cubicBezTo>
                  <a:pt x="24263" y="50554"/>
                  <a:pt x="20884" y="52372"/>
                  <a:pt x="16412" y="5516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3052F9-CB58-4448-AA28-35F2D5656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4126" y="953142"/>
            <a:ext cx="400153" cy="204534"/>
          </a:xfrm>
          <a:custGeom xmlns:a="http://schemas.openxmlformats.org/drawingml/2006/main">
            <a:pathLst>
              <a:path w="400153" h="204534">
                <a:moveTo>
                  <a:pt x="0" y="204534"/>
                </a:moveTo>
                <a:lnTo>
                  <a:pt x="400153" y="204534"/>
                </a:lnTo>
                <a:lnTo>
                  <a:pt x="400153" y="0"/>
                </a:lnTo>
                <a:lnTo>
                  <a:pt x="0" y="0"/>
                </a:lnTo>
                <a:lnTo>
                  <a:pt x="0" y="204534"/>
                </a:lnTo>
                <a:close/>
              </a:path>
            </a:pathLst>
          </a:custGeom>
          <a:solidFill xmlns:a="http://schemas.openxmlformats.org/drawingml/2006/main">
            <a:srgbClr val="E3E3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3E9D77-40D0-45CD-9F47-6372EE166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4125" y="953140"/>
            <a:ext cx="400154" cy="204534"/>
          </a:xfrm>
          <a:custGeom xmlns:a="http://schemas.openxmlformats.org/drawingml/2006/main">
            <a:pathLst>
              <a:path w="400154" h="204534" fill="none">
                <a:moveTo>
                  <a:pt x="0" y="0"/>
                </a:moveTo>
                <a:lnTo>
                  <a:pt x="400154" y="0"/>
                </a:lnTo>
                <a:lnTo>
                  <a:pt x="400154" y="204534"/>
                </a:lnTo>
                <a:lnTo>
                  <a:pt x="0" y="20453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2036" cap="rnd">
            <a:solidFill>
              <a:srgbClr val="000000"/>
            </a:solidFill>
            <a:round/>
          </a:ln>
        </p:spPr>
      </p:sp>
      <p:sp>
        <p:nvSpPr>
          <p:cNvPr id="97" name="Text E">
            <a:extLst xmlns:a="http://schemas.openxmlformats.org/drawingml/2006/main">
              <a:ext uri="{FF2B5EF4-FFF2-40B4-BE49-F238E27FC236}">
                <a16:creationId xmlns:a16="http://schemas.microsoft.com/office/drawing/2014/main" id="{8D8BF03F-74F0-4D5C-8D0F-C38E3BD84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6834" y="975584"/>
            <a:ext cx="133364" cy="155630"/>
          </a:xfrm>
          <a:custGeom xmlns:a="http://schemas.openxmlformats.org/drawingml/2006/main">
            <a:pathLst>
              <a:path w="133364" h="155630">
                <a:moveTo>
                  <a:pt x="44302" y="8493"/>
                </a:moveTo>
                <a:lnTo>
                  <a:pt x="44302" y="69781"/>
                </a:lnTo>
                <a:lnTo>
                  <a:pt x="78503" y="69781"/>
                </a:lnTo>
                <a:cubicBezTo>
                  <a:pt x="87379" y="69781"/>
                  <a:pt x="93309" y="68435"/>
                  <a:pt x="96293" y="65742"/>
                </a:cubicBezTo>
                <a:cubicBezTo>
                  <a:pt x="100272" y="62206"/>
                  <a:pt x="102491" y="55977"/>
                  <a:pt x="102950" y="47056"/>
                </a:cubicBezTo>
                <a:lnTo>
                  <a:pt x="107196" y="47056"/>
                </a:lnTo>
                <a:lnTo>
                  <a:pt x="107196" y="101458"/>
                </a:lnTo>
                <a:lnTo>
                  <a:pt x="102950" y="101458"/>
                </a:lnTo>
                <a:cubicBezTo>
                  <a:pt x="101878" y="93883"/>
                  <a:pt x="100807" y="89024"/>
                  <a:pt x="99736" y="86882"/>
                </a:cubicBezTo>
                <a:cubicBezTo>
                  <a:pt x="98359" y="84204"/>
                  <a:pt x="96102" y="82100"/>
                  <a:pt x="92965" y="80569"/>
                </a:cubicBezTo>
                <a:cubicBezTo>
                  <a:pt x="89827" y="79039"/>
                  <a:pt x="85007" y="78274"/>
                  <a:pt x="78503" y="78274"/>
                </a:cubicBezTo>
                <a:lnTo>
                  <a:pt x="44302" y="78274"/>
                </a:lnTo>
                <a:lnTo>
                  <a:pt x="44302" y="129663"/>
                </a:lnTo>
                <a:cubicBezTo>
                  <a:pt x="44302" y="136561"/>
                  <a:pt x="44608" y="140757"/>
                  <a:pt x="45220" y="142252"/>
                </a:cubicBezTo>
                <a:cubicBezTo>
                  <a:pt x="45832" y="143746"/>
                  <a:pt x="46903" y="144934"/>
                  <a:pt x="48433" y="145817"/>
                </a:cubicBezTo>
                <a:cubicBezTo>
                  <a:pt x="49964" y="146697"/>
                  <a:pt x="52871" y="147136"/>
                  <a:pt x="57156" y="147136"/>
                </a:cubicBezTo>
                <a:lnTo>
                  <a:pt x="83553" y="147136"/>
                </a:lnTo>
                <a:cubicBezTo>
                  <a:pt x="92352" y="147136"/>
                  <a:pt x="98741" y="146524"/>
                  <a:pt x="102720" y="145300"/>
                </a:cubicBezTo>
                <a:cubicBezTo>
                  <a:pt x="106699" y="144076"/>
                  <a:pt x="110525" y="141666"/>
                  <a:pt x="114197" y="138070"/>
                </a:cubicBezTo>
                <a:cubicBezTo>
                  <a:pt x="118941" y="133326"/>
                  <a:pt x="123800" y="126172"/>
                  <a:pt x="128773" y="116607"/>
                </a:cubicBezTo>
                <a:lnTo>
                  <a:pt x="133364" y="116607"/>
                </a:lnTo>
                <a:lnTo>
                  <a:pt x="119936" y="155630"/>
                </a:lnTo>
                <a:lnTo>
                  <a:pt x="0" y="155630"/>
                </a:lnTo>
                <a:lnTo>
                  <a:pt x="0" y="151268"/>
                </a:lnTo>
                <a:lnTo>
                  <a:pt x="5509" y="151268"/>
                </a:lnTo>
                <a:cubicBezTo>
                  <a:pt x="9182" y="151268"/>
                  <a:pt x="12663" y="150388"/>
                  <a:pt x="15953" y="148629"/>
                </a:cubicBezTo>
                <a:cubicBezTo>
                  <a:pt x="18402" y="147404"/>
                  <a:pt x="20066" y="145568"/>
                  <a:pt x="20946" y="143119"/>
                </a:cubicBezTo>
                <a:cubicBezTo>
                  <a:pt x="21826" y="140671"/>
                  <a:pt x="22266" y="135659"/>
                  <a:pt x="22266" y="128084"/>
                </a:cubicBezTo>
                <a:lnTo>
                  <a:pt x="22266" y="27086"/>
                </a:lnTo>
                <a:cubicBezTo>
                  <a:pt x="22266" y="17266"/>
                  <a:pt x="21271" y="11214"/>
                  <a:pt x="19282" y="8931"/>
                </a:cubicBezTo>
                <a:cubicBezTo>
                  <a:pt x="16527" y="5884"/>
                  <a:pt x="11936" y="4361"/>
                  <a:pt x="5509" y="4361"/>
                </a:cubicBezTo>
                <a:lnTo>
                  <a:pt x="0" y="4361"/>
                </a:lnTo>
                <a:lnTo>
                  <a:pt x="0" y="0"/>
                </a:lnTo>
                <a:lnTo>
                  <a:pt x="119936" y="0"/>
                </a:lnTo>
                <a:lnTo>
                  <a:pt x="121657" y="34202"/>
                </a:lnTo>
                <a:lnTo>
                  <a:pt x="117181" y="34202"/>
                </a:lnTo>
                <a:cubicBezTo>
                  <a:pt x="115574" y="25979"/>
                  <a:pt x="113795" y="20330"/>
                  <a:pt x="111844" y="17255"/>
                </a:cubicBezTo>
                <a:cubicBezTo>
                  <a:pt x="109893" y="14180"/>
                  <a:pt x="107005" y="11836"/>
                  <a:pt x="103179" y="10222"/>
                </a:cubicBezTo>
                <a:cubicBezTo>
                  <a:pt x="100119" y="9069"/>
                  <a:pt x="94724" y="8493"/>
                  <a:pt x="86996" y="8493"/>
                </a:cubicBezTo>
                <a:lnTo>
                  <a:pt x="44302" y="849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" name="Text 5">
            <a:extLst xmlns:a="http://schemas.openxmlformats.org/drawingml/2006/main">
              <a:ext uri="{FF2B5EF4-FFF2-40B4-BE49-F238E27FC236}">
                <a16:creationId xmlns:a16="http://schemas.microsoft.com/office/drawing/2014/main" id="{3648A144-4A2D-4BAA-BAB1-B4CEE257F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3325" y="1024218"/>
            <a:ext cx="62414" cy="108889"/>
          </a:xfrm>
          <a:custGeom xmlns:a="http://schemas.openxmlformats.org/drawingml/2006/main">
            <a:pathLst>
              <a:path w="62414" h="108889">
                <a:moveTo>
                  <a:pt x="62414" y="0"/>
                </a:moveTo>
                <a:lnTo>
                  <a:pt x="56259" y="13414"/>
                </a:lnTo>
                <a:lnTo>
                  <a:pt x="24066" y="13414"/>
                </a:lnTo>
                <a:lnTo>
                  <a:pt x="17044" y="27597"/>
                </a:lnTo>
                <a:cubicBezTo>
                  <a:pt x="30983" y="29654"/>
                  <a:pt x="42030" y="34846"/>
                  <a:pt x="50184" y="43176"/>
                </a:cubicBezTo>
                <a:cubicBezTo>
                  <a:pt x="57180" y="50345"/>
                  <a:pt x="60678" y="58779"/>
                  <a:pt x="60678" y="68480"/>
                </a:cubicBezTo>
                <a:cubicBezTo>
                  <a:pt x="60678" y="74121"/>
                  <a:pt x="59534" y="79341"/>
                  <a:pt x="57246" y="84137"/>
                </a:cubicBezTo>
                <a:cubicBezTo>
                  <a:pt x="54957" y="88934"/>
                  <a:pt x="52077" y="93020"/>
                  <a:pt x="48606" y="96395"/>
                </a:cubicBezTo>
                <a:cubicBezTo>
                  <a:pt x="45134" y="99768"/>
                  <a:pt x="41267" y="102483"/>
                  <a:pt x="37006" y="104539"/>
                </a:cubicBezTo>
                <a:cubicBezTo>
                  <a:pt x="30957" y="107439"/>
                  <a:pt x="24750" y="108889"/>
                  <a:pt x="18385" y="108889"/>
                </a:cubicBezTo>
                <a:cubicBezTo>
                  <a:pt x="11967" y="108889"/>
                  <a:pt x="7299" y="107798"/>
                  <a:pt x="4379" y="105614"/>
                </a:cubicBezTo>
                <a:cubicBezTo>
                  <a:pt x="1460" y="103431"/>
                  <a:pt x="0" y="101025"/>
                  <a:pt x="0" y="98395"/>
                </a:cubicBezTo>
                <a:cubicBezTo>
                  <a:pt x="0" y="96922"/>
                  <a:pt x="605" y="95620"/>
                  <a:pt x="1815" y="94489"/>
                </a:cubicBezTo>
                <a:cubicBezTo>
                  <a:pt x="3025" y="93358"/>
                  <a:pt x="4550" y="92792"/>
                  <a:pt x="6391" y="92792"/>
                </a:cubicBezTo>
                <a:cubicBezTo>
                  <a:pt x="7759" y="92792"/>
                  <a:pt x="8956" y="93003"/>
                  <a:pt x="9981" y="93424"/>
                </a:cubicBezTo>
                <a:cubicBezTo>
                  <a:pt x="11007" y="93844"/>
                  <a:pt x="12756" y="94923"/>
                  <a:pt x="15229" y="96659"/>
                </a:cubicBezTo>
                <a:cubicBezTo>
                  <a:pt x="19174" y="99394"/>
                  <a:pt x="23172" y="100788"/>
                  <a:pt x="27222" y="100841"/>
                </a:cubicBezTo>
                <a:cubicBezTo>
                  <a:pt x="33377" y="100841"/>
                  <a:pt x="38782" y="98507"/>
                  <a:pt x="43437" y="93840"/>
                </a:cubicBezTo>
                <a:cubicBezTo>
                  <a:pt x="48093" y="89172"/>
                  <a:pt x="50420" y="83488"/>
                  <a:pt x="50420" y="76789"/>
                </a:cubicBezTo>
                <a:cubicBezTo>
                  <a:pt x="50420" y="70303"/>
                  <a:pt x="48343" y="64251"/>
                  <a:pt x="44187" y="58634"/>
                </a:cubicBezTo>
                <a:cubicBezTo>
                  <a:pt x="40031" y="53015"/>
                  <a:pt x="34297" y="48676"/>
                  <a:pt x="26986" y="45617"/>
                </a:cubicBezTo>
                <a:cubicBezTo>
                  <a:pt x="21252" y="43245"/>
                  <a:pt x="13440" y="41874"/>
                  <a:pt x="3551" y="41504"/>
                </a:cubicBezTo>
                <a:lnTo>
                  <a:pt x="24066" y="0"/>
                </a:lnTo>
                <a:lnTo>
                  <a:pt x="62414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5FE12B-DDCA-480F-AFBE-4B14450F5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4280" y="953142"/>
            <a:ext cx="400153" cy="204534"/>
          </a:xfrm>
          <a:custGeom xmlns:a="http://schemas.openxmlformats.org/drawingml/2006/main">
            <a:pathLst>
              <a:path w="400153" h="204534">
                <a:moveTo>
                  <a:pt x="0" y="204534"/>
                </a:moveTo>
                <a:lnTo>
                  <a:pt x="400153" y="204534"/>
                </a:lnTo>
                <a:lnTo>
                  <a:pt x="400153" y="0"/>
                </a:lnTo>
                <a:lnTo>
                  <a:pt x="0" y="0"/>
                </a:lnTo>
                <a:lnTo>
                  <a:pt x="0" y="204534"/>
                </a:lnTo>
                <a:close/>
              </a:path>
            </a:pathLst>
          </a:custGeom>
          <a:solidFill xmlns:a="http://schemas.openxmlformats.org/drawingml/2006/main">
            <a:srgbClr val="E3E3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A45CFC-7920-4351-A466-5528C744E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4279" y="953140"/>
            <a:ext cx="400154" cy="204534"/>
          </a:xfrm>
          <a:custGeom xmlns:a="http://schemas.openxmlformats.org/drawingml/2006/main">
            <a:pathLst>
              <a:path w="400154" h="204534" fill="none">
                <a:moveTo>
                  <a:pt x="0" y="0"/>
                </a:moveTo>
                <a:lnTo>
                  <a:pt x="400154" y="0"/>
                </a:lnTo>
                <a:lnTo>
                  <a:pt x="400154" y="204534"/>
                </a:lnTo>
                <a:lnTo>
                  <a:pt x="0" y="20453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2036" cap="rnd">
            <a:solidFill>
              <a:srgbClr val="000000"/>
            </a:solidFill>
            <a:round/>
          </a:ln>
        </p:spPr>
      </p:sp>
      <p:sp>
        <p:nvSpPr>
          <p:cNvPr id="101" name="Text E">
            <a:extLst xmlns:a="http://schemas.openxmlformats.org/drawingml/2006/main">
              <a:ext uri="{FF2B5EF4-FFF2-40B4-BE49-F238E27FC236}">
                <a16:creationId xmlns:a16="http://schemas.microsoft.com/office/drawing/2014/main" id="{8111DC40-FE0C-4246-8B22-A9C925F62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6987" y="975584"/>
            <a:ext cx="133364" cy="155630"/>
          </a:xfrm>
          <a:custGeom xmlns:a="http://schemas.openxmlformats.org/drawingml/2006/main">
            <a:pathLst>
              <a:path w="133364" h="155630">
                <a:moveTo>
                  <a:pt x="44302" y="8493"/>
                </a:moveTo>
                <a:lnTo>
                  <a:pt x="44302" y="69781"/>
                </a:lnTo>
                <a:lnTo>
                  <a:pt x="78503" y="69781"/>
                </a:lnTo>
                <a:cubicBezTo>
                  <a:pt x="87379" y="69781"/>
                  <a:pt x="93309" y="68435"/>
                  <a:pt x="96293" y="65742"/>
                </a:cubicBezTo>
                <a:cubicBezTo>
                  <a:pt x="100272" y="62206"/>
                  <a:pt x="102491" y="55977"/>
                  <a:pt x="102950" y="47056"/>
                </a:cubicBezTo>
                <a:lnTo>
                  <a:pt x="107196" y="47056"/>
                </a:lnTo>
                <a:lnTo>
                  <a:pt x="107196" y="101458"/>
                </a:lnTo>
                <a:lnTo>
                  <a:pt x="102950" y="101458"/>
                </a:lnTo>
                <a:cubicBezTo>
                  <a:pt x="101878" y="93883"/>
                  <a:pt x="100807" y="89024"/>
                  <a:pt x="99736" y="86882"/>
                </a:cubicBezTo>
                <a:cubicBezTo>
                  <a:pt x="98359" y="84204"/>
                  <a:pt x="96102" y="82100"/>
                  <a:pt x="92965" y="80569"/>
                </a:cubicBezTo>
                <a:cubicBezTo>
                  <a:pt x="89827" y="79039"/>
                  <a:pt x="85007" y="78274"/>
                  <a:pt x="78503" y="78274"/>
                </a:cubicBezTo>
                <a:lnTo>
                  <a:pt x="44302" y="78274"/>
                </a:lnTo>
                <a:lnTo>
                  <a:pt x="44302" y="129663"/>
                </a:lnTo>
                <a:cubicBezTo>
                  <a:pt x="44302" y="136561"/>
                  <a:pt x="44608" y="140757"/>
                  <a:pt x="45220" y="142252"/>
                </a:cubicBezTo>
                <a:cubicBezTo>
                  <a:pt x="45832" y="143746"/>
                  <a:pt x="46903" y="144934"/>
                  <a:pt x="48433" y="145817"/>
                </a:cubicBezTo>
                <a:cubicBezTo>
                  <a:pt x="49964" y="146697"/>
                  <a:pt x="52871" y="147136"/>
                  <a:pt x="57156" y="147136"/>
                </a:cubicBezTo>
                <a:lnTo>
                  <a:pt x="83553" y="147136"/>
                </a:lnTo>
                <a:cubicBezTo>
                  <a:pt x="92352" y="147136"/>
                  <a:pt x="98741" y="146524"/>
                  <a:pt x="102720" y="145300"/>
                </a:cubicBezTo>
                <a:cubicBezTo>
                  <a:pt x="106699" y="144076"/>
                  <a:pt x="110525" y="141666"/>
                  <a:pt x="114197" y="138070"/>
                </a:cubicBezTo>
                <a:cubicBezTo>
                  <a:pt x="118941" y="133326"/>
                  <a:pt x="123800" y="126172"/>
                  <a:pt x="128773" y="116607"/>
                </a:cubicBezTo>
                <a:lnTo>
                  <a:pt x="133364" y="116607"/>
                </a:lnTo>
                <a:lnTo>
                  <a:pt x="119936" y="155630"/>
                </a:lnTo>
                <a:lnTo>
                  <a:pt x="0" y="155630"/>
                </a:lnTo>
                <a:lnTo>
                  <a:pt x="0" y="151268"/>
                </a:lnTo>
                <a:lnTo>
                  <a:pt x="5509" y="151268"/>
                </a:lnTo>
                <a:cubicBezTo>
                  <a:pt x="9182" y="151268"/>
                  <a:pt x="12663" y="150388"/>
                  <a:pt x="15953" y="148629"/>
                </a:cubicBezTo>
                <a:cubicBezTo>
                  <a:pt x="18402" y="147404"/>
                  <a:pt x="20066" y="145568"/>
                  <a:pt x="20946" y="143119"/>
                </a:cubicBezTo>
                <a:cubicBezTo>
                  <a:pt x="21826" y="140671"/>
                  <a:pt x="22266" y="135659"/>
                  <a:pt x="22266" y="128084"/>
                </a:cubicBezTo>
                <a:lnTo>
                  <a:pt x="22266" y="27086"/>
                </a:lnTo>
                <a:cubicBezTo>
                  <a:pt x="22266" y="17266"/>
                  <a:pt x="21271" y="11214"/>
                  <a:pt x="19282" y="8931"/>
                </a:cubicBezTo>
                <a:cubicBezTo>
                  <a:pt x="16527" y="5884"/>
                  <a:pt x="11936" y="4361"/>
                  <a:pt x="5509" y="4361"/>
                </a:cubicBezTo>
                <a:lnTo>
                  <a:pt x="0" y="4361"/>
                </a:lnTo>
                <a:lnTo>
                  <a:pt x="0" y="0"/>
                </a:lnTo>
                <a:lnTo>
                  <a:pt x="119936" y="0"/>
                </a:lnTo>
                <a:lnTo>
                  <a:pt x="121657" y="34202"/>
                </a:lnTo>
                <a:lnTo>
                  <a:pt x="117181" y="34202"/>
                </a:lnTo>
                <a:cubicBezTo>
                  <a:pt x="115574" y="25979"/>
                  <a:pt x="113795" y="20330"/>
                  <a:pt x="111844" y="17255"/>
                </a:cubicBezTo>
                <a:cubicBezTo>
                  <a:pt x="109893" y="14180"/>
                  <a:pt x="107005" y="11836"/>
                  <a:pt x="103179" y="10222"/>
                </a:cubicBezTo>
                <a:cubicBezTo>
                  <a:pt x="100119" y="9069"/>
                  <a:pt x="94724" y="8493"/>
                  <a:pt x="86996" y="8493"/>
                </a:cubicBezTo>
                <a:lnTo>
                  <a:pt x="44302" y="849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" name="Text 4">
            <a:extLst xmlns:a="http://schemas.openxmlformats.org/drawingml/2006/main">
              <a:ext uri="{FF2B5EF4-FFF2-40B4-BE49-F238E27FC236}">
                <a16:creationId xmlns:a16="http://schemas.microsoft.com/office/drawing/2014/main" id="{5CA2E6F3-539E-444E-A655-BE976180B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8271" y="1022009"/>
            <a:ext cx="72672" cy="109205"/>
          </a:xfrm>
          <a:custGeom xmlns:a="http://schemas.openxmlformats.org/drawingml/2006/main">
            <a:pathLst>
              <a:path w="72672" h="109205">
                <a:moveTo>
                  <a:pt x="72672" y="69752"/>
                </a:moveTo>
                <a:lnTo>
                  <a:pt x="72672" y="80957"/>
                </a:lnTo>
                <a:lnTo>
                  <a:pt x="58311" y="80957"/>
                </a:lnTo>
                <a:lnTo>
                  <a:pt x="58311" y="109205"/>
                </a:lnTo>
                <a:lnTo>
                  <a:pt x="45292" y="109205"/>
                </a:lnTo>
                <a:lnTo>
                  <a:pt x="45292" y="80957"/>
                </a:lnTo>
                <a:lnTo>
                  <a:pt x="0" y="80957"/>
                </a:lnTo>
                <a:lnTo>
                  <a:pt x="0" y="70857"/>
                </a:lnTo>
                <a:lnTo>
                  <a:pt x="49631" y="0"/>
                </a:lnTo>
                <a:lnTo>
                  <a:pt x="58311" y="0"/>
                </a:lnTo>
                <a:lnTo>
                  <a:pt x="58311" y="69752"/>
                </a:lnTo>
                <a:lnTo>
                  <a:pt x="72672" y="69752"/>
                </a:lnTo>
                <a:moveTo>
                  <a:pt x="45292" y="69752"/>
                </a:moveTo>
                <a:lnTo>
                  <a:pt x="45292" y="16679"/>
                </a:lnTo>
                <a:lnTo>
                  <a:pt x="7733" y="69752"/>
                </a:lnTo>
                <a:lnTo>
                  <a:pt x="45292" y="6975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A134B4-668E-4D71-8C4F-DEDE6FB3E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4432" y="953142"/>
            <a:ext cx="400153" cy="204534"/>
          </a:xfrm>
          <a:custGeom xmlns:a="http://schemas.openxmlformats.org/drawingml/2006/main">
            <a:pathLst>
              <a:path w="400153" h="204534">
                <a:moveTo>
                  <a:pt x="0" y="204534"/>
                </a:moveTo>
                <a:lnTo>
                  <a:pt x="400153" y="204534"/>
                </a:lnTo>
                <a:lnTo>
                  <a:pt x="400153" y="0"/>
                </a:lnTo>
                <a:lnTo>
                  <a:pt x="0" y="0"/>
                </a:lnTo>
                <a:lnTo>
                  <a:pt x="0" y="204534"/>
                </a:lnTo>
                <a:close/>
              </a:path>
            </a:pathLst>
          </a:custGeom>
          <a:solidFill xmlns:a="http://schemas.openxmlformats.org/drawingml/2006/main">
            <a:srgbClr val="E3E3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EA24CC-2D74-44A5-84F7-6FA7510F5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4431" y="953140"/>
            <a:ext cx="400154" cy="204534"/>
          </a:xfrm>
          <a:custGeom xmlns:a="http://schemas.openxmlformats.org/drawingml/2006/main">
            <a:pathLst>
              <a:path w="400154" h="204534" fill="none">
                <a:moveTo>
                  <a:pt x="0" y="0"/>
                </a:moveTo>
                <a:lnTo>
                  <a:pt x="400154" y="0"/>
                </a:lnTo>
                <a:lnTo>
                  <a:pt x="400154" y="204534"/>
                </a:lnTo>
                <a:lnTo>
                  <a:pt x="0" y="20453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2036" cap="rnd">
            <a:solidFill>
              <a:srgbClr val="000000"/>
            </a:solidFill>
            <a:round/>
          </a:ln>
        </p:spPr>
      </p:sp>
      <p:sp>
        <p:nvSpPr>
          <p:cNvPr id="105" name="Text E">
            <a:extLst xmlns:a="http://schemas.openxmlformats.org/drawingml/2006/main">
              <a:ext uri="{FF2B5EF4-FFF2-40B4-BE49-F238E27FC236}">
                <a16:creationId xmlns:a16="http://schemas.microsoft.com/office/drawing/2014/main" id="{94DE2C3F-47CD-499F-AD93-4F5BE401F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7141" y="975584"/>
            <a:ext cx="133364" cy="155630"/>
          </a:xfrm>
          <a:custGeom xmlns:a="http://schemas.openxmlformats.org/drawingml/2006/main">
            <a:pathLst>
              <a:path w="133364" h="155630">
                <a:moveTo>
                  <a:pt x="44302" y="8493"/>
                </a:moveTo>
                <a:lnTo>
                  <a:pt x="44302" y="69781"/>
                </a:lnTo>
                <a:lnTo>
                  <a:pt x="78503" y="69781"/>
                </a:lnTo>
                <a:cubicBezTo>
                  <a:pt x="87379" y="69781"/>
                  <a:pt x="93309" y="68435"/>
                  <a:pt x="96293" y="65742"/>
                </a:cubicBezTo>
                <a:cubicBezTo>
                  <a:pt x="100272" y="62206"/>
                  <a:pt x="102491" y="55977"/>
                  <a:pt x="102950" y="47056"/>
                </a:cubicBezTo>
                <a:lnTo>
                  <a:pt x="107196" y="47056"/>
                </a:lnTo>
                <a:lnTo>
                  <a:pt x="107196" y="101458"/>
                </a:lnTo>
                <a:lnTo>
                  <a:pt x="102950" y="101458"/>
                </a:lnTo>
                <a:cubicBezTo>
                  <a:pt x="101878" y="93883"/>
                  <a:pt x="100807" y="89024"/>
                  <a:pt x="99736" y="86882"/>
                </a:cubicBezTo>
                <a:cubicBezTo>
                  <a:pt x="98359" y="84204"/>
                  <a:pt x="96102" y="82100"/>
                  <a:pt x="92965" y="80569"/>
                </a:cubicBezTo>
                <a:cubicBezTo>
                  <a:pt x="89827" y="79039"/>
                  <a:pt x="85007" y="78274"/>
                  <a:pt x="78503" y="78274"/>
                </a:cubicBezTo>
                <a:lnTo>
                  <a:pt x="44302" y="78274"/>
                </a:lnTo>
                <a:lnTo>
                  <a:pt x="44302" y="129663"/>
                </a:lnTo>
                <a:cubicBezTo>
                  <a:pt x="44302" y="136561"/>
                  <a:pt x="44608" y="140757"/>
                  <a:pt x="45220" y="142252"/>
                </a:cubicBezTo>
                <a:cubicBezTo>
                  <a:pt x="45832" y="143746"/>
                  <a:pt x="46903" y="144934"/>
                  <a:pt x="48433" y="145817"/>
                </a:cubicBezTo>
                <a:cubicBezTo>
                  <a:pt x="49964" y="146697"/>
                  <a:pt x="52871" y="147136"/>
                  <a:pt x="57156" y="147136"/>
                </a:cubicBezTo>
                <a:lnTo>
                  <a:pt x="83553" y="147136"/>
                </a:lnTo>
                <a:cubicBezTo>
                  <a:pt x="92352" y="147136"/>
                  <a:pt x="98741" y="146524"/>
                  <a:pt x="102720" y="145300"/>
                </a:cubicBezTo>
                <a:cubicBezTo>
                  <a:pt x="106699" y="144076"/>
                  <a:pt x="110525" y="141666"/>
                  <a:pt x="114197" y="138070"/>
                </a:cubicBezTo>
                <a:cubicBezTo>
                  <a:pt x="118941" y="133326"/>
                  <a:pt x="123800" y="126172"/>
                  <a:pt x="128773" y="116607"/>
                </a:cubicBezTo>
                <a:lnTo>
                  <a:pt x="133364" y="116607"/>
                </a:lnTo>
                <a:lnTo>
                  <a:pt x="119936" y="155630"/>
                </a:lnTo>
                <a:lnTo>
                  <a:pt x="0" y="155630"/>
                </a:lnTo>
                <a:lnTo>
                  <a:pt x="0" y="151268"/>
                </a:lnTo>
                <a:lnTo>
                  <a:pt x="5509" y="151268"/>
                </a:lnTo>
                <a:cubicBezTo>
                  <a:pt x="9182" y="151268"/>
                  <a:pt x="12663" y="150388"/>
                  <a:pt x="15953" y="148629"/>
                </a:cubicBezTo>
                <a:cubicBezTo>
                  <a:pt x="18402" y="147404"/>
                  <a:pt x="20066" y="145568"/>
                  <a:pt x="20946" y="143119"/>
                </a:cubicBezTo>
                <a:cubicBezTo>
                  <a:pt x="21826" y="140671"/>
                  <a:pt x="22266" y="135659"/>
                  <a:pt x="22266" y="128084"/>
                </a:cubicBezTo>
                <a:lnTo>
                  <a:pt x="22266" y="27086"/>
                </a:lnTo>
                <a:cubicBezTo>
                  <a:pt x="22266" y="17266"/>
                  <a:pt x="21271" y="11214"/>
                  <a:pt x="19282" y="8931"/>
                </a:cubicBezTo>
                <a:cubicBezTo>
                  <a:pt x="16527" y="5884"/>
                  <a:pt x="11936" y="4361"/>
                  <a:pt x="5509" y="4361"/>
                </a:cubicBezTo>
                <a:lnTo>
                  <a:pt x="0" y="4361"/>
                </a:lnTo>
                <a:lnTo>
                  <a:pt x="0" y="0"/>
                </a:lnTo>
                <a:lnTo>
                  <a:pt x="119936" y="0"/>
                </a:lnTo>
                <a:lnTo>
                  <a:pt x="121657" y="34202"/>
                </a:lnTo>
                <a:lnTo>
                  <a:pt x="117181" y="34202"/>
                </a:lnTo>
                <a:cubicBezTo>
                  <a:pt x="115574" y="25979"/>
                  <a:pt x="113795" y="20330"/>
                  <a:pt x="111844" y="17255"/>
                </a:cubicBezTo>
                <a:cubicBezTo>
                  <a:pt x="109893" y="14180"/>
                  <a:pt x="107005" y="11836"/>
                  <a:pt x="103179" y="10222"/>
                </a:cubicBezTo>
                <a:cubicBezTo>
                  <a:pt x="100119" y="9069"/>
                  <a:pt x="94724" y="8493"/>
                  <a:pt x="86996" y="8493"/>
                </a:cubicBezTo>
                <a:lnTo>
                  <a:pt x="44302" y="849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" name="Text 3">
            <a:extLst xmlns:a="http://schemas.openxmlformats.org/drawingml/2006/main">
              <a:ext uri="{FF2B5EF4-FFF2-40B4-BE49-F238E27FC236}">
                <a16:creationId xmlns:a16="http://schemas.microsoft.com/office/drawing/2014/main" id="{01209CD7-A1C7-4D40-B4D7-623218E5E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2448" y="1022009"/>
            <a:ext cx="60836" cy="111098"/>
          </a:xfrm>
          <a:custGeom xmlns:a="http://schemas.openxmlformats.org/drawingml/2006/main">
            <a:pathLst>
              <a:path w="60836" h="111098">
                <a:moveTo>
                  <a:pt x="1657" y="22567"/>
                </a:moveTo>
                <a:cubicBezTo>
                  <a:pt x="4708" y="15360"/>
                  <a:pt x="8561" y="9797"/>
                  <a:pt x="13217" y="5878"/>
                </a:cubicBezTo>
                <a:cubicBezTo>
                  <a:pt x="17872" y="1959"/>
                  <a:pt x="23672" y="0"/>
                  <a:pt x="30615" y="0"/>
                </a:cubicBezTo>
                <a:cubicBezTo>
                  <a:pt x="39190" y="0"/>
                  <a:pt x="45765" y="2788"/>
                  <a:pt x="50341" y="8364"/>
                </a:cubicBezTo>
                <a:cubicBezTo>
                  <a:pt x="53813" y="12520"/>
                  <a:pt x="55549" y="16965"/>
                  <a:pt x="55549" y="21699"/>
                </a:cubicBezTo>
                <a:cubicBezTo>
                  <a:pt x="55549" y="29484"/>
                  <a:pt x="50657" y="37533"/>
                  <a:pt x="40873" y="45844"/>
                </a:cubicBezTo>
                <a:cubicBezTo>
                  <a:pt x="47448" y="48421"/>
                  <a:pt x="52419" y="52104"/>
                  <a:pt x="55786" y="56891"/>
                </a:cubicBezTo>
                <a:cubicBezTo>
                  <a:pt x="59153" y="61677"/>
                  <a:pt x="60836" y="67306"/>
                  <a:pt x="60836" y="73776"/>
                </a:cubicBezTo>
                <a:cubicBezTo>
                  <a:pt x="60836" y="83034"/>
                  <a:pt x="57890" y="91056"/>
                  <a:pt x="51998" y="97842"/>
                </a:cubicBezTo>
                <a:cubicBezTo>
                  <a:pt x="44318" y="106680"/>
                  <a:pt x="33193" y="111098"/>
                  <a:pt x="18622" y="111098"/>
                </a:cubicBezTo>
                <a:cubicBezTo>
                  <a:pt x="11415" y="111098"/>
                  <a:pt x="6510" y="110204"/>
                  <a:pt x="3906" y="108416"/>
                </a:cubicBezTo>
                <a:cubicBezTo>
                  <a:pt x="1302" y="106627"/>
                  <a:pt x="0" y="104707"/>
                  <a:pt x="0" y="102656"/>
                </a:cubicBezTo>
                <a:cubicBezTo>
                  <a:pt x="0" y="101130"/>
                  <a:pt x="618" y="99789"/>
                  <a:pt x="1854" y="98631"/>
                </a:cubicBezTo>
                <a:cubicBezTo>
                  <a:pt x="3090" y="97474"/>
                  <a:pt x="4576" y="96895"/>
                  <a:pt x="6312" y="96895"/>
                </a:cubicBezTo>
                <a:cubicBezTo>
                  <a:pt x="7627" y="96895"/>
                  <a:pt x="8969" y="97103"/>
                  <a:pt x="10337" y="97519"/>
                </a:cubicBezTo>
                <a:cubicBezTo>
                  <a:pt x="11231" y="97781"/>
                  <a:pt x="13256" y="98731"/>
                  <a:pt x="16412" y="100370"/>
                </a:cubicBezTo>
                <a:cubicBezTo>
                  <a:pt x="19568" y="102009"/>
                  <a:pt x="21752" y="102984"/>
                  <a:pt x="22961" y="103297"/>
                </a:cubicBezTo>
                <a:cubicBezTo>
                  <a:pt x="24908" y="103869"/>
                  <a:pt x="26986" y="104155"/>
                  <a:pt x="29195" y="104155"/>
                </a:cubicBezTo>
                <a:cubicBezTo>
                  <a:pt x="34560" y="104155"/>
                  <a:pt x="39229" y="102077"/>
                  <a:pt x="43201" y="97921"/>
                </a:cubicBezTo>
                <a:cubicBezTo>
                  <a:pt x="47172" y="93766"/>
                  <a:pt x="49158" y="88847"/>
                  <a:pt x="49158" y="83166"/>
                </a:cubicBezTo>
                <a:cubicBezTo>
                  <a:pt x="49158" y="79010"/>
                  <a:pt x="48237" y="74960"/>
                  <a:pt x="46396" y="71015"/>
                </a:cubicBezTo>
                <a:cubicBezTo>
                  <a:pt x="45029" y="68069"/>
                  <a:pt x="43529" y="65833"/>
                  <a:pt x="41899" y="64308"/>
                </a:cubicBezTo>
                <a:cubicBezTo>
                  <a:pt x="39637" y="62204"/>
                  <a:pt x="36533" y="60297"/>
                  <a:pt x="32588" y="58587"/>
                </a:cubicBezTo>
                <a:cubicBezTo>
                  <a:pt x="28643" y="56877"/>
                  <a:pt x="24618" y="56023"/>
                  <a:pt x="20515" y="56023"/>
                </a:cubicBezTo>
                <a:lnTo>
                  <a:pt x="17990" y="56023"/>
                </a:lnTo>
                <a:lnTo>
                  <a:pt x="17990" y="53655"/>
                </a:lnTo>
                <a:cubicBezTo>
                  <a:pt x="22146" y="53131"/>
                  <a:pt x="26315" y="51635"/>
                  <a:pt x="30497" y="49168"/>
                </a:cubicBezTo>
                <a:cubicBezTo>
                  <a:pt x="34679" y="46699"/>
                  <a:pt x="37717" y="43732"/>
                  <a:pt x="39610" y="40266"/>
                </a:cubicBezTo>
                <a:cubicBezTo>
                  <a:pt x="41504" y="36801"/>
                  <a:pt x="42451" y="32994"/>
                  <a:pt x="42451" y="28845"/>
                </a:cubicBezTo>
                <a:cubicBezTo>
                  <a:pt x="42451" y="23438"/>
                  <a:pt x="40754" y="19068"/>
                  <a:pt x="37362" y="15734"/>
                </a:cubicBezTo>
                <a:cubicBezTo>
                  <a:pt x="33969" y="12399"/>
                  <a:pt x="29747" y="10731"/>
                  <a:pt x="24697" y="10731"/>
                </a:cubicBezTo>
                <a:cubicBezTo>
                  <a:pt x="16544" y="10731"/>
                  <a:pt x="9732" y="15097"/>
                  <a:pt x="4261" y="23829"/>
                </a:cubicBezTo>
                <a:lnTo>
                  <a:pt x="1657" y="2256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9E2238-6022-422E-9CAE-35DD907BD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4586" y="953142"/>
            <a:ext cx="400153" cy="204534"/>
          </a:xfrm>
          <a:custGeom xmlns:a="http://schemas.openxmlformats.org/drawingml/2006/main">
            <a:pathLst>
              <a:path w="400153" h="204534">
                <a:moveTo>
                  <a:pt x="0" y="204534"/>
                </a:moveTo>
                <a:lnTo>
                  <a:pt x="400153" y="204534"/>
                </a:lnTo>
                <a:lnTo>
                  <a:pt x="400153" y="0"/>
                </a:lnTo>
                <a:lnTo>
                  <a:pt x="0" y="0"/>
                </a:lnTo>
                <a:lnTo>
                  <a:pt x="0" y="204534"/>
                </a:lnTo>
                <a:close/>
              </a:path>
            </a:pathLst>
          </a:custGeom>
          <a:solidFill xmlns:a="http://schemas.openxmlformats.org/drawingml/2006/main">
            <a:srgbClr val="E3E3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C3535C-9871-44D0-9361-032A128AD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4585" y="953140"/>
            <a:ext cx="400154" cy="204534"/>
          </a:xfrm>
          <a:custGeom xmlns:a="http://schemas.openxmlformats.org/drawingml/2006/main">
            <a:pathLst>
              <a:path w="400154" h="204534" fill="none">
                <a:moveTo>
                  <a:pt x="0" y="0"/>
                </a:moveTo>
                <a:lnTo>
                  <a:pt x="400154" y="0"/>
                </a:lnTo>
                <a:lnTo>
                  <a:pt x="400154" y="204534"/>
                </a:lnTo>
                <a:lnTo>
                  <a:pt x="0" y="20453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2036" cap="rnd">
            <a:solidFill>
              <a:srgbClr val="000000"/>
            </a:solidFill>
            <a:round/>
          </a:ln>
        </p:spPr>
      </p:sp>
      <p:sp>
        <p:nvSpPr>
          <p:cNvPr id="109" name="Text E">
            <a:extLst xmlns:a="http://schemas.openxmlformats.org/drawingml/2006/main">
              <a:ext uri="{FF2B5EF4-FFF2-40B4-BE49-F238E27FC236}">
                <a16:creationId xmlns:a16="http://schemas.microsoft.com/office/drawing/2014/main" id="{1B2486EC-31B2-421D-B29C-E4758C84C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7294" y="975584"/>
            <a:ext cx="133364" cy="155630"/>
          </a:xfrm>
          <a:custGeom xmlns:a="http://schemas.openxmlformats.org/drawingml/2006/main">
            <a:pathLst>
              <a:path w="133364" h="155630">
                <a:moveTo>
                  <a:pt x="44302" y="8493"/>
                </a:moveTo>
                <a:lnTo>
                  <a:pt x="44302" y="69781"/>
                </a:lnTo>
                <a:lnTo>
                  <a:pt x="78503" y="69781"/>
                </a:lnTo>
                <a:cubicBezTo>
                  <a:pt x="87379" y="69781"/>
                  <a:pt x="93309" y="68435"/>
                  <a:pt x="96293" y="65742"/>
                </a:cubicBezTo>
                <a:cubicBezTo>
                  <a:pt x="100272" y="62206"/>
                  <a:pt x="102491" y="55977"/>
                  <a:pt x="102950" y="47056"/>
                </a:cubicBezTo>
                <a:lnTo>
                  <a:pt x="107196" y="47056"/>
                </a:lnTo>
                <a:lnTo>
                  <a:pt x="107196" y="101458"/>
                </a:lnTo>
                <a:lnTo>
                  <a:pt x="102950" y="101458"/>
                </a:lnTo>
                <a:cubicBezTo>
                  <a:pt x="101878" y="93883"/>
                  <a:pt x="100807" y="89024"/>
                  <a:pt x="99736" y="86882"/>
                </a:cubicBezTo>
                <a:cubicBezTo>
                  <a:pt x="98359" y="84204"/>
                  <a:pt x="96102" y="82100"/>
                  <a:pt x="92965" y="80569"/>
                </a:cubicBezTo>
                <a:cubicBezTo>
                  <a:pt x="89827" y="79039"/>
                  <a:pt x="85007" y="78274"/>
                  <a:pt x="78503" y="78274"/>
                </a:cubicBezTo>
                <a:lnTo>
                  <a:pt x="44302" y="78274"/>
                </a:lnTo>
                <a:lnTo>
                  <a:pt x="44302" y="129663"/>
                </a:lnTo>
                <a:cubicBezTo>
                  <a:pt x="44302" y="136561"/>
                  <a:pt x="44608" y="140757"/>
                  <a:pt x="45220" y="142252"/>
                </a:cubicBezTo>
                <a:cubicBezTo>
                  <a:pt x="45832" y="143746"/>
                  <a:pt x="46903" y="144934"/>
                  <a:pt x="48433" y="145817"/>
                </a:cubicBezTo>
                <a:cubicBezTo>
                  <a:pt x="49964" y="146697"/>
                  <a:pt x="52871" y="147136"/>
                  <a:pt x="57156" y="147136"/>
                </a:cubicBezTo>
                <a:lnTo>
                  <a:pt x="83553" y="147136"/>
                </a:lnTo>
                <a:cubicBezTo>
                  <a:pt x="92352" y="147136"/>
                  <a:pt x="98741" y="146524"/>
                  <a:pt x="102720" y="145300"/>
                </a:cubicBezTo>
                <a:cubicBezTo>
                  <a:pt x="106699" y="144076"/>
                  <a:pt x="110525" y="141666"/>
                  <a:pt x="114197" y="138070"/>
                </a:cubicBezTo>
                <a:cubicBezTo>
                  <a:pt x="118941" y="133326"/>
                  <a:pt x="123800" y="126172"/>
                  <a:pt x="128773" y="116607"/>
                </a:cubicBezTo>
                <a:lnTo>
                  <a:pt x="133364" y="116607"/>
                </a:lnTo>
                <a:lnTo>
                  <a:pt x="119936" y="155630"/>
                </a:lnTo>
                <a:lnTo>
                  <a:pt x="0" y="155630"/>
                </a:lnTo>
                <a:lnTo>
                  <a:pt x="0" y="151268"/>
                </a:lnTo>
                <a:lnTo>
                  <a:pt x="5509" y="151268"/>
                </a:lnTo>
                <a:cubicBezTo>
                  <a:pt x="9182" y="151268"/>
                  <a:pt x="12663" y="150388"/>
                  <a:pt x="15953" y="148629"/>
                </a:cubicBezTo>
                <a:cubicBezTo>
                  <a:pt x="18402" y="147404"/>
                  <a:pt x="20066" y="145568"/>
                  <a:pt x="20946" y="143119"/>
                </a:cubicBezTo>
                <a:cubicBezTo>
                  <a:pt x="21826" y="140671"/>
                  <a:pt x="22266" y="135659"/>
                  <a:pt x="22266" y="128084"/>
                </a:cubicBezTo>
                <a:lnTo>
                  <a:pt x="22266" y="27086"/>
                </a:lnTo>
                <a:cubicBezTo>
                  <a:pt x="22266" y="17266"/>
                  <a:pt x="21271" y="11214"/>
                  <a:pt x="19282" y="8931"/>
                </a:cubicBezTo>
                <a:cubicBezTo>
                  <a:pt x="16527" y="5884"/>
                  <a:pt x="11936" y="4361"/>
                  <a:pt x="5509" y="4361"/>
                </a:cubicBezTo>
                <a:lnTo>
                  <a:pt x="0" y="4361"/>
                </a:lnTo>
                <a:lnTo>
                  <a:pt x="0" y="0"/>
                </a:lnTo>
                <a:lnTo>
                  <a:pt x="119936" y="0"/>
                </a:lnTo>
                <a:lnTo>
                  <a:pt x="121657" y="34202"/>
                </a:lnTo>
                <a:lnTo>
                  <a:pt x="117181" y="34202"/>
                </a:lnTo>
                <a:cubicBezTo>
                  <a:pt x="115574" y="25979"/>
                  <a:pt x="113795" y="20330"/>
                  <a:pt x="111844" y="17255"/>
                </a:cubicBezTo>
                <a:cubicBezTo>
                  <a:pt x="109893" y="14180"/>
                  <a:pt x="107005" y="11836"/>
                  <a:pt x="103179" y="10222"/>
                </a:cubicBezTo>
                <a:cubicBezTo>
                  <a:pt x="100119" y="9069"/>
                  <a:pt x="94724" y="8493"/>
                  <a:pt x="86996" y="8493"/>
                </a:cubicBezTo>
                <a:lnTo>
                  <a:pt x="44302" y="849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" name="Text 2">
            <a:extLst xmlns:a="http://schemas.openxmlformats.org/drawingml/2006/main">
              <a:ext uri="{FF2B5EF4-FFF2-40B4-BE49-F238E27FC236}">
                <a16:creationId xmlns:a16="http://schemas.microsoft.com/office/drawing/2014/main" id="{A065B728-1D7B-4E3E-AA37-7D955D303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9525" y="1022009"/>
            <a:ext cx="70620" cy="109205"/>
          </a:xfrm>
          <a:custGeom xmlns:a="http://schemas.openxmlformats.org/drawingml/2006/main">
            <a:pathLst>
              <a:path w="70620" h="109205">
                <a:moveTo>
                  <a:pt x="70620" y="88374"/>
                </a:moveTo>
                <a:lnTo>
                  <a:pt x="63124" y="109205"/>
                </a:lnTo>
                <a:lnTo>
                  <a:pt x="0" y="109205"/>
                </a:lnTo>
                <a:lnTo>
                  <a:pt x="0" y="106226"/>
                </a:lnTo>
                <a:cubicBezTo>
                  <a:pt x="18569" y="89306"/>
                  <a:pt x="31641" y="75486"/>
                  <a:pt x="39216" y="64766"/>
                </a:cubicBezTo>
                <a:cubicBezTo>
                  <a:pt x="46791" y="54045"/>
                  <a:pt x="50578" y="44239"/>
                  <a:pt x="50578" y="35349"/>
                </a:cubicBezTo>
                <a:cubicBezTo>
                  <a:pt x="50578" y="28587"/>
                  <a:pt x="48500" y="23030"/>
                  <a:pt x="44345" y="18678"/>
                </a:cubicBezTo>
                <a:cubicBezTo>
                  <a:pt x="40189" y="14327"/>
                  <a:pt x="35218" y="12151"/>
                  <a:pt x="29432" y="12151"/>
                </a:cubicBezTo>
                <a:cubicBezTo>
                  <a:pt x="24171" y="12151"/>
                  <a:pt x="19450" y="13677"/>
                  <a:pt x="15268" y="16728"/>
                </a:cubicBezTo>
                <a:cubicBezTo>
                  <a:pt x="11086" y="19777"/>
                  <a:pt x="7996" y="24249"/>
                  <a:pt x="5997" y="30142"/>
                </a:cubicBezTo>
                <a:lnTo>
                  <a:pt x="3077" y="30142"/>
                </a:lnTo>
                <a:cubicBezTo>
                  <a:pt x="4392" y="20435"/>
                  <a:pt x="7772" y="12985"/>
                  <a:pt x="13217" y="7792"/>
                </a:cubicBezTo>
                <a:cubicBezTo>
                  <a:pt x="18661" y="2597"/>
                  <a:pt x="25460" y="0"/>
                  <a:pt x="33614" y="0"/>
                </a:cubicBezTo>
                <a:cubicBezTo>
                  <a:pt x="42293" y="0"/>
                  <a:pt x="49539" y="2788"/>
                  <a:pt x="55352" y="8364"/>
                </a:cubicBezTo>
                <a:cubicBezTo>
                  <a:pt x="61165" y="13940"/>
                  <a:pt x="64071" y="20515"/>
                  <a:pt x="64071" y="28090"/>
                </a:cubicBezTo>
                <a:cubicBezTo>
                  <a:pt x="64071" y="33508"/>
                  <a:pt x="62808" y="38927"/>
                  <a:pt x="60283" y="44345"/>
                </a:cubicBezTo>
                <a:cubicBezTo>
                  <a:pt x="56391" y="52866"/>
                  <a:pt x="50078" y="61888"/>
                  <a:pt x="41346" y="71409"/>
                </a:cubicBezTo>
                <a:cubicBezTo>
                  <a:pt x="28248" y="85688"/>
                  <a:pt x="20068" y="94236"/>
                  <a:pt x="16807" y="97053"/>
                </a:cubicBezTo>
                <a:lnTo>
                  <a:pt x="44739" y="97053"/>
                </a:lnTo>
                <a:cubicBezTo>
                  <a:pt x="50420" y="97053"/>
                  <a:pt x="54405" y="96843"/>
                  <a:pt x="56693" y="96422"/>
                </a:cubicBezTo>
                <a:cubicBezTo>
                  <a:pt x="58982" y="96001"/>
                  <a:pt x="61046" y="95146"/>
                  <a:pt x="62887" y="93858"/>
                </a:cubicBezTo>
                <a:cubicBezTo>
                  <a:pt x="64728" y="92569"/>
                  <a:pt x="66333" y="90741"/>
                  <a:pt x="67701" y="88374"/>
                </a:cubicBezTo>
                <a:lnTo>
                  <a:pt x="70620" y="8837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61150D-09E5-4652-9C4F-EE7747895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4739" y="953142"/>
            <a:ext cx="400153" cy="204534"/>
          </a:xfrm>
          <a:custGeom xmlns:a="http://schemas.openxmlformats.org/drawingml/2006/main">
            <a:pathLst>
              <a:path w="400153" h="204534">
                <a:moveTo>
                  <a:pt x="0" y="204534"/>
                </a:moveTo>
                <a:lnTo>
                  <a:pt x="400153" y="204534"/>
                </a:lnTo>
                <a:lnTo>
                  <a:pt x="400153" y="0"/>
                </a:lnTo>
                <a:lnTo>
                  <a:pt x="0" y="0"/>
                </a:lnTo>
                <a:lnTo>
                  <a:pt x="0" y="204534"/>
                </a:lnTo>
                <a:close/>
              </a:path>
            </a:pathLst>
          </a:custGeom>
          <a:solidFill xmlns:a="http://schemas.openxmlformats.org/drawingml/2006/main">
            <a:srgbClr val="E3E3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B6B9A5-E39E-4BFA-8135-E38831C05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4738" y="953140"/>
            <a:ext cx="400154" cy="204534"/>
          </a:xfrm>
          <a:custGeom xmlns:a="http://schemas.openxmlformats.org/drawingml/2006/main">
            <a:pathLst>
              <a:path w="400154" h="204534" fill="none">
                <a:moveTo>
                  <a:pt x="0" y="0"/>
                </a:moveTo>
                <a:lnTo>
                  <a:pt x="400154" y="0"/>
                </a:lnTo>
                <a:lnTo>
                  <a:pt x="400154" y="204534"/>
                </a:lnTo>
                <a:lnTo>
                  <a:pt x="0" y="20453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2036" cap="rnd">
            <a:solidFill>
              <a:srgbClr val="000000"/>
            </a:solidFill>
            <a:round/>
          </a:ln>
        </p:spPr>
      </p:sp>
      <p:sp>
        <p:nvSpPr>
          <p:cNvPr id="113" name="Text E">
            <a:extLst xmlns:a="http://schemas.openxmlformats.org/drawingml/2006/main">
              <a:ext uri="{FF2B5EF4-FFF2-40B4-BE49-F238E27FC236}">
                <a16:creationId xmlns:a16="http://schemas.microsoft.com/office/drawing/2014/main" id="{90279B55-D8FE-4A29-A63E-7EE4A1750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7448" y="975584"/>
            <a:ext cx="133364" cy="155630"/>
          </a:xfrm>
          <a:custGeom xmlns:a="http://schemas.openxmlformats.org/drawingml/2006/main">
            <a:pathLst>
              <a:path w="133364" h="155630">
                <a:moveTo>
                  <a:pt x="44302" y="8493"/>
                </a:moveTo>
                <a:lnTo>
                  <a:pt x="44302" y="69781"/>
                </a:lnTo>
                <a:lnTo>
                  <a:pt x="78503" y="69781"/>
                </a:lnTo>
                <a:cubicBezTo>
                  <a:pt x="87379" y="69781"/>
                  <a:pt x="93309" y="68435"/>
                  <a:pt x="96293" y="65742"/>
                </a:cubicBezTo>
                <a:cubicBezTo>
                  <a:pt x="100272" y="62206"/>
                  <a:pt x="102491" y="55977"/>
                  <a:pt x="102950" y="47056"/>
                </a:cubicBezTo>
                <a:lnTo>
                  <a:pt x="107196" y="47056"/>
                </a:lnTo>
                <a:lnTo>
                  <a:pt x="107196" y="101458"/>
                </a:lnTo>
                <a:lnTo>
                  <a:pt x="102950" y="101458"/>
                </a:lnTo>
                <a:cubicBezTo>
                  <a:pt x="101878" y="93883"/>
                  <a:pt x="100807" y="89024"/>
                  <a:pt x="99736" y="86882"/>
                </a:cubicBezTo>
                <a:cubicBezTo>
                  <a:pt x="98359" y="84204"/>
                  <a:pt x="96102" y="82100"/>
                  <a:pt x="92965" y="80569"/>
                </a:cubicBezTo>
                <a:cubicBezTo>
                  <a:pt x="89827" y="79039"/>
                  <a:pt x="85007" y="78274"/>
                  <a:pt x="78503" y="78274"/>
                </a:cubicBezTo>
                <a:lnTo>
                  <a:pt x="44302" y="78274"/>
                </a:lnTo>
                <a:lnTo>
                  <a:pt x="44302" y="129663"/>
                </a:lnTo>
                <a:cubicBezTo>
                  <a:pt x="44302" y="136561"/>
                  <a:pt x="44608" y="140757"/>
                  <a:pt x="45220" y="142252"/>
                </a:cubicBezTo>
                <a:cubicBezTo>
                  <a:pt x="45832" y="143746"/>
                  <a:pt x="46903" y="144934"/>
                  <a:pt x="48433" y="145817"/>
                </a:cubicBezTo>
                <a:cubicBezTo>
                  <a:pt x="49964" y="146697"/>
                  <a:pt x="52871" y="147136"/>
                  <a:pt x="57156" y="147136"/>
                </a:cubicBezTo>
                <a:lnTo>
                  <a:pt x="83553" y="147136"/>
                </a:lnTo>
                <a:cubicBezTo>
                  <a:pt x="92352" y="147136"/>
                  <a:pt x="98741" y="146524"/>
                  <a:pt x="102720" y="145300"/>
                </a:cubicBezTo>
                <a:cubicBezTo>
                  <a:pt x="106699" y="144076"/>
                  <a:pt x="110525" y="141666"/>
                  <a:pt x="114197" y="138070"/>
                </a:cubicBezTo>
                <a:cubicBezTo>
                  <a:pt x="118941" y="133326"/>
                  <a:pt x="123800" y="126172"/>
                  <a:pt x="128773" y="116607"/>
                </a:cubicBezTo>
                <a:lnTo>
                  <a:pt x="133364" y="116607"/>
                </a:lnTo>
                <a:lnTo>
                  <a:pt x="119936" y="155630"/>
                </a:lnTo>
                <a:lnTo>
                  <a:pt x="0" y="155630"/>
                </a:lnTo>
                <a:lnTo>
                  <a:pt x="0" y="151268"/>
                </a:lnTo>
                <a:lnTo>
                  <a:pt x="5509" y="151268"/>
                </a:lnTo>
                <a:cubicBezTo>
                  <a:pt x="9182" y="151268"/>
                  <a:pt x="12663" y="150388"/>
                  <a:pt x="15953" y="148629"/>
                </a:cubicBezTo>
                <a:cubicBezTo>
                  <a:pt x="18402" y="147404"/>
                  <a:pt x="20066" y="145568"/>
                  <a:pt x="20946" y="143119"/>
                </a:cubicBezTo>
                <a:cubicBezTo>
                  <a:pt x="21826" y="140671"/>
                  <a:pt x="22266" y="135659"/>
                  <a:pt x="22266" y="128084"/>
                </a:cubicBezTo>
                <a:lnTo>
                  <a:pt x="22266" y="27086"/>
                </a:lnTo>
                <a:cubicBezTo>
                  <a:pt x="22266" y="17266"/>
                  <a:pt x="21271" y="11214"/>
                  <a:pt x="19282" y="8931"/>
                </a:cubicBezTo>
                <a:cubicBezTo>
                  <a:pt x="16527" y="5884"/>
                  <a:pt x="11936" y="4361"/>
                  <a:pt x="5509" y="4361"/>
                </a:cubicBezTo>
                <a:lnTo>
                  <a:pt x="0" y="4361"/>
                </a:lnTo>
                <a:lnTo>
                  <a:pt x="0" y="0"/>
                </a:lnTo>
                <a:lnTo>
                  <a:pt x="119936" y="0"/>
                </a:lnTo>
                <a:lnTo>
                  <a:pt x="121657" y="34202"/>
                </a:lnTo>
                <a:lnTo>
                  <a:pt x="117181" y="34202"/>
                </a:lnTo>
                <a:cubicBezTo>
                  <a:pt x="115574" y="25979"/>
                  <a:pt x="113795" y="20330"/>
                  <a:pt x="111844" y="17255"/>
                </a:cubicBezTo>
                <a:cubicBezTo>
                  <a:pt x="109893" y="14180"/>
                  <a:pt x="107005" y="11836"/>
                  <a:pt x="103179" y="10222"/>
                </a:cubicBezTo>
                <a:cubicBezTo>
                  <a:pt x="100119" y="9069"/>
                  <a:pt x="94724" y="8493"/>
                  <a:pt x="86996" y="8493"/>
                </a:cubicBezTo>
                <a:lnTo>
                  <a:pt x="44302" y="849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" name="Text 1">
            <a:extLst xmlns:a="http://schemas.openxmlformats.org/drawingml/2006/main">
              <a:ext uri="{FF2B5EF4-FFF2-40B4-BE49-F238E27FC236}">
                <a16:creationId xmlns:a16="http://schemas.microsoft.com/office/drawing/2014/main" id="{BDF047EA-B58A-4809-B05F-E28915227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5142" y="1022009"/>
            <a:ext cx="42135" cy="109205"/>
          </a:xfrm>
          <a:custGeom xmlns:a="http://schemas.openxmlformats.org/drawingml/2006/main">
            <a:pathLst>
              <a:path w="42135" h="109205">
                <a:moveTo>
                  <a:pt x="0" y="12625"/>
                </a:moveTo>
                <a:lnTo>
                  <a:pt x="26039" y="0"/>
                </a:lnTo>
                <a:lnTo>
                  <a:pt x="28643" y="0"/>
                </a:lnTo>
                <a:lnTo>
                  <a:pt x="28643" y="90267"/>
                </a:lnTo>
                <a:cubicBezTo>
                  <a:pt x="28643" y="96264"/>
                  <a:pt x="28892" y="99999"/>
                  <a:pt x="29392" y="101472"/>
                </a:cubicBezTo>
                <a:cubicBezTo>
                  <a:pt x="29892" y="102945"/>
                  <a:pt x="30931" y="104076"/>
                  <a:pt x="32509" y="104865"/>
                </a:cubicBezTo>
                <a:cubicBezTo>
                  <a:pt x="34087" y="105654"/>
                  <a:pt x="37296" y="106101"/>
                  <a:pt x="42135" y="106206"/>
                </a:cubicBezTo>
                <a:lnTo>
                  <a:pt x="42135" y="109205"/>
                </a:lnTo>
                <a:lnTo>
                  <a:pt x="1894" y="109205"/>
                </a:lnTo>
                <a:lnTo>
                  <a:pt x="1894" y="106206"/>
                </a:lnTo>
                <a:cubicBezTo>
                  <a:pt x="6944" y="106101"/>
                  <a:pt x="10205" y="105667"/>
                  <a:pt x="11678" y="104904"/>
                </a:cubicBezTo>
                <a:cubicBezTo>
                  <a:pt x="13151" y="104142"/>
                  <a:pt x="14177" y="103116"/>
                  <a:pt x="14755" y="101827"/>
                </a:cubicBezTo>
                <a:cubicBezTo>
                  <a:pt x="15334" y="100538"/>
                  <a:pt x="15623" y="96685"/>
                  <a:pt x="15623" y="90267"/>
                </a:cubicBezTo>
                <a:lnTo>
                  <a:pt x="15623" y="32509"/>
                </a:lnTo>
                <a:cubicBezTo>
                  <a:pt x="15623" y="24758"/>
                  <a:pt x="15360" y="19784"/>
                  <a:pt x="14834" y="17586"/>
                </a:cubicBezTo>
                <a:cubicBezTo>
                  <a:pt x="14466" y="15909"/>
                  <a:pt x="13795" y="14676"/>
                  <a:pt x="12822" y="13887"/>
                </a:cubicBezTo>
                <a:cubicBezTo>
                  <a:pt x="11849" y="13098"/>
                  <a:pt x="10678" y="12704"/>
                  <a:pt x="9311" y="12704"/>
                </a:cubicBezTo>
                <a:cubicBezTo>
                  <a:pt x="7364" y="12704"/>
                  <a:pt x="4655" y="13519"/>
                  <a:pt x="1184" y="15150"/>
                </a:cubicBezTo>
                <a:lnTo>
                  <a:pt x="0" y="126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AB48B2-14F5-4866-BF4F-DA5CF2C38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4893" y="953142"/>
            <a:ext cx="400153" cy="204534"/>
          </a:xfrm>
          <a:custGeom xmlns:a="http://schemas.openxmlformats.org/drawingml/2006/main">
            <a:pathLst>
              <a:path w="400153" h="204534">
                <a:moveTo>
                  <a:pt x="0" y="204534"/>
                </a:moveTo>
                <a:lnTo>
                  <a:pt x="400153" y="204534"/>
                </a:lnTo>
                <a:lnTo>
                  <a:pt x="400153" y="0"/>
                </a:lnTo>
                <a:lnTo>
                  <a:pt x="0" y="0"/>
                </a:lnTo>
                <a:lnTo>
                  <a:pt x="0" y="204534"/>
                </a:lnTo>
                <a:close/>
              </a:path>
            </a:pathLst>
          </a:custGeom>
          <a:solidFill xmlns:a="http://schemas.openxmlformats.org/drawingml/2006/main">
            <a:srgbClr val="E3E3C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010BAA-7153-4C63-9A9A-9871C5533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4892" y="953140"/>
            <a:ext cx="400154" cy="204534"/>
          </a:xfrm>
          <a:custGeom xmlns:a="http://schemas.openxmlformats.org/drawingml/2006/main">
            <a:pathLst>
              <a:path w="400154" h="204534" fill="none">
                <a:moveTo>
                  <a:pt x="0" y="0"/>
                </a:moveTo>
                <a:lnTo>
                  <a:pt x="400154" y="0"/>
                </a:lnTo>
                <a:lnTo>
                  <a:pt x="400154" y="204534"/>
                </a:lnTo>
                <a:lnTo>
                  <a:pt x="0" y="20453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2036" cap="rnd">
            <a:solidFill>
              <a:srgbClr val="000000"/>
            </a:solidFill>
            <a:round/>
          </a:ln>
        </p:spPr>
      </p:sp>
      <p:sp>
        <p:nvSpPr>
          <p:cNvPr id="117" name="Text E">
            <a:extLst xmlns:a="http://schemas.openxmlformats.org/drawingml/2006/main">
              <a:ext uri="{FF2B5EF4-FFF2-40B4-BE49-F238E27FC236}">
                <a16:creationId xmlns:a16="http://schemas.microsoft.com/office/drawing/2014/main" id="{ABADDCA3-DBDB-47E5-A4BF-DF9E1FCBD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7600" y="975584"/>
            <a:ext cx="133364" cy="155630"/>
          </a:xfrm>
          <a:custGeom xmlns:a="http://schemas.openxmlformats.org/drawingml/2006/main">
            <a:pathLst>
              <a:path w="133364" h="155630">
                <a:moveTo>
                  <a:pt x="44302" y="8493"/>
                </a:moveTo>
                <a:lnTo>
                  <a:pt x="44302" y="69781"/>
                </a:lnTo>
                <a:lnTo>
                  <a:pt x="78503" y="69781"/>
                </a:lnTo>
                <a:cubicBezTo>
                  <a:pt x="87379" y="69781"/>
                  <a:pt x="93309" y="68435"/>
                  <a:pt x="96293" y="65742"/>
                </a:cubicBezTo>
                <a:cubicBezTo>
                  <a:pt x="100272" y="62206"/>
                  <a:pt x="102491" y="55977"/>
                  <a:pt x="102950" y="47056"/>
                </a:cubicBezTo>
                <a:lnTo>
                  <a:pt x="107196" y="47056"/>
                </a:lnTo>
                <a:lnTo>
                  <a:pt x="107196" y="101458"/>
                </a:lnTo>
                <a:lnTo>
                  <a:pt x="102950" y="101458"/>
                </a:lnTo>
                <a:cubicBezTo>
                  <a:pt x="101878" y="93883"/>
                  <a:pt x="100807" y="89024"/>
                  <a:pt x="99736" y="86882"/>
                </a:cubicBezTo>
                <a:cubicBezTo>
                  <a:pt x="98359" y="84204"/>
                  <a:pt x="96102" y="82100"/>
                  <a:pt x="92965" y="80569"/>
                </a:cubicBezTo>
                <a:cubicBezTo>
                  <a:pt x="89827" y="79039"/>
                  <a:pt x="85007" y="78274"/>
                  <a:pt x="78503" y="78274"/>
                </a:cubicBezTo>
                <a:lnTo>
                  <a:pt x="44302" y="78274"/>
                </a:lnTo>
                <a:lnTo>
                  <a:pt x="44302" y="129663"/>
                </a:lnTo>
                <a:cubicBezTo>
                  <a:pt x="44302" y="136561"/>
                  <a:pt x="44608" y="140757"/>
                  <a:pt x="45220" y="142252"/>
                </a:cubicBezTo>
                <a:cubicBezTo>
                  <a:pt x="45832" y="143746"/>
                  <a:pt x="46903" y="144934"/>
                  <a:pt x="48433" y="145817"/>
                </a:cubicBezTo>
                <a:cubicBezTo>
                  <a:pt x="49964" y="146697"/>
                  <a:pt x="52871" y="147136"/>
                  <a:pt x="57156" y="147136"/>
                </a:cubicBezTo>
                <a:lnTo>
                  <a:pt x="83553" y="147136"/>
                </a:lnTo>
                <a:cubicBezTo>
                  <a:pt x="92352" y="147136"/>
                  <a:pt x="98741" y="146524"/>
                  <a:pt x="102720" y="145300"/>
                </a:cubicBezTo>
                <a:cubicBezTo>
                  <a:pt x="106699" y="144076"/>
                  <a:pt x="110525" y="141666"/>
                  <a:pt x="114197" y="138070"/>
                </a:cubicBezTo>
                <a:cubicBezTo>
                  <a:pt x="118941" y="133326"/>
                  <a:pt x="123800" y="126172"/>
                  <a:pt x="128773" y="116607"/>
                </a:cubicBezTo>
                <a:lnTo>
                  <a:pt x="133364" y="116607"/>
                </a:lnTo>
                <a:lnTo>
                  <a:pt x="119936" y="155630"/>
                </a:lnTo>
                <a:lnTo>
                  <a:pt x="0" y="155630"/>
                </a:lnTo>
                <a:lnTo>
                  <a:pt x="0" y="151268"/>
                </a:lnTo>
                <a:lnTo>
                  <a:pt x="5509" y="151268"/>
                </a:lnTo>
                <a:cubicBezTo>
                  <a:pt x="9182" y="151268"/>
                  <a:pt x="12663" y="150388"/>
                  <a:pt x="15953" y="148629"/>
                </a:cubicBezTo>
                <a:cubicBezTo>
                  <a:pt x="18402" y="147404"/>
                  <a:pt x="20066" y="145568"/>
                  <a:pt x="20946" y="143119"/>
                </a:cubicBezTo>
                <a:cubicBezTo>
                  <a:pt x="21826" y="140671"/>
                  <a:pt x="22266" y="135659"/>
                  <a:pt x="22266" y="128084"/>
                </a:cubicBezTo>
                <a:lnTo>
                  <a:pt x="22266" y="27086"/>
                </a:lnTo>
                <a:cubicBezTo>
                  <a:pt x="22266" y="17266"/>
                  <a:pt x="21271" y="11214"/>
                  <a:pt x="19282" y="8931"/>
                </a:cubicBezTo>
                <a:cubicBezTo>
                  <a:pt x="16527" y="5884"/>
                  <a:pt x="11936" y="4361"/>
                  <a:pt x="5509" y="4361"/>
                </a:cubicBezTo>
                <a:lnTo>
                  <a:pt x="0" y="4361"/>
                </a:lnTo>
                <a:lnTo>
                  <a:pt x="0" y="0"/>
                </a:lnTo>
                <a:lnTo>
                  <a:pt x="119936" y="0"/>
                </a:lnTo>
                <a:lnTo>
                  <a:pt x="121657" y="34202"/>
                </a:lnTo>
                <a:lnTo>
                  <a:pt x="117181" y="34202"/>
                </a:lnTo>
                <a:cubicBezTo>
                  <a:pt x="115574" y="25979"/>
                  <a:pt x="113795" y="20330"/>
                  <a:pt x="111844" y="17255"/>
                </a:cubicBezTo>
                <a:cubicBezTo>
                  <a:pt x="109893" y="14180"/>
                  <a:pt x="107005" y="11836"/>
                  <a:pt x="103179" y="10222"/>
                </a:cubicBezTo>
                <a:cubicBezTo>
                  <a:pt x="100119" y="9069"/>
                  <a:pt x="94724" y="8493"/>
                  <a:pt x="86996" y="8493"/>
                </a:cubicBezTo>
                <a:lnTo>
                  <a:pt x="44302" y="849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" name="Text 0">
            <a:extLst xmlns:a="http://schemas.openxmlformats.org/drawingml/2006/main">
              <a:ext uri="{FF2B5EF4-FFF2-40B4-BE49-F238E27FC236}">
                <a16:creationId xmlns:a16="http://schemas.microsoft.com/office/drawing/2014/main" id="{64FBDF97-4E0A-468E-94DC-9653A7C6F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198" y="1022009"/>
            <a:ext cx="69200" cy="111098"/>
          </a:xfrm>
          <a:custGeom xmlns:a="http://schemas.openxmlformats.org/drawingml/2006/main">
            <a:pathLst>
              <a:path w="69200" h="111098">
                <a:moveTo>
                  <a:pt x="0" y="56338"/>
                </a:moveTo>
                <a:cubicBezTo>
                  <a:pt x="0" y="44134"/>
                  <a:pt x="1841" y="33627"/>
                  <a:pt x="5523" y="24816"/>
                </a:cubicBezTo>
                <a:cubicBezTo>
                  <a:pt x="9206" y="16005"/>
                  <a:pt x="14098" y="9442"/>
                  <a:pt x="20200" y="5129"/>
                </a:cubicBezTo>
                <a:cubicBezTo>
                  <a:pt x="24934" y="1710"/>
                  <a:pt x="29826" y="0"/>
                  <a:pt x="34876" y="0"/>
                </a:cubicBezTo>
                <a:cubicBezTo>
                  <a:pt x="43082" y="0"/>
                  <a:pt x="50447" y="4182"/>
                  <a:pt x="56969" y="12546"/>
                </a:cubicBezTo>
                <a:cubicBezTo>
                  <a:pt x="65123" y="22909"/>
                  <a:pt x="69200" y="36954"/>
                  <a:pt x="69200" y="54681"/>
                </a:cubicBezTo>
                <a:cubicBezTo>
                  <a:pt x="69200" y="67096"/>
                  <a:pt x="67411" y="77643"/>
                  <a:pt x="63834" y="86322"/>
                </a:cubicBezTo>
                <a:cubicBezTo>
                  <a:pt x="60257" y="95002"/>
                  <a:pt x="55694" y="101301"/>
                  <a:pt x="50144" y="105220"/>
                </a:cubicBezTo>
                <a:cubicBezTo>
                  <a:pt x="44595" y="109139"/>
                  <a:pt x="39242" y="111098"/>
                  <a:pt x="34087" y="111098"/>
                </a:cubicBezTo>
                <a:cubicBezTo>
                  <a:pt x="23882" y="111098"/>
                  <a:pt x="15386" y="105075"/>
                  <a:pt x="8601" y="93029"/>
                </a:cubicBezTo>
                <a:cubicBezTo>
                  <a:pt x="2867" y="82877"/>
                  <a:pt x="0" y="70646"/>
                  <a:pt x="0" y="56338"/>
                </a:cubicBezTo>
                <a:moveTo>
                  <a:pt x="15465" y="58269"/>
                </a:moveTo>
                <a:cubicBezTo>
                  <a:pt x="15465" y="72986"/>
                  <a:pt x="17280" y="84997"/>
                  <a:pt x="20910" y="94301"/>
                </a:cubicBezTo>
                <a:cubicBezTo>
                  <a:pt x="23908" y="102133"/>
                  <a:pt x="28380" y="106048"/>
                  <a:pt x="34324" y="106048"/>
                </a:cubicBezTo>
                <a:cubicBezTo>
                  <a:pt x="37164" y="106048"/>
                  <a:pt x="40110" y="104774"/>
                  <a:pt x="43161" y="102224"/>
                </a:cubicBezTo>
                <a:cubicBezTo>
                  <a:pt x="46212" y="99674"/>
                  <a:pt x="48527" y="95404"/>
                  <a:pt x="50105" y="89412"/>
                </a:cubicBezTo>
                <a:cubicBezTo>
                  <a:pt x="52524" y="80372"/>
                  <a:pt x="53734" y="67626"/>
                  <a:pt x="53734" y="51172"/>
                </a:cubicBezTo>
                <a:cubicBezTo>
                  <a:pt x="53734" y="38978"/>
                  <a:pt x="52472" y="28808"/>
                  <a:pt x="49947" y="20661"/>
                </a:cubicBezTo>
                <a:cubicBezTo>
                  <a:pt x="48053" y="14616"/>
                  <a:pt x="45607" y="10332"/>
                  <a:pt x="42609" y="7809"/>
                </a:cubicBezTo>
                <a:cubicBezTo>
                  <a:pt x="40452" y="6075"/>
                  <a:pt x="37848" y="5208"/>
                  <a:pt x="34797" y="5208"/>
                </a:cubicBezTo>
                <a:cubicBezTo>
                  <a:pt x="31220" y="5208"/>
                  <a:pt x="28038" y="6810"/>
                  <a:pt x="25250" y="10016"/>
                </a:cubicBezTo>
                <a:cubicBezTo>
                  <a:pt x="21462" y="14379"/>
                  <a:pt x="18885" y="21239"/>
                  <a:pt x="17517" y="30595"/>
                </a:cubicBezTo>
                <a:cubicBezTo>
                  <a:pt x="16149" y="39951"/>
                  <a:pt x="15465" y="49175"/>
                  <a:pt x="15465" y="5826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E10E74-7374-404E-8D80-92C1A78ED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026" y="1514781"/>
            <a:ext cx="400153" cy="206446"/>
          </a:xfrm>
          <a:custGeom xmlns:a="http://schemas.openxmlformats.org/drawingml/2006/main">
            <a:pathLst>
              <a:path w="400153" h="206446">
                <a:moveTo>
                  <a:pt x="0" y="206446"/>
                </a:moveTo>
                <a:lnTo>
                  <a:pt x="400153" y="206446"/>
                </a:lnTo>
                <a:lnTo>
                  <a:pt x="400153" y="0"/>
                </a:lnTo>
                <a:lnTo>
                  <a:pt x="0" y="0"/>
                </a:lnTo>
                <a:lnTo>
                  <a:pt x="0" y="206446"/>
                </a:lnTo>
                <a:close/>
              </a:path>
            </a:pathLst>
          </a:custGeom>
          <a:solidFill xmlns:a="http://schemas.openxmlformats.org/drawingml/2006/main">
            <a:srgbClr val="FF9093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38754B-42F3-42FC-B590-71F0B69F4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024" y="1514779"/>
            <a:ext cx="400154" cy="206447"/>
          </a:xfrm>
          <a:custGeom xmlns:a="http://schemas.openxmlformats.org/drawingml/2006/main">
            <a:pathLst>
              <a:path w="400154" h="206447" fill="none">
                <a:moveTo>
                  <a:pt x="0" y="0"/>
                </a:moveTo>
                <a:lnTo>
                  <a:pt x="400154" y="0"/>
                </a:lnTo>
                <a:lnTo>
                  <a:pt x="400154" y="206447"/>
                </a:lnTo>
                <a:lnTo>
                  <a:pt x="0" y="20644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2036" cap="rnd">
            <a:solidFill>
              <a:srgbClr val="000000"/>
            </a:solidFill>
            <a:round/>
          </a:ln>
        </p:spPr>
      </p:sp>
      <p:sp>
        <p:nvSpPr>
          <p:cNvPr id="121" name="Text O">
            <a:extLst xmlns:a="http://schemas.openxmlformats.org/drawingml/2006/main">
              <a:ext uri="{FF2B5EF4-FFF2-40B4-BE49-F238E27FC236}">
                <a16:creationId xmlns:a16="http://schemas.microsoft.com/office/drawing/2014/main" id="{359370EC-EB17-40B4-9ED9-4CEE6AF91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093" y="1534736"/>
            <a:ext cx="152416" cy="162516"/>
          </a:xfrm>
          <a:custGeom xmlns:a="http://schemas.openxmlformats.org/drawingml/2006/main">
            <a:pathLst>
              <a:path w="152416" h="162516">
                <a:moveTo>
                  <a:pt x="77700" y="0"/>
                </a:moveTo>
                <a:cubicBezTo>
                  <a:pt x="97900" y="0"/>
                  <a:pt x="115402" y="7660"/>
                  <a:pt x="130208" y="22979"/>
                </a:cubicBezTo>
                <a:cubicBezTo>
                  <a:pt x="145013" y="38299"/>
                  <a:pt x="152416" y="57419"/>
                  <a:pt x="152416" y="80340"/>
                </a:cubicBezTo>
                <a:cubicBezTo>
                  <a:pt x="152416" y="103949"/>
                  <a:pt x="144956" y="123547"/>
                  <a:pt x="130036" y="139135"/>
                </a:cubicBezTo>
                <a:cubicBezTo>
                  <a:pt x="115115" y="154722"/>
                  <a:pt x="97058" y="162516"/>
                  <a:pt x="75864" y="162516"/>
                </a:cubicBezTo>
                <a:cubicBezTo>
                  <a:pt x="54440" y="162516"/>
                  <a:pt x="36440" y="154913"/>
                  <a:pt x="21864" y="139709"/>
                </a:cubicBezTo>
                <a:cubicBezTo>
                  <a:pt x="7288" y="124504"/>
                  <a:pt x="0" y="104829"/>
                  <a:pt x="0" y="80684"/>
                </a:cubicBezTo>
                <a:cubicBezTo>
                  <a:pt x="0" y="56006"/>
                  <a:pt x="8417" y="35873"/>
                  <a:pt x="25250" y="20286"/>
                </a:cubicBezTo>
                <a:cubicBezTo>
                  <a:pt x="39864" y="6762"/>
                  <a:pt x="57347" y="0"/>
                  <a:pt x="77700" y="0"/>
                </a:cubicBezTo>
                <a:moveTo>
                  <a:pt x="75519" y="8264"/>
                </a:moveTo>
                <a:cubicBezTo>
                  <a:pt x="61594" y="8264"/>
                  <a:pt x="50423" y="13420"/>
                  <a:pt x="42006" y="23732"/>
                </a:cubicBezTo>
                <a:cubicBezTo>
                  <a:pt x="31524" y="36568"/>
                  <a:pt x="26283" y="55361"/>
                  <a:pt x="26283" y="80114"/>
                </a:cubicBezTo>
                <a:cubicBezTo>
                  <a:pt x="26283" y="105476"/>
                  <a:pt x="31715" y="124994"/>
                  <a:pt x="42580" y="138669"/>
                </a:cubicBezTo>
                <a:cubicBezTo>
                  <a:pt x="50920" y="149058"/>
                  <a:pt x="61938" y="154252"/>
                  <a:pt x="75634" y="154252"/>
                </a:cubicBezTo>
                <a:cubicBezTo>
                  <a:pt x="90248" y="154252"/>
                  <a:pt x="102318" y="148562"/>
                  <a:pt x="111844" y="137180"/>
                </a:cubicBezTo>
                <a:cubicBezTo>
                  <a:pt x="121370" y="125796"/>
                  <a:pt x="126133" y="107843"/>
                  <a:pt x="126133" y="83320"/>
                </a:cubicBezTo>
                <a:cubicBezTo>
                  <a:pt x="126133" y="56736"/>
                  <a:pt x="120892" y="36912"/>
                  <a:pt x="110410" y="23847"/>
                </a:cubicBezTo>
                <a:cubicBezTo>
                  <a:pt x="101993" y="13458"/>
                  <a:pt x="90363" y="8264"/>
                  <a:pt x="75519" y="826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" name="Text 8">
            <a:extLst xmlns:a="http://schemas.openxmlformats.org/drawingml/2006/main">
              <a:ext uri="{FF2B5EF4-FFF2-40B4-BE49-F238E27FC236}">
                <a16:creationId xmlns:a16="http://schemas.microsoft.com/office/drawing/2014/main" id="{9AEC6D2E-1CA2-4923-99EA-D417A55F4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0361" y="1584604"/>
            <a:ext cx="61704" cy="111098"/>
          </a:xfrm>
          <a:custGeom xmlns:a="http://schemas.openxmlformats.org/drawingml/2006/main">
            <a:pathLst>
              <a:path w="61704" h="111098">
                <a:moveTo>
                  <a:pt x="21225" y="55312"/>
                </a:moveTo>
                <a:cubicBezTo>
                  <a:pt x="12756" y="48369"/>
                  <a:pt x="7299" y="42793"/>
                  <a:pt x="4853" y="38585"/>
                </a:cubicBezTo>
                <a:cubicBezTo>
                  <a:pt x="2407" y="34376"/>
                  <a:pt x="1184" y="30010"/>
                  <a:pt x="1184" y="25486"/>
                </a:cubicBezTo>
                <a:cubicBezTo>
                  <a:pt x="1184" y="18543"/>
                  <a:pt x="3866" y="12559"/>
                  <a:pt x="9232" y="7535"/>
                </a:cubicBezTo>
                <a:cubicBezTo>
                  <a:pt x="14597" y="2512"/>
                  <a:pt x="21725" y="0"/>
                  <a:pt x="30615" y="0"/>
                </a:cubicBezTo>
                <a:cubicBezTo>
                  <a:pt x="39242" y="0"/>
                  <a:pt x="46186" y="2341"/>
                  <a:pt x="51446" y="7023"/>
                </a:cubicBezTo>
                <a:cubicBezTo>
                  <a:pt x="56706" y="11704"/>
                  <a:pt x="59337" y="17044"/>
                  <a:pt x="59337" y="23040"/>
                </a:cubicBezTo>
                <a:cubicBezTo>
                  <a:pt x="59337" y="27038"/>
                  <a:pt x="57916" y="31115"/>
                  <a:pt x="55076" y="35271"/>
                </a:cubicBezTo>
                <a:cubicBezTo>
                  <a:pt x="52235" y="39426"/>
                  <a:pt x="46317" y="44318"/>
                  <a:pt x="37322" y="49947"/>
                </a:cubicBezTo>
                <a:cubicBezTo>
                  <a:pt x="46580" y="57101"/>
                  <a:pt x="52709" y="62730"/>
                  <a:pt x="55707" y="66833"/>
                </a:cubicBezTo>
                <a:cubicBezTo>
                  <a:pt x="59705" y="72198"/>
                  <a:pt x="61704" y="77853"/>
                  <a:pt x="61704" y="83797"/>
                </a:cubicBezTo>
                <a:cubicBezTo>
                  <a:pt x="61704" y="91320"/>
                  <a:pt x="58837" y="97750"/>
                  <a:pt x="53103" y="103090"/>
                </a:cubicBezTo>
                <a:cubicBezTo>
                  <a:pt x="47369" y="108429"/>
                  <a:pt x="39847" y="111098"/>
                  <a:pt x="30536" y="111098"/>
                </a:cubicBezTo>
                <a:cubicBezTo>
                  <a:pt x="20384" y="111098"/>
                  <a:pt x="12467" y="107916"/>
                  <a:pt x="6786" y="101551"/>
                </a:cubicBezTo>
                <a:cubicBezTo>
                  <a:pt x="2262" y="96448"/>
                  <a:pt x="0" y="90872"/>
                  <a:pt x="0" y="84823"/>
                </a:cubicBezTo>
                <a:cubicBezTo>
                  <a:pt x="0" y="80089"/>
                  <a:pt x="1591" y="75394"/>
                  <a:pt x="4774" y="70738"/>
                </a:cubicBezTo>
                <a:cubicBezTo>
                  <a:pt x="7956" y="66083"/>
                  <a:pt x="13440" y="60941"/>
                  <a:pt x="21225" y="55312"/>
                </a:cubicBezTo>
                <a:moveTo>
                  <a:pt x="33614" y="46870"/>
                </a:moveTo>
                <a:cubicBezTo>
                  <a:pt x="39926" y="41167"/>
                  <a:pt x="43924" y="36666"/>
                  <a:pt x="45607" y="33367"/>
                </a:cubicBezTo>
                <a:cubicBezTo>
                  <a:pt x="47290" y="30066"/>
                  <a:pt x="48132" y="26330"/>
                  <a:pt x="48132" y="22160"/>
                </a:cubicBezTo>
                <a:cubicBezTo>
                  <a:pt x="48132" y="16615"/>
                  <a:pt x="46580" y="12272"/>
                  <a:pt x="43477" y="9131"/>
                </a:cubicBezTo>
                <a:cubicBezTo>
                  <a:pt x="40373" y="5989"/>
                  <a:pt x="36139" y="4419"/>
                  <a:pt x="30773" y="4419"/>
                </a:cubicBezTo>
                <a:cubicBezTo>
                  <a:pt x="25407" y="4419"/>
                  <a:pt x="21041" y="5976"/>
                  <a:pt x="17675" y="9091"/>
                </a:cubicBezTo>
                <a:cubicBezTo>
                  <a:pt x="14308" y="12206"/>
                  <a:pt x="12625" y="15850"/>
                  <a:pt x="12625" y="20022"/>
                </a:cubicBezTo>
                <a:cubicBezTo>
                  <a:pt x="12625" y="22767"/>
                  <a:pt x="13322" y="25513"/>
                  <a:pt x="14716" y="28258"/>
                </a:cubicBezTo>
                <a:cubicBezTo>
                  <a:pt x="16110" y="31003"/>
                  <a:pt x="18096" y="33617"/>
                  <a:pt x="20673" y="36099"/>
                </a:cubicBezTo>
                <a:lnTo>
                  <a:pt x="33614" y="46870"/>
                </a:lnTo>
                <a:moveTo>
                  <a:pt x="24934" y="58311"/>
                </a:moveTo>
                <a:cubicBezTo>
                  <a:pt x="20568" y="61982"/>
                  <a:pt x="17333" y="65980"/>
                  <a:pt x="15229" y="70307"/>
                </a:cubicBezTo>
                <a:cubicBezTo>
                  <a:pt x="13125" y="74632"/>
                  <a:pt x="12072" y="79311"/>
                  <a:pt x="12072" y="84345"/>
                </a:cubicBezTo>
                <a:cubicBezTo>
                  <a:pt x="12072" y="91107"/>
                  <a:pt x="13927" y="96521"/>
                  <a:pt x="17635" y="100584"/>
                </a:cubicBezTo>
                <a:cubicBezTo>
                  <a:pt x="21344" y="104648"/>
                  <a:pt x="26065" y="106680"/>
                  <a:pt x="31799" y="106680"/>
                </a:cubicBezTo>
                <a:cubicBezTo>
                  <a:pt x="37480" y="106680"/>
                  <a:pt x="42030" y="105081"/>
                  <a:pt x="45449" y="101884"/>
                </a:cubicBezTo>
                <a:cubicBezTo>
                  <a:pt x="48869" y="98685"/>
                  <a:pt x="50578" y="94804"/>
                  <a:pt x="50578" y="90243"/>
                </a:cubicBezTo>
                <a:cubicBezTo>
                  <a:pt x="50578" y="86467"/>
                  <a:pt x="49579" y="83085"/>
                  <a:pt x="47580" y="80096"/>
                </a:cubicBezTo>
                <a:cubicBezTo>
                  <a:pt x="43845" y="74538"/>
                  <a:pt x="36296" y="67276"/>
                  <a:pt x="24934" y="5831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0B94B5-9C48-423D-800C-BCD2C967E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6179" y="1514781"/>
            <a:ext cx="400153" cy="206446"/>
          </a:xfrm>
          <a:custGeom xmlns:a="http://schemas.openxmlformats.org/drawingml/2006/main">
            <a:pathLst>
              <a:path w="400153" h="206446">
                <a:moveTo>
                  <a:pt x="0" y="206446"/>
                </a:moveTo>
                <a:lnTo>
                  <a:pt x="400153" y="206446"/>
                </a:lnTo>
                <a:lnTo>
                  <a:pt x="400153" y="0"/>
                </a:lnTo>
                <a:lnTo>
                  <a:pt x="0" y="0"/>
                </a:lnTo>
                <a:lnTo>
                  <a:pt x="0" y="206446"/>
                </a:lnTo>
                <a:close/>
              </a:path>
            </a:pathLst>
          </a:custGeom>
          <a:solidFill xmlns:a="http://schemas.openxmlformats.org/drawingml/2006/main">
            <a:srgbClr val="FF9093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C7C779-687F-4EFC-BBD0-7AD850FA0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6178" y="1514779"/>
            <a:ext cx="400154" cy="206447"/>
          </a:xfrm>
          <a:custGeom xmlns:a="http://schemas.openxmlformats.org/drawingml/2006/main">
            <a:pathLst>
              <a:path w="400154" h="206447" fill="none">
                <a:moveTo>
                  <a:pt x="0" y="0"/>
                </a:moveTo>
                <a:lnTo>
                  <a:pt x="400154" y="0"/>
                </a:lnTo>
                <a:lnTo>
                  <a:pt x="400154" y="206447"/>
                </a:lnTo>
                <a:lnTo>
                  <a:pt x="0" y="20644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2036" cap="rnd">
            <a:solidFill>
              <a:srgbClr val="000000"/>
            </a:solidFill>
            <a:round/>
          </a:ln>
        </p:spPr>
      </p:sp>
      <p:sp>
        <p:nvSpPr>
          <p:cNvPr id="125" name="Text O">
            <a:extLst xmlns:a="http://schemas.openxmlformats.org/drawingml/2006/main">
              <a:ext uri="{FF2B5EF4-FFF2-40B4-BE49-F238E27FC236}">
                <a16:creationId xmlns:a16="http://schemas.microsoft.com/office/drawing/2014/main" id="{0BEE10BB-F8B8-4997-A1C6-25A467B0F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246" y="1534736"/>
            <a:ext cx="152416" cy="162516"/>
          </a:xfrm>
          <a:custGeom xmlns:a="http://schemas.openxmlformats.org/drawingml/2006/main">
            <a:pathLst>
              <a:path w="152416" h="162516">
                <a:moveTo>
                  <a:pt x="77700" y="0"/>
                </a:moveTo>
                <a:cubicBezTo>
                  <a:pt x="97900" y="0"/>
                  <a:pt x="115402" y="7660"/>
                  <a:pt x="130208" y="22979"/>
                </a:cubicBezTo>
                <a:cubicBezTo>
                  <a:pt x="145013" y="38299"/>
                  <a:pt x="152416" y="57419"/>
                  <a:pt x="152416" y="80340"/>
                </a:cubicBezTo>
                <a:cubicBezTo>
                  <a:pt x="152416" y="103949"/>
                  <a:pt x="144956" y="123547"/>
                  <a:pt x="130036" y="139135"/>
                </a:cubicBezTo>
                <a:cubicBezTo>
                  <a:pt x="115115" y="154722"/>
                  <a:pt x="97058" y="162516"/>
                  <a:pt x="75864" y="162516"/>
                </a:cubicBezTo>
                <a:cubicBezTo>
                  <a:pt x="54440" y="162516"/>
                  <a:pt x="36440" y="154913"/>
                  <a:pt x="21864" y="139709"/>
                </a:cubicBezTo>
                <a:cubicBezTo>
                  <a:pt x="7288" y="124504"/>
                  <a:pt x="0" y="104829"/>
                  <a:pt x="0" y="80684"/>
                </a:cubicBezTo>
                <a:cubicBezTo>
                  <a:pt x="0" y="56006"/>
                  <a:pt x="8417" y="35873"/>
                  <a:pt x="25250" y="20286"/>
                </a:cubicBezTo>
                <a:cubicBezTo>
                  <a:pt x="39864" y="6762"/>
                  <a:pt x="57347" y="0"/>
                  <a:pt x="77700" y="0"/>
                </a:cubicBezTo>
                <a:moveTo>
                  <a:pt x="75519" y="8264"/>
                </a:moveTo>
                <a:cubicBezTo>
                  <a:pt x="61594" y="8264"/>
                  <a:pt x="50423" y="13420"/>
                  <a:pt x="42006" y="23732"/>
                </a:cubicBezTo>
                <a:cubicBezTo>
                  <a:pt x="31524" y="36568"/>
                  <a:pt x="26283" y="55361"/>
                  <a:pt x="26283" y="80114"/>
                </a:cubicBezTo>
                <a:cubicBezTo>
                  <a:pt x="26283" y="105476"/>
                  <a:pt x="31715" y="124994"/>
                  <a:pt x="42580" y="138669"/>
                </a:cubicBezTo>
                <a:cubicBezTo>
                  <a:pt x="50920" y="149058"/>
                  <a:pt x="61938" y="154252"/>
                  <a:pt x="75634" y="154252"/>
                </a:cubicBezTo>
                <a:cubicBezTo>
                  <a:pt x="90248" y="154252"/>
                  <a:pt x="102318" y="148562"/>
                  <a:pt x="111844" y="137180"/>
                </a:cubicBezTo>
                <a:cubicBezTo>
                  <a:pt x="121370" y="125796"/>
                  <a:pt x="126133" y="107843"/>
                  <a:pt x="126133" y="83320"/>
                </a:cubicBezTo>
                <a:cubicBezTo>
                  <a:pt x="126133" y="56736"/>
                  <a:pt x="120892" y="36912"/>
                  <a:pt x="110410" y="23847"/>
                </a:cubicBezTo>
                <a:cubicBezTo>
                  <a:pt x="101993" y="13458"/>
                  <a:pt x="90363" y="8264"/>
                  <a:pt x="75519" y="826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" name="Text 7">
            <a:extLst xmlns:a="http://schemas.openxmlformats.org/drawingml/2006/main">
              <a:ext uri="{FF2B5EF4-FFF2-40B4-BE49-F238E27FC236}">
                <a16:creationId xmlns:a16="http://schemas.microsoft.com/office/drawing/2014/main" id="{FDC9CDCC-6BDE-40BF-84B3-C59EB78D8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6726" y="1586814"/>
            <a:ext cx="67622" cy="109205"/>
          </a:xfrm>
          <a:custGeom xmlns:a="http://schemas.openxmlformats.org/drawingml/2006/main">
            <a:pathLst>
              <a:path w="67622" h="109205">
                <a:moveTo>
                  <a:pt x="10258" y="0"/>
                </a:moveTo>
                <a:lnTo>
                  <a:pt x="67622" y="0"/>
                </a:lnTo>
                <a:lnTo>
                  <a:pt x="67622" y="2974"/>
                </a:lnTo>
                <a:lnTo>
                  <a:pt x="31957" y="109205"/>
                </a:lnTo>
                <a:lnTo>
                  <a:pt x="23119" y="109205"/>
                </a:lnTo>
                <a:lnTo>
                  <a:pt x="55076" y="12940"/>
                </a:lnTo>
                <a:lnTo>
                  <a:pt x="25644" y="12940"/>
                </a:lnTo>
                <a:cubicBezTo>
                  <a:pt x="19700" y="12940"/>
                  <a:pt x="15465" y="13651"/>
                  <a:pt x="12940" y="15071"/>
                </a:cubicBezTo>
                <a:cubicBezTo>
                  <a:pt x="8522" y="17491"/>
                  <a:pt x="4971" y="21225"/>
                  <a:pt x="2288" y="26275"/>
                </a:cubicBezTo>
                <a:lnTo>
                  <a:pt x="0" y="25407"/>
                </a:lnTo>
                <a:lnTo>
                  <a:pt x="10258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D0F1FE-AEB1-4424-A150-61F0C9E3C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6331" y="1514781"/>
            <a:ext cx="400153" cy="206446"/>
          </a:xfrm>
          <a:custGeom xmlns:a="http://schemas.openxmlformats.org/drawingml/2006/main">
            <a:pathLst>
              <a:path w="400153" h="206446">
                <a:moveTo>
                  <a:pt x="0" y="206446"/>
                </a:moveTo>
                <a:lnTo>
                  <a:pt x="400153" y="206446"/>
                </a:lnTo>
                <a:lnTo>
                  <a:pt x="400153" y="0"/>
                </a:lnTo>
                <a:lnTo>
                  <a:pt x="0" y="0"/>
                </a:lnTo>
                <a:lnTo>
                  <a:pt x="0" y="206446"/>
                </a:lnTo>
                <a:close/>
              </a:path>
            </a:pathLst>
          </a:custGeom>
          <a:solidFill xmlns:a="http://schemas.openxmlformats.org/drawingml/2006/main">
            <a:srgbClr val="FF9093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97D4CF-96B7-4C42-B043-4ECB19E04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6330" y="1514779"/>
            <a:ext cx="400154" cy="206447"/>
          </a:xfrm>
          <a:custGeom xmlns:a="http://schemas.openxmlformats.org/drawingml/2006/main">
            <a:pathLst>
              <a:path w="400154" h="206447" fill="none">
                <a:moveTo>
                  <a:pt x="0" y="0"/>
                </a:moveTo>
                <a:lnTo>
                  <a:pt x="400154" y="0"/>
                </a:lnTo>
                <a:lnTo>
                  <a:pt x="400154" y="206447"/>
                </a:lnTo>
                <a:lnTo>
                  <a:pt x="0" y="20644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2036" cap="rnd">
            <a:solidFill>
              <a:srgbClr val="000000"/>
            </a:solidFill>
            <a:round/>
          </a:ln>
        </p:spPr>
      </p:sp>
      <p:sp>
        <p:nvSpPr>
          <p:cNvPr id="129" name="Text O">
            <a:extLst xmlns:a="http://schemas.openxmlformats.org/drawingml/2006/main">
              <a:ext uri="{FF2B5EF4-FFF2-40B4-BE49-F238E27FC236}">
                <a16:creationId xmlns:a16="http://schemas.microsoft.com/office/drawing/2014/main" id="{2FDD70DF-7698-40C8-9A46-A1CA9A833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400" y="1534736"/>
            <a:ext cx="152416" cy="162516"/>
          </a:xfrm>
          <a:custGeom xmlns:a="http://schemas.openxmlformats.org/drawingml/2006/main">
            <a:pathLst>
              <a:path w="152416" h="162516">
                <a:moveTo>
                  <a:pt x="77700" y="0"/>
                </a:moveTo>
                <a:cubicBezTo>
                  <a:pt x="97900" y="0"/>
                  <a:pt x="115402" y="7660"/>
                  <a:pt x="130208" y="22979"/>
                </a:cubicBezTo>
                <a:cubicBezTo>
                  <a:pt x="145013" y="38299"/>
                  <a:pt x="152416" y="57419"/>
                  <a:pt x="152416" y="80340"/>
                </a:cubicBezTo>
                <a:cubicBezTo>
                  <a:pt x="152416" y="103949"/>
                  <a:pt x="144956" y="123547"/>
                  <a:pt x="130036" y="139135"/>
                </a:cubicBezTo>
                <a:cubicBezTo>
                  <a:pt x="115115" y="154722"/>
                  <a:pt x="97058" y="162516"/>
                  <a:pt x="75864" y="162516"/>
                </a:cubicBezTo>
                <a:cubicBezTo>
                  <a:pt x="54440" y="162516"/>
                  <a:pt x="36440" y="154913"/>
                  <a:pt x="21864" y="139709"/>
                </a:cubicBezTo>
                <a:cubicBezTo>
                  <a:pt x="7288" y="124504"/>
                  <a:pt x="0" y="104829"/>
                  <a:pt x="0" y="80684"/>
                </a:cubicBezTo>
                <a:cubicBezTo>
                  <a:pt x="0" y="56006"/>
                  <a:pt x="8417" y="35873"/>
                  <a:pt x="25250" y="20286"/>
                </a:cubicBezTo>
                <a:cubicBezTo>
                  <a:pt x="39864" y="6762"/>
                  <a:pt x="57347" y="0"/>
                  <a:pt x="77700" y="0"/>
                </a:cubicBezTo>
                <a:moveTo>
                  <a:pt x="75519" y="8264"/>
                </a:moveTo>
                <a:cubicBezTo>
                  <a:pt x="61594" y="8264"/>
                  <a:pt x="50423" y="13420"/>
                  <a:pt x="42006" y="23732"/>
                </a:cubicBezTo>
                <a:cubicBezTo>
                  <a:pt x="31524" y="36568"/>
                  <a:pt x="26283" y="55361"/>
                  <a:pt x="26283" y="80114"/>
                </a:cubicBezTo>
                <a:cubicBezTo>
                  <a:pt x="26283" y="105476"/>
                  <a:pt x="31715" y="124994"/>
                  <a:pt x="42580" y="138669"/>
                </a:cubicBezTo>
                <a:cubicBezTo>
                  <a:pt x="50920" y="149058"/>
                  <a:pt x="61938" y="154252"/>
                  <a:pt x="75634" y="154252"/>
                </a:cubicBezTo>
                <a:cubicBezTo>
                  <a:pt x="90248" y="154252"/>
                  <a:pt x="102318" y="148562"/>
                  <a:pt x="111844" y="137180"/>
                </a:cubicBezTo>
                <a:cubicBezTo>
                  <a:pt x="121370" y="125796"/>
                  <a:pt x="126133" y="107843"/>
                  <a:pt x="126133" y="83320"/>
                </a:cubicBezTo>
                <a:cubicBezTo>
                  <a:pt x="126133" y="56736"/>
                  <a:pt x="120892" y="36912"/>
                  <a:pt x="110410" y="23847"/>
                </a:cubicBezTo>
                <a:cubicBezTo>
                  <a:pt x="101993" y="13458"/>
                  <a:pt x="90363" y="8264"/>
                  <a:pt x="75519" y="826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" name="Text 6">
            <a:extLst xmlns:a="http://schemas.openxmlformats.org/drawingml/2006/main">
              <a:ext uri="{FF2B5EF4-FFF2-40B4-BE49-F238E27FC236}">
                <a16:creationId xmlns:a16="http://schemas.microsoft.com/office/drawing/2014/main" id="{774F2F27-2E17-4BC3-AFE7-1F2D74898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7827" y="1584604"/>
            <a:ext cx="67622" cy="111098"/>
          </a:xfrm>
          <a:custGeom xmlns:a="http://schemas.openxmlformats.org/drawingml/2006/main">
            <a:pathLst>
              <a:path w="67622" h="111098">
                <a:moveTo>
                  <a:pt x="65491" y="0"/>
                </a:moveTo>
                <a:lnTo>
                  <a:pt x="65491" y="3156"/>
                </a:lnTo>
                <a:cubicBezTo>
                  <a:pt x="58548" y="3835"/>
                  <a:pt x="52880" y="5207"/>
                  <a:pt x="48487" y="7272"/>
                </a:cubicBezTo>
                <a:cubicBezTo>
                  <a:pt x="44095" y="9335"/>
                  <a:pt x="39755" y="12483"/>
                  <a:pt x="35468" y="16716"/>
                </a:cubicBezTo>
                <a:cubicBezTo>
                  <a:pt x="31181" y="20947"/>
                  <a:pt x="27630" y="25662"/>
                  <a:pt x="24816" y="30862"/>
                </a:cubicBezTo>
                <a:cubicBezTo>
                  <a:pt x="22001" y="36060"/>
                  <a:pt x="19647" y="42238"/>
                  <a:pt x="17754" y="49397"/>
                </a:cubicBezTo>
                <a:cubicBezTo>
                  <a:pt x="25329" y="44135"/>
                  <a:pt x="32930" y="41504"/>
                  <a:pt x="40557" y="41504"/>
                </a:cubicBezTo>
                <a:cubicBezTo>
                  <a:pt x="47869" y="41504"/>
                  <a:pt x="54208" y="44456"/>
                  <a:pt x="59573" y="50361"/>
                </a:cubicBezTo>
                <a:cubicBezTo>
                  <a:pt x="64939" y="56266"/>
                  <a:pt x="67622" y="63858"/>
                  <a:pt x="67622" y="73138"/>
                </a:cubicBezTo>
                <a:cubicBezTo>
                  <a:pt x="67622" y="82100"/>
                  <a:pt x="64913" y="90272"/>
                  <a:pt x="59494" y="97655"/>
                </a:cubicBezTo>
                <a:cubicBezTo>
                  <a:pt x="52972" y="106617"/>
                  <a:pt x="44345" y="111098"/>
                  <a:pt x="33614" y="111098"/>
                </a:cubicBezTo>
                <a:cubicBezTo>
                  <a:pt x="26302" y="111098"/>
                  <a:pt x="20094" y="108679"/>
                  <a:pt x="14992" y="103839"/>
                </a:cubicBezTo>
                <a:cubicBezTo>
                  <a:pt x="4997" y="94423"/>
                  <a:pt x="0" y="82219"/>
                  <a:pt x="0" y="67227"/>
                </a:cubicBezTo>
                <a:cubicBezTo>
                  <a:pt x="0" y="57653"/>
                  <a:pt x="1920" y="48553"/>
                  <a:pt x="5760" y="39926"/>
                </a:cubicBezTo>
                <a:cubicBezTo>
                  <a:pt x="9600" y="31299"/>
                  <a:pt x="15084" y="23645"/>
                  <a:pt x="22212" y="16965"/>
                </a:cubicBezTo>
                <a:cubicBezTo>
                  <a:pt x="29340" y="10284"/>
                  <a:pt x="36165" y="5786"/>
                  <a:pt x="42688" y="3472"/>
                </a:cubicBezTo>
                <a:cubicBezTo>
                  <a:pt x="49210" y="1157"/>
                  <a:pt x="55286" y="0"/>
                  <a:pt x="60915" y="0"/>
                </a:cubicBezTo>
                <a:lnTo>
                  <a:pt x="65491" y="0"/>
                </a:lnTo>
                <a:moveTo>
                  <a:pt x="16412" y="55165"/>
                </a:moveTo>
                <a:cubicBezTo>
                  <a:pt x="15465" y="62276"/>
                  <a:pt x="14992" y="68017"/>
                  <a:pt x="14992" y="72388"/>
                </a:cubicBezTo>
                <a:cubicBezTo>
                  <a:pt x="14992" y="77445"/>
                  <a:pt x="15926" y="82936"/>
                  <a:pt x="17793" y="88862"/>
                </a:cubicBezTo>
                <a:cubicBezTo>
                  <a:pt x="19661" y="94788"/>
                  <a:pt x="22435" y="99489"/>
                  <a:pt x="26118" y="102966"/>
                </a:cubicBezTo>
                <a:cubicBezTo>
                  <a:pt x="28800" y="105442"/>
                  <a:pt x="32062" y="106680"/>
                  <a:pt x="35902" y="106680"/>
                </a:cubicBezTo>
                <a:cubicBezTo>
                  <a:pt x="40478" y="106680"/>
                  <a:pt x="44568" y="104520"/>
                  <a:pt x="48172" y="100202"/>
                </a:cubicBezTo>
                <a:cubicBezTo>
                  <a:pt x="51775" y="95882"/>
                  <a:pt x="53577" y="89718"/>
                  <a:pt x="53577" y="81711"/>
                </a:cubicBezTo>
                <a:cubicBezTo>
                  <a:pt x="53577" y="72704"/>
                  <a:pt x="51788" y="64909"/>
                  <a:pt x="48211" y="58326"/>
                </a:cubicBezTo>
                <a:cubicBezTo>
                  <a:pt x="44634" y="51740"/>
                  <a:pt x="39558" y="48448"/>
                  <a:pt x="32982" y="48448"/>
                </a:cubicBezTo>
                <a:cubicBezTo>
                  <a:pt x="30983" y="48448"/>
                  <a:pt x="28840" y="48869"/>
                  <a:pt x="26552" y="49713"/>
                </a:cubicBezTo>
                <a:cubicBezTo>
                  <a:pt x="24263" y="50554"/>
                  <a:pt x="20884" y="52372"/>
                  <a:pt x="16412" y="5516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D7F1D6-318E-446E-8EB7-A9DAB385A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6485" y="1514781"/>
            <a:ext cx="400153" cy="206446"/>
          </a:xfrm>
          <a:custGeom xmlns:a="http://schemas.openxmlformats.org/drawingml/2006/main">
            <a:pathLst>
              <a:path w="400153" h="206446">
                <a:moveTo>
                  <a:pt x="0" y="206446"/>
                </a:moveTo>
                <a:lnTo>
                  <a:pt x="400153" y="206446"/>
                </a:lnTo>
                <a:lnTo>
                  <a:pt x="400153" y="0"/>
                </a:lnTo>
                <a:lnTo>
                  <a:pt x="0" y="0"/>
                </a:lnTo>
                <a:lnTo>
                  <a:pt x="0" y="206446"/>
                </a:lnTo>
                <a:close/>
              </a:path>
            </a:pathLst>
          </a:custGeom>
          <a:solidFill xmlns:a="http://schemas.openxmlformats.org/drawingml/2006/main">
            <a:srgbClr val="FF9093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0FEC23-6F61-4DC1-BD16-E14AE1B97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6484" y="1514779"/>
            <a:ext cx="400154" cy="206447"/>
          </a:xfrm>
          <a:custGeom xmlns:a="http://schemas.openxmlformats.org/drawingml/2006/main">
            <a:pathLst>
              <a:path w="400154" h="206447" fill="none">
                <a:moveTo>
                  <a:pt x="0" y="0"/>
                </a:moveTo>
                <a:lnTo>
                  <a:pt x="400154" y="0"/>
                </a:lnTo>
                <a:lnTo>
                  <a:pt x="400154" y="206447"/>
                </a:lnTo>
                <a:lnTo>
                  <a:pt x="0" y="20644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2036" cap="rnd">
            <a:solidFill>
              <a:srgbClr val="000000"/>
            </a:solidFill>
            <a:round/>
          </a:ln>
        </p:spPr>
      </p:sp>
      <p:sp>
        <p:nvSpPr>
          <p:cNvPr id="133" name="Text O">
            <a:extLst xmlns:a="http://schemas.openxmlformats.org/drawingml/2006/main">
              <a:ext uri="{FF2B5EF4-FFF2-40B4-BE49-F238E27FC236}">
                <a16:creationId xmlns:a16="http://schemas.microsoft.com/office/drawing/2014/main" id="{454BF0DA-34A8-4C6E-809B-07164DDBD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552" y="1534736"/>
            <a:ext cx="152416" cy="162516"/>
          </a:xfrm>
          <a:custGeom xmlns:a="http://schemas.openxmlformats.org/drawingml/2006/main">
            <a:pathLst>
              <a:path w="152416" h="162516">
                <a:moveTo>
                  <a:pt x="77700" y="0"/>
                </a:moveTo>
                <a:cubicBezTo>
                  <a:pt x="97900" y="0"/>
                  <a:pt x="115402" y="7660"/>
                  <a:pt x="130208" y="22979"/>
                </a:cubicBezTo>
                <a:cubicBezTo>
                  <a:pt x="145013" y="38299"/>
                  <a:pt x="152416" y="57419"/>
                  <a:pt x="152416" y="80340"/>
                </a:cubicBezTo>
                <a:cubicBezTo>
                  <a:pt x="152416" y="103949"/>
                  <a:pt x="144956" y="123547"/>
                  <a:pt x="130036" y="139135"/>
                </a:cubicBezTo>
                <a:cubicBezTo>
                  <a:pt x="115115" y="154722"/>
                  <a:pt x="97058" y="162516"/>
                  <a:pt x="75864" y="162516"/>
                </a:cubicBezTo>
                <a:cubicBezTo>
                  <a:pt x="54440" y="162516"/>
                  <a:pt x="36440" y="154913"/>
                  <a:pt x="21864" y="139709"/>
                </a:cubicBezTo>
                <a:cubicBezTo>
                  <a:pt x="7288" y="124504"/>
                  <a:pt x="0" y="104829"/>
                  <a:pt x="0" y="80684"/>
                </a:cubicBezTo>
                <a:cubicBezTo>
                  <a:pt x="0" y="56006"/>
                  <a:pt x="8417" y="35873"/>
                  <a:pt x="25250" y="20286"/>
                </a:cubicBezTo>
                <a:cubicBezTo>
                  <a:pt x="39864" y="6762"/>
                  <a:pt x="57347" y="0"/>
                  <a:pt x="77700" y="0"/>
                </a:cubicBezTo>
                <a:moveTo>
                  <a:pt x="75519" y="8264"/>
                </a:moveTo>
                <a:cubicBezTo>
                  <a:pt x="61594" y="8264"/>
                  <a:pt x="50423" y="13420"/>
                  <a:pt x="42006" y="23732"/>
                </a:cubicBezTo>
                <a:cubicBezTo>
                  <a:pt x="31524" y="36568"/>
                  <a:pt x="26283" y="55361"/>
                  <a:pt x="26283" y="80114"/>
                </a:cubicBezTo>
                <a:cubicBezTo>
                  <a:pt x="26283" y="105476"/>
                  <a:pt x="31715" y="124994"/>
                  <a:pt x="42580" y="138669"/>
                </a:cubicBezTo>
                <a:cubicBezTo>
                  <a:pt x="50920" y="149058"/>
                  <a:pt x="61938" y="154252"/>
                  <a:pt x="75634" y="154252"/>
                </a:cubicBezTo>
                <a:cubicBezTo>
                  <a:pt x="90248" y="154252"/>
                  <a:pt x="102318" y="148562"/>
                  <a:pt x="111844" y="137180"/>
                </a:cubicBezTo>
                <a:cubicBezTo>
                  <a:pt x="121370" y="125796"/>
                  <a:pt x="126133" y="107843"/>
                  <a:pt x="126133" y="83320"/>
                </a:cubicBezTo>
                <a:cubicBezTo>
                  <a:pt x="126133" y="56736"/>
                  <a:pt x="120892" y="36912"/>
                  <a:pt x="110410" y="23847"/>
                </a:cubicBezTo>
                <a:cubicBezTo>
                  <a:pt x="101993" y="13458"/>
                  <a:pt x="90363" y="8264"/>
                  <a:pt x="75519" y="826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4" name="Text 5">
            <a:extLst xmlns:a="http://schemas.openxmlformats.org/drawingml/2006/main">
              <a:ext uri="{FF2B5EF4-FFF2-40B4-BE49-F238E27FC236}">
                <a16:creationId xmlns:a16="http://schemas.microsoft.com/office/drawing/2014/main" id="{EB34E2FF-428E-4F52-9B0A-CF5B0C7FB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769" y="1586814"/>
            <a:ext cx="62414" cy="108889"/>
          </a:xfrm>
          <a:custGeom xmlns:a="http://schemas.openxmlformats.org/drawingml/2006/main">
            <a:pathLst>
              <a:path w="62414" h="108889">
                <a:moveTo>
                  <a:pt x="62414" y="0"/>
                </a:moveTo>
                <a:lnTo>
                  <a:pt x="56259" y="13414"/>
                </a:lnTo>
                <a:lnTo>
                  <a:pt x="24066" y="13414"/>
                </a:lnTo>
                <a:lnTo>
                  <a:pt x="17044" y="27597"/>
                </a:lnTo>
                <a:cubicBezTo>
                  <a:pt x="30983" y="29654"/>
                  <a:pt x="42030" y="34846"/>
                  <a:pt x="50184" y="43176"/>
                </a:cubicBezTo>
                <a:cubicBezTo>
                  <a:pt x="57180" y="50345"/>
                  <a:pt x="60678" y="58779"/>
                  <a:pt x="60678" y="68480"/>
                </a:cubicBezTo>
                <a:cubicBezTo>
                  <a:pt x="60678" y="74121"/>
                  <a:pt x="59534" y="79341"/>
                  <a:pt x="57246" y="84137"/>
                </a:cubicBezTo>
                <a:cubicBezTo>
                  <a:pt x="54957" y="88934"/>
                  <a:pt x="52077" y="93020"/>
                  <a:pt x="48606" y="96395"/>
                </a:cubicBezTo>
                <a:cubicBezTo>
                  <a:pt x="45134" y="99768"/>
                  <a:pt x="41267" y="102483"/>
                  <a:pt x="37006" y="104539"/>
                </a:cubicBezTo>
                <a:cubicBezTo>
                  <a:pt x="30957" y="107439"/>
                  <a:pt x="24750" y="108889"/>
                  <a:pt x="18385" y="108889"/>
                </a:cubicBezTo>
                <a:cubicBezTo>
                  <a:pt x="11967" y="108889"/>
                  <a:pt x="7299" y="107798"/>
                  <a:pt x="4379" y="105614"/>
                </a:cubicBezTo>
                <a:cubicBezTo>
                  <a:pt x="1460" y="103431"/>
                  <a:pt x="0" y="101025"/>
                  <a:pt x="0" y="98395"/>
                </a:cubicBezTo>
                <a:cubicBezTo>
                  <a:pt x="0" y="96922"/>
                  <a:pt x="605" y="95620"/>
                  <a:pt x="1815" y="94489"/>
                </a:cubicBezTo>
                <a:cubicBezTo>
                  <a:pt x="3025" y="93358"/>
                  <a:pt x="4550" y="92792"/>
                  <a:pt x="6391" y="92792"/>
                </a:cubicBezTo>
                <a:cubicBezTo>
                  <a:pt x="7759" y="92792"/>
                  <a:pt x="8956" y="93003"/>
                  <a:pt x="9981" y="93424"/>
                </a:cubicBezTo>
                <a:cubicBezTo>
                  <a:pt x="11007" y="93844"/>
                  <a:pt x="12756" y="94923"/>
                  <a:pt x="15229" y="96659"/>
                </a:cubicBezTo>
                <a:cubicBezTo>
                  <a:pt x="19174" y="99394"/>
                  <a:pt x="23172" y="100788"/>
                  <a:pt x="27222" y="100841"/>
                </a:cubicBezTo>
                <a:cubicBezTo>
                  <a:pt x="33377" y="100841"/>
                  <a:pt x="38782" y="98507"/>
                  <a:pt x="43437" y="93840"/>
                </a:cubicBezTo>
                <a:cubicBezTo>
                  <a:pt x="48093" y="89172"/>
                  <a:pt x="50420" y="83488"/>
                  <a:pt x="50420" y="76789"/>
                </a:cubicBezTo>
                <a:cubicBezTo>
                  <a:pt x="50420" y="70303"/>
                  <a:pt x="48343" y="64251"/>
                  <a:pt x="44187" y="58634"/>
                </a:cubicBezTo>
                <a:cubicBezTo>
                  <a:pt x="40031" y="53015"/>
                  <a:pt x="34297" y="48676"/>
                  <a:pt x="26986" y="45617"/>
                </a:cubicBezTo>
                <a:cubicBezTo>
                  <a:pt x="21252" y="43245"/>
                  <a:pt x="13440" y="41874"/>
                  <a:pt x="3551" y="41504"/>
                </a:cubicBezTo>
                <a:lnTo>
                  <a:pt x="24066" y="0"/>
                </a:lnTo>
                <a:lnTo>
                  <a:pt x="62414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815C22-BB6E-4436-9257-552A2F85C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6638" y="1514781"/>
            <a:ext cx="400153" cy="206446"/>
          </a:xfrm>
          <a:custGeom xmlns:a="http://schemas.openxmlformats.org/drawingml/2006/main">
            <a:pathLst>
              <a:path w="400153" h="206446">
                <a:moveTo>
                  <a:pt x="0" y="206446"/>
                </a:moveTo>
                <a:lnTo>
                  <a:pt x="400153" y="206446"/>
                </a:lnTo>
                <a:lnTo>
                  <a:pt x="400153" y="0"/>
                </a:lnTo>
                <a:lnTo>
                  <a:pt x="0" y="0"/>
                </a:lnTo>
                <a:lnTo>
                  <a:pt x="0" y="206446"/>
                </a:lnTo>
                <a:close/>
              </a:path>
            </a:pathLst>
          </a:custGeom>
          <a:solidFill xmlns:a="http://schemas.openxmlformats.org/drawingml/2006/main">
            <a:srgbClr val="FF9093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0E911C-ED60-466F-BFF5-1B7CB73BE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6637" y="1514779"/>
            <a:ext cx="400154" cy="206447"/>
          </a:xfrm>
          <a:custGeom xmlns:a="http://schemas.openxmlformats.org/drawingml/2006/main">
            <a:pathLst>
              <a:path w="400154" h="206447" fill="none">
                <a:moveTo>
                  <a:pt x="0" y="0"/>
                </a:moveTo>
                <a:lnTo>
                  <a:pt x="400154" y="0"/>
                </a:lnTo>
                <a:lnTo>
                  <a:pt x="400154" y="206447"/>
                </a:lnTo>
                <a:lnTo>
                  <a:pt x="0" y="20644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2036" cap="rnd">
            <a:solidFill>
              <a:srgbClr val="000000"/>
            </a:solidFill>
            <a:round/>
          </a:ln>
        </p:spPr>
      </p:sp>
      <p:sp>
        <p:nvSpPr>
          <p:cNvPr id="137" name="Text O">
            <a:extLst xmlns:a="http://schemas.openxmlformats.org/drawingml/2006/main">
              <a:ext uri="{FF2B5EF4-FFF2-40B4-BE49-F238E27FC236}">
                <a16:creationId xmlns:a16="http://schemas.microsoft.com/office/drawing/2014/main" id="{74144775-AF71-4578-8B9D-E05AF83E4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706" y="1534736"/>
            <a:ext cx="152416" cy="162516"/>
          </a:xfrm>
          <a:custGeom xmlns:a="http://schemas.openxmlformats.org/drawingml/2006/main">
            <a:pathLst>
              <a:path w="152416" h="162516">
                <a:moveTo>
                  <a:pt x="77700" y="0"/>
                </a:moveTo>
                <a:cubicBezTo>
                  <a:pt x="97900" y="0"/>
                  <a:pt x="115402" y="7660"/>
                  <a:pt x="130208" y="22979"/>
                </a:cubicBezTo>
                <a:cubicBezTo>
                  <a:pt x="145013" y="38299"/>
                  <a:pt x="152416" y="57419"/>
                  <a:pt x="152416" y="80340"/>
                </a:cubicBezTo>
                <a:cubicBezTo>
                  <a:pt x="152416" y="103949"/>
                  <a:pt x="144956" y="123547"/>
                  <a:pt x="130036" y="139135"/>
                </a:cubicBezTo>
                <a:cubicBezTo>
                  <a:pt x="115115" y="154722"/>
                  <a:pt x="97058" y="162516"/>
                  <a:pt x="75864" y="162516"/>
                </a:cubicBezTo>
                <a:cubicBezTo>
                  <a:pt x="54440" y="162516"/>
                  <a:pt x="36440" y="154913"/>
                  <a:pt x="21864" y="139709"/>
                </a:cubicBezTo>
                <a:cubicBezTo>
                  <a:pt x="7288" y="124504"/>
                  <a:pt x="0" y="104829"/>
                  <a:pt x="0" y="80684"/>
                </a:cubicBezTo>
                <a:cubicBezTo>
                  <a:pt x="0" y="56006"/>
                  <a:pt x="8417" y="35873"/>
                  <a:pt x="25250" y="20286"/>
                </a:cubicBezTo>
                <a:cubicBezTo>
                  <a:pt x="39864" y="6762"/>
                  <a:pt x="57347" y="0"/>
                  <a:pt x="77700" y="0"/>
                </a:cubicBezTo>
                <a:moveTo>
                  <a:pt x="75519" y="8264"/>
                </a:moveTo>
                <a:cubicBezTo>
                  <a:pt x="61594" y="8264"/>
                  <a:pt x="50423" y="13420"/>
                  <a:pt x="42006" y="23732"/>
                </a:cubicBezTo>
                <a:cubicBezTo>
                  <a:pt x="31524" y="36568"/>
                  <a:pt x="26283" y="55361"/>
                  <a:pt x="26283" y="80114"/>
                </a:cubicBezTo>
                <a:cubicBezTo>
                  <a:pt x="26283" y="105476"/>
                  <a:pt x="31715" y="124994"/>
                  <a:pt x="42580" y="138669"/>
                </a:cubicBezTo>
                <a:cubicBezTo>
                  <a:pt x="50920" y="149058"/>
                  <a:pt x="61938" y="154252"/>
                  <a:pt x="75634" y="154252"/>
                </a:cubicBezTo>
                <a:cubicBezTo>
                  <a:pt x="90248" y="154252"/>
                  <a:pt x="102318" y="148562"/>
                  <a:pt x="111844" y="137180"/>
                </a:cubicBezTo>
                <a:cubicBezTo>
                  <a:pt x="121370" y="125796"/>
                  <a:pt x="126133" y="107843"/>
                  <a:pt x="126133" y="83320"/>
                </a:cubicBezTo>
                <a:cubicBezTo>
                  <a:pt x="126133" y="56736"/>
                  <a:pt x="120892" y="36912"/>
                  <a:pt x="110410" y="23847"/>
                </a:cubicBezTo>
                <a:cubicBezTo>
                  <a:pt x="101993" y="13458"/>
                  <a:pt x="90363" y="8264"/>
                  <a:pt x="75519" y="826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8" name="Text 4">
            <a:extLst xmlns:a="http://schemas.openxmlformats.org/drawingml/2006/main">
              <a:ext uri="{FF2B5EF4-FFF2-40B4-BE49-F238E27FC236}">
                <a16:creationId xmlns:a16="http://schemas.microsoft.com/office/drawing/2014/main" id="{9EF8C681-3EBA-4797-B732-E17FAF433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3715" y="1584604"/>
            <a:ext cx="72672" cy="109205"/>
          </a:xfrm>
          <a:custGeom xmlns:a="http://schemas.openxmlformats.org/drawingml/2006/main">
            <a:pathLst>
              <a:path w="72672" h="109205">
                <a:moveTo>
                  <a:pt x="72672" y="69752"/>
                </a:moveTo>
                <a:lnTo>
                  <a:pt x="72672" y="80957"/>
                </a:lnTo>
                <a:lnTo>
                  <a:pt x="58311" y="80957"/>
                </a:lnTo>
                <a:lnTo>
                  <a:pt x="58311" y="109205"/>
                </a:lnTo>
                <a:lnTo>
                  <a:pt x="45292" y="109205"/>
                </a:lnTo>
                <a:lnTo>
                  <a:pt x="45292" y="80957"/>
                </a:lnTo>
                <a:lnTo>
                  <a:pt x="0" y="80957"/>
                </a:lnTo>
                <a:lnTo>
                  <a:pt x="0" y="70857"/>
                </a:lnTo>
                <a:lnTo>
                  <a:pt x="49631" y="0"/>
                </a:lnTo>
                <a:lnTo>
                  <a:pt x="58311" y="0"/>
                </a:lnTo>
                <a:lnTo>
                  <a:pt x="58311" y="69752"/>
                </a:lnTo>
                <a:lnTo>
                  <a:pt x="72672" y="69752"/>
                </a:lnTo>
                <a:moveTo>
                  <a:pt x="45292" y="69752"/>
                </a:moveTo>
                <a:lnTo>
                  <a:pt x="45292" y="16679"/>
                </a:lnTo>
                <a:lnTo>
                  <a:pt x="7733" y="69752"/>
                </a:lnTo>
                <a:lnTo>
                  <a:pt x="45292" y="6975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453D2D-2877-479C-A628-8BA16AC2F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792" y="1514781"/>
            <a:ext cx="400153" cy="206446"/>
          </a:xfrm>
          <a:custGeom xmlns:a="http://schemas.openxmlformats.org/drawingml/2006/main">
            <a:pathLst>
              <a:path w="400153" h="206446">
                <a:moveTo>
                  <a:pt x="0" y="206446"/>
                </a:moveTo>
                <a:lnTo>
                  <a:pt x="400153" y="206446"/>
                </a:lnTo>
                <a:lnTo>
                  <a:pt x="400153" y="0"/>
                </a:lnTo>
                <a:lnTo>
                  <a:pt x="0" y="0"/>
                </a:lnTo>
                <a:lnTo>
                  <a:pt x="0" y="206446"/>
                </a:lnTo>
                <a:close/>
              </a:path>
            </a:pathLst>
          </a:custGeom>
          <a:solidFill xmlns:a="http://schemas.openxmlformats.org/drawingml/2006/main">
            <a:srgbClr val="8B4D4D">
              <a:alpha val="97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8BADE9-8057-47DD-BBEE-0DFD145AF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791" y="1514779"/>
            <a:ext cx="400154" cy="206447"/>
          </a:xfrm>
          <a:custGeom xmlns:a="http://schemas.openxmlformats.org/drawingml/2006/main">
            <a:pathLst>
              <a:path w="400154" h="206447" fill="none">
                <a:moveTo>
                  <a:pt x="0" y="0"/>
                </a:moveTo>
                <a:lnTo>
                  <a:pt x="400154" y="0"/>
                </a:lnTo>
                <a:lnTo>
                  <a:pt x="400154" y="206447"/>
                </a:lnTo>
                <a:lnTo>
                  <a:pt x="0" y="20644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2036" cap="rnd">
            <a:solidFill>
              <a:srgbClr val="000000"/>
            </a:solidFill>
            <a:round/>
          </a:ln>
        </p:spPr>
      </p:sp>
      <p:sp>
        <p:nvSpPr>
          <p:cNvPr id="141" name="Text O">
            <a:extLst xmlns:a="http://schemas.openxmlformats.org/drawingml/2006/main">
              <a:ext uri="{FF2B5EF4-FFF2-40B4-BE49-F238E27FC236}">
                <a16:creationId xmlns:a16="http://schemas.microsoft.com/office/drawing/2014/main" id="{B835ECE8-01B4-4E80-BE04-32FD76A62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859" y="1534736"/>
            <a:ext cx="152416" cy="162516"/>
          </a:xfrm>
          <a:custGeom xmlns:a="http://schemas.openxmlformats.org/drawingml/2006/main">
            <a:pathLst>
              <a:path w="152416" h="162516">
                <a:moveTo>
                  <a:pt x="77700" y="0"/>
                </a:moveTo>
                <a:cubicBezTo>
                  <a:pt x="97900" y="0"/>
                  <a:pt x="115402" y="7660"/>
                  <a:pt x="130208" y="22979"/>
                </a:cubicBezTo>
                <a:cubicBezTo>
                  <a:pt x="145013" y="38299"/>
                  <a:pt x="152416" y="57419"/>
                  <a:pt x="152416" y="80340"/>
                </a:cubicBezTo>
                <a:cubicBezTo>
                  <a:pt x="152416" y="103949"/>
                  <a:pt x="144956" y="123547"/>
                  <a:pt x="130036" y="139135"/>
                </a:cubicBezTo>
                <a:cubicBezTo>
                  <a:pt x="115115" y="154722"/>
                  <a:pt x="97058" y="162516"/>
                  <a:pt x="75864" y="162516"/>
                </a:cubicBezTo>
                <a:cubicBezTo>
                  <a:pt x="54440" y="162516"/>
                  <a:pt x="36440" y="154913"/>
                  <a:pt x="21864" y="139709"/>
                </a:cubicBezTo>
                <a:cubicBezTo>
                  <a:pt x="7288" y="124504"/>
                  <a:pt x="0" y="104829"/>
                  <a:pt x="0" y="80684"/>
                </a:cubicBezTo>
                <a:cubicBezTo>
                  <a:pt x="0" y="56006"/>
                  <a:pt x="8417" y="35873"/>
                  <a:pt x="25250" y="20286"/>
                </a:cubicBezTo>
                <a:cubicBezTo>
                  <a:pt x="39864" y="6762"/>
                  <a:pt x="57347" y="0"/>
                  <a:pt x="77700" y="0"/>
                </a:cubicBezTo>
                <a:moveTo>
                  <a:pt x="75519" y="8264"/>
                </a:moveTo>
                <a:cubicBezTo>
                  <a:pt x="61594" y="8264"/>
                  <a:pt x="50423" y="13420"/>
                  <a:pt x="42006" y="23732"/>
                </a:cubicBezTo>
                <a:cubicBezTo>
                  <a:pt x="31524" y="36568"/>
                  <a:pt x="26283" y="55361"/>
                  <a:pt x="26283" y="80114"/>
                </a:cubicBezTo>
                <a:cubicBezTo>
                  <a:pt x="26283" y="105476"/>
                  <a:pt x="31715" y="124994"/>
                  <a:pt x="42580" y="138669"/>
                </a:cubicBezTo>
                <a:cubicBezTo>
                  <a:pt x="50920" y="149058"/>
                  <a:pt x="61938" y="154252"/>
                  <a:pt x="75634" y="154252"/>
                </a:cubicBezTo>
                <a:cubicBezTo>
                  <a:pt x="90248" y="154252"/>
                  <a:pt x="102318" y="148562"/>
                  <a:pt x="111844" y="137180"/>
                </a:cubicBezTo>
                <a:cubicBezTo>
                  <a:pt x="121370" y="125796"/>
                  <a:pt x="126133" y="107843"/>
                  <a:pt x="126133" y="83320"/>
                </a:cubicBezTo>
                <a:cubicBezTo>
                  <a:pt x="126133" y="56736"/>
                  <a:pt x="120892" y="36912"/>
                  <a:pt x="110410" y="23847"/>
                </a:cubicBezTo>
                <a:cubicBezTo>
                  <a:pt x="101993" y="13458"/>
                  <a:pt x="90363" y="8264"/>
                  <a:pt x="75519" y="826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2" name="Text 3">
            <a:extLst xmlns:a="http://schemas.openxmlformats.org/drawingml/2006/main">
              <a:ext uri="{FF2B5EF4-FFF2-40B4-BE49-F238E27FC236}">
                <a16:creationId xmlns:a16="http://schemas.microsoft.com/office/drawing/2014/main" id="{8FD7B9AC-49C4-455E-9ACD-B70B1F5D2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891" y="1584604"/>
            <a:ext cx="60836" cy="111098"/>
          </a:xfrm>
          <a:custGeom xmlns:a="http://schemas.openxmlformats.org/drawingml/2006/main">
            <a:pathLst>
              <a:path w="60836" h="111098">
                <a:moveTo>
                  <a:pt x="1657" y="22567"/>
                </a:moveTo>
                <a:cubicBezTo>
                  <a:pt x="4708" y="15360"/>
                  <a:pt x="8561" y="9797"/>
                  <a:pt x="13217" y="5878"/>
                </a:cubicBezTo>
                <a:cubicBezTo>
                  <a:pt x="17872" y="1959"/>
                  <a:pt x="23672" y="0"/>
                  <a:pt x="30615" y="0"/>
                </a:cubicBezTo>
                <a:cubicBezTo>
                  <a:pt x="39190" y="0"/>
                  <a:pt x="45765" y="2788"/>
                  <a:pt x="50341" y="8364"/>
                </a:cubicBezTo>
                <a:cubicBezTo>
                  <a:pt x="53813" y="12520"/>
                  <a:pt x="55549" y="16965"/>
                  <a:pt x="55549" y="21699"/>
                </a:cubicBezTo>
                <a:cubicBezTo>
                  <a:pt x="55549" y="29484"/>
                  <a:pt x="50657" y="37533"/>
                  <a:pt x="40873" y="45844"/>
                </a:cubicBezTo>
                <a:cubicBezTo>
                  <a:pt x="47448" y="48421"/>
                  <a:pt x="52419" y="52104"/>
                  <a:pt x="55786" y="56891"/>
                </a:cubicBezTo>
                <a:cubicBezTo>
                  <a:pt x="59153" y="61677"/>
                  <a:pt x="60836" y="67306"/>
                  <a:pt x="60836" y="73776"/>
                </a:cubicBezTo>
                <a:cubicBezTo>
                  <a:pt x="60836" y="83034"/>
                  <a:pt x="57890" y="91056"/>
                  <a:pt x="51998" y="97842"/>
                </a:cubicBezTo>
                <a:cubicBezTo>
                  <a:pt x="44318" y="106680"/>
                  <a:pt x="33193" y="111098"/>
                  <a:pt x="18622" y="111098"/>
                </a:cubicBezTo>
                <a:cubicBezTo>
                  <a:pt x="11415" y="111098"/>
                  <a:pt x="6510" y="110204"/>
                  <a:pt x="3906" y="108416"/>
                </a:cubicBezTo>
                <a:cubicBezTo>
                  <a:pt x="1302" y="106627"/>
                  <a:pt x="0" y="104707"/>
                  <a:pt x="0" y="102656"/>
                </a:cubicBezTo>
                <a:cubicBezTo>
                  <a:pt x="0" y="101130"/>
                  <a:pt x="618" y="99789"/>
                  <a:pt x="1854" y="98631"/>
                </a:cubicBezTo>
                <a:cubicBezTo>
                  <a:pt x="3090" y="97474"/>
                  <a:pt x="4576" y="96895"/>
                  <a:pt x="6312" y="96895"/>
                </a:cubicBezTo>
                <a:cubicBezTo>
                  <a:pt x="7627" y="96895"/>
                  <a:pt x="8969" y="97103"/>
                  <a:pt x="10337" y="97519"/>
                </a:cubicBezTo>
                <a:cubicBezTo>
                  <a:pt x="11231" y="97781"/>
                  <a:pt x="13256" y="98731"/>
                  <a:pt x="16412" y="100370"/>
                </a:cubicBezTo>
                <a:cubicBezTo>
                  <a:pt x="19568" y="102009"/>
                  <a:pt x="21752" y="102984"/>
                  <a:pt x="22961" y="103297"/>
                </a:cubicBezTo>
                <a:cubicBezTo>
                  <a:pt x="24908" y="103869"/>
                  <a:pt x="26986" y="104155"/>
                  <a:pt x="29195" y="104155"/>
                </a:cubicBezTo>
                <a:cubicBezTo>
                  <a:pt x="34560" y="104155"/>
                  <a:pt x="39229" y="102077"/>
                  <a:pt x="43201" y="97921"/>
                </a:cubicBezTo>
                <a:cubicBezTo>
                  <a:pt x="47172" y="93766"/>
                  <a:pt x="49158" y="88847"/>
                  <a:pt x="49158" y="83166"/>
                </a:cubicBezTo>
                <a:cubicBezTo>
                  <a:pt x="49158" y="79010"/>
                  <a:pt x="48237" y="74960"/>
                  <a:pt x="46396" y="71015"/>
                </a:cubicBezTo>
                <a:cubicBezTo>
                  <a:pt x="45029" y="68069"/>
                  <a:pt x="43529" y="65833"/>
                  <a:pt x="41899" y="64308"/>
                </a:cubicBezTo>
                <a:cubicBezTo>
                  <a:pt x="39637" y="62204"/>
                  <a:pt x="36533" y="60297"/>
                  <a:pt x="32588" y="58587"/>
                </a:cubicBezTo>
                <a:cubicBezTo>
                  <a:pt x="28643" y="56877"/>
                  <a:pt x="24618" y="56023"/>
                  <a:pt x="20515" y="56023"/>
                </a:cubicBezTo>
                <a:lnTo>
                  <a:pt x="17990" y="56023"/>
                </a:lnTo>
                <a:lnTo>
                  <a:pt x="17990" y="53655"/>
                </a:lnTo>
                <a:cubicBezTo>
                  <a:pt x="22146" y="53131"/>
                  <a:pt x="26315" y="51635"/>
                  <a:pt x="30497" y="49168"/>
                </a:cubicBezTo>
                <a:cubicBezTo>
                  <a:pt x="34679" y="46699"/>
                  <a:pt x="37717" y="43732"/>
                  <a:pt x="39610" y="40266"/>
                </a:cubicBezTo>
                <a:cubicBezTo>
                  <a:pt x="41504" y="36801"/>
                  <a:pt x="42451" y="32994"/>
                  <a:pt x="42451" y="28845"/>
                </a:cubicBezTo>
                <a:cubicBezTo>
                  <a:pt x="42451" y="23438"/>
                  <a:pt x="40754" y="19068"/>
                  <a:pt x="37362" y="15734"/>
                </a:cubicBezTo>
                <a:cubicBezTo>
                  <a:pt x="33969" y="12399"/>
                  <a:pt x="29747" y="10731"/>
                  <a:pt x="24697" y="10731"/>
                </a:cubicBezTo>
                <a:cubicBezTo>
                  <a:pt x="16544" y="10731"/>
                  <a:pt x="9732" y="15097"/>
                  <a:pt x="4261" y="23829"/>
                </a:cubicBezTo>
                <a:lnTo>
                  <a:pt x="1657" y="2256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9C4381-E9E1-4063-8A00-213FF177D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6944" y="1514781"/>
            <a:ext cx="400153" cy="206446"/>
          </a:xfrm>
          <a:custGeom xmlns:a="http://schemas.openxmlformats.org/drawingml/2006/main">
            <a:pathLst>
              <a:path w="400153" h="206446">
                <a:moveTo>
                  <a:pt x="0" y="206446"/>
                </a:moveTo>
                <a:lnTo>
                  <a:pt x="400153" y="206446"/>
                </a:lnTo>
                <a:lnTo>
                  <a:pt x="400153" y="0"/>
                </a:lnTo>
                <a:lnTo>
                  <a:pt x="0" y="0"/>
                </a:lnTo>
                <a:lnTo>
                  <a:pt x="0" y="206446"/>
                </a:lnTo>
                <a:close/>
              </a:path>
            </a:pathLst>
          </a:custGeom>
          <a:solidFill xmlns:a="http://schemas.openxmlformats.org/drawingml/2006/main">
            <a:srgbClr val="8B4D4D">
              <a:alpha val="97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07403A-E953-47B3-A9D0-5B582ABEB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6943" y="1514779"/>
            <a:ext cx="400154" cy="206447"/>
          </a:xfrm>
          <a:custGeom xmlns:a="http://schemas.openxmlformats.org/drawingml/2006/main">
            <a:pathLst>
              <a:path w="400154" h="206447" fill="none">
                <a:moveTo>
                  <a:pt x="0" y="0"/>
                </a:moveTo>
                <a:lnTo>
                  <a:pt x="400154" y="0"/>
                </a:lnTo>
                <a:lnTo>
                  <a:pt x="400154" y="206447"/>
                </a:lnTo>
                <a:lnTo>
                  <a:pt x="0" y="20644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2036" cap="rnd">
            <a:solidFill>
              <a:srgbClr val="000000"/>
            </a:solidFill>
            <a:round/>
          </a:ln>
        </p:spPr>
      </p:sp>
      <p:sp>
        <p:nvSpPr>
          <p:cNvPr id="145" name="Text O">
            <a:extLst xmlns:a="http://schemas.openxmlformats.org/drawingml/2006/main">
              <a:ext uri="{FF2B5EF4-FFF2-40B4-BE49-F238E27FC236}">
                <a16:creationId xmlns:a16="http://schemas.microsoft.com/office/drawing/2014/main" id="{06D9E64E-08C6-45AF-8F0E-791B6E95E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0013" y="1534736"/>
            <a:ext cx="152416" cy="162516"/>
          </a:xfrm>
          <a:custGeom xmlns:a="http://schemas.openxmlformats.org/drawingml/2006/main">
            <a:pathLst>
              <a:path w="152416" h="162516">
                <a:moveTo>
                  <a:pt x="77700" y="0"/>
                </a:moveTo>
                <a:cubicBezTo>
                  <a:pt x="97900" y="0"/>
                  <a:pt x="115402" y="7660"/>
                  <a:pt x="130208" y="22979"/>
                </a:cubicBezTo>
                <a:cubicBezTo>
                  <a:pt x="145013" y="38299"/>
                  <a:pt x="152416" y="57419"/>
                  <a:pt x="152416" y="80340"/>
                </a:cubicBezTo>
                <a:cubicBezTo>
                  <a:pt x="152416" y="103949"/>
                  <a:pt x="144956" y="123547"/>
                  <a:pt x="130036" y="139135"/>
                </a:cubicBezTo>
                <a:cubicBezTo>
                  <a:pt x="115115" y="154722"/>
                  <a:pt x="97058" y="162516"/>
                  <a:pt x="75864" y="162516"/>
                </a:cubicBezTo>
                <a:cubicBezTo>
                  <a:pt x="54440" y="162516"/>
                  <a:pt x="36440" y="154913"/>
                  <a:pt x="21864" y="139709"/>
                </a:cubicBezTo>
                <a:cubicBezTo>
                  <a:pt x="7288" y="124504"/>
                  <a:pt x="0" y="104829"/>
                  <a:pt x="0" y="80684"/>
                </a:cubicBezTo>
                <a:cubicBezTo>
                  <a:pt x="0" y="56006"/>
                  <a:pt x="8417" y="35873"/>
                  <a:pt x="25250" y="20286"/>
                </a:cubicBezTo>
                <a:cubicBezTo>
                  <a:pt x="39864" y="6762"/>
                  <a:pt x="57347" y="0"/>
                  <a:pt x="77700" y="0"/>
                </a:cubicBezTo>
                <a:moveTo>
                  <a:pt x="75519" y="8264"/>
                </a:moveTo>
                <a:cubicBezTo>
                  <a:pt x="61594" y="8264"/>
                  <a:pt x="50423" y="13420"/>
                  <a:pt x="42006" y="23732"/>
                </a:cubicBezTo>
                <a:cubicBezTo>
                  <a:pt x="31524" y="36568"/>
                  <a:pt x="26283" y="55361"/>
                  <a:pt x="26283" y="80114"/>
                </a:cubicBezTo>
                <a:cubicBezTo>
                  <a:pt x="26283" y="105476"/>
                  <a:pt x="31715" y="124994"/>
                  <a:pt x="42580" y="138669"/>
                </a:cubicBezTo>
                <a:cubicBezTo>
                  <a:pt x="50920" y="149058"/>
                  <a:pt x="61938" y="154252"/>
                  <a:pt x="75634" y="154252"/>
                </a:cubicBezTo>
                <a:cubicBezTo>
                  <a:pt x="90248" y="154252"/>
                  <a:pt x="102318" y="148562"/>
                  <a:pt x="111844" y="137180"/>
                </a:cubicBezTo>
                <a:cubicBezTo>
                  <a:pt x="121370" y="125796"/>
                  <a:pt x="126133" y="107843"/>
                  <a:pt x="126133" y="83320"/>
                </a:cubicBezTo>
                <a:cubicBezTo>
                  <a:pt x="126133" y="56736"/>
                  <a:pt x="120892" y="36912"/>
                  <a:pt x="110410" y="23847"/>
                </a:cubicBezTo>
                <a:cubicBezTo>
                  <a:pt x="101993" y="13458"/>
                  <a:pt x="90363" y="8264"/>
                  <a:pt x="75519" y="826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6" name="Text 2">
            <a:extLst xmlns:a="http://schemas.openxmlformats.org/drawingml/2006/main">
              <a:ext uri="{FF2B5EF4-FFF2-40B4-BE49-F238E27FC236}">
                <a16:creationId xmlns:a16="http://schemas.microsoft.com/office/drawing/2014/main" id="{A15FA9E8-F9FD-425B-B1C5-391057B57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4967" y="1584604"/>
            <a:ext cx="70620" cy="109205"/>
          </a:xfrm>
          <a:custGeom xmlns:a="http://schemas.openxmlformats.org/drawingml/2006/main">
            <a:pathLst>
              <a:path w="70620" h="109205">
                <a:moveTo>
                  <a:pt x="70620" y="88374"/>
                </a:moveTo>
                <a:lnTo>
                  <a:pt x="63124" y="109205"/>
                </a:lnTo>
                <a:lnTo>
                  <a:pt x="0" y="109205"/>
                </a:lnTo>
                <a:lnTo>
                  <a:pt x="0" y="106226"/>
                </a:lnTo>
                <a:cubicBezTo>
                  <a:pt x="18569" y="89306"/>
                  <a:pt x="31641" y="75486"/>
                  <a:pt x="39216" y="64766"/>
                </a:cubicBezTo>
                <a:cubicBezTo>
                  <a:pt x="46791" y="54045"/>
                  <a:pt x="50578" y="44239"/>
                  <a:pt x="50578" y="35349"/>
                </a:cubicBezTo>
                <a:cubicBezTo>
                  <a:pt x="50578" y="28587"/>
                  <a:pt x="48500" y="23030"/>
                  <a:pt x="44345" y="18678"/>
                </a:cubicBezTo>
                <a:cubicBezTo>
                  <a:pt x="40189" y="14327"/>
                  <a:pt x="35218" y="12151"/>
                  <a:pt x="29432" y="12151"/>
                </a:cubicBezTo>
                <a:cubicBezTo>
                  <a:pt x="24171" y="12151"/>
                  <a:pt x="19450" y="13677"/>
                  <a:pt x="15268" y="16728"/>
                </a:cubicBezTo>
                <a:cubicBezTo>
                  <a:pt x="11086" y="19777"/>
                  <a:pt x="7996" y="24249"/>
                  <a:pt x="5997" y="30142"/>
                </a:cubicBezTo>
                <a:lnTo>
                  <a:pt x="3077" y="30142"/>
                </a:lnTo>
                <a:cubicBezTo>
                  <a:pt x="4392" y="20435"/>
                  <a:pt x="7772" y="12985"/>
                  <a:pt x="13217" y="7792"/>
                </a:cubicBezTo>
                <a:cubicBezTo>
                  <a:pt x="18661" y="2597"/>
                  <a:pt x="25460" y="0"/>
                  <a:pt x="33614" y="0"/>
                </a:cubicBezTo>
                <a:cubicBezTo>
                  <a:pt x="42293" y="0"/>
                  <a:pt x="49539" y="2788"/>
                  <a:pt x="55352" y="8364"/>
                </a:cubicBezTo>
                <a:cubicBezTo>
                  <a:pt x="61165" y="13940"/>
                  <a:pt x="64071" y="20515"/>
                  <a:pt x="64071" y="28090"/>
                </a:cubicBezTo>
                <a:cubicBezTo>
                  <a:pt x="64071" y="33508"/>
                  <a:pt x="62808" y="38927"/>
                  <a:pt x="60283" y="44345"/>
                </a:cubicBezTo>
                <a:cubicBezTo>
                  <a:pt x="56391" y="52866"/>
                  <a:pt x="50078" y="61888"/>
                  <a:pt x="41346" y="71409"/>
                </a:cubicBezTo>
                <a:cubicBezTo>
                  <a:pt x="28248" y="85688"/>
                  <a:pt x="20068" y="94236"/>
                  <a:pt x="16807" y="97053"/>
                </a:cubicBezTo>
                <a:lnTo>
                  <a:pt x="44739" y="97053"/>
                </a:lnTo>
                <a:cubicBezTo>
                  <a:pt x="50420" y="97053"/>
                  <a:pt x="54405" y="96843"/>
                  <a:pt x="56693" y="96422"/>
                </a:cubicBezTo>
                <a:cubicBezTo>
                  <a:pt x="58982" y="96001"/>
                  <a:pt x="61046" y="95146"/>
                  <a:pt x="62887" y="93858"/>
                </a:cubicBezTo>
                <a:cubicBezTo>
                  <a:pt x="64728" y="92569"/>
                  <a:pt x="66333" y="90741"/>
                  <a:pt x="67701" y="88374"/>
                </a:cubicBezTo>
                <a:lnTo>
                  <a:pt x="70620" y="8837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DCEDCB-9FBF-46B0-B358-8E54E18F6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7098" y="1514781"/>
            <a:ext cx="400153" cy="206446"/>
          </a:xfrm>
          <a:custGeom xmlns:a="http://schemas.openxmlformats.org/drawingml/2006/main">
            <a:pathLst>
              <a:path w="400153" h="206446">
                <a:moveTo>
                  <a:pt x="0" y="206446"/>
                </a:moveTo>
                <a:lnTo>
                  <a:pt x="400153" y="206446"/>
                </a:lnTo>
                <a:lnTo>
                  <a:pt x="400153" y="0"/>
                </a:lnTo>
                <a:lnTo>
                  <a:pt x="0" y="0"/>
                </a:lnTo>
                <a:lnTo>
                  <a:pt x="0" y="206446"/>
                </a:lnTo>
                <a:close/>
              </a:path>
            </a:pathLst>
          </a:custGeom>
          <a:solidFill xmlns:a="http://schemas.openxmlformats.org/drawingml/2006/main">
            <a:srgbClr val="8B4D4D">
              <a:alpha val="97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77B0BE-38A7-4B31-A474-A2A3069A9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7097" y="1514779"/>
            <a:ext cx="400154" cy="206447"/>
          </a:xfrm>
          <a:custGeom xmlns:a="http://schemas.openxmlformats.org/drawingml/2006/main">
            <a:pathLst>
              <a:path w="400154" h="206447" fill="none">
                <a:moveTo>
                  <a:pt x="0" y="0"/>
                </a:moveTo>
                <a:lnTo>
                  <a:pt x="400154" y="0"/>
                </a:lnTo>
                <a:lnTo>
                  <a:pt x="400154" y="206447"/>
                </a:lnTo>
                <a:lnTo>
                  <a:pt x="0" y="20644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2036" cap="rnd">
            <a:solidFill>
              <a:srgbClr val="000000"/>
            </a:solidFill>
            <a:round/>
          </a:ln>
        </p:spPr>
      </p:sp>
      <p:sp>
        <p:nvSpPr>
          <p:cNvPr id="149" name="Text O">
            <a:extLst xmlns:a="http://schemas.openxmlformats.org/drawingml/2006/main">
              <a:ext uri="{FF2B5EF4-FFF2-40B4-BE49-F238E27FC236}">
                <a16:creationId xmlns:a16="http://schemas.microsoft.com/office/drawing/2014/main" id="{55521223-E14A-40AE-AC4D-EE464F82B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165" y="1534736"/>
            <a:ext cx="152416" cy="162516"/>
          </a:xfrm>
          <a:custGeom xmlns:a="http://schemas.openxmlformats.org/drawingml/2006/main">
            <a:pathLst>
              <a:path w="152416" h="162516">
                <a:moveTo>
                  <a:pt x="77700" y="0"/>
                </a:moveTo>
                <a:cubicBezTo>
                  <a:pt x="97900" y="0"/>
                  <a:pt x="115402" y="7660"/>
                  <a:pt x="130208" y="22979"/>
                </a:cubicBezTo>
                <a:cubicBezTo>
                  <a:pt x="145013" y="38299"/>
                  <a:pt x="152416" y="57419"/>
                  <a:pt x="152416" y="80340"/>
                </a:cubicBezTo>
                <a:cubicBezTo>
                  <a:pt x="152416" y="103949"/>
                  <a:pt x="144956" y="123547"/>
                  <a:pt x="130036" y="139135"/>
                </a:cubicBezTo>
                <a:cubicBezTo>
                  <a:pt x="115115" y="154722"/>
                  <a:pt x="97058" y="162516"/>
                  <a:pt x="75864" y="162516"/>
                </a:cubicBezTo>
                <a:cubicBezTo>
                  <a:pt x="54440" y="162516"/>
                  <a:pt x="36440" y="154913"/>
                  <a:pt x="21864" y="139709"/>
                </a:cubicBezTo>
                <a:cubicBezTo>
                  <a:pt x="7288" y="124504"/>
                  <a:pt x="0" y="104829"/>
                  <a:pt x="0" y="80684"/>
                </a:cubicBezTo>
                <a:cubicBezTo>
                  <a:pt x="0" y="56006"/>
                  <a:pt x="8417" y="35873"/>
                  <a:pt x="25250" y="20286"/>
                </a:cubicBezTo>
                <a:cubicBezTo>
                  <a:pt x="39864" y="6762"/>
                  <a:pt x="57347" y="0"/>
                  <a:pt x="77700" y="0"/>
                </a:cubicBezTo>
                <a:moveTo>
                  <a:pt x="75519" y="8264"/>
                </a:moveTo>
                <a:cubicBezTo>
                  <a:pt x="61594" y="8264"/>
                  <a:pt x="50423" y="13420"/>
                  <a:pt x="42006" y="23732"/>
                </a:cubicBezTo>
                <a:cubicBezTo>
                  <a:pt x="31524" y="36568"/>
                  <a:pt x="26283" y="55361"/>
                  <a:pt x="26283" y="80114"/>
                </a:cubicBezTo>
                <a:cubicBezTo>
                  <a:pt x="26283" y="105476"/>
                  <a:pt x="31715" y="124994"/>
                  <a:pt x="42580" y="138669"/>
                </a:cubicBezTo>
                <a:cubicBezTo>
                  <a:pt x="50920" y="149058"/>
                  <a:pt x="61938" y="154252"/>
                  <a:pt x="75634" y="154252"/>
                </a:cubicBezTo>
                <a:cubicBezTo>
                  <a:pt x="90248" y="154252"/>
                  <a:pt x="102318" y="148562"/>
                  <a:pt x="111844" y="137180"/>
                </a:cubicBezTo>
                <a:cubicBezTo>
                  <a:pt x="121370" y="125796"/>
                  <a:pt x="126133" y="107843"/>
                  <a:pt x="126133" y="83320"/>
                </a:cubicBezTo>
                <a:cubicBezTo>
                  <a:pt x="126133" y="56736"/>
                  <a:pt x="120892" y="36912"/>
                  <a:pt x="110410" y="23847"/>
                </a:cubicBezTo>
                <a:cubicBezTo>
                  <a:pt x="101993" y="13458"/>
                  <a:pt x="90363" y="8264"/>
                  <a:pt x="75519" y="826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0" name="Text 1">
            <a:extLst xmlns:a="http://schemas.openxmlformats.org/drawingml/2006/main">
              <a:ext uri="{FF2B5EF4-FFF2-40B4-BE49-F238E27FC236}">
                <a16:creationId xmlns:a16="http://schemas.microsoft.com/office/drawing/2014/main" id="{8EF7CC36-8F4D-4A81-8CD1-59B0D3B0C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0585" y="1584604"/>
            <a:ext cx="42135" cy="109205"/>
          </a:xfrm>
          <a:custGeom xmlns:a="http://schemas.openxmlformats.org/drawingml/2006/main">
            <a:pathLst>
              <a:path w="42135" h="109205">
                <a:moveTo>
                  <a:pt x="0" y="12625"/>
                </a:moveTo>
                <a:lnTo>
                  <a:pt x="26039" y="0"/>
                </a:lnTo>
                <a:lnTo>
                  <a:pt x="28643" y="0"/>
                </a:lnTo>
                <a:lnTo>
                  <a:pt x="28643" y="90267"/>
                </a:lnTo>
                <a:cubicBezTo>
                  <a:pt x="28643" y="96264"/>
                  <a:pt x="28892" y="99999"/>
                  <a:pt x="29392" y="101472"/>
                </a:cubicBezTo>
                <a:cubicBezTo>
                  <a:pt x="29892" y="102945"/>
                  <a:pt x="30931" y="104076"/>
                  <a:pt x="32509" y="104865"/>
                </a:cubicBezTo>
                <a:cubicBezTo>
                  <a:pt x="34087" y="105654"/>
                  <a:pt x="37296" y="106101"/>
                  <a:pt x="42135" y="106206"/>
                </a:cubicBezTo>
                <a:lnTo>
                  <a:pt x="42135" y="109205"/>
                </a:lnTo>
                <a:lnTo>
                  <a:pt x="1894" y="109205"/>
                </a:lnTo>
                <a:lnTo>
                  <a:pt x="1894" y="106206"/>
                </a:lnTo>
                <a:cubicBezTo>
                  <a:pt x="6944" y="106101"/>
                  <a:pt x="10205" y="105667"/>
                  <a:pt x="11678" y="104904"/>
                </a:cubicBezTo>
                <a:cubicBezTo>
                  <a:pt x="13151" y="104142"/>
                  <a:pt x="14177" y="103116"/>
                  <a:pt x="14755" y="101827"/>
                </a:cubicBezTo>
                <a:cubicBezTo>
                  <a:pt x="15334" y="100538"/>
                  <a:pt x="15623" y="96685"/>
                  <a:pt x="15623" y="90267"/>
                </a:cubicBezTo>
                <a:lnTo>
                  <a:pt x="15623" y="32509"/>
                </a:lnTo>
                <a:cubicBezTo>
                  <a:pt x="15623" y="24758"/>
                  <a:pt x="15360" y="19784"/>
                  <a:pt x="14834" y="17586"/>
                </a:cubicBezTo>
                <a:cubicBezTo>
                  <a:pt x="14466" y="15909"/>
                  <a:pt x="13795" y="14676"/>
                  <a:pt x="12822" y="13887"/>
                </a:cubicBezTo>
                <a:cubicBezTo>
                  <a:pt x="11849" y="13098"/>
                  <a:pt x="10678" y="12704"/>
                  <a:pt x="9311" y="12704"/>
                </a:cubicBezTo>
                <a:cubicBezTo>
                  <a:pt x="7364" y="12704"/>
                  <a:pt x="4655" y="13519"/>
                  <a:pt x="1184" y="15150"/>
                </a:cubicBezTo>
                <a:lnTo>
                  <a:pt x="0" y="126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B1EA95-847C-4E37-A311-526966428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7250" y="1514781"/>
            <a:ext cx="400153" cy="206446"/>
          </a:xfrm>
          <a:custGeom xmlns:a="http://schemas.openxmlformats.org/drawingml/2006/main">
            <a:pathLst>
              <a:path w="400153" h="206446">
                <a:moveTo>
                  <a:pt x="0" y="206446"/>
                </a:moveTo>
                <a:lnTo>
                  <a:pt x="400153" y="206446"/>
                </a:lnTo>
                <a:lnTo>
                  <a:pt x="400153" y="0"/>
                </a:lnTo>
                <a:lnTo>
                  <a:pt x="0" y="0"/>
                </a:lnTo>
                <a:lnTo>
                  <a:pt x="0" y="206446"/>
                </a:lnTo>
                <a:close/>
              </a:path>
            </a:pathLst>
          </a:custGeom>
          <a:solidFill xmlns:a="http://schemas.openxmlformats.org/drawingml/2006/main">
            <a:srgbClr val="8B4D4D">
              <a:alpha val="97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2BE54D-343A-469C-8053-D0E22ECC9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7250" y="1514779"/>
            <a:ext cx="400154" cy="206447"/>
          </a:xfrm>
          <a:custGeom xmlns:a="http://schemas.openxmlformats.org/drawingml/2006/main">
            <a:pathLst>
              <a:path w="400154" h="206447" fill="none">
                <a:moveTo>
                  <a:pt x="0" y="0"/>
                </a:moveTo>
                <a:lnTo>
                  <a:pt x="400154" y="0"/>
                </a:lnTo>
                <a:lnTo>
                  <a:pt x="400154" y="206447"/>
                </a:lnTo>
                <a:lnTo>
                  <a:pt x="0" y="20644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2036" cap="rnd">
            <a:solidFill>
              <a:srgbClr val="000000"/>
            </a:solidFill>
            <a:round/>
          </a:ln>
        </p:spPr>
      </p:sp>
      <p:sp>
        <p:nvSpPr>
          <p:cNvPr id="153" name="Text O">
            <a:extLst xmlns:a="http://schemas.openxmlformats.org/drawingml/2006/main">
              <a:ext uri="{FF2B5EF4-FFF2-40B4-BE49-F238E27FC236}">
                <a16:creationId xmlns:a16="http://schemas.microsoft.com/office/drawing/2014/main" id="{E5520963-373D-4262-8431-521BBE9E6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319" y="1534736"/>
            <a:ext cx="152416" cy="162516"/>
          </a:xfrm>
          <a:custGeom xmlns:a="http://schemas.openxmlformats.org/drawingml/2006/main">
            <a:pathLst>
              <a:path w="152416" h="162516">
                <a:moveTo>
                  <a:pt x="77700" y="0"/>
                </a:moveTo>
                <a:cubicBezTo>
                  <a:pt x="97900" y="0"/>
                  <a:pt x="115402" y="7660"/>
                  <a:pt x="130208" y="22979"/>
                </a:cubicBezTo>
                <a:cubicBezTo>
                  <a:pt x="145013" y="38299"/>
                  <a:pt x="152416" y="57419"/>
                  <a:pt x="152416" y="80340"/>
                </a:cubicBezTo>
                <a:cubicBezTo>
                  <a:pt x="152416" y="103949"/>
                  <a:pt x="144956" y="123547"/>
                  <a:pt x="130036" y="139135"/>
                </a:cubicBezTo>
                <a:cubicBezTo>
                  <a:pt x="115115" y="154722"/>
                  <a:pt x="97058" y="162516"/>
                  <a:pt x="75864" y="162516"/>
                </a:cubicBezTo>
                <a:cubicBezTo>
                  <a:pt x="54440" y="162516"/>
                  <a:pt x="36440" y="154913"/>
                  <a:pt x="21864" y="139709"/>
                </a:cubicBezTo>
                <a:cubicBezTo>
                  <a:pt x="7288" y="124504"/>
                  <a:pt x="0" y="104829"/>
                  <a:pt x="0" y="80684"/>
                </a:cubicBezTo>
                <a:cubicBezTo>
                  <a:pt x="0" y="56006"/>
                  <a:pt x="8417" y="35873"/>
                  <a:pt x="25250" y="20286"/>
                </a:cubicBezTo>
                <a:cubicBezTo>
                  <a:pt x="39864" y="6762"/>
                  <a:pt x="57347" y="0"/>
                  <a:pt x="77700" y="0"/>
                </a:cubicBezTo>
                <a:moveTo>
                  <a:pt x="75519" y="8264"/>
                </a:moveTo>
                <a:cubicBezTo>
                  <a:pt x="61594" y="8264"/>
                  <a:pt x="50423" y="13420"/>
                  <a:pt x="42006" y="23732"/>
                </a:cubicBezTo>
                <a:cubicBezTo>
                  <a:pt x="31524" y="36568"/>
                  <a:pt x="26283" y="55361"/>
                  <a:pt x="26283" y="80114"/>
                </a:cubicBezTo>
                <a:cubicBezTo>
                  <a:pt x="26283" y="105476"/>
                  <a:pt x="31715" y="124994"/>
                  <a:pt x="42580" y="138669"/>
                </a:cubicBezTo>
                <a:cubicBezTo>
                  <a:pt x="50920" y="149058"/>
                  <a:pt x="61938" y="154252"/>
                  <a:pt x="75634" y="154252"/>
                </a:cubicBezTo>
                <a:cubicBezTo>
                  <a:pt x="90248" y="154252"/>
                  <a:pt x="102318" y="148562"/>
                  <a:pt x="111844" y="137180"/>
                </a:cubicBezTo>
                <a:cubicBezTo>
                  <a:pt x="121370" y="125796"/>
                  <a:pt x="126133" y="107843"/>
                  <a:pt x="126133" y="83320"/>
                </a:cubicBezTo>
                <a:cubicBezTo>
                  <a:pt x="126133" y="56736"/>
                  <a:pt x="120892" y="36912"/>
                  <a:pt x="110410" y="23847"/>
                </a:cubicBezTo>
                <a:cubicBezTo>
                  <a:pt x="101993" y="13458"/>
                  <a:pt x="90363" y="8264"/>
                  <a:pt x="75519" y="826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4" name="Text 0">
            <a:extLst xmlns:a="http://schemas.openxmlformats.org/drawingml/2006/main">
              <a:ext uri="{FF2B5EF4-FFF2-40B4-BE49-F238E27FC236}">
                <a16:creationId xmlns:a16="http://schemas.microsoft.com/office/drawing/2014/main" id="{AE96FE16-2BF9-4506-AE59-5D0FA68B3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7641" y="1584604"/>
            <a:ext cx="69200" cy="111098"/>
          </a:xfrm>
          <a:custGeom xmlns:a="http://schemas.openxmlformats.org/drawingml/2006/main">
            <a:pathLst>
              <a:path w="69200" h="111098">
                <a:moveTo>
                  <a:pt x="0" y="56338"/>
                </a:moveTo>
                <a:cubicBezTo>
                  <a:pt x="0" y="44134"/>
                  <a:pt x="1841" y="33627"/>
                  <a:pt x="5523" y="24816"/>
                </a:cubicBezTo>
                <a:cubicBezTo>
                  <a:pt x="9206" y="16005"/>
                  <a:pt x="14098" y="9442"/>
                  <a:pt x="20200" y="5129"/>
                </a:cubicBezTo>
                <a:cubicBezTo>
                  <a:pt x="24934" y="1710"/>
                  <a:pt x="29826" y="0"/>
                  <a:pt x="34876" y="0"/>
                </a:cubicBezTo>
                <a:cubicBezTo>
                  <a:pt x="43082" y="0"/>
                  <a:pt x="50447" y="4182"/>
                  <a:pt x="56969" y="12546"/>
                </a:cubicBezTo>
                <a:cubicBezTo>
                  <a:pt x="65123" y="22909"/>
                  <a:pt x="69200" y="36954"/>
                  <a:pt x="69200" y="54681"/>
                </a:cubicBezTo>
                <a:cubicBezTo>
                  <a:pt x="69200" y="67096"/>
                  <a:pt x="67411" y="77643"/>
                  <a:pt x="63834" y="86322"/>
                </a:cubicBezTo>
                <a:cubicBezTo>
                  <a:pt x="60257" y="95002"/>
                  <a:pt x="55694" y="101301"/>
                  <a:pt x="50144" y="105220"/>
                </a:cubicBezTo>
                <a:cubicBezTo>
                  <a:pt x="44595" y="109139"/>
                  <a:pt x="39242" y="111098"/>
                  <a:pt x="34087" y="111098"/>
                </a:cubicBezTo>
                <a:cubicBezTo>
                  <a:pt x="23882" y="111098"/>
                  <a:pt x="15386" y="105075"/>
                  <a:pt x="8601" y="93029"/>
                </a:cubicBezTo>
                <a:cubicBezTo>
                  <a:pt x="2867" y="82877"/>
                  <a:pt x="0" y="70646"/>
                  <a:pt x="0" y="56338"/>
                </a:cubicBezTo>
                <a:moveTo>
                  <a:pt x="15465" y="58269"/>
                </a:moveTo>
                <a:cubicBezTo>
                  <a:pt x="15465" y="72986"/>
                  <a:pt x="17280" y="84997"/>
                  <a:pt x="20910" y="94301"/>
                </a:cubicBezTo>
                <a:cubicBezTo>
                  <a:pt x="23908" y="102133"/>
                  <a:pt x="28380" y="106048"/>
                  <a:pt x="34324" y="106048"/>
                </a:cubicBezTo>
                <a:cubicBezTo>
                  <a:pt x="37164" y="106048"/>
                  <a:pt x="40110" y="104774"/>
                  <a:pt x="43161" y="102224"/>
                </a:cubicBezTo>
                <a:cubicBezTo>
                  <a:pt x="46212" y="99674"/>
                  <a:pt x="48527" y="95404"/>
                  <a:pt x="50105" y="89412"/>
                </a:cubicBezTo>
                <a:cubicBezTo>
                  <a:pt x="52524" y="80372"/>
                  <a:pt x="53734" y="67626"/>
                  <a:pt x="53734" y="51172"/>
                </a:cubicBezTo>
                <a:cubicBezTo>
                  <a:pt x="53734" y="38978"/>
                  <a:pt x="52472" y="28808"/>
                  <a:pt x="49947" y="20661"/>
                </a:cubicBezTo>
                <a:cubicBezTo>
                  <a:pt x="48053" y="14616"/>
                  <a:pt x="45607" y="10332"/>
                  <a:pt x="42609" y="7809"/>
                </a:cubicBezTo>
                <a:cubicBezTo>
                  <a:pt x="40452" y="6075"/>
                  <a:pt x="37848" y="5208"/>
                  <a:pt x="34797" y="5208"/>
                </a:cubicBezTo>
                <a:cubicBezTo>
                  <a:pt x="31220" y="5208"/>
                  <a:pt x="28038" y="6810"/>
                  <a:pt x="25250" y="10016"/>
                </a:cubicBezTo>
                <a:cubicBezTo>
                  <a:pt x="21462" y="14379"/>
                  <a:pt x="18885" y="21239"/>
                  <a:pt x="17517" y="30595"/>
                </a:cubicBezTo>
                <a:cubicBezTo>
                  <a:pt x="16149" y="39951"/>
                  <a:pt x="15465" y="49175"/>
                  <a:pt x="15465" y="5826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DEC4A5-7168-4F36-B028-C784AFB19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026" y="1237150"/>
            <a:ext cx="400153" cy="206446"/>
          </a:xfrm>
          <a:custGeom xmlns:a="http://schemas.openxmlformats.org/drawingml/2006/main">
            <a:pathLst>
              <a:path w="400153" h="206446">
                <a:moveTo>
                  <a:pt x="0" y="206446"/>
                </a:moveTo>
                <a:lnTo>
                  <a:pt x="400153" y="206446"/>
                </a:lnTo>
                <a:lnTo>
                  <a:pt x="400153" y="0"/>
                </a:lnTo>
                <a:lnTo>
                  <a:pt x="0" y="0"/>
                </a:lnTo>
                <a:lnTo>
                  <a:pt x="0" y="206446"/>
                </a:lnTo>
                <a:close/>
              </a:path>
            </a:pathLst>
          </a:custGeom>
          <a:solidFill xmlns:a="http://schemas.openxmlformats.org/drawingml/2006/main">
            <a:srgbClr val="8B4D4D">
              <a:alpha val="1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5D08F7-3139-4949-A7B1-1F2916107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024" y="1237147"/>
            <a:ext cx="400154" cy="206447"/>
          </a:xfrm>
          <a:custGeom xmlns:a="http://schemas.openxmlformats.org/drawingml/2006/main">
            <a:pathLst>
              <a:path w="400154" h="206447" fill="none">
                <a:moveTo>
                  <a:pt x="0" y="0"/>
                </a:moveTo>
                <a:lnTo>
                  <a:pt x="400154" y="0"/>
                </a:lnTo>
                <a:lnTo>
                  <a:pt x="400154" y="206447"/>
                </a:lnTo>
                <a:lnTo>
                  <a:pt x="0" y="20644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2036" cap="rnd">
            <a:solidFill>
              <a:srgbClr val="000000"/>
            </a:solidFill>
            <a:round/>
          </a:ln>
        </p:spPr>
      </p:sp>
      <p:sp>
        <p:nvSpPr>
          <p:cNvPr id="157" name="Text O">
            <a:extLst xmlns:a="http://schemas.openxmlformats.org/drawingml/2006/main">
              <a:ext uri="{FF2B5EF4-FFF2-40B4-BE49-F238E27FC236}">
                <a16:creationId xmlns:a16="http://schemas.microsoft.com/office/drawing/2014/main" id="{D87B7C37-45F1-4DC7-9C19-3E991D657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093" y="1257106"/>
            <a:ext cx="152416" cy="162516"/>
          </a:xfrm>
          <a:custGeom xmlns:a="http://schemas.openxmlformats.org/drawingml/2006/main">
            <a:pathLst>
              <a:path w="152416" h="162516">
                <a:moveTo>
                  <a:pt x="77700" y="0"/>
                </a:moveTo>
                <a:cubicBezTo>
                  <a:pt x="97900" y="0"/>
                  <a:pt x="115402" y="7660"/>
                  <a:pt x="130208" y="22979"/>
                </a:cubicBezTo>
                <a:cubicBezTo>
                  <a:pt x="145013" y="38299"/>
                  <a:pt x="152416" y="57419"/>
                  <a:pt x="152416" y="80340"/>
                </a:cubicBezTo>
                <a:cubicBezTo>
                  <a:pt x="152416" y="103949"/>
                  <a:pt x="144956" y="123547"/>
                  <a:pt x="130036" y="139135"/>
                </a:cubicBezTo>
                <a:cubicBezTo>
                  <a:pt x="115115" y="154722"/>
                  <a:pt x="97058" y="162516"/>
                  <a:pt x="75864" y="162516"/>
                </a:cubicBezTo>
                <a:cubicBezTo>
                  <a:pt x="54440" y="162516"/>
                  <a:pt x="36440" y="154913"/>
                  <a:pt x="21864" y="139709"/>
                </a:cubicBezTo>
                <a:cubicBezTo>
                  <a:pt x="7288" y="124504"/>
                  <a:pt x="0" y="104829"/>
                  <a:pt x="0" y="80684"/>
                </a:cubicBezTo>
                <a:cubicBezTo>
                  <a:pt x="0" y="56006"/>
                  <a:pt x="8417" y="35873"/>
                  <a:pt x="25250" y="20286"/>
                </a:cubicBezTo>
                <a:cubicBezTo>
                  <a:pt x="39864" y="6762"/>
                  <a:pt x="57347" y="0"/>
                  <a:pt x="77700" y="0"/>
                </a:cubicBezTo>
                <a:moveTo>
                  <a:pt x="75519" y="8264"/>
                </a:moveTo>
                <a:cubicBezTo>
                  <a:pt x="61594" y="8264"/>
                  <a:pt x="50423" y="13420"/>
                  <a:pt x="42006" y="23732"/>
                </a:cubicBezTo>
                <a:cubicBezTo>
                  <a:pt x="31524" y="36568"/>
                  <a:pt x="26283" y="55361"/>
                  <a:pt x="26283" y="80114"/>
                </a:cubicBezTo>
                <a:cubicBezTo>
                  <a:pt x="26283" y="105476"/>
                  <a:pt x="31715" y="124994"/>
                  <a:pt x="42580" y="138669"/>
                </a:cubicBezTo>
                <a:cubicBezTo>
                  <a:pt x="50920" y="149058"/>
                  <a:pt x="61938" y="154252"/>
                  <a:pt x="75634" y="154252"/>
                </a:cubicBezTo>
                <a:cubicBezTo>
                  <a:pt x="90248" y="154252"/>
                  <a:pt x="102318" y="148562"/>
                  <a:pt x="111844" y="137180"/>
                </a:cubicBezTo>
                <a:cubicBezTo>
                  <a:pt x="121370" y="125796"/>
                  <a:pt x="126133" y="107843"/>
                  <a:pt x="126133" y="83320"/>
                </a:cubicBezTo>
                <a:cubicBezTo>
                  <a:pt x="126133" y="56736"/>
                  <a:pt x="120892" y="36912"/>
                  <a:pt x="110410" y="23847"/>
                </a:cubicBezTo>
                <a:cubicBezTo>
                  <a:pt x="101993" y="13458"/>
                  <a:pt x="90363" y="8264"/>
                  <a:pt x="75519" y="826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8" name="Text 3">
            <a:extLst xmlns:a="http://schemas.openxmlformats.org/drawingml/2006/main">
              <a:ext uri="{FF2B5EF4-FFF2-40B4-BE49-F238E27FC236}">
                <a16:creationId xmlns:a16="http://schemas.microsoft.com/office/drawing/2014/main" id="{7D8381D5-B14A-442B-B9BF-889F40E5D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7126" y="1306974"/>
            <a:ext cx="60836" cy="111098"/>
          </a:xfrm>
          <a:custGeom xmlns:a="http://schemas.openxmlformats.org/drawingml/2006/main">
            <a:pathLst>
              <a:path w="60836" h="111098">
                <a:moveTo>
                  <a:pt x="1657" y="22567"/>
                </a:moveTo>
                <a:cubicBezTo>
                  <a:pt x="4708" y="15360"/>
                  <a:pt x="8561" y="9797"/>
                  <a:pt x="13217" y="5878"/>
                </a:cubicBezTo>
                <a:cubicBezTo>
                  <a:pt x="17872" y="1959"/>
                  <a:pt x="23672" y="0"/>
                  <a:pt x="30615" y="0"/>
                </a:cubicBezTo>
                <a:cubicBezTo>
                  <a:pt x="39190" y="0"/>
                  <a:pt x="45765" y="2788"/>
                  <a:pt x="50341" y="8364"/>
                </a:cubicBezTo>
                <a:cubicBezTo>
                  <a:pt x="53813" y="12520"/>
                  <a:pt x="55549" y="16965"/>
                  <a:pt x="55549" y="21699"/>
                </a:cubicBezTo>
                <a:cubicBezTo>
                  <a:pt x="55549" y="29484"/>
                  <a:pt x="50657" y="37533"/>
                  <a:pt x="40873" y="45844"/>
                </a:cubicBezTo>
                <a:cubicBezTo>
                  <a:pt x="47448" y="48421"/>
                  <a:pt x="52419" y="52104"/>
                  <a:pt x="55786" y="56891"/>
                </a:cubicBezTo>
                <a:cubicBezTo>
                  <a:pt x="59153" y="61677"/>
                  <a:pt x="60836" y="67306"/>
                  <a:pt x="60836" y="73776"/>
                </a:cubicBezTo>
                <a:cubicBezTo>
                  <a:pt x="60836" y="83034"/>
                  <a:pt x="57890" y="91056"/>
                  <a:pt x="51998" y="97842"/>
                </a:cubicBezTo>
                <a:cubicBezTo>
                  <a:pt x="44318" y="106680"/>
                  <a:pt x="33193" y="111098"/>
                  <a:pt x="18622" y="111098"/>
                </a:cubicBezTo>
                <a:cubicBezTo>
                  <a:pt x="11415" y="111098"/>
                  <a:pt x="6510" y="110204"/>
                  <a:pt x="3906" y="108416"/>
                </a:cubicBezTo>
                <a:cubicBezTo>
                  <a:pt x="1302" y="106627"/>
                  <a:pt x="0" y="104707"/>
                  <a:pt x="0" y="102656"/>
                </a:cubicBezTo>
                <a:cubicBezTo>
                  <a:pt x="0" y="101130"/>
                  <a:pt x="618" y="99789"/>
                  <a:pt x="1854" y="98631"/>
                </a:cubicBezTo>
                <a:cubicBezTo>
                  <a:pt x="3090" y="97474"/>
                  <a:pt x="4576" y="96895"/>
                  <a:pt x="6312" y="96895"/>
                </a:cubicBezTo>
                <a:cubicBezTo>
                  <a:pt x="7627" y="96895"/>
                  <a:pt x="8969" y="97103"/>
                  <a:pt x="10337" y="97519"/>
                </a:cubicBezTo>
                <a:cubicBezTo>
                  <a:pt x="11231" y="97781"/>
                  <a:pt x="13256" y="98731"/>
                  <a:pt x="16412" y="100370"/>
                </a:cubicBezTo>
                <a:cubicBezTo>
                  <a:pt x="19568" y="102009"/>
                  <a:pt x="21752" y="102984"/>
                  <a:pt x="22961" y="103297"/>
                </a:cubicBezTo>
                <a:cubicBezTo>
                  <a:pt x="24908" y="103869"/>
                  <a:pt x="26986" y="104155"/>
                  <a:pt x="29195" y="104155"/>
                </a:cubicBezTo>
                <a:cubicBezTo>
                  <a:pt x="34560" y="104155"/>
                  <a:pt x="39229" y="102077"/>
                  <a:pt x="43201" y="97921"/>
                </a:cubicBezTo>
                <a:cubicBezTo>
                  <a:pt x="47172" y="93766"/>
                  <a:pt x="49158" y="88847"/>
                  <a:pt x="49158" y="83166"/>
                </a:cubicBezTo>
                <a:cubicBezTo>
                  <a:pt x="49158" y="79010"/>
                  <a:pt x="48237" y="74960"/>
                  <a:pt x="46396" y="71015"/>
                </a:cubicBezTo>
                <a:cubicBezTo>
                  <a:pt x="45029" y="68069"/>
                  <a:pt x="43529" y="65833"/>
                  <a:pt x="41899" y="64308"/>
                </a:cubicBezTo>
                <a:cubicBezTo>
                  <a:pt x="39637" y="62204"/>
                  <a:pt x="36533" y="60297"/>
                  <a:pt x="32588" y="58587"/>
                </a:cubicBezTo>
                <a:cubicBezTo>
                  <a:pt x="28643" y="56877"/>
                  <a:pt x="24618" y="56023"/>
                  <a:pt x="20515" y="56023"/>
                </a:cubicBezTo>
                <a:lnTo>
                  <a:pt x="17990" y="56023"/>
                </a:lnTo>
                <a:lnTo>
                  <a:pt x="17990" y="53655"/>
                </a:lnTo>
                <a:cubicBezTo>
                  <a:pt x="22146" y="53131"/>
                  <a:pt x="26315" y="51635"/>
                  <a:pt x="30497" y="49168"/>
                </a:cubicBezTo>
                <a:cubicBezTo>
                  <a:pt x="34679" y="46699"/>
                  <a:pt x="37717" y="43732"/>
                  <a:pt x="39610" y="40266"/>
                </a:cubicBezTo>
                <a:cubicBezTo>
                  <a:pt x="41504" y="36801"/>
                  <a:pt x="42451" y="32994"/>
                  <a:pt x="42451" y="28845"/>
                </a:cubicBezTo>
                <a:cubicBezTo>
                  <a:pt x="42451" y="23438"/>
                  <a:pt x="40754" y="19068"/>
                  <a:pt x="37362" y="15734"/>
                </a:cubicBezTo>
                <a:cubicBezTo>
                  <a:pt x="33969" y="12399"/>
                  <a:pt x="29747" y="10731"/>
                  <a:pt x="24697" y="10731"/>
                </a:cubicBezTo>
                <a:cubicBezTo>
                  <a:pt x="16544" y="10731"/>
                  <a:pt x="9732" y="15097"/>
                  <a:pt x="4261" y="23829"/>
                </a:cubicBezTo>
                <a:lnTo>
                  <a:pt x="1657" y="2256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1C9483-4158-4B2C-84D9-05B0F5DDA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6179" y="1237150"/>
            <a:ext cx="400153" cy="206446"/>
          </a:xfrm>
          <a:custGeom xmlns:a="http://schemas.openxmlformats.org/drawingml/2006/main">
            <a:pathLst>
              <a:path w="400153" h="206446">
                <a:moveTo>
                  <a:pt x="0" y="206446"/>
                </a:moveTo>
                <a:lnTo>
                  <a:pt x="400153" y="206446"/>
                </a:lnTo>
                <a:lnTo>
                  <a:pt x="400153" y="0"/>
                </a:lnTo>
                <a:lnTo>
                  <a:pt x="0" y="0"/>
                </a:lnTo>
                <a:lnTo>
                  <a:pt x="0" y="206446"/>
                </a:lnTo>
                <a:close/>
              </a:path>
            </a:pathLst>
          </a:custGeom>
          <a:solidFill xmlns:a="http://schemas.openxmlformats.org/drawingml/2006/main">
            <a:srgbClr val="8B4D4D">
              <a:alpha val="1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6FC794-DFE4-48F8-AE4D-17F9CCD0A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6178" y="1237147"/>
            <a:ext cx="400154" cy="206447"/>
          </a:xfrm>
          <a:custGeom xmlns:a="http://schemas.openxmlformats.org/drawingml/2006/main">
            <a:pathLst>
              <a:path w="400154" h="206447" fill="none">
                <a:moveTo>
                  <a:pt x="0" y="0"/>
                </a:moveTo>
                <a:lnTo>
                  <a:pt x="400154" y="0"/>
                </a:lnTo>
                <a:lnTo>
                  <a:pt x="400154" y="206447"/>
                </a:lnTo>
                <a:lnTo>
                  <a:pt x="0" y="20644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2036" cap="rnd">
            <a:solidFill>
              <a:srgbClr val="000000"/>
            </a:solidFill>
            <a:round/>
          </a:ln>
        </p:spPr>
      </p:sp>
      <p:sp>
        <p:nvSpPr>
          <p:cNvPr id="161" name="Text O">
            <a:extLst xmlns:a="http://schemas.openxmlformats.org/drawingml/2006/main">
              <a:ext uri="{FF2B5EF4-FFF2-40B4-BE49-F238E27FC236}">
                <a16:creationId xmlns:a16="http://schemas.microsoft.com/office/drawing/2014/main" id="{11B34F04-E84C-4C57-A6B1-5A2C0D365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246" y="1257106"/>
            <a:ext cx="152416" cy="162516"/>
          </a:xfrm>
          <a:custGeom xmlns:a="http://schemas.openxmlformats.org/drawingml/2006/main">
            <a:pathLst>
              <a:path w="152416" h="162516">
                <a:moveTo>
                  <a:pt x="77700" y="0"/>
                </a:moveTo>
                <a:cubicBezTo>
                  <a:pt x="97900" y="0"/>
                  <a:pt x="115402" y="7660"/>
                  <a:pt x="130208" y="22979"/>
                </a:cubicBezTo>
                <a:cubicBezTo>
                  <a:pt x="145013" y="38299"/>
                  <a:pt x="152416" y="57419"/>
                  <a:pt x="152416" y="80340"/>
                </a:cubicBezTo>
                <a:cubicBezTo>
                  <a:pt x="152416" y="103949"/>
                  <a:pt x="144956" y="123547"/>
                  <a:pt x="130036" y="139135"/>
                </a:cubicBezTo>
                <a:cubicBezTo>
                  <a:pt x="115115" y="154722"/>
                  <a:pt x="97058" y="162516"/>
                  <a:pt x="75864" y="162516"/>
                </a:cubicBezTo>
                <a:cubicBezTo>
                  <a:pt x="54440" y="162516"/>
                  <a:pt x="36440" y="154913"/>
                  <a:pt x="21864" y="139709"/>
                </a:cubicBezTo>
                <a:cubicBezTo>
                  <a:pt x="7288" y="124504"/>
                  <a:pt x="0" y="104829"/>
                  <a:pt x="0" y="80684"/>
                </a:cubicBezTo>
                <a:cubicBezTo>
                  <a:pt x="0" y="56006"/>
                  <a:pt x="8417" y="35873"/>
                  <a:pt x="25250" y="20286"/>
                </a:cubicBezTo>
                <a:cubicBezTo>
                  <a:pt x="39864" y="6762"/>
                  <a:pt x="57347" y="0"/>
                  <a:pt x="77700" y="0"/>
                </a:cubicBezTo>
                <a:moveTo>
                  <a:pt x="75519" y="8264"/>
                </a:moveTo>
                <a:cubicBezTo>
                  <a:pt x="61594" y="8264"/>
                  <a:pt x="50423" y="13420"/>
                  <a:pt x="42006" y="23732"/>
                </a:cubicBezTo>
                <a:cubicBezTo>
                  <a:pt x="31524" y="36568"/>
                  <a:pt x="26283" y="55361"/>
                  <a:pt x="26283" y="80114"/>
                </a:cubicBezTo>
                <a:cubicBezTo>
                  <a:pt x="26283" y="105476"/>
                  <a:pt x="31715" y="124994"/>
                  <a:pt x="42580" y="138669"/>
                </a:cubicBezTo>
                <a:cubicBezTo>
                  <a:pt x="50920" y="149058"/>
                  <a:pt x="61938" y="154252"/>
                  <a:pt x="75634" y="154252"/>
                </a:cubicBezTo>
                <a:cubicBezTo>
                  <a:pt x="90248" y="154252"/>
                  <a:pt x="102318" y="148562"/>
                  <a:pt x="111844" y="137180"/>
                </a:cubicBezTo>
                <a:cubicBezTo>
                  <a:pt x="121370" y="125796"/>
                  <a:pt x="126133" y="107843"/>
                  <a:pt x="126133" y="83320"/>
                </a:cubicBezTo>
                <a:cubicBezTo>
                  <a:pt x="126133" y="56736"/>
                  <a:pt x="120892" y="36912"/>
                  <a:pt x="110410" y="23847"/>
                </a:cubicBezTo>
                <a:cubicBezTo>
                  <a:pt x="101993" y="13458"/>
                  <a:pt x="90363" y="8264"/>
                  <a:pt x="75519" y="826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2" name="Text 2">
            <a:extLst xmlns:a="http://schemas.openxmlformats.org/drawingml/2006/main">
              <a:ext uri="{FF2B5EF4-FFF2-40B4-BE49-F238E27FC236}">
                <a16:creationId xmlns:a16="http://schemas.microsoft.com/office/drawing/2014/main" id="{12FD12A8-13AD-42AB-9EDF-E7B44B161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4201" y="1306974"/>
            <a:ext cx="70620" cy="109205"/>
          </a:xfrm>
          <a:custGeom xmlns:a="http://schemas.openxmlformats.org/drawingml/2006/main">
            <a:pathLst>
              <a:path w="70620" h="109205">
                <a:moveTo>
                  <a:pt x="70620" y="88374"/>
                </a:moveTo>
                <a:lnTo>
                  <a:pt x="63124" y="109205"/>
                </a:lnTo>
                <a:lnTo>
                  <a:pt x="0" y="109205"/>
                </a:lnTo>
                <a:lnTo>
                  <a:pt x="0" y="106226"/>
                </a:lnTo>
                <a:cubicBezTo>
                  <a:pt x="18569" y="89306"/>
                  <a:pt x="31641" y="75486"/>
                  <a:pt x="39216" y="64766"/>
                </a:cubicBezTo>
                <a:cubicBezTo>
                  <a:pt x="46791" y="54045"/>
                  <a:pt x="50578" y="44239"/>
                  <a:pt x="50578" y="35349"/>
                </a:cubicBezTo>
                <a:cubicBezTo>
                  <a:pt x="50578" y="28587"/>
                  <a:pt x="48500" y="23030"/>
                  <a:pt x="44345" y="18678"/>
                </a:cubicBezTo>
                <a:cubicBezTo>
                  <a:pt x="40189" y="14327"/>
                  <a:pt x="35218" y="12151"/>
                  <a:pt x="29432" y="12151"/>
                </a:cubicBezTo>
                <a:cubicBezTo>
                  <a:pt x="24171" y="12151"/>
                  <a:pt x="19450" y="13677"/>
                  <a:pt x="15268" y="16728"/>
                </a:cubicBezTo>
                <a:cubicBezTo>
                  <a:pt x="11086" y="19777"/>
                  <a:pt x="7996" y="24249"/>
                  <a:pt x="5997" y="30142"/>
                </a:cubicBezTo>
                <a:lnTo>
                  <a:pt x="3077" y="30142"/>
                </a:lnTo>
                <a:cubicBezTo>
                  <a:pt x="4392" y="20435"/>
                  <a:pt x="7772" y="12985"/>
                  <a:pt x="13217" y="7792"/>
                </a:cubicBezTo>
                <a:cubicBezTo>
                  <a:pt x="18661" y="2597"/>
                  <a:pt x="25460" y="0"/>
                  <a:pt x="33614" y="0"/>
                </a:cubicBezTo>
                <a:cubicBezTo>
                  <a:pt x="42293" y="0"/>
                  <a:pt x="49539" y="2788"/>
                  <a:pt x="55352" y="8364"/>
                </a:cubicBezTo>
                <a:cubicBezTo>
                  <a:pt x="61165" y="13940"/>
                  <a:pt x="64071" y="20515"/>
                  <a:pt x="64071" y="28090"/>
                </a:cubicBezTo>
                <a:cubicBezTo>
                  <a:pt x="64071" y="33508"/>
                  <a:pt x="62808" y="38927"/>
                  <a:pt x="60283" y="44345"/>
                </a:cubicBezTo>
                <a:cubicBezTo>
                  <a:pt x="56391" y="52866"/>
                  <a:pt x="50078" y="61888"/>
                  <a:pt x="41346" y="71409"/>
                </a:cubicBezTo>
                <a:cubicBezTo>
                  <a:pt x="28248" y="85688"/>
                  <a:pt x="20068" y="94236"/>
                  <a:pt x="16807" y="97053"/>
                </a:cubicBezTo>
                <a:lnTo>
                  <a:pt x="44739" y="97053"/>
                </a:lnTo>
                <a:cubicBezTo>
                  <a:pt x="50420" y="97053"/>
                  <a:pt x="54405" y="96843"/>
                  <a:pt x="56693" y="96422"/>
                </a:cubicBezTo>
                <a:cubicBezTo>
                  <a:pt x="58982" y="96001"/>
                  <a:pt x="61046" y="95146"/>
                  <a:pt x="62887" y="93858"/>
                </a:cubicBezTo>
                <a:cubicBezTo>
                  <a:pt x="64728" y="92569"/>
                  <a:pt x="66333" y="90741"/>
                  <a:pt x="67701" y="88374"/>
                </a:cubicBezTo>
                <a:lnTo>
                  <a:pt x="70620" y="8837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5F64C0-1413-40BE-8128-FEE0B668F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6331" y="1237150"/>
            <a:ext cx="400153" cy="206446"/>
          </a:xfrm>
          <a:custGeom xmlns:a="http://schemas.openxmlformats.org/drawingml/2006/main">
            <a:pathLst>
              <a:path w="400153" h="206446">
                <a:moveTo>
                  <a:pt x="0" y="206446"/>
                </a:moveTo>
                <a:lnTo>
                  <a:pt x="400153" y="206446"/>
                </a:lnTo>
                <a:lnTo>
                  <a:pt x="400153" y="0"/>
                </a:lnTo>
                <a:lnTo>
                  <a:pt x="0" y="0"/>
                </a:lnTo>
                <a:lnTo>
                  <a:pt x="0" y="206446"/>
                </a:lnTo>
                <a:close/>
              </a:path>
            </a:pathLst>
          </a:custGeom>
          <a:solidFill xmlns:a="http://schemas.openxmlformats.org/drawingml/2006/main">
            <a:srgbClr val="8B4D4D">
              <a:alpha val="1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1C047D-EC75-431C-810A-76BE288A7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6330" y="1237147"/>
            <a:ext cx="400154" cy="206447"/>
          </a:xfrm>
          <a:custGeom xmlns:a="http://schemas.openxmlformats.org/drawingml/2006/main">
            <a:pathLst>
              <a:path w="400154" h="206447" fill="none">
                <a:moveTo>
                  <a:pt x="0" y="0"/>
                </a:moveTo>
                <a:lnTo>
                  <a:pt x="400154" y="0"/>
                </a:lnTo>
                <a:lnTo>
                  <a:pt x="400154" y="206447"/>
                </a:lnTo>
                <a:lnTo>
                  <a:pt x="0" y="20644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2036" cap="rnd">
            <a:solidFill>
              <a:srgbClr val="000000"/>
            </a:solidFill>
            <a:round/>
          </a:ln>
        </p:spPr>
      </p:sp>
      <p:sp>
        <p:nvSpPr>
          <p:cNvPr id="165" name="Text O">
            <a:extLst xmlns:a="http://schemas.openxmlformats.org/drawingml/2006/main">
              <a:ext uri="{FF2B5EF4-FFF2-40B4-BE49-F238E27FC236}">
                <a16:creationId xmlns:a16="http://schemas.microsoft.com/office/drawing/2014/main" id="{71A8E995-FD4A-4D65-915E-AFD669B0D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400" y="1257106"/>
            <a:ext cx="152416" cy="162516"/>
          </a:xfrm>
          <a:custGeom xmlns:a="http://schemas.openxmlformats.org/drawingml/2006/main">
            <a:pathLst>
              <a:path w="152416" h="162516">
                <a:moveTo>
                  <a:pt x="77700" y="0"/>
                </a:moveTo>
                <a:cubicBezTo>
                  <a:pt x="97900" y="0"/>
                  <a:pt x="115402" y="7660"/>
                  <a:pt x="130208" y="22979"/>
                </a:cubicBezTo>
                <a:cubicBezTo>
                  <a:pt x="145013" y="38299"/>
                  <a:pt x="152416" y="57419"/>
                  <a:pt x="152416" y="80340"/>
                </a:cubicBezTo>
                <a:cubicBezTo>
                  <a:pt x="152416" y="103949"/>
                  <a:pt x="144956" y="123547"/>
                  <a:pt x="130036" y="139135"/>
                </a:cubicBezTo>
                <a:cubicBezTo>
                  <a:pt x="115115" y="154722"/>
                  <a:pt x="97058" y="162516"/>
                  <a:pt x="75864" y="162516"/>
                </a:cubicBezTo>
                <a:cubicBezTo>
                  <a:pt x="54440" y="162516"/>
                  <a:pt x="36440" y="154913"/>
                  <a:pt x="21864" y="139709"/>
                </a:cubicBezTo>
                <a:cubicBezTo>
                  <a:pt x="7288" y="124504"/>
                  <a:pt x="0" y="104829"/>
                  <a:pt x="0" y="80684"/>
                </a:cubicBezTo>
                <a:cubicBezTo>
                  <a:pt x="0" y="56006"/>
                  <a:pt x="8417" y="35873"/>
                  <a:pt x="25250" y="20286"/>
                </a:cubicBezTo>
                <a:cubicBezTo>
                  <a:pt x="39864" y="6762"/>
                  <a:pt x="57347" y="0"/>
                  <a:pt x="77700" y="0"/>
                </a:cubicBezTo>
                <a:moveTo>
                  <a:pt x="75519" y="8264"/>
                </a:moveTo>
                <a:cubicBezTo>
                  <a:pt x="61594" y="8264"/>
                  <a:pt x="50423" y="13420"/>
                  <a:pt x="42006" y="23732"/>
                </a:cubicBezTo>
                <a:cubicBezTo>
                  <a:pt x="31524" y="36568"/>
                  <a:pt x="26283" y="55361"/>
                  <a:pt x="26283" y="80114"/>
                </a:cubicBezTo>
                <a:cubicBezTo>
                  <a:pt x="26283" y="105476"/>
                  <a:pt x="31715" y="124994"/>
                  <a:pt x="42580" y="138669"/>
                </a:cubicBezTo>
                <a:cubicBezTo>
                  <a:pt x="50920" y="149058"/>
                  <a:pt x="61938" y="154252"/>
                  <a:pt x="75634" y="154252"/>
                </a:cubicBezTo>
                <a:cubicBezTo>
                  <a:pt x="90248" y="154252"/>
                  <a:pt x="102318" y="148562"/>
                  <a:pt x="111844" y="137180"/>
                </a:cubicBezTo>
                <a:cubicBezTo>
                  <a:pt x="121370" y="125796"/>
                  <a:pt x="126133" y="107843"/>
                  <a:pt x="126133" y="83320"/>
                </a:cubicBezTo>
                <a:cubicBezTo>
                  <a:pt x="126133" y="56736"/>
                  <a:pt x="120892" y="36912"/>
                  <a:pt x="110410" y="23847"/>
                </a:cubicBezTo>
                <a:cubicBezTo>
                  <a:pt x="101993" y="13458"/>
                  <a:pt x="90363" y="8264"/>
                  <a:pt x="75519" y="826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6" name="Text 1">
            <a:extLst xmlns:a="http://schemas.openxmlformats.org/drawingml/2006/main">
              <a:ext uri="{FF2B5EF4-FFF2-40B4-BE49-F238E27FC236}">
                <a16:creationId xmlns:a16="http://schemas.microsoft.com/office/drawing/2014/main" id="{C76EFB7D-FD58-40C6-B0B1-B1D31EAEC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9820" y="1306974"/>
            <a:ext cx="42135" cy="109205"/>
          </a:xfrm>
          <a:custGeom xmlns:a="http://schemas.openxmlformats.org/drawingml/2006/main">
            <a:pathLst>
              <a:path w="42135" h="109205">
                <a:moveTo>
                  <a:pt x="0" y="12625"/>
                </a:moveTo>
                <a:lnTo>
                  <a:pt x="26039" y="0"/>
                </a:lnTo>
                <a:lnTo>
                  <a:pt x="28643" y="0"/>
                </a:lnTo>
                <a:lnTo>
                  <a:pt x="28643" y="90267"/>
                </a:lnTo>
                <a:cubicBezTo>
                  <a:pt x="28643" y="96264"/>
                  <a:pt x="28892" y="99999"/>
                  <a:pt x="29392" y="101472"/>
                </a:cubicBezTo>
                <a:cubicBezTo>
                  <a:pt x="29892" y="102945"/>
                  <a:pt x="30931" y="104076"/>
                  <a:pt x="32509" y="104865"/>
                </a:cubicBezTo>
                <a:cubicBezTo>
                  <a:pt x="34087" y="105654"/>
                  <a:pt x="37296" y="106101"/>
                  <a:pt x="42135" y="106206"/>
                </a:cubicBezTo>
                <a:lnTo>
                  <a:pt x="42135" y="109205"/>
                </a:lnTo>
                <a:lnTo>
                  <a:pt x="1894" y="109205"/>
                </a:lnTo>
                <a:lnTo>
                  <a:pt x="1894" y="106206"/>
                </a:lnTo>
                <a:cubicBezTo>
                  <a:pt x="6944" y="106101"/>
                  <a:pt x="10205" y="105667"/>
                  <a:pt x="11678" y="104904"/>
                </a:cubicBezTo>
                <a:cubicBezTo>
                  <a:pt x="13151" y="104142"/>
                  <a:pt x="14177" y="103116"/>
                  <a:pt x="14755" y="101827"/>
                </a:cubicBezTo>
                <a:cubicBezTo>
                  <a:pt x="15334" y="100538"/>
                  <a:pt x="15623" y="96685"/>
                  <a:pt x="15623" y="90267"/>
                </a:cubicBezTo>
                <a:lnTo>
                  <a:pt x="15623" y="32509"/>
                </a:lnTo>
                <a:cubicBezTo>
                  <a:pt x="15623" y="24758"/>
                  <a:pt x="15360" y="19784"/>
                  <a:pt x="14834" y="17586"/>
                </a:cubicBezTo>
                <a:cubicBezTo>
                  <a:pt x="14466" y="15909"/>
                  <a:pt x="13795" y="14676"/>
                  <a:pt x="12822" y="13887"/>
                </a:cubicBezTo>
                <a:cubicBezTo>
                  <a:pt x="11849" y="13098"/>
                  <a:pt x="10678" y="12704"/>
                  <a:pt x="9311" y="12704"/>
                </a:cubicBezTo>
                <a:cubicBezTo>
                  <a:pt x="7364" y="12704"/>
                  <a:pt x="4655" y="13519"/>
                  <a:pt x="1184" y="15150"/>
                </a:cubicBezTo>
                <a:lnTo>
                  <a:pt x="0" y="126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9367D2-368C-4841-887D-F81A8521F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6485" y="1237150"/>
            <a:ext cx="400153" cy="206446"/>
          </a:xfrm>
          <a:custGeom xmlns:a="http://schemas.openxmlformats.org/drawingml/2006/main">
            <a:pathLst>
              <a:path w="400153" h="206446">
                <a:moveTo>
                  <a:pt x="0" y="206446"/>
                </a:moveTo>
                <a:lnTo>
                  <a:pt x="400153" y="206446"/>
                </a:lnTo>
                <a:lnTo>
                  <a:pt x="400153" y="0"/>
                </a:lnTo>
                <a:lnTo>
                  <a:pt x="0" y="0"/>
                </a:lnTo>
                <a:lnTo>
                  <a:pt x="0" y="206446"/>
                </a:lnTo>
                <a:close/>
              </a:path>
            </a:pathLst>
          </a:custGeom>
          <a:solidFill xmlns:a="http://schemas.openxmlformats.org/drawingml/2006/main">
            <a:srgbClr val="8B4D4D">
              <a:alpha val="1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171851-BC1B-4816-B746-EBB4C2DB1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6484" y="1237147"/>
            <a:ext cx="400154" cy="206447"/>
          </a:xfrm>
          <a:custGeom xmlns:a="http://schemas.openxmlformats.org/drawingml/2006/main">
            <a:pathLst>
              <a:path w="400154" h="206447" fill="none">
                <a:moveTo>
                  <a:pt x="0" y="0"/>
                </a:moveTo>
                <a:lnTo>
                  <a:pt x="400154" y="0"/>
                </a:lnTo>
                <a:lnTo>
                  <a:pt x="400154" y="206447"/>
                </a:lnTo>
                <a:lnTo>
                  <a:pt x="0" y="20644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2036" cap="rnd">
            <a:solidFill>
              <a:srgbClr val="000000"/>
            </a:solidFill>
            <a:round/>
          </a:ln>
        </p:spPr>
      </p:sp>
      <p:sp>
        <p:nvSpPr>
          <p:cNvPr id="169" name="Text O">
            <a:extLst xmlns:a="http://schemas.openxmlformats.org/drawingml/2006/main">
              <a:ext uri="{FF2B5EF4-FFF2-40B4-BE49-F238E27FC236}">
                <a16:creationId xmlns:a16="http://schemas.microsoft.com/office/drawing/2014/main" id="{8CBF6E77-5636-4973-B28A-FD72EEE4B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552" y="1257106"/>
            <a:ext cx="152416" cy="162516"/>
          </a:xfrm>
          <a:custGeom xmlns:a="http://schemas.openxmlformats.org/drawingml/2006/main">
            <a:pathLst>
              <a:path w="152416" h="162516">
                <a:moveTo>
                  <a:pt x="77700" y="0"/>
                </a:moveTo>
                <a:cubicBezTo>
                  <a:pt x="97900" y="0"/>
                  <a:pt x="115402" y="7660"/>
                  <a:pt x="130208" y="22979"/>
                </a:cubicBezTo>
                <a:cubicBezTo>
                  <a:pt x="145013" y="38299"/>
                  <a:pt x="152416" y="57419"/>
                  <a:pt x="152416" y="80340"/>
                </a:cubicBezTo>
                <a:cubicBezTo>
                  <a:pt x="152416" y="103949"/>
                  <a:pt x="144956" y="123547"/>
                  <a:pt x="130036" y="139135"/>
                </a:cubicBezTo>
                <a:cubicBezTo>
                  <a:pt x="115115" y="154722"/>
                  <a:pt x="97058" y="162516"/>
                  <a:pt x="75864" y="162516"/>
                </a:cubicBezTo>
                <a:cubicBezTo>
                  <a:pt x="54440" y="162516"/>
                  <a:pt x="36440" y="154913"/>
                  <a:pt x="21864" y="139709"/>
                </a:cubicBezTo>
                <a:cubicBezTo>
                  <a:pt x="7288" y="124504"/>
                  <a:pt x="0" y="104829"/>
                  <a:pt x="0" y="80684"/>
                </a:cubicBezTo>
                <a:cubicBezTo>
                  <a:pt x="0" y="56006"/>
                  <a:pt x="8417" y="35873"/>
                  <a:pt x="25250" y="20286"/>
                </a:cubicBezTo>
                <a:cubicBezTo>
                  <a:pt x="39864" y="6762"/>
                  <a:pt x="57347" y="0"/>
                  <a:pt x="77700" y="0"/>
                </a:cubicBezTo>
                <a:moveTo>
                  <a:pt x="75519" y="8264"/>
                </a:moveTo>
                <a:cubicBezTo>
                  <a:pt x="61594" y="8264"/>
                  <a:pt x="50423" y="13420"/>
                  <a:pt x="42006" y="23732"/>
                </a:cubicBezTo>
                <a:cubicBezTo>
                  <a:pt x="31524" y="36568"/>
                  <a:pt x="26283" y="55361"/>
                  <a:pt x="26283" y="80114"/>
                </a:cubicBezTo>
                <a:cubicBezTo>
                  <a:pt x="26283" y="105476"/>
                  <a:pt x="31715" y="124994"/>
                  <a:pt x="42580" y="138669"/>
                </a:cubicBezTo>
                <a:cubicBezTo>
                  <a:pt x="50920" y="149058"/>
                  <a:pt x="61938" y="154252"/>
                  <a:pt x="75634" y="154252"/>
                </a:cubicBezTo>
                <a:cubicBezTo>
                  <a:pt x="90248" y="154252"/>
                  <a:pt x="102318" y="148562"/>
                  <a:pt x="111844" y="137180"/>
                </a:cubicBezTo>
                <a:cubicBezTo>
                  <a:pt x="121370" y="125796"/>
                  <a:pt x="126133" y="107843"/>
                  <a:pt x="126133" y="83320"/>
                </a:cubicBezTo>
                <a:cubicBezTo>
                  <a:pt x="126133" y="56736"/>
                  <a:pt x="120892" y="36912"/>
                  <a:pt x="110410" y="23847"/>
                </a:cubicBezTo>
                <a:cubicBezTo>
                  <a:pt x="101993" y="13458"/>
                  <a:pt x="90363" y="8264"/>
                  <a:pt x="75519" y="826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0" name="Text 0">
            <a:extLst xmlns:a="http://schemas.openxmlformats.org/drawingml/2006/main">
              <a:ext uri="{FF2B5EF4-FFF2-40B4-BE49-F238E27FC236}">
                <a16:creationId xmlns:a16="http://schemas.microsoft.com/office/drawing/2014/main" id="{B39D679F-81C9-4D6A-95A3-DB8DD8A81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6875" y="1306974"/>
            <a:ext cx="69200" cy="111098"/>
          </a:xfrm>
          <a:custGeom xmlns:a="http://schemas.openxmlformats.org/drawingml/2006/main">
            <a:pathLst>
              <a:path w="69200" h="111098">
                <a:moveTo>
                  <a:pt x="0" y="56338"/>
                </a:moveTo>
                <a:cubicBezTo>
                  <a:pt x="0" y="44134"/>
                  <a:pt x="1841" y="33627"/>
                  <a:pt x="5523" y="24816"/>
                </a:cubicBezTo>
                <a:cubicBezTo>
                  <a:pt x="9206" y="16005"/>
                  <a:pt x="14098" y="9442"/>
                  <a:pt x="20200" y="5129"/>
                </a:cubicBezTo>
                <a:cubicBezTo>
                  <a:pt x="24934" y="1710"/>
                  <a:pt x="29826" y="0"/>
                  <a:pt x="34876" y="0"/>
                </a:cubicBezTo>
                <a:cubicBezTo>
                  <a:pt x="43082" y="0"/>
                  <a:pt x="50447" y="4182"/>
                  <a:pt x="56969" y="12546"/>
                </a:cubicBezTo>
                <a:cubicBezTo>
                  <a:pt x="65123" y="22909"/>
                  <a:pt x="69200" y="36954"/>
                  <a:pt x="69200" y="54681"/>
                </a:cubicBezTo>
                <a:cubicBezTo>
                  <a:pt x="69200" y="67096"/>
                  <a:pt x="67411" y="77643"/>
                  <a:pt x="63834" y="86322"/>
                </a:cubicBezTo>
                <a:cubicBezTo>
                  <a:pt x="60257" y="95002"/>
                  <a:pt x="55694" y="101301"/>
                  <a:pt x="50144" y="105220"/>
                </a:cubicBezTo>
                <a:cubicBezTo>
                  <a:pt x="44595" y="109139"/>
                  <a:pt x="39242" y="111098"/>
                  <a:pt x="34087" y="111098"/>
                </a:cubicBezTo>
                <a:cubicBezTo>
                  <a:pt x="23882" y="111098"/>
                  <a:pt x="15386" y="105075"/>
                  <a:pt x="8601" y="93029"/>
                </a:cubicBezTo>
                <a:cubicBezTo>
                  <a:pt x="2867" y="82877"/>
                  <a:pt x="0" y="70646"/>
                  <a:pt x="0" y="56338"/>
                </a:cubicBezTo>
                <a:moveTo>
                  <a:pt x="15465" y="58269"/>
                </a:moveTo>
                <a:cubicBezTo>
                  <a:pt x="15465" y="72986"/>
                  <a:pt x="17280" y="84997"/>
                  <a:pt x="20910" y="94301"/>
                </a:cubicBezTo>
                <a:cubicBezTo>
                  <a:pt x="23908" y="102133"/>
                  <a:pt x="28380" y="106048"/>
                  <a:pt x="34324" y="106048"/>
                </a:cubicBezTo>
                <a:cubicBezTo>
                  <a:pt x="37164" y="106048"/>
                  <a:pt x="40110" y="104774"/>
                  <a:pt x="43161" y="102224"/>
                </a:cubicBezTo>
                <a:cubicBezTo>
                  <a:pt x="46212" y="99674"/>
                  <a:pt x="48527" y="95404"/>
                  <a:pt x="50105" y="89412"/>
                </a:cubicBezTo>
                <a:cubicBezTo>
                  <a:pt x="52524" y="80372"/>
                  <a:pt x="53734" y="67626"/>
                  <a:pt x="53734" y="51172"/>
                </a:cubicBezTo>
                <a:cubicBezTo>
                  <a:pt x="53734" y="38978"/>
                  <a:pt x="52472" y="28808"/>
                  <a:pt x="49947" y="20661"/>
                </a:cubicBezTo>
                <a:cubicBezTo>
                  <a:pt x="48053" y="14616"/>
                  <a:pt x="45607" y="10332"/>
                  <a:pt x="42609" y="7809"/>
                </a:cubicBezTo>
                <a:cubicBezTo>
                  <a:pt x="40452" y="6075"/>
                  <a:pt x="37848" y="5208"/>
                  <a:pt x="34797" y="5208"/>
                </a:cubicBezTo>
                <a:cubicBezTo>
                  <a:pt x="31220" y="5208"/>
                  <a:pt x="28038" y="6810"/>
                  <a:pt x="25250" y="10016"/>
                </a:cubicBezTo>
                <a:cubicBezTo>
                  <a:pt x="21462" y="14379"/>
                  <a:pt x="18885" y="21239"/>
                  <a:pt x="17517" y="30595"/>
                </a:cubicBezTo>
                <a:cubicBezTo>
                  <a:pt x="16149" y="39951"/>
                  <a:pt x="15465" y="49175"/>
                  <a:pt x="15465" y="5826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B02B4E-9BAB-4BE0-AE6F-C86F93E1E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6638" y="1237150"/>
            <a:ext cx="400153" cy="206446"/>
          </a:xfrm>
          <a:custGeom xmlns:a="http://schemas.openxmlformats.org/drawingml/2006/main">
            <a:pathLst>
              <a:path w="400153" h="206446">
                <a:moveTo>
                  <a:pt x="0" y="206446"/>
                </a:moveTo>
                <a:lnTo>
                  <a:pt x="400153" y="206446"/>
                </a:lnTo>
                <a:lnTo>
                  <a:pt x="400153" y="0"/>
                </a:lnTo>
                <a:lnTo>
                  <a:pt x="0" y="0"/>
                </a:lnTo>
                <a:lnTo>
                  <a:pt x="0" y="206446"/>
                </a:lnTo>
                <a:close/>
              </a:path>
            </a:pathLst>
          </a:custGeom>
          <a:solidFill xmlns:a="http://schemas.openxmlformats.org/drawingml/2006/main">
            <a:srgbClr val="FF9093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D52B88-FEE9-4F98-B163-FDD8CEFAB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6637" y="1237147"/>
            <a:ext cx="400154" cy="206447"/>
          </a:xfrm>
          <a:custGeom xmlns:a="http://schemas.openxmlformats.org/drawingml/2006/main">
            <a:pathLst>
              <a:path w="400154" h="206447" fill="none">
                <a:moveTo>
                  <a:pt x="0" y="0"/>
                </a:moveTo>
                <a:lnTo>
                  <a:pt x="400154" y="0"/>
                </a:lnTo>
                <a:lnTo>
                  <a:pt x="400154" y="206447"/>
                </a:lnTo>
                <a:lnTo>
                  <a:pt x="0" y="20644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2036" cap="rnd">
            <a:solidFill>
              <a:srgbClr val="000000"/>
            </a:solidFill>
            <a:round/>
          </a:ln>
        </p:spPr>
      </p:sp>
      <p:sp>
        <p:nvSpPr>
          <p:cNvPr id="173" name="Text O">
            <a:extLst xmlns:a="http://schemas.openxmlformats.org/drawingml/2006/main">
              <a:ext uri="{FF2B5EF4-FFF2-40B4-BE49-F238E27FC236}">
                <a16:creationId xmlns:a16="http://schemas.microsoft.com/office/drawing/2014/main" id="{EF121035-C055-43B6-A786-CD214617B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706" y="1257106"/>
            <a:ext cx="152416" cy="162516"/>
          </a:xfrm>
          <a:custGeom xmlns:a="http://schemas.openxmlformats.org/drawingml/2006/main">
            <a:pathLst>
              <a:path w="152416" h="162516">
                <a:moveTo>
                  <a:pt x="77700" y="0"/>
                </a:moveTo>
                <a:cubicBezTo>
                  <a:pt x="97900" y="0"/>
                  <a:pt x="115402" y="7660"/>
                  <a:pt x="130208" y="22979"/>
                </a:cubicBezTo>
                <a:cubicBezTo>
                  <a:pt x="145013" y="38299"/>
                  <a:pt x="152416" y="57419"/>
                  <a:pt x="152416" y="80340"/>
                </a:cubicBezTo>
                <a:cubicBezTo>
                  <a:pt x="152416" y="103949"/>
                  <a:pt x="144956" y="123547"/>
                  <a:pt x="130036" y="139135"/>
                </a:cubicBezTo>
                <a:cubicBezTo>
                  <a:pt x="115115" y="154722"/>
                  <a:pt x="97058" y="162516"/>
                  <a:pt x="75864" y="162516"/>
                </a:cubicBezTo>
                <a:cubicBezTo>
                  <a:pt x="54440" y="162516"/>
                  <a:pt x="36440" y="154913"/>
                  <a:pt x="21864" y="139709"/>
                </a:cubicBezTo>
                <a:cubicBezTo>
                  <a:pt x="7288" y="124504"/>
                  <a:pt x="0" y="104829"/>
                  <a:pt x="0" y="80684"/>
                </a:cubicBezTo>
                <a:cubicBezTo>
                  <a:pt x="0" y="56006"/>
                  <a:pt x="8417" y="35873"/>
                  <a:pt x="25250" y="20286"/>
                </a:cubicBezTo>
                <a:cubicBezTo>
                  <a:pt x="39864" y="6762"/>
                  <a:pt x="57347" y="0"/>
                  <a:pt x="77700" y="0"/>
                </a:cubicBezTo>
                <a:moveTo>
                  <a:pt x="75519" y="8264"/>
                </a:moveTo>
                <a:cubicBezTo>
                  <a:pt x="61594" y="8264"/>
                  <a:pt x="50423" y="13420"/>
                  <a:pt x="42006" y="23732"/>
                </a:cubicBezTo>
                <a:cubicBezTo>
                  <a:pt x="31524" y="36568"/>
                  <a:pt x="26283" y="55361"/>
                  <a:pt x="26283" y="80114"/>
                </a:cubicBezTo>
                <a:cubicBezTo>
                  <a:pt x="26283" y="105476"/>
                  <a:pt x="31715" y="124994"/>
                  <a:pt x="42580" y="138669"/>
                </a:cubicBezTo>
                <a:cubicBezTo>
                  <a:pt x="50920" y="149058"/>
                  <a:pt x="61938" y="154252"/>
                  <a:pt x="75634" y="154252"/>
                </a:cubicBezTo>
                <a:cubicBezTo>
                  <a:pt x="90248" y="154252"/>
                  <a:pt x="102318" y="148562"/>
                  <a:pt x="111844" y="137180"/>
                </a:cubicBezTo>
                <a:cubicBezTo>
                  <a:pt x="121370" y="125796"/>
                  <a:pt x="126133" y="107843"/>
                  <a:pt x="126133" y="83320"/>
                </a:cubicBezTo>
                <a:cubicBezTo>
                  <a:pt x="126133" y="56736"/>
                  <a:pt x="120892" y="36912"/>
                  <a:pt x="110410" y="23847"/>
                </a:cubicBezTo>
                <a:cubicBezTo>
                  <a:pt x="101993" y="13458"/>
                  <a:pt x="90363" y="8264"/>
                  <a:pt x="75519" y="826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4" name="Text 8">
            <a:extLst xmlns:a="http://schemas.openxmlformats.org/drawingml/2006/main">
              <a:ext uri="{FF2B5EF4-FFF2-40B4-BE49-F238E27FC236}">
                <a16:creationId xmlns:a16="http://schemas.microsoft.com/office/drawing/2014/main" id="{0B1DBCEC-A220-4EE7-8AF4-335C19796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74" y="1306974"/>
            <a:ext cx="61704" cy="111098"/>
          </a:xfrm>
          <a:custGeom xmlns:a="http://schemas.openxmlformats.org/drawingml/2006/main">
            <a:pathLst>
              <a:path w="61704" h="111098">
                <a:moveTo>
                  <a:pt x="21225" y="55312"/>
                </a:moveTo>
                <a:cubicBezTo>
                  <a:pt x="12756" y="48369"/>
                  <a:pt x="7299" y="42793"/>
                  <a:pt x="4853" y="38585"/>
                </a:cubicBezTo>
                <a:cubicBezTo>
                  <a:pt x="2407" y="34376"/>
                  <a:pt x="1184" y="30010"/>
                  <a:pt x="1184" y="25486"/>
                </a:cubicBezTo>
                <a:cubicBezTo>
                  <a:pt x="1184" y="18543"/>
                  <a:pt x="3866" y="12559"/>
                  <a:pt x="9232" y="7535"/>
                </a:cubicBezTo>
                <a:cubicBezTo>
                  <a:pt x="14597" y="2512"/>
                  <a:pt x="21725" y="0"/>
                  <a:pt x="30615" y="0"/>
                </a:cubicBezTo>
                <a:cubicBezTo>
                  <a:pt x="39242" y="0"/>
                  <a:pt x="46186" y="2341"/>
                  <a:pt x="51446" y="7023"/>
                </a:cubicBezTo>
                <a:cubicBezTo>
                  <a:pt x="56706" y="11704"/>
                  <a:pt x="59337" y="17044"/>
                  <a:pt x="59337" y="23040"/>
                </a:cubicBezTo>
                <a:cubicBezTo>
                  <a:pt x="59337" y="27038"/>
                  <a:pt x="57916" y="31115"/>
                  <a:pt x="55076" y="35271"/>
                </a:cubicBezTo>
                <a:cubicBezTo>
                  <a:pt x="52235" y="39426"/>
                  <a:pt x="46317" y="44318"/>
                  <a:pt x="37322" y="49947"/>
                </a:cubicBezTo>
                <a:cubicBezTo>
                  <a:pt x="46580" y="57101"/>
                  <a:pt x="52709" y="62730"/>
                  <a:pt x="55707" y="66833"/>
                </a:cubicBezTo>
                <a:cubicBezTo>
                  <a:pt x="59705" y="72198"/>
                  <a:pt x="61704" y="77853"/>
                  <a:pt x="61704" y="83797"/>
                </a:cubicBezTo>
                <a:cubicBezTo>
                  <a:pt x="61704" y="91320"/>
                  <a:pt x="58837" y="97750"/>
                  <a:pt x="53103" y="103090"/>
                </a:cubicBezTo>
                <a:cubicBezTo>
                  <a:pt x="47369" y="108429"/>
                  <a:pt x="39847" y="111098"/>
                  <a:pt x="30536" y="111098"/>
                </a:cubicBezTo>
                <a:cubicBezTo>
                  <a:pt x="20384" y="111098"/>
                  <a:pt x="12467" y="107916"/>
                  <a:pt x="6786" y="101551"/>
                </a:cubicBezTo>
                <a:cubicBezTo>
                  <a:pt x="2262" y="96448"/>
                  <a:pt x="0" y="90872"/>
                  <a:pt x="0" y="84823"/>
                </a:cubicBezTo>
                <a:cubicBezTo>
                  <a:pt x="0" y="80089"/>
                  <a:pt x="1591" y="75394"/>
                  <a:pt x="4774" y="70738"/>
                </a:cubicBezTo>
                <a:cubicBezTo>
                  <a:pt x="7956" y="66083"/>
                  <a:pt x="13440" y="60941"/>
                  <a:pt x="21225" y="55312"/>
                </a:cubicBezTo>
                <a:moveTo>
                  <a:pt x="33614" y="46870"/>
                </a:moveTo>
                <a:cubicBezTo>
                  <a:pt x="39926" y="41167"/>
                  <a:pt x="43924" y="36666"/>
                  <a:pt x="45607" y="33367"/>
                </a:cubicBezTo>
                <a:cubicBezTo>
                  <a:pt x="47290" y="30066"/>
                  <a:pt x="48132" y="26330"/>
                  <a:pt x="48132" y="22160"/>
                </a:cubicBezTo>
                <a:cubicBezTo>
                  <a:pt x="48132" y="16615"/>
                  <a:pt x="46580" y="12272"/>
                  <a:pt x="43477" y="9131"/>
                </a:cubicBezTo>
                <a:cubicBezTo>
                  <a:pt x="40373" y="5989"/>
                  <a:pt x="36139" y="4419"/>
                  <a:pt x="30773" y="4419"/>
                </a:cubicBezTo>
                <a:cubicBezTo>
                  <a:pt x="25407" y="4419"/>
                  <a:pt x="21041" y="5976"/>
                  <a:pt x="17675" y="9091"/>
                </a:cubicBezTo>
                <a:cubicBezTo>
                  <a:pt x="14308" y="12206"/>
                  <a:pt x="12625" y="15850"/>
                  <a:pt x="12625" y="20022"/>
                </a:cubicBezTo>
                <a:cubicBezTo>
                  <a:pt x="12625" y="22767"/>
                  <a:pt x="13322" y="25513"/>
                  <a:pt x="14716" y="28258"/>
                </a:cubicBezTo>
                <a:cubicBezTo>
                  <a:pt x="16110" y="31003"/>
                  <a:pt x="18096" y="33617"/>
                  <a:pt x="20673" y="36099"/>
                </a:cubicBezTo>
                <a:lnTo>
                  <a:pt x="33614" y="46870"/>
                </a:lnTo>
                <a:moveTo>
                  <a:pt x="24934" y="58311"/>
                </a:moveTo>
                <a:cubicBezTo>
                  <a:pt x="20568" y="61982"/>
                  <a:pt x="17333" y="65980"/>
                  <a:pt x="15229" y="70307"/>
                </a:cubicBezTo>
                <a:cubicBezTo>
                  <a:pt x="13125" y="74632"/>
                  <a:pt x="12072" y="79311"/>
                  <a:pt x="12072" y="84345"/>
                </a:cubicBezTo>
                <a:cubicBezTo>
                  <a:pt x="12072" y="91107"/>
                  <a:pt x="13927" y="96521"/>
                  <a:pt x="17635" y="100584"/>
                </a:cubicBezTo>
                <a:cubicBezTo>
                  <a:pt x="21344" y="104648"/>
                  <a:pt x="26065" y="106680"/>
                  <a:pt x="31799" y="106680"/>
                </a:cubicBezTo>
                <a:cubicBezTo>
                  <a:pt x="37480" y="106680"/>
                  <a:pt x="42030" y="105081"/>
                  <a:pt x="45449" y="101884"/>
                </a:cubicBezTo>
                <a:cubicBezTo>
                  <a:pt x="48869" y="98685"/>
                  <a:pt x="50578" y="94804"/>
                  <a:pt x="50578" y="90243"/>
                </a:cubicBezTo>
                <a:cubicBezTo>
                  <a:pt x="50578" y="86467"/>
                  <a:pt x="49579" y="83085"/>
                  <a:pt x="47580" y="80096"/>
                </a:cubicBezTo>
                <a:cubicBezTo>
                  <a:pt x="43845" y="74538"/>
                  <a:pt x="36296" y="67276"/>
                  <a:pt x="24934" y="5831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398837-CBA6-4454-B7B5-030827DFE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792" y="1237150"/>
            <a:ext cx="400153" cy="206446"/>
          </a:xfrm>
          <a:custGeom xmlns:a="http://schemas.openxmlformats.org/drawingml/2006/main">
            <a:pathLst>
              <a:path w="400153" h="206446">
                <a:moveTo>
                  <a:pt x="0" y="206446"/>
                </a:moveTo>
                <a:lnTo>
                  <a:pt x="400153" y="206446"/>
                </a:lnTo>
                <a:lnTo>
                  <a:pt x="400153" y="0"/>
                </a:lnTo>
                <a:lnTo>
                  <a:pt x="0" y="0"/>
                </a:lnTo>
                <a:lnTo>
                  <a:pt x="0" y="206446"/>
                </a:lnTo>
                <a:close/>
              </a:path>
            </a:pathLst>
          </a:custGeom>
          <a:solidFill xmlns:a="http://schemas.openxmlformats.org/drawingml/2006/main">
            <a:srgbClr val="FF9093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60EA0F-EFDC-409B-B139-40D25EC70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791" y="1237147"/>
            <a:ext cx="400154" cy="206447"/>
          </a:xfrm>
          <a:custGeom xmlns:a="http://schemas.openxmlformats.org/drawingml/2006/main">
            <a:pathLst>
              <a:path w="400154" h="206447" fill="none">
                <a:moveTo>
                  <a:pt x="0" y="0"/>
                </a:moveTo>
                <a:lnTo>
                  <a:pt x="400154" y="0"/>
                </a:lnTo>
                <a:lnTo>
                  <a:pt x="400154" y="206447"/>
                </a:lnTo>
                <a:lnTo>
                  <a:pt x="0" y="20644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2036" cap="rnd">
            <a:solidFill>
              <a:srgbClr val="000000"/>
            </a:solidFill>
            <a:round/>
          </a:ln>
        </p:spPr>
      </p:sp>
      <p:sp>
        <p:nvSpPr>
          <p:cNvPr id="177" name="Text O">
            <a:extLst xmlns:a="http://schemas.openxmlformats.org/drawingml/2006/main">
              <a:ext uri="{FF2B5EF4-FFF2-40B4-BE49-F238E27FC236}">
                <a16:creationId xmlns:a16="http://schemas.microsoft.com/office/drawing/2014/main" id="{6605D6AB-15DA-4107-894E-EB9898140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859" y="1257106"/>
            <a:ext cx="152416" cy="162516"/>
          </a:xfrm>
          <a:custGeom xmlns:a="http://schemas.openxmlformats.org/drawingml/2006/main">
            <a:pathLst>
              <a:path w="152416" h="162516">
                <a:moveTo>
                  <a:pt x="77700" y="0"/>
                </a:moveTo>
                <a:cubicBezTo>
                  <a:pt x="97900" y="0"/>
                  <a:pt x="115402" y="7660"/>
                  <a:pt x="130208" y="22979"/>
                </a:cubicBezTo>
                <a:cubicBezTo>
                  <a:pt x="145013" y="38299"/>
                  <a:pt x="152416" y="57419"/>
                  <a:pt x="152416" y="80340"/>
                </a:cubicBezTo>
                <a:cubicBezTo>
                  <a:pt x="152416" y="103949"/>
                  <a:pt x="144956" y="123547"/>
                  <a:pt x="130036" y="139135"/>
                </a:cubicBezTo>
                <a:cubicBezTo>
                  <a:pt x="115115" y="154722"/>
                  <a:pt x="97058" y="162516"/>
                  <a:pt x="75864" y="162516"/>
                </a:cubicBezTo>
                <a:cubicBezTo>
                  <a:pt x="54440" y="162516"/>
                  <a:pt x="36440" y="154913"/>
                  <a:pt x="21864" y="139709"/>
                </a:cubicBezTo>
                <a:cubicBezTo>
                  <a:pt x="7288" y="124504"/>
                  <a:pt x="0" y="104829"/>
                  <a:pt x="0" y="80684"/>
                </a:cubicBezTo>
                <a:cubicBezTo>
                  <a:pt x="0" y="56006"/>
                  <a:pt x="8417" y="35873"/>
                  <a:pt x="25250" y="20286"/>
                </a:cubicBezTo>
                <a:cubicBezTo>
                  <a:pt x="39864" y="6762"/>
                  <a:pt x="57347" y="0"/>
                  <a:pt x="77700" y="0"/>
                </a:cubicBezTo>
                <a:moveTo>
                  <a:pt x="75519" y="8264"/>
                </a:moveTo>
                <a:cubicBezTo>
                  <a:pt x="61594" y="8264"/>
                  <a:pt x="50423" y="13420"/>
                  <a:pt x="42006" y="23732"/>
                </a:cubicBezTo>
                <a:cubicBezTo>
                  <a:pt x="31524" y="36568"/>
                  <a:pt x="26283" y="55361"/>
                  <a:pt x="26283" y="80114"/>
                </a:cubicBezTo>
                <a:cubicBezTo>
                  <a:pt x="26283" y="105476"/>
                  <a:pt x="31715" y="124994"/>
                  <a:pt x="42580" y="138669"/>
                </a:cubicBezTo>
                <a:cubicBezTo>
                  <a:pt x="50920" y="149058"/>
                  <a:pt x="61938" y="154252"/>
                  <a:pt x="75634" y="154252"/>
                </a:cubicBezTo>
                <a:cubicBezTo>
                  <a:pt x="90248" y="154252"/>
                  <a:pt x="102318" y="148562"/>
                  <a:pt x="111844" y="137180"/>
                </a:cubicBezTo>
                <a:cubicBezTo>
                  <a:pt x="121370" y="125796"/>
                  <a:pt x="126133" y="107843"/>
                  <a:pt x="126133" y="83320"/>
                </a:cubicBezTo>
                <a:cubicBezTo>
                  <a:pt x="126133" y="56736"/>
                  <a:pt x="120892" y="36912"/>
                  <a:pt x="110410" y="23847"/>
                </a:cubicBezTo>
                <a:cubicBezTo>
                  <a:pt x="101993" y="13458"/>
                  <a:pt x="90363" y="8264"/>
                  <a:pt x="75519" y="826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8" name="Text 7">
            <a:extLst xmlns:a="http://schemas.openxmlformats.org/drawingml/2006/main">
              <a:ext uri="{FF2B5EF4-FFF2-40B4-BE49-F238E27FC236}">
                <a16:creationId xmlns:a16="http://schemas.microsoft.com/office/drawing/2014/main" id="{AEC46524-2107-4696-B1CF-C9DB45250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338" y="1309183"/>
            <a:ext cx="67622" cy="109205"/>
          </a:xfrm>
          <a:custGeom xmlns:a="http://schemas.openxmlformats.org/drawingml/2006/main">
            <a:pathLst>
              <a:path w="67622" h="109205">
                <a:moveTo>
                  <a:pt x="10258" y="0"/>
                </a:moveTo>
                <a:lnTo>
                  <a:pt x="67622" y="0"/>
                </a:lnTo>
                <a:lnTo>
                  <a:pt x="67622" y="2974"/>
                </a:lnTo>
                <a:lnTo>
                  <a:pt x="31957" y="109205"/>
                </a:lnTo>
                <a:lnTo>
                  <a:pt x="23119" y="109205"/>
                </a:lnTo>
                <a:lnTo>
                  <a:pt x="55076" y="12940"/>
                </a:lnTo>
                <a:lnTo>
                  <a:pt x="25644" y="12940"/>
                </a:lnTo>
                <a:cubicBezTo>
                  <a:pt x="19700" y="12940"/>
                  <a:pt x="15465" y="13651"/>
                  <a:pt x="12940" y="15071"/>
                </a:cubicBezTo>
                <a:cubicBezTo>
                  <a:pt x="8522" y="17491"/>
                  <a:pt x="4971" y="21225"/>
                  <a:pt x="2288" y="26275"/>
                </a:cubicBezTo>
                <a:lnTo>
                  <a:pt x="0" y="25407"/>
                </a:lnTo>
                <a:lnTo>
                  <a:pt x="10258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5A05B2-1AF2-4637-ACFD-D2F673973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6944" y="1237150"/>
            <a:ext cx="400153" cy="206446"/>
          </a:xfrm>
          <a:custGeom xmlns:a="http://schemas.openxmlformats.org/drawingml/2006/main">
            <a:pathLst>
              <a:path w="400153" h="206446">
                <a:moveTo>
                  <a:pt x="0" y="206446"/>
                </a:moveTo>
                <a:lnTo>
                  <a:pt x="400153" y="206446"/>
                </a:lnTo>
                <a:lnTo>
                  <a:pt x="400153" y="0"/>
                </a:lnTo>
                <a:lnTo>
                  <a:pt x="0" y="0"/>
                </a:lnTo>
                <a:lnTo>
                  <a:pt x="0" y="206446"/>
                </a:lnTo>
                <a:close/>
              </a:path>
            </a:pathLst>
          </a:custGeom>
          <a:solidFill xmlns:a="http://schemas.openxmlformats.org/drawingml/2006/main">
            <a:srgbClr val="FF9093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707C1F-2ED2-4D28-AAA1-CD0D582DC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6943" y="1237147"/>
            <a:ext cx="400154" cy="206447"/>
          </a:xfrm>
          <a:custGeom xmlns:a="http://schemas.openxmlformats.org/drawingml/2006/main">
            <a:pathLst>
              <a:path w="400154" h="206447" fill="none">
                <a:moveTo>
                  <a:pt x="0" y="0"/>
                </a:moveTo>
                <a:lnTo>
                  <a:pt x="400154" y="0"/>
                </a:lnTo>
                <a:lnTo>
                  <a:pt x="400154" y="206447"/>
                </a:lnTo>
                <a:lnTo>
                  <a:pt x="0" y="20644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2036" cap="rnd">
            <a:solidFill>
              <a:srgbClr val="000000"/>
            </a:solidFill>
            <a:round/>
          </a:ln>
        </p:spPr>
      </p:sp>
      <p:sp>
        <p:nvSpPr>
          <p:cNvPr id="181" name="Text O">
            <a:extLst xmlns:a="http://schemas.openxmlformats.org/drawingml/2006/main">
              <a:ext uri="{FF2B5EF4-FFF2-40B4-BE49-F238E27FC236}">
                <a16:creationId xmlns:a16="http://schemas.microsoft.com/office/drawing/2014/main" id="{C738B8E7-94B3-4CED-B344-58A3820DF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0013" y="1257106"/>
            <a:ext cx="152416" cy="162516"/>
          </a:xfrm>
          <a:custGeom xmlns:a="http://schemas.openxmlformats.org/drawingml/2006/main">
            <a:pathLst>
              <a:path w="152416" h="162516">
                <a:moveTo>
                  <a:pt x="77700" y="0"/>
                </a:moveTo>
                <a:cubicBezTo>
                  <a:pt x="97900" y="0"/>
                  <a:pt x="115402" y="7660"/>
                  <a:pt x="130208" y="22979"/>
                </a:cubicBezTo>
                <a:cubicBezTo>
                  <a:pt x="145013" y="38299"/>
                  <a:pt x="152416" y="57419"/>
                  <a:pt x="152416" y="80340"/>
                </a:cubicBezTo>
                <a:cubicBezTo>
                  <a:pt x="152416" y="103949"/>
                  <a:pt x="144956" y="123547"/>
                  <a:pt x="130036" y="139135"/>
                </a:cubicBezTo>
                <a:cubicBezTo>
                  <a:pt x="115115" y="154722"/>
                  <a:pt x="97058" y="162516"/>
                  <a:pt x="75864" y="162516"/>
                </a:cubicBezTo>
                <a:cubicBezTo>
                  <a:pt x="54440" y="162516"/>
                  <a:pt x="36440" y="154913"/>
                  <a:pt x="21864" y="139709"/>
                </a:cubicBezTo>
                <a:cubicBezTo>
                  <a:pt x="7288" y="124504"/>
                  <a:pt x="0" y="104829"/>
                  <a:pt x="0" y="80684"/>
                </a:cubicBezTo>
                <a:cubicBezTo>
                  <a:pt x="0" y="56006"/>
                  <a:pt x="8417" y="35873"/>
                  <a:pt x="25250" y="20286"/>
                </a:cubicBezTo>
                <a:cubicBezTo>
                  <a:pt x="39864" y="6762"/>
                  <a:pt x="57347" y="0"/>
                  <a:pt x="77700" y="0"/>
                </a:cubicBezTo>
                <a:moveTo>
                  <a:pt x="75519" y="8264"/>
                </a:moveTo>
                <a:cubicBezTo>
                  <a:pt x="61594" y="8264"/>
                  <a:pt x="50423" y="13420"/>
                  <a:pt x="42006" y="23732"/>
                </a:cubicBezTo>
                <a:cubicBezTo>
                  <a:pt x="31524" y="36568"/>
                  <a:pt x="26283" y="55361"/>
                  <a:pt x="26283" y="80114"/>
                </a:cubicBezTo>
                <a:cubicBezTo>
                  <a:pt x="26283" y="105476"/>
                  <a:pt x="31715" y="124994"/>
                  <a:pt x="42580" y="138669"/>
                </a:cubicBezTo>
                <a:cubicBezTo>
                  <a:pt x="50920" y="149058"/>
                  <a:pt x="61938" y="154252"/>
                  <a:pt x="75634" y="154252"/>
                </a:cubicBezTo>
                <a:cubicBezTo>
                  <a:pt x="90248" y="154252"/>
                  <a:pt x="102318" y="148562"/>
                  <a:pt x="111844" y="137180"/>
                </a:cubicBezTo>
                <a:cubicBezTo>
                  <a:pt x="121370" y="125796"/>
                  <a:pt x="126133" y="107843"/>
                  <a:pt x="126133" y="83320"/>
                </a:cubicBezTo>
                <a:cubicBezTo>
                  <a:pt x="126133" y="56736"/>
                  <a:pt x="120892" y="36912"/>
                  <a:pt x="110410" y="23847"/>
                </a:cubicBezTo>
                <a:cubicBezTo>
                  <a:pt x="101993" y="13458"/>
                  <a:pt x="90363" y="8264"/>
                  <a:pt x="75519" y="826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2" name="Text 6">
            <a:extLst xmlns:a="http://schemas.openxmlformats.org/drawingml/2006/main">
              <a:ext uri="{FF2B5EF4-FFF2-40B4-BE49-F238E27FC236}">
                <a16:creationId xmlns:a16="http://schemas.microsoft.com/office/drawing/2014/main" id="{E9A0B98D-36F6-44FF-BB5C-3E804C2F4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8439" y="1306974"/>
            <a:ext cx="67622" cy="111098"/>
          </a:xfrm>
          <a:custGeom xmlns:a="http://schemas.openxmlformats.org/drawingml/2006/main">
            <a:pathLst>
              <a:path w="67622" h="111098">
                <a:moveTo>
                  <a:pt x="65491" y="0"/>
                </a:moveTo>
                <a:lnTo>
                  <a:pt x="65491" y="3156"/>
                </a:lnTo>
                <a:cubicBezTo>
                  <a:pt x="58548" y="3835"/>
                  <a:pt x="52880" y="5207"/>
                  <a:pt x="48487" y="7272"/>
                </a:cubicBezTo>
                <a:cubicBezTo>
                  <a:pt x="44095" y="9335"/>
                  <a:pt x="39755" y="12483"/>
                  <a:pt x="35468" y="16716"/>
                </a:cubicBezTo>
                <a:cubicBezTo>
                  <a:pt x="31181" y="20947"/>
                  <a:pt x="27630" y="25662"/>
                  <a:pt x="24816" y="30862"/>
                </a:cubicBezTo>
                <a:cubicBezTo>
                  <a:pt x="22001" y="36060"/>
                  <a:pt x="19647" y="42238"/>
                  <a:pt x="17754" y="49397"/>
                </a:cubicBezTo>
                <a:cubicBezTo>
                  <a:pt x="25329" y="44135"/>
                  <a:pt x="32930" y="41504"/>
                  <a:pt x="40557" y="41504"/>
                </a:cubicBezTo>
                <a:cubicBezTo>
                  <a:pt x="47869" y="41504"/>
                  <a:pt x="54208" y="44456"/>
                  <a:pt x="59573" y="50361"/>
                </a:cubicBezTo>
                <a:cubicBezTo>
                  <a:pt x="64939" y="56266"/>
                  <a:pt x="67622" y="63858"/>
                  <a:pt x="67622" y="73138"/>
                </a:cubicBezTo>
                <a:cubicBezTo>
                  <a:pt x="67622" y="82100"/>
                  <a:pt x="64913" y="90272"/>
                  <a:pt x="59494" y="97655"/>
                </a:cubicBezTo>
                <a:cubicBezTo>
                  <a:pt x="52972" y="106617"/>
                  <a:pt x="44345" y="111098"/>
                  <a:pt x="33614" y="111098"/>
                </a:cubicBezTo>
                <a:cubicBezTo>
                  <a:pt x="26302" y="111098"/>
                  <a:pt x="20094" y="108679"/>
                  <a:pt x="14992" y="103839"/>
                </a:cubicBezTo>
                <a:cubicBezTo>
                  <a:pt x="4997" y="94423"/>
                  <a:pt x="0" y="82219"/>
                  <a:pt x="0" y="67227"/>
                </a:cubicBezTo>
                <a:cubicBezTo>
                  <a:pt x="0" y="57653"/>
                  <a:pt x="1920" y="48553"/>
                  <a:pt x="5760" y="39926"/>
                </a:cubicBezTo>
                <a:cubicBezTo>
                  <a:pt x="9600" y="31299"/>
                  <a:pt x="15084" y="23645"/>
                  <a:pt x="22212" y="16965"/>
                </a:cubicBezTo>
                <a:cubicBezTo>
                  <a:pt x="29340" y="10284"/>
                  <a:pt x="36165" y="5786"/>
                  <a:pt x="42688" y="3472"/>
                </a:cubicBezTo>
                <a:cubicBezTo>
                  <a:pt x="49210" y="1157"/>
                  <a:pt x="55286" y="0"/>
                  <a:pt x="60915" y="0"/>
                </a:cubicBezTo>
                <a:lnTo>
                  <a:pt x="65491" y="0"/>
                </a:lnTo>
                <a:moveTo>
                  <a:pt x="16412" y="55165"/>
                </a:moveTo>
                <a:cubicBezTo>
                  <a:pt x="15465" y="62276"/>
                  <a:pt x="14992" y="68017"/>
                  <a:pt x="14992" y="72388"/>
                </a:cubicBezTo>
                <a:cubicBezTo>
                  <a:pt x="14992" y="77445"/>
                  <a:pt x="15926" y="82936"/>
                  <a:pt x="17793" y="88862"/>
                </a:cubicBezTo>
                <a:cubicBezTo>
                  <a:pt x="19661" y="94788"/>
                  <a:pt x="22435" y="99489"/>
                  <a:pt x="26118" y="102966"/>
                </a:cubicBezTo>
                <a:cubicBezTo>
                  <a:pt x="28800" y="105442"/>
                  <a:pt x="32062" y="106680"/>
                  <a:pt x="35902" y="106680"/>
                </a:cubicBezTo>
                <a:cubicBezTo>
                  <a:pt x="40478" y="106680"/>
                  <a:pt x="44568" y="104520"/>
                  <a:pt x="48172" y="100202"/>
                </a:cubicBezTo>
                <a:cubicBezTo>
                  <a:pt x="51775" y="95882"/>
                  <a:pt x="53577" y="89718"/>
                  <a:pt x="53577" y="81711"/>
                </a:cubicBezTo>
                <a:cubicBezTo>
                  <a:pt x="53577" y="72704"/>
                  <a:pt x="51788" y="64909"/>
                  <a:pt x="48211" y="58326"/>
                </a:cubicBezTo>
                <a:cubicBezTo>
                  <a:pt x="44634" y="51740"/>
                  <a:pt x="39558" y="48448"/>
                  <a:pt x="32982" y="48448"/>
                </a:cubicBezTo>
                <a:cubicBezTo>
                  <a:pt x="30983" y="48448"/>
                  <a:pt x="28840" y="48869"/>
                  <a:pt x="26552" y="49713"/>
                </a:cubicBezTo>
                <a:cubicBezTo>
                  <a:pt x="24263" y="50554"/>
                  <a:pt x="20884" y="52372"/>
                  <a:pt x="16412" y="5516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BC020B-4479-448F-BA5D-20BD489AF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7098" y="1237150"/>
            <a:ext cx="400153" cy="206446"/>
          </a:xfrm>
          <a:custGeom xmlns:a="http://schemas.openxmlformats.org/drawingml/2006/main">
            <a:pathLst>
              <a:path w="400153" h="206446">
                <a:moveTo>
                  <a:pt x="0" y="206446"/>
                </a:moveTo>
                <a:lnTo>
                  <a:pt x="400153" y="206446"/>
                </a:lnTo>
                <a:lnTo>
                  <a:pt x="400153" y="0"/>
                </a:lnTo>
                <a:lnTo>
                  <a:pt x="0" y="0"/>
                </a:lnTo>
                <a:lnTo>
                  <a:pt x="0" y="206446"/>
                </a:lnTo>
                <a:close/>
              </a:path>
            </a:pathLst>
          </a:custGeom>
          <a:solidFill xmlns:a="http://schemas.openxmlformats.org/drawingml/2006/main">
            <a:srgbClr val="FF9093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0B4B10-84F2-409F-A3C7-BE13FDDFE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7097" y="1237147"/>
            <a:ext cx="400154" cy="206447"/>
          </a:xfrm>
          <a:custGeom xmlns:a="http://schemas.openxmlformats.org/drawingml/2006/main">
            <a:pathLst>
              <a:path w="400154" h="206447" fill="none">
                <a:moveTo>
                  <a:pt x="0" y="0"/>
                </a:moveTo>
                <a:lnTo>
                  <a:pt x="400154" y="0"/>
                </a:lnTo>
                <a:lnTo>
                  <a:pt x="400154" y="206447"/>
                </a:lnTo>
                <a:lnTo>
                  <a:pt x="0" y="20644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2036" cap="rnd">
            <a:solidFill>
              <a:srgbClr val="000000"/>
            </a:solidFill>
            <a:round/>
          </a:ln>
        </p:spPr>
      </p:sp>
      <p:sp>
        <p:nvSpPr>
          <p:cNvPr id="185" name="Text O">
            <a:extLst xmlns:a="http://schemas.openxmlformats.org/drawingml/2006/main">
              <a:ext uri="{FF2B5EF4-FFF2-40B4-BE49-F238E27FC236}">
                <a16:creationId xmlns:a16="http://schemas.microsoft.com/office/drawing/2014/main" id="{AF3AA5B4-5C68-4FA6-A8D1-B3BCC0579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165" y="1257106"/>
            <a:ext cx="152416" cy="162516"/>
          </a:xfrm>
          <a:custGeom xmlns:a="http://schemas.openxmlformats.org/drawingml/2006/main">
            <a:pathLst>
              <a:path w="152416" h="162516">
                <a:moveTo>
                  <a:pt x="77700" y="0"/>
                </a:moveTo>
                <a:cubicBezTo>
                  <a:pt x="97900" y="0"/>
                  <a:pt x="115402" y="7660"/>
                  <a:pt x="130208" y="22979"/>
                </a:cubicBezTo>
                <a:cubicBezTo>
                  <a:pt x="145013" y="38299"/>
                  <a:pt x="152416" y="57419"/>
                  <a:pt x="152416" y="80340"/>
                </a:cubicBezTo>
                <a:cubicBezTo>
                  <a:pt x="152416" y="103949"/>
                  <a:pt x="144956" y="123547"/>
                  <a:pt x="130036" y="139135"/>
                </a:cubicBezTo>
                <a:cubicBezTo>
                  <a:pt x="115115" y="154722"/>
                  <a:pt x="97058" y="162516"/>
                  <a:pt x="75864" y="162516"/>
                </a:cubicBezTo>
                <a:cubicBezTo>
                  <a:pt x="54440" y="162516"/>
                  <a:pt x="36440" y="154913"/>
                  <a:pt x="21864" y="139709"/>
                </a:cubicBezTo>
                <a:cubicBezTo>
                  <a:pt x="7288" y="124504"/>
                  <a:pt x="0" y="104829"/>
                  <a:pt x="0" y="80684"/>
                </a:cubicBezTo>
                <a:cubicBezTo>
                  <a:pt x="0" y="56006"/>
                  <a:pt x="8417" y="35873"/>
                  <a:pt x="25250" y="20286"/>
                </a:cubicBezTo>
                <a:cubicBezTo>
                  <a:pt x="39864" y="6762"/>
                  <a:pt x="57347" y="0"/>
                  <a:pt x="77700" y="0"/>
                </a:cubicBezTo>
                <a:moveTo>
                  <a:pt x="75519" y="8264"/>
                </a:moveTo>
                <a:cubicBezTo>
                  <a:pt x="61594" y="8264"/>
                  <a:pt x="50423" y="13420"/>
                  <a:pt x="42006" y="23732"/>
                </a:cubicBezTo>
                <a:cubicBezTo>
                  <a:pt x="31524" y="36568"/>
                  <a:pt x="26283" y="55361"/>
                  <a:pt x="26283" y="80114"/>
                </a:cubicBezTo>
                <a:cubicBezTo>
                  <a:pt x="26283" y="105476"/>
                  <a:pt x="31715" y="124994"/>
                  <a:pt x="42580" y="138669"/>
                </a:cubicBezTo>
                <a:cubicBezTo>
                  <a:pt x="50920" y="149058"/>
                  <a:pt x="61938" y="154252"/>
                  <a:pt x="75634" y="154252"/>
                </a:cubicBezTo>
                <a:cubicBezTo>
                  <a:pt x="90248" y="154252"/>
                  <a:pt x="102318" y="148562"/>
                  <a:pt x="111844" y="137180"/>
                </a:cubicBezTo>
                <a:cubicBezTo>
                  <a:pt x="121370" y="125796"/>
                  <a:pt x="126133" y="107843"/>
                  <a:pt x="126133" y="83320"/>
                </a:cubicBezTo>
                <a:cubicBezTo>
                  <a:pt x="126133" y="56736"/>
                  <a:pt x="120892" y="36912"/>
                  <a:pt x="110410" y="23847"/>
                </a:cubicBezTo>
                <a:cubicBezTo>
                  <a:pt x="101993" y="13458"/>
                  <a:pt x="90363" y="8264"/>
                  <a:pt x="75519" y="826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6" name="Text 5">
            <a:extLst xmlns:a="http://schemas.openxmlformats.org/drawingml/2006/main">
              <a:ext uri="{FF2B5EF4-FFF2-40B4-BE49-F238E27FC236}">
                <a16:creationId xmlns:a16="http://schemas.microsoft.com/office/drawing/2014/main" id="{C86364E0-427C-444F-A1F8-E40E62222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9381" y="1309183"/>
            <a:ext cx="62414" cy="108889"/>
          </a:xfrm>
          <a:custGeom xmlns:a="http://schemas.openxmlformats.org/drawingml/2006/main">
            <a:pathLst>
              <a:path w="62414" h="108889">
                <a:moveTo>
                  <a:pt x="62414" y="0"/>
                </a:moveTo>
                <a:lnTo>
                  <a:pt x="56259" y="13414"/>
                </a:lnTo>
                <a:lnTo>
                  <a:pt x="24066" y="13414"/>
                </a:lnTo>
                <a:lnTo>
                  <a:pt x="17044" y="27597"/>
                </a:lnTo>
                <a:cubicBezTo>
                  <a:pt x="30983" y="29654"/>
                  <a:pt x="42030" y="34846"/>
                  <a:pt x="50184" y="43176"/>
                </a:cubicBezTo>
                <a:cubicBezTo>
                  <a:pt x="57180" y="50345"/>
                  <a:pt x="60678" y="58779"/>
                  <a:pt x="60678" y="68480"/>
                </a:cubicBezTo>
                <a:cubicBezTo>
                  <a:pt x="60678" y="74121"/>
                  <a:pt x="59534" y="79341"/>
                  <a:pt x="57246" y="84137"/>
                </a:cubicBezTo>
                <a:cubicBezTo>
                  <a:pt x="54957" y="88934"/>
                  <a:pt x="52077" y="93020"/>
                  <a:pt x="48606" y="96395"/>
                </a:cubicBezTo>
                <a:cubicBezTo>
                  <a:pt x="45134" y="99768"/>
                  <a:pt x="41267" y="102483"/>
                  <a:pt x="37006" y="104539"/>
                </a:cubicBezTo>
                <a:cubicBezTo>
                  <a:pt x="30957" y="107439"/>
                  <a:pt x="24750" y="108889"/>
                  <a:pt x="18385" y="108889"/>
                </a:cubicBezTo>
                <a:cubicBezTo>
                  <a:pt x="11967" y="108889"/>
                  <a:pt x="7299" y="107798"/>
                  <a:pt x="4379" y="105614"/>
                </a:cubicBezTo>
                <a:cubicBezTo>
                  <a:pt x="1460" y="103431"/>
                  <a:pt x="0" y="101025"/>
                  <a:pt x="0" y="98395"/>
                </a:cubicBezTo>
                <a:cubicBezTo>
                  <a:pt x="0" y="96922"/>
                  <a:pt x="605" y="95620"/>
                  <a:pt x="1815" y="94489"/>
                </a:cubicBezTo>
                <a:cubicBezTo>
                  <a:pt x="3025" y="93358"/>
                  <a:pt x="4550" y="92792"/>
                  <a:pt x="6391" y="92792"/>
                </a:cubicBezTo>
                <a:cubicBezTo>
                  <a:pt x="7759" y="92792"/>
                  <a:pt x="8956" y="93003"/>
                  <a:pt x="9981" y="93424"/>
                </a:cubicBezTo>
                <a:cubicBezTo>
                  <a:pt x="11007" y="93844"/>
                  <a:pt x="12756" y="94923"/>
                  <a:pt x="15229" y="96659"/>
                </a:cubicBezTo>
                <a:cubicBezTo>
                  <a:pt x="19174" y="99394"/>
                  <a:pt x="23172" y="100788"/>
                  <a:pt x="27222" y="100841"/>
                </a:cubicBezTo>
                <a:cubicBezTo>
                  <a:pt x="33377" y="100841"/>
                  <a:pt x="38782" y="98507"/>
                  <a:pt x="43437" y="93840"/>
                </a:cubicBezTo>
                <a:cubicBezTo>
                  <a:pt x="48093" y="89172"/>
                  <a:pt x="50420" y="83488"/>
                  <a:pt x="50420" y="76789"/>
                </a:cubicBezTo>
                <a:cubicBezTo>
                  <a:pt x="50420" y="70303"/>
                  <a:pt x="48343" y="64251"/>
                  <a:pt x="44187" y="58634"/>
                </a:cubicBezTo>
                <a:cubicBezTo>
                  <a:pt x="40031" y="53015"/>
                  <a:pt x="34297" y="48676"/>
                  <a:pt x="26986" y="45617"/>
                </a:cubicBezTo>
                <a:cubicBezTo>
                  <a:pt x="21252" y="43245"/>
                  <a:pt x="13440" y="41874"/>
                  <a:pt x="3551" y="41504"/>
                </a:cubicBezTo>
                <a:lnTo>
                  <a:pt x="24066" y="0"/>
                </a:lnTo>
                <a:lnTo>
                  <a:pt x="62414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EEAAD8-E6E5-4A5E-978C-13F39EEE3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7250" y="1237150"/>
            <a:ext cx="400153" cy="206446"/>
          </a:xfrm>
          <a:custGeom xmlns:a="http://schemas.openxmlformats.org/drawingml/2006/main">
            <a:pathLst>
              <a:path w="400153" h="206446">
                <a:moveTo>
                  <a:pt x="0" y="206446"/>
                </a:moveTo>
                <a:lnTo>
                  <a:pt x="400153" y="206446"/>
                </a:lnTo>
                <a:lnTo>
                  <a:pt x="400153" y="0"/>
                </a:lnTo>
                <a:lnTo>
                  <a:pt x="0" y="0"/>
                </a:lnTo>
                <a:lnTo>
                  <a:pt x="0" y="206446"/>
                </a:lnTo>
                <a:close/>
              </a:path>
            </a:pathLst>
          </a:custGeom>
          <a:solidFill xmlns:a="http://schemas.openxmlformats.org/drawingml/2006/main">
            <a:srgbClr val="FF9093">
              <a:alpha val="5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43E22E-62BB-497D-AC68-597277130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7250" y="1237147"/>
            <a:ext cx="400154" cy="206447"/>
          </a:xfrm>
          <a:custGeom xmlns:a="http://schemas.openxmlformats.org/drawingml/2006/main">
            <a:pathLst>
              <a:path w="400154" h="206447" fill="none">
                <a:moveTo>
                  <a:pt x="0" y="0"/>
                </a:moveTo>
                <a:lnTo>
                  <a:pt x="400154" y="0"/>
                </a:lnTo>
                <a:lnTo>
                  <a:pt x="400154" y="206447"/>
                </a:lnTo>
                <a:lnTo>
                  <a:pt x="0" y="20644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2036" cap="rnd">
            <a:solidFill>
              <a:srgbClr val="000000"/>
            </a:solidFill>
            <a:round/>
          </a:ln>
        </p:spPr>
      </p:sp>
      <p:sp>
        <p:nvSpPr>
          <p:cNvPr id="189" name="Text O">
            <a:extLst xmlns:a="http://schemas.openxmlformats.org/drawingml/2006/main">
              <a:ext uri="{FF2B5EF4-FFF2-40B4-BE49-F238E27FC236}">
                <a16:creationId xmlns:a16="http://schemas.microsoft.com/office/drawing/2014/main" id="{659FC33C-1A54-4677-9B08-12A605B6E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319" y="1257106"/>
            <a:ext cx="152416" cy="162516"/>
          </a:xfrm>
          <a:custGeom xmlns:a="http://schemas.openxmlformats.org/drawingml/2006/main">
            <a:pathLst>
              <a:path w="152416" h="162516">
                <a:moveTo>
                  <a:pt x="77700" y="0"/>
                </a:moveTo>
                <a:cubicBezTo>
                  <a:pt x="97900" y="0"/>
                  <a:pt x="115402" y="7660"/>
                  <a:pt x="130208" y="22979"/>
                </a:cubicBezTo>
                <a:cubicBezTo>
                  <a:pt x="145013" y="38299"/>
                  <a:pt x="152416" y="57419"/>
                  <a:pt x="152416" y="80340"/>
                </a:cubicBezTo>
                <a:cubicBezTo>
                  <a:pt x="152416" y="103949"/>
                  <a:pt x="144956" y="123547"/>
                  <a:pt x="130036" y="139135"/>
                </a:cubicBezTo>
                <a:cubicBezTo>
                  <a:pt x="115115" y="154722"/>
                  <a:pt x="97058" y="162516"/>
                  <a:pt x="75864" y="162516"/>
                </a:cubicBezTo>
                <a:cubicBezTo>
                  <a:pt x="54440" y="162516"/>
                  <a:pt x="36440" y="154913"/>
                  <a:pt x="21864" y="139709"/>
                </a:cubicBezTo>
                <a:cubicBezTo>
                  <a:pt x="7288" y="124504"/>
                  <a:pt x="0" y="104829"/>
                  <a:pt x="0" y="80684"/>
                </a:cubicBezTo>
                <a:cubicBezTo>
                  <a:pt x="0" y="56006"/>
                  <a:pt x="8417" y="35873"/>
                  <a:pt x="25250" y="20286"/>
                </a:cubicBezTo>
                <a:cubicBezTo>
                  <a:pt x="39864" y="6762"/>
                  <a:pt x="57347" y="0"/>
                  <a:pt x="77700" y="0"/>
                </a:cubicBezTo>
                <a:moveTo>
                  <a:pt x="75519" y="8264"/>
                </a:moveTo>
                <a:cubicBezTo>
                  <a:pt x="61594" y="8264"/>
                  <a:pt x="50423" y="13420"/>
                  <a:pt x="42006" y="23732"/>
                </a:cubicBezTo>
                <a:cubicBezTo>
                  <a:pt x="31524" y="36568"/>
                  <a:pt x="26283" y="55361"/>
                  <a:pt x="26283" y="80114"/>
                </a:cubicBezTo>
                <a:cubicBezTo>
                  <a:pt x="26283" y="105476"/>
                  <a:pt x="31715" y="124994"/>
                  <a:pt x="42580" y="138669"/>
                </a:cubicBezTo>
                <a:cubicBezTo>
                  <a:pt x="50920" y="149058"/>
                  <a:pt x="61938" y="154252"/>
                  <a:pt x="75634" y="154252"/>
                </a:cubicBezTo>
                <a:cubicBezTo>
                  <a:pt x="90248" y="154252"/>
                  <a:pt x="102318" y="148562"/>
                  <a:pt x="111844" y="137180"/>
                </a:cubicBezTo>
                <a:cubicBezTo>
                  <a:pt x="121370" y="125796"/>
                  <a:pt x="126133" y="107843"/>
                  <a:pt x="126133" y="83320"/>
                </a:cubicBezTo>
                <a:cubicBezTo>
                  <a:pt x="126133" y="56736"/>
                  <a:pt x="120892" y="36912"/>
                  <a:pt x="110410" y="23847"/>
                </a:cubicBezTo>
                <a:cubicBezTo>
                  <a:pt x="101993" y="13458"/>
                  <a:pt x="90363" y="8264"/>
                  <a:pt x="75519" y="826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0" name="Text 4">
            <a:extLst xmlns:a="http://schemas.openxmlformats.org/drawingml/2006/main">
              <a:ext uri="{FF2B5EF4-FFF2-40B4-BE49-F238E27FC236}">
                <a16:creationId xmlns:a16="http://schemas.microsoft.com/office/drawing/2014/main" id="{5F50D354-6FEC-45F9-9717-1A667AE76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4327" y="1306974"/>
            <a:ext cx="72672" cy="109205"/>
          </a:xfrm>
          <a:custGeom xmlns:a="http://schemas.openxmlformats.org/drawingml/2006/main">
            <a:pathLst>
              <a:path w="72672" h="109205">
                <a:moveTo>
                  <a:pt x="72672" y="69752"/>
                </a:moveTo>
                <a:lnTo>
                  <a:pt x="72672" y="80957"/>
                </a:lnTo>
                <a:lnTo>
                  <a:pt x="58311" y="80957"/>
                </a:lnTo>
                <a:lnTo>
                  <a:pt x="58311" y="109205"/>
                </a:lnTo>
                <a:lnTo>
                  <a:pt x="45292" y="109205"/>
                </a:lnTo>
                <a:lnTo>
                  <a:pt x="45292" y="80957"/>
                </a:lnTo>
                <a:lnTo>
                  <a:pt x="0" y="80957"/>
                </a:lnTo>
                <a:lnTo>
                  <a:pt x="0" y="70857"/>
                </a:lnTo>
                <a:lnTo>
                  <a:pt x="49631" y="0"/>
                </a:lnTo>
                <a:lnTo>
                  <a:pt x="58311" y="0"/>
                </a:lnTo>
                <a:lnTo>
                  <a:pt x="58311" y="69752"/>
                </a:lnTo>
                <a:lnTo>
                  <a:pt x="72672" y="69752"/>
                </a:lnTo>
                <a:moveTo>
                  <a:pt x="45292" y="69752"/>
                </a:moveTo>
                <a:lnTo>
                  <a:pt x="45292" y="16679"/>
                </a:lnTo>
                <a:lnTo>
                  <a:pt x="7733" y="69752"/>
                </a:lnTo>
                <a:lnTo>
                  <a:pt x="45292" y="6975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69A3E4-B267-40C6-A50F-73CC17836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024" y="1443594"/>
            <a:ext cx="1991081" cy="72482"/>
          </a:xfrm>
          <a:custGeom xmlns:a="http://schemas.openxmlformats.org/drawingml/2006/main">
            <a:pathLst>
              <a:path w="1991081" h="72482" fill="none">
                <a:moveTo>
                  <a:pt x="1991081" y="7248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691" cap="rnd">
            <a:solidFill>
              <a:srgbClr val="000000"/>
            </a:solidFill>
            <a:custDash>
              <a:ds d="200000" sp="200000"/>
            </a:custDash>
            <a:round/>
          </a:ln>
        </p:spPr>
      </p:sp>
      <p:sp>
        <p:nvSpPr>
          <p:cNvPr id="1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94A828-7F24-40BF-B3EC-88224A688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6322" y="1443594"/>
            <a:ext cx="1991081" cy="64469"/>
          </a:xfrm>
          <a:custGeom xmlns:a="http://schemas.openxmlformats.org/drawingml/2006/main">
            <a:pathLst>
              <a:path w="1991081" h="64469" fill="none">
                <a:moveTo>
                  <a:pt x="1991081" y="6446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691" cap="rnd">
            <a:solidFill>
              <a:srgbClr val="000000"/>
            </a:solidFill>
            <a:custDash>
              <a:ds d="200000" sp="200000"/>
            </a:custDash>
            <a:round/>
          </a:ln>
        </p:spPr>
      </p:sp>
      <p:sp>
        <p:nvSpPr>
          <p:cNvPr id="1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6C10F6-8099-4FB3-B16B-9DC620327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5913" y="1148149"/>
            <a:ext cx="112924" cy="112924"/>
          </a:xfrm>
          <a:custGeom xmlns:a="http://schemas.openxmlformats.org/drawingml/2006/main">
            <a:pathLst>
              <a:path w="112924" h="112924">
                <a:moveTo>
                  <a:pt x="92766" y="20050"/>
                </a:moveTo>
                <a:cubicBezTo>
                  <a:pt x="112876" y="40099"/>
                  <a:pt x="112924" y="72655"/>
                  <a:pt x="92875" y="92765"/>
                </a:cubicBezTo>
                <a:cubicBezTo>
                  <a:pt x="72825" y="112875"/>
                  <a:pt x="40270" y="112924"/>
                  <a:pt x="20160" y="92874"/>
                </a:cubicBezTo>
                <a:cubicBezTo>
                  <a:pt x="50" y="72825"/>
                  <a:pt x="0" y="40269"/>
                  <a:pt x="20050" y="20159"/>
                </a:cubicBezTo>
                <a:cubicBezTo>
                  <a:pt x="40100" y="49"/>
                  <a:pt x="72656" y="0"/>
                  <a:pt x="92766" y="20050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AFE132-6589-4C70-9FB7-429522CAC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5912" y="1148147"/>
            <a:ext cx="112929" cy="112924"/>
          </a:xfrm>
          <a:custGeom xmlns:a="http://schemas.openxmlformats.org/drawingml/2006/main">
            <a:pathLst>
              <a:path w="112929" h="112924" fill="none">
                <a:moveTo>
                  <a:pt x="92759" y="20050"/>
                </a:moveTo>
                <a:cubicBezTo>
                  <a:pt x="112870" y="40100"/>
                  <a:pt x="112929" y="72656"/>
                  <a:pt x="92876" y="92766"/>
                </a:cubicBezTo>
                <a:cubicBezTo>
                  <a:pt x="72825" y="112876"/>
                  <a:pt x="40270" y="112924"/>
                  <a:pt x="20160" y="92875"/>
                </a:cubicBezTo>
                <a:cubicBezTo>
                  <a:pt x="50" y="72825"/>
                  <a:pt x="0" y="40270"/>
                  <a:pt x="20050" y="20160"/>
                </a:cubicBezTo>
                <a:cubicBezTo>
                  <a:pt x="40100" y="50"/>
                  <a:pt x="72656" y="0"/>
                  <a:pt x="92759" y="200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22036" cap="rnd">
            <a:solidFill>
              <a:srgbClr val="000000"/>
            </a:solidFill>
            <a:round/>
          </a:ln>
        </p:spPr>
      </p:sp>
      <p:sp>
        <p:nvSpPr>
          <p:cNvPr id="1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07E8E9-8C51-49C5-ABF2-575915836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3528" y="1204950"/>
            <a:ext cx="96249" cy="144"/>
          </a:xfrm>
          <a:custGeom xmlns:a="http://schemas.openxmlformats.org/drawingml/2006/main">
            <a:pathLst>
              <a:path w="96249" h="144" fill="none">
                <a:moveTo>
                  <a:pt x="0" y="144"/>
                </a:moveTo>
                <a:lnTo>
                  <a:pt x="9624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036" cap="rnd">
            <a:solidFill>
              <a:srgbClr val="000000"/>
            </a:solidFill>
            <a:round/>
          </a:ln>
        </p:spPr>
      </p:sp>
      <p:sp>
        <p:nvSpPr>
          <p:cNvPr id="1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C89DD1-82E9-4992-AE92-9D1C1E466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3617" y="1156481"/>
            <a:ext cx="145" cy="96253"/>
          </a:xfrm>
          <a:custGeom xmlns:a="http://schemas.openxmlformats.org/drawingml/2006/main">
            <a:pathLst>
              <a:path w="145" h="96253" fill="none">
                <a:moveTo>
                  <a:pt x="0" y="0"/>
                </a:moveTo>
                <a:lnTo>
                  <a:pt x="145" y="96253"/>
                </a:lnTo>
              </a:path>
            </a:pathLst>
          </a:custGeom>
          <a:noFill xmlns:a="http://schemas.openxmlformats.org/drawingml/2006/main"/>
          <a:ln xmlns:a="http://schemas.openxmlformats.org/drawingml/2006/main" w="22036" cap="rnd">
            <a:solidFill>
              <a:srgbClr val="000000"/>
            </a:solidFill>
            <a:round/>
          </a:ln>
        </p:spPr>
      </p:sp>
      <p:sp>
        <p:nvSpPr>
          <p:cNvPr id="1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2380B0-689A-4355-8E1F-722C6D330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9155" y="969255"/>
            <a:ext cx="719844" cy="485679"/>
          </a:xfrm>
          <a:custGeom xmlns:a="http://schemas.openxmlformats.org/drawingml/2006/main">
            <a:pathLst>
              <a:path w="719844" h="485679">
                <a:moveTo>
                  <a:pt x="0" y="485679"/>
                </a:moveTo>
                <a:lnTo>
                  <a:pt x="719844" y="485679"/>
                </a:lnTo>
                <a:lnTo>
                  <a:pt x="719844" y="0"/>
                </a:lnTo>
                <a:lnTo>
                  <a:pt x="0" y="0"/>
                </a:lnTo>
                <a:lnTo>
                  <a:pt x="0" y="48567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C1EC7D-D78D-4CEE-B29A-1EF9BEDB4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9159" y="969252"/>
            <a:ext cx="719844" cy="485679"/>
          </a:xfrm>
          <a:custGeom xmlns:a="http://schemas.openxmlformats.org/drawingml/2006/main">
            <a:pathLst>
              <a:path w="719844" h="485679" fill="none">
                <a:moveTo>
                  <a:pt x="0" y="0"/>
                </a:moveTo>
                <a:lnTo>
                  <a:pt x="719844" y="0"/>
                </a:lnTo>
                <a:lnTo>
                  <a:pt x="719844" y="485679"/>
                </a:lnTo>
                <a:lnTo>
                  <a:pt x="0" y="48567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2036" cap="rnd">
            <a:solidFill>
              <a:srgbClr val="8B4D4D"/>
            </a:solidFill>
            <a:round/>
          </a:ln>
        </p:spPr>
      </p:sp>
      <p:sp>
        <p:nvSpPr>
          <p:cNvPr id="199" name="Text Index">
            <a:extLst xmlns:a="http://schemas.openxmlformats.org/drawingml/2006/main">
              <a:ext uri="{FF2B5EF4-FFF2-40B4-BE49-F238E27FC236}">
                <a16:creationId xmlns:a16="http://schemas.microsoft.com/office/drawing/2014/main" id="{F07E1944-84B0-4799-83E0-545B6CABB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1596" y="1015626"/>
            <a:ext cx="495593" cy="138988"/>
          </a:xfrm>
          <a:custGeom xmlns:a="http://schemas.openxmlformats.org/drawingml/2006/main">
            <a:pathLst>
              <a:path w="495593" h="138988">
                <a:moveTo>
                  <a:pt x="71201" y="132561"/>
                </a:moveTo>
                <a:lnTo>
                  <a:pt x="71201" y="136176"/>
                </a:lnTo>
                <a:lnTo>
                  <a:pt x="0" y="136176"/>
                </a:lnTo>
                <a:lnTo>
                  <a:pt x="0" y="132561"/>
                </a:lnTo>
                <a:lnTo>
                  <a:pt x="4519" y="132561"/>
                </a:lnTo>
                <a:cubicBezTo>
                  <a:pt x="8469" y="132561"/>
                  <a:pt x="11649" y="131854"/>
                  <a:pt x="14059" y="130442"/>
                </a:cubicBezTo>
                <a:cubicBezTo>
                  <a:pt x="15800" y="129499"/>
                  <a:pt x="17139" y="127883"/>
                  <a:pt x="18076" y="125597"/>
                </a:cubicBezTo>
                <a:cubicBezTo>
                  <a:pt x="18813" y="123982"/>
                  <a:pt x="19181" y="119742"/>
                  <a:pt x="19181" y="112877"/>
                </a:cubicBezTo>
                <a:lnTo>
                  <a:pt x="19181" y="23299"/>
                </a:lnTo>
                <a:cubicBezTo>
                  <a:pt x="19181" y="16300"/>
                  <a:pt x="18813" y="11926"/>
                  <a:pt x="18076" y="10177"/>
                </a:cubicBezTo>
                <a:cubicBezTo>
                  <a:pt x="17340" y="8426"/>
                  <a:pt x="15850" y="6895"/>
                  <a:pt x="13608" y="5583"/>
                </a:cubicBezTo>
                <a:cubicBezTo>
                  <a:pt x="11365" y="4271"/>
                  <a:pt x="8335" y="3615"/>
                  <a:pt x="4519" y="3615"/>
                </a:cubicBezTo>
                <a:lnTo>
                  <a:pt x="0" y="3615"/>
                </a:lnTo>
                <a:lnTo>
                  <a:pt x="0" y="0"/>
                </a:lnTo>
                <a:lnTo>
                  <a:pt x="71201" y="0"/>
                </a:lnTo>
                <a:lnTo>
                  <a:pt x="71201" y="3615"/>
                </a:lnTo>
                <a:lnTo>
                  <a:pt x="66682" y="3615"/>
                </a:lnTo>
                <a:cubicBezTo>
                  <a:pt x="62732" y="3615"/>
                  <a:pt x="59552" y="4321"/>
                  <a:pt x="57142" y="5734"/>
                </a:cubicBezTo>
                <a:cubicBezTo>
                  <a:pt x="55401" y="6677"/>
                  <a:pt x="54028" y="8292"/>
                  <a:pt x="53024" y="10579"/>
                </a:cubicBezTo>
                <a:cubicBezTo>
                  <a:pt x="52288" y="12194"/>
                  <a:pt x="51920" y="16434"/>
                  <a:pt x="51920" y="23299"/>
                </a:cubicBezTo>
                <a:lnTo>
                  <a:pt x="51920" y="112877"/>
                </a:lnTo>
                <a:cubicBezTo>
                  <a:pt x="51920" y="119876"/>
                  <a:pt x="52305" y="124250"/>
                  <a:pt x="53074" y="126002"/>
                </a:cubicBezTo>
                <a:cubicBezTo>
                  <a:pt x="53844" y="127751"/>
                  <a:pt x="55351" y="129281"/>
                  <a:pt x="57594" y="130593"/>
                </a:cubicBezTo>
                <a:cubicBezTo>
                  <a:pt x="59836" y="131905"/>
                  <a:pt x="62866" y="132561"/>
                  <a:pt x="66682" y="132561"/>
                </a:cubicBezTo>
                <a:lnTo>
                  <a:pt x="71201" y="132561"/>
                </a:lnTo>
                <a:close/>
                <a:moveTo>
                  <a:pt x="121220" y="42178"/>
                </a:moveTo>
                <a:lnTo>
                  <a:pt x="121220" y="54430"/>
                </a:lnTo>
                <a:cubicBezTo>
                  <a:pt x="126041" y="49173"/>
                  <a:pt x="130660" y="45348"/>
                  <a:pt x="135079" y="42957"/>
                </a:cubicBezTo>
                <a:cubicBezTo>
                  <a:pt x="139498" y="40563"/>
                  <a:pt x="144251" y="39366"/>
                  <a:pt x="149339" y="39366"/>
                </a:cubicBezTo>
                <a:cubicBezTo>
                  <a:pt x="155432" y="39366"/>
                  <a:pt x="160486" y="41059"/>
                  <a:pt x="164503" y="44444"/>
                </a:cubicBezTo>
                <a:cubicBezTo>
                  <a:pt x="168520" y="47829"/>
                  <a:pt x="171198" y="52036"/>
                  <a:pt x="172537" y="57063"/>
                </a:cubicBezTo>
                <a:cubicBezTo>
                  <a:pt x="173609" y="60886"/>
                  <a:pt x="174144" y="68227"/>
                  <a:pt x="174144" y="79088"/>
                </a:cubicBezTo>
                <a:lnTo>
                  <a:pt x="174144" y="115689"/>
                </a:lnTo>
                <a:cubicBezTo>
                  <a:pt x="174144" y="122920"/>
                  <a:pt x="174797" y="127422"/>
                  <a:pt x="176102" y="129196"/>
                </a:cubicBezTo>
                <a:cubicBezTo>
                  <a:pt x="177408" y="130971"/>
                  <a:pt x="180136" y="132092"/>
                  <a:pt x="184287" y="132561"/>
                </a:cubicBezTo>
                <a:lnTo>
                  <a:pt x="184287" y="136176"/>
                </a:lnTo>
                <a:lnTo>
                  <a:pt x="136786" y="136176"/>
                </a:lnTo>
                <a:lnTo>
                  <a:pt x="136786" y="132561"/>
                </a:lnTo>
                <a:cubicBezTo>
                  <a:pt x="140335" y="132092"/>
                  <a:pt x="142879" y="130619"/>
                  <a:pt x="144418" y="128142"/>
                </a:cubicBezTo>
                <a:cubicBezTo>
                  <a:pt x="145490" y="126468"/>
                  <a:pt x="146025" y="122317"/>
                  <a:pt x="146025" y="115689"/>
                </a:cubicBezTo>
                <a:lnTo>
                  <a:pt x="146025" y="73913"/>
                </a:lnTo>
                <a:cubicBezTo>
                  <a:pt x="146025" y="66213"/>
                  <a:pt x="145724" y="61359"/>
                  <a:pt x="145121" y="59351"/>
                </a:cubicBezTo>
                <a:cubicBezTo>
                  <a:pt x="144519" y="57342"/>
                  <a:pt x="143498" y="55786"/>
                  <a:pt x="142059" y="54681"/>
                </a:cubicBezTo>
                <a:cubicBezTo>
                  <a:pt x="140619" y="53577"/>
                  <a:pt x="139029" y="53024"/>
                  <a:pt x="137288" y="53024"/>
                </a:cubicBezTo>
                <a:cubicBezTo>
                  <a:pt x="131531" y="53024"/>
                  <a:pt x="126175" y="57175"/>
                  <a:pt x="121220" y="65477"/>
                </a:cubicBezTo>
                <a:lnTo>
                  <a:pt x="121220" y="115689"/>
                </a:lnTo>
                <a:cubicBezTo>
                  <a:pt x="121220" y="122719"/>
                  <a:pt x="121873" y="127171"/>
                  <a:pt x="123179" y="129046"/>
                </a:cubicBezTo>
                <a:cubicBezTo>
                  <a:pt x="124484" y="130920"/>
                  <a:pt x="126911" y="132092"/>
                  <a:pt x="130459" y="132561"/>
                </a:cubicBezTo>
                <a:lnTo>
                  <a:pt x="130459" y="136176"/>
                </a:lnTo>
                <a:lnTo>
                  <a:pt x="82959" y="136176"/>
                </a:lnTo>
                <a:lnTo>
                  <a:pt x="82959" y="132561"/>
                </a:lnTo>
                <a:cubicBezTo>
                  <a:pt x="86909" y="132159"/>
                  <a:pt x="89721" y="130887"/>
                  <a:pt x="91394" y="128744"/>
                </a:cubicBezTo>
                <a:cubicBezTo>
                  <a:pt x="92532" y="127272"/>
                  <a:pt x="93101" y="122920"/>
                  <a:pt x="93101" y="115689"/>
                </a:cubicBezTo>
                <a:lnTo>
                  <a:pt x="93101" y="62665"/>
                </a:lnTo>
                <a:cubicBezTo>
                  <a:pt x="93101" y="55483"/>
                  <a:pt x="92449" y="51011"/>
                  <a:pt x="91143" y="49249"/>
                </a:cubicBezTo>
                <a:cubicBezTo>
                  <a:pt x="89838" y="47487"/>
                  <a:pt x="87109" y="46336"/>
                  <a:pt x="82959" y="45794"/>
                </a:cubicBezTo>
                <a:lnTo>
                  <a:pt x="82959" y="42178"/>
                </a:lnTo>
                <a:lnTo>
                  <a:pt x="121220" y="42178"/>
                </a:lnTo>
                <a:close/>
                <a:moveTo>
                  <a:pt x="288537" y="0"/>
                </a:moveTo>
                <a:lnTo>
                  <a:pt x="288537" y="108057"/>
                </a:lnTo>
                <a:cubicBezTo>
                  <a:pt x="288537" y="115281"/>
                  <a:pt x="288738" y="119556"/>
                  <a:pt x="289139" y="120880"/>
                </a:cubicBezTo>
                <a:cubicBezTo>
                  <a:pt x="289675" y="123068"/>
                  <a:pt x="290696" y="124693"/>
                  <a:pt x="292202" y="125754"/>
                </a:cubicBezTo>
                <a:cubicBezTo>
                  <a:pt x="293709" y="126812"/>
                  <a:pt x="296336" y="127474"/>
                  <a:pt x="300086" y="127740"/>
                </a:cubicBezTo>
                <a:lnTo>
                  <a:pt x="300086" y="131355"/>
                </a:lnTo>
                <a:lnTo>
                  <a:pt x="260418" y="138988"/>
                </a:lnTo>
                <a:lnTo>
                  <a:pt x="260418" y="124125"/>
                </a:lnTo>
                <a:cubicBezTo>
                  <a:pt x="255664" y="129883"/>
                  <a:pt x="251430" y="133799"/>
                  <a:pt x="247714" y="135875"/>
                </a:cubicBezTo>
                <a:cubicBezTo>
                  <a:pt x="243998" y="137950"/>
                  <a:pt x="239797" y="138988"/>
                  <a:pt x="235111" y="138988"/>
                </a:cubicBezTo>
                <a:cubicBezTo>
                  <a:pt x="223127" y="138988"/>
                  <a:pt x="213653" y="133627"/>
                  <a:pt x="206691" y="122904"/>
                </a:cubicBezTo>
                <a:cubicBezTo>
                  <a:pt x="201067" y="114192"/>
                  <a:pt x="198255" y="103503"/>
                  <a:pt x="198255" y="90837"/>
                </a:cubicBezTo>
                <a:cubicBezTo>
                  <a:pt x="198255" y="80717"/>
                  <a:pt x="199996" y="71653"/>
                  <a:pt x="203477" y="63644"/>
                </a:cubicBezTo>
                <a:cubicBezTo>
                  <a:pt x="206958" y="55635"/>
                  <a:pt x="211729" y="49587"/>
                  <a:pt x="217788" y="45499"/>
                </a:cubicBezTo>
                <a:cubicBezTo>
                  <a:pt x="223847" y="41411"/>
                  <a:pt x="230357" y="39366"/>
                  <a:pt x="237320" y="39366"/>
                </a:cubicBezTo>
                <a:cubicBezTo>
                  <a:pt x="241806" y="39366"/>
                  <a:pt x="245789" y="40244"/>
                  <a:pt x="249271" y="41999"/>
                </a:cubicBezTo>
                <a:cubicBezTo>
                  <a:pt x="252752" y="43755"/>
                  <a:pt x="256468" y="46827"/>
                  <a:pt x="260418" y="51217"/>
                </a:cubicBezTo>
                <a:lnTo>
                  <a:pt x="260418" y="22897"/>
                </a:lnTo>
                <a:cubicBezTo>
                  <a:pt x="260418" y="15733"/>
                  <a:pt x="260117" y="11415"/>
                  <a:pt x="259514" y="9942"/>
                </a:cubicBezTo>
                <a:cubicBezTo>
                  <a:pt x="258711" y="8000"/>
                  <a:pt x="257506" y="6561"/>
                  <a:pt x="255899" y="5624"/>
                </a:cubicBezTo>
                <a:cubicBezTo>
                  <a:pt x="254292" y="4686"/>
                  <a:pt x="251279" y="4218"/>
                  <a:pt x="246861" y="4218"/>
                </a:cubicBezTo>
                <a:lnTo>
                  <a:pt x="246861" y="0"/>
                </a:lnTo>
                <a:lnTo>
                  <a:pt x="288537" y="0"/>
                </a:lnTo>
                <a:moveTo>
                  <a:pt x="260418" y="63468"/>
                </a:moveTo>
                <a:cubicBezTo>
                  <a:pt x="255464" y="54095"/>
                  <a:pt x="249405" y="49409"/>
                  <a:pt x="242241" y="49409"/>
                </a:cubicBezTo>
                <a:cubicBezTo>
                  <a:pt x="239764" y="49409"/>
                  <a:pt x="237722" y="50078"/>
                  <a:pt x="236115" y="51417"/>
                </a:cubicBezTo>
                <a:cubicBezTo>
                  <a:pt x="233638" y="53493"/>
                  <a:pt x="231613" y="57142"/>
                  <a:pt x="230039" y="62364"/>
                </a:cubicBezTo>
                <a:cubicBezTo>
                  <a:pt x="228466" y="67586"/>
                  <a:pt x="227679" y="75586"/>
                  <a:pt x="227679" y="86365"/>
                </a:cubicBezTo>
                <a:cubicBezTo>
                  <a:pt x="227679" y="98215"/>
                  <a:pt x="228550" y="106986"/>
                  <a:pt x="230290" y="112676"/>
                </a:cubicBezTo>
                <a:cubicBezTo>
                  <a:pt x="232031" y="118367"/>
                  <a:pt x="234408" y="122485"/>
                  <a:pt x="237421" y="125029"/>
                </a:cubicBezTo>
                <a:cubicBezTo>
                  <a:pt x="238960" y="126301"/>
                  <a:pt x="241069" y="126937"/>
                  <a:pt x="243747" y="126937"/>
                </a:cubicBezTo>
                <a:cubicBezTo>
                  <a:pt x="249639" y="126937"/>
                  <a:pt x="255196" y="122303"/>
                  <a:pt x="260418" y="113034"/>
                </a:cubicBezTo>
                <a:lnTo>
                  <a:pt x="260418" y="63468"/>
                </a:lnTo>
                <a:close/>
                <a:moveTo>
                  <a:pt x="391179" y="85763"/>
                </a:moveTo>
                <a:lnTo>
                  <a:pt x="339662" y="85763"/>
                </a:lnTo>
                <a:cubicBezTo>
                  <a:pt x="340264" y="98249"/>
                  <a:pt x="343578" y="108117"/>
                  <a:pt x="349604" y="115366"/>
                </a:cubicBezTo>
                <a:cubicBezTo>
                  <a:pt x="354223" y="120937"/>
                  <a:pt x="359780" y="123723"/>
                  <a:pt x="366274" y="123723"/>
                </a:cubicBezTo>
                <a:cubicBezTo>
                  <a:pt x="370291" y="123723"/>
                  <a:pt x="373940" y="122602"/>
                  <a:pt x="377220" y="120359"/>
                </a:cubicBezTo>
                <a:cubicBezTo>
                  <a:pt x="380501" y="118116"/>
                  <a:pt x="384016" y="114082"/>
                  <a:pt x="387765" y="108258"/>
                </a:cubicBezTo>
                <a:lnTo>
                  <a:pt x="391179" y="110467"/>
                </a:lnTo>
                <a:cubicBezTo>
                  <a:pt x="386091" y="120844"/>
                  <a:pt x="380467" y="128192"/>
                  <a:pt x="374308" y="132510"/>
                </a:cubicBezTo>
                <a:cubicBezTo>
                  <a:pt x="368149" y="136829"/>
                  <a:pt x="361019" y="138988"/>
                  <a:pt x="352918" y="138988"/>
                </a:cubicBezTo>
                <a:cubicBezTo>
                  <a:pt x="338992" y="138988"/>
                  <a:pt x="328447" y="133627"/>
                  <a:pt x="321284" y="122904"/>
                </a:cubicBezTo>
                <a:cubicBezTo>
                  <a:pt x="315526" y="114259"/>
                  <a:pt x="312647" y="103537"/>
                  <a:pt x="312647" y="90737"/>
                </a:cubicBezTo>
                <a:cubicBezTo>
                  <a:pt x="312647" y="75054"/>
                  <a:pt x="316882" y="62572"/>
                  <a:pt x="325351" y="53291"/>
                </a:cubicBezTo>
                <a:cubicBezTo>
                  <a:pt x="333820" y="44008"/>
                  <a:pt x="343745" y="39366"/>
                  <a:pt x="355127" y="39366"/>
                </a:cubicBezTo>
                <a:cubicBezTo>
                  <a:pt x="364634" y="39366"/>
                  <a:pt x="372885" y="43266"/>
                  <a:pt x="379882" y="51066"/>
                </a:cubicBezTo>
                <a:cubicBezTo>
                  <a:pt x="386878" y="58866"/>
                  <a:pt x="390644" y="70431"/>
                  <a:pt x="391179" y="85763"/>
                </a:cubicBezTo>
                <a:moveTo>
                  <a:pt x="366475" y="79135"/>
                </a:moveTo>
                <a:cubicBezTo>
                  <a:pt x="366475" y="68356"/>
                  <a:pt x="365889" y="60958"/>
                  <a:pt x="364718" y="56941"/>
                </a:cubicBezTo>
                <a:cubicBezTo>
                  <a:pt x="363546" y="52924"/>
                  <a:pt x="361721" y="49878"/>
                  <a:pt x="359244" y="47802"/>
                </a:cubicBezTo>
                <a:cubicBezTo>
                  <a:pt x="357838" y="46597"/>
                  <a:pt x="355964" y="45995"/>
                  <a:pt x="353621" y="45995"/>
                </a:cubicBezTo>
                <a:cubicBezTo>
                  <a:pt x="350139" y="45995"/>
                  <a:pt x="347294" y="47702"/>
                  <a:pt x="345084" y="51116"/>
                </a:cubicBezTo>
                <a:cubicBezTo>
                  <a:pt x="341134" y="57075"/>
                  <a:pt x="339159" y="65243"/>
                  <a:pt x="339159" y="75620"/>
                </a:cubicBezTo>
                <a:lnTo>
                  <a:pt x="339159" y="79135"/>
                </a:lnTo>
                <a:lnTo>
                  <a:pt x="366475" y="79135"/>
                </a:lnTo>
                <a:close/>
                <a:moveTo>
                  <a:pt x="458113" y="78576"/>
                </a:moveTo>
                <a:lnTo>
                  <a:pt x="474805" y="109570"/>
                </a:lnTo>
                <a:cubicBezTo>
                  <a:pt x="480429" y="120346"/>
                  <a:pt x="484881" y="127173"/>
                  <a:pt x="488161" y="130050"/>
                </a:cubicBezTo>
                <a:cubicBezTo>
                  <a:pt x="489969" y="131590"/>
                  <a:pt x="492446" y="132427"/>
                  <a:pt x="495593" y="132561"/>
                </a:cubicBezTo>
                <a:lnTo>
                  <a:pt x="495593" y="136176"/>
                </a:lnTo>
                <a:lnTo>
                  <a:pt x="443272" y="136176"/>
                </a:lnTo>
                <a:lnTo>
                  <a:pt x="443272" y="132561"/>
                </a:lnTo>
                <a:cubicBezTo>
                  <a:pt x="447356" y="132226"/>
                  <a:pt x="449883" y="131690"/>
                  <a:pt x="450854" y="130954"/>
                </a:cubicBezTo>
                <a:cubicBezTo>
                  <a:pt x="451824" y="130215"/>
                  <a:pt x="452310" y="129209"/>
                  <a:pt x="452310" y="127935"/>
                </a:cubicBezTo>
                <a:cubicBezTo>
                  <a:pt x="452310" y="126058"/>
                  <a:pt x="451239" y="123108"/>
                  <a:pt x="449096" y="119085"/>
                </a:cubicBezTo>
                <a:lnTo>
                  <a:pt x="440899" y="103864"/>
                </a:lnTo>
                <a:lnTo>
                  <a:pt x="434033" y="113957"/>
                </a:lnTo>
                <a:cubicBezTo>
                  <a:pt x="430886" y="118583"/>
                  <a:pt x="429112" y="121332"/>
                  <a:pt x="428710" y="122204"/>
                </a:cubicBezTo>
                <a:cubicBezTo>
                  <a:pt x="428174" y="123476"/>
                  <a:pt x="427907" y="124616"/>
                  <a:pt x="427907" y="125622"/>
                </a:cubicBezTo>
                <a:cubicBezTo>
                  <a:pt x="427907" y="127164"/>
                  <a:pt x="428225" y="128455"/>
                  <a:pt x="428861" y="129494"/>
                </a:cubicBezTo>
                <a:cubicBezTo>
                  <a:pt x="429497" y="130532"/>
                  <a:pt x="430367" y="131303"/>
                  <a:pt x="431472" y="131807"/>
                </a:cubicBezTo>
                <a:cubicBezTo>
                  <a:pt x="432576" y="132310"/>
                  <a:pt x="434602" y="132561"/>
                  <a:pt x="437547" y="132561"/>
                </a:cubicBezTo>
                <a:lnTo>
                  <a:pt x="437547" y="136176"/>
                </a:lnTo>
                <a:lnTo>
                  <a:pt x="400792" y="136176"/>
                </a:lnTo>
                <a:lnTo>
                  <a:pt x="400792" y="132561"/>
                </a:lnTo>
                <a:cubicBezTo>
                  <a:pt x="405345" y="132561"/>
                  <a:pt x="409512" y="131304"/>
                  <a:pt x="413295" y="128792"/>
                </a:cubicBezTo>
                <a:cubicBezTo>
                  <a:pt x="417078" y="126277"/>
                  <a:pt x="422584" y="119692"/>
                  <a:pt x="429815" y="109036"/>
                </a:cubicBezTo>
                <a:lnTo>
                  <a:pt x="437563" y="97666"/>
                </a:lnTo>
                <a:lnTo>
                  <a:pt x="421379" y="67614"/>
                </a:lnTo>
                <a:cubicBezTo>
                  <a:pt x="416090" y="57781"/>
                  <a:pt x="412140" y="51753"/>
                  <a:pt x="409529" y="49531"/>
                </a:cubicBezTo>
                <a:cubicBezTo>
                  <a:pt x="406918" y="47309"/>
                  <a:pt x="404006" y="46064"/>
                  <a:pt x="400792" y="45794"/>
                </a:cubicBezTo>
                <a:lnTo>
                  <a:pt x="400792" y="42178"/>
                </a:lnTo>
                <a:lnTo>
                  <a:pt x="452812" y="42178"/>
                </a:lnTo>
                <a:lnTo>
                  <a:pt x="452812" y="45794"/>
                </a:lnTo>
                <a:lnTo>
                  <a:pt x="450101" y="45894"/>
                </a:lnTo>
                <a:lnTo>
                  <a:pt x="444878" y="47721"/>
                </a:lnTo>
                <a:cubicBezTo>
                  <a:pt x="444343" y="48193"/>
                  <a:pt x="444075" y="48971"/>
                  <a:pt x="444075" y="50052"/>
                </a:cubicBezTo>
                <a:cubicBezTo>
                  <a:pt x="444075" y="51065"/>
                  <a:pt x="444242" y="52112"/>
                  <a:pt x="444577" y="53194"/>
                </a:cubicBezTo>
                <a:cubicBezTo>
                  <a:pt x="444778" y="53667"/>
                  <a:pt x="445715" y="55491"/>
                  <a:pt x="447389" y="58667"/>
                </a:cubicBezTo>
                <a:lnTo>
                  <a:pt x="454783" y="72394"/>
                </a:lnTo>
                <a:lnTo>
                  <a:pt x="458536" y="66883"/>
                </a:lnTo>
                <a:cubicBezTo>
                  <a:pt x="463892" y="59483"/>
                  <a:pt x="466570" y="54303"/>
                  <a:pt x="466570" y="51342"/>
                </a:cubicBezTo>
                <a:cubicBezTo>
                  <a:pt x="466570" y="49930"/>
                  <a:pt x="465984" y="48736"/>
                  <a:pt x="464813" y="47761"/>
                </a:cubicBezTo>
                <a:cubicBezTo>
                  <a:pt x="463641" y="46786"/>
                  <a:pt x="461549" y="46130"/>
                  <a:pt x="458536" y="45794"/>
                </a:cubicBezTo>
                <a:lnTo>
                  <a:pt x="458536" y="42178"/>
                </a:lnTo>
                <a:lnTo>
                  <a:pt x="491777" y="42178"/>
                </a:lnTo>
                <a:lnTo>
                  <a:pt x="491777" y="45794"/>
                </a:lnTo>
                <a:cubicBezTo>
                  <a:pt x="487693" y="45928"/>
                  <a:pt x="483877" y="47191"/>
                  <a:pt x="480328" y="49585"/>
                </a:cubicBezTo>
                <a:cubicBezTo>
                  <a:pt x="476780" y="51978"/>
                  <a:pt x="472796" y="56613"/>
                  <a:pt x="468378" y="63490"/>
                </a:cubicBezTo>
                <a:lnTo>
                  <a:pt x="458113" y="78576"/>
                </a:lnTo>
                <a:close/>
              </a:path>
            </a:pathLst>
          </a:custGeom>
          <a:solidFill xmlns:a="http://schemas.openxmlformats.org/drawingml/2006/main">
            <a:srgbClr val="8B4D4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0" name="Text [8:0]">
            <a:extLst xmlns:a="http://schemas.openxmlformats.org/drawingml/2006/main">
              <a:ext uri="{FF2B5EF4-FFF2-40B4-BE49-F238E27FC236}">
                <a16:creationId xmlns:a16="http://schemas.microsoft.com/office/drawing/2014/main" id="{DF9770F8-1C58-4D9C-90B8-342491833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865" y="1241910"/>
            <a:ext cx="368254" cy="176547"/>
          </a:xfrm>
          <a:custGeom xmlns:a="http://schemas.openxmlformats.org/drawingml/2006/main">
            <a:pathLst>
              <a:path w="368254" h="176547">
                <a:moveTo>
                  <a:pt x="0" y="176547"/>
                </a:moveTo>
                <a:lnTo>
                  <a:pt x="0" y="2812"/>
                </a:lnTo>
                <a:lnTo>
                  <a:pt x="40371" y="2812"/>
                </a:lnTo>
                <a:lnTo>
                  <a:pt x="40371" y="7030"/>
                </a:lnTo>
                <a:lnTo>
                  <a:pt x="35852" y="7030"/>
                </a:lnTo>
                <a:cubicBezTo>
                  <a:pt x="31433" y="7030"/>
                  <a:pt x="28470" y="7485"/>
                  <a:pt x="26964" y="8395"/>
                </a:cubicBezTo>
                <a:cubicBezTo>
                  <a:pt x="25458" y="9303"/>
                  <a:pt x="24320" y="10649"/>
                  <a:pt x="23550" y="12434"/>
                </a:cubicBezTo>
                <a:cubicBezTo>
                  <a:pt x="22780" y="14216"/>
                  <a:pt x="22395" y="18507"/>
                  <a:pt x="22395" y="25307"/>
                </a:cubicBezTo>
                <a:lnTo>
                  <a:pt x="22395" y="154855"/>
                </a:lnTo>
                <a:cubicBezTo>
                  <a:pt x="22395" y="161282"/>
                  <a:pt x="22529" y="164964"/>
                  <a:pt x="22796" y="165902"/>
                </a:cubicBezTo>
                <a:cubicBezTo>
                  <a:pt x="23399" y="168312"/>
                  <a:pt x="24520" y="170086"/>
                  <a:pt x="26161" y="171224"/>
                </a:cubicBezTo>
                <a:cubicBezTo>
                  <a:pt x="27801" y="172362"/>
                  <a:pt x="31031" y="172931"/>
                  <a:pt x="35852" y="172931"/>
                </a:cubicBezTo>
                <a:lnTo>
                  <a:pt x="40371" y="172931"/>
                </a:lnTo>
                <a:lnTo>
                  <a:pt x="40371" y="176547"/>
                </a:lnTo>
                <a:lnTo>
                  <a:pt x="0" y="176547"/>
                </a:lnTo>
                <a:close/>
                <a:moveTo>
                  <a:pt x="117092" y="62006"/>
                </a:moveTo>
                <a:cubicBezTo>
                  <a:pt x="126666" y="69040"/>
                  <a:pt x="133311" y="75588"/>
                  <a:pt x="137026" y="81652"/>
                </a:cubicBezTo>
                <a:cubicBezTo>
                  <a:pt x="140742" y="87715"/>
                  <a:pt x="142600" y="94666"/>
                  <a:pt x="142600" y="102505"/>
                </a:cubicBezTo>
                <a:cubicBezTo>
                  <a:pt x="142600" y="113493"/>
                  <a:pt x="138466" y="122790"/>
                  <a:pt x="130198" y="130395"/>
                </a:cubicBezTo>
                <a:cubicBezTo>
                  <a:pt x="121929" y="137998"/>
                  <a:pt x="110698" y="141800"/>
                  <a:pt x="96505" y="141800"/>
                </a:cubicBezTo>
                <a:cubicBezTo>
                  <a:pt x="83048" y="141800"/>
                  <a:pt x="72637" y="138480"/>
                  <a:pt x="65273" y="131842"/>
                </a:cubicBezTo>
                <a:cubicBezTo>
                  <a:pt x="57908" y="125201"/>
                  <a:pt x="54226" y="117087"/>
                  <a:pt x="54226" y="107498"/>
                </a:cubicBezTo>
                <a:cubicBezTo>
                  <a:pt x="54226" y="100188"/>
                  <a:pt x="56352" y="93784"/>
                  <a:pt x="60603" y="88286"/>
                </a:cubicBezTo>
                <a:cubicBezTo>
                  <a:pt x="64855" y="82785"/>
                  <a:pt x="71934" y="77755"/>
                  <a:pt x="81843" y="73194"/>
                </a:cubicBezTo>
                <a:cubicBezTo>
                  <a:pt x="71064" y="64999"/>
                  <a:pt x="64152" y="58288"/>
                  <a:pt x="61105" y="53062"/>
                </a:cubicBezTo>
                <a:cubicBezTo>
                  <a:pt x="58059" y="47836"/>
                  <a:pt x="56536" y="41772"/>
                  <a:pt x="56536" y="34872"/>
                </a:cubicBezTo>
                <a:cubicBezTo>
                  <a:pt x="56536" y="25761"/>
                  <a:pt x="60402" y="17739"/>
                  <a:pt x="68135" y="10805"/>
                </a:cubicBezTo>
                <a:cubicBezTo>
                  <a:pt x="75868" y="3869"/>
                  <a:pt x="86463" y="402"/>
                  <a:pt x="99919" y="402"/>
                </a:cubicBezTo>
                <a:cubicBezTo>
                  <a:pt x="112908" y="402"/>
                  <a:pt x="122900" y="3467"/>
                  <a:pt x="129896" y="9597"/>
                </a:cubicBezTo>
                <a:cubicBezTo>
                  <a:pt x="136892" y="15727"/>
                  <a:pt x="140391" y="23080"/>
                  <a:pt x="140391" y="31656"/>
                </a:cubicBezTo>
                <a:cubicBezTo>
                  <a:pt x="140391" y="38087"/>
                  <a:pt x="138499" y="43765"/>
                  <a:pt x="134717" y="48690"/>
                </a:cubicBezTo>
                <a:cubicBezTo>
                  <a:pt x="130934" y="53615"/>
                  <a:pt x="125059" y="58054"/>
                  <a:pt x="117092" y="62006"/>
                </a:cubicBezTo>
                <a:moveTo>
                  <a:pt x="109460" y="56953"/>
                </a:moveTo>
                <a:cubicBezTo>
                  <a:pt x="111937" y="53612"/>
                  <a:pt x="113778" y="49870"/>
                  <a:pt x="114983" y="45728"/>
                </a:cubicBezTo>
                <a:cubicBezTo>
                  <a:pt x="116188" y="41583"/>
                  <a:pt x="116791" y="37038"/>
                  <a:pt x="116791" y="32092"/>
                </a:cubicBezTo>
                <a:cubicBezTo>
                  <a:pt x="116791" y="23403"/>
                  <a:pt x="114916" y="16753"/>
                  <a:pt x="111167" y="12142"/>
                </a:cubicBezTo>
                <a:cubicBezTo>
                  <a:pt x="108355" y="8600"/>
                  <a:pt x="104472" y="6829"/>
                  <a:pt x="99518" y="6829"/>
                </a:cubicBezTo>
                <a:cubicBezTo>
                  <a:pt x="95032" y="6829"/>
                  <a:pt x="91216" y="8446"/>
                  <a:pt x="88069" y="11681"/>
                </a:cubicBezTo>
                <a:cubicBezTo>
                  <a:pt x="84923" y="14915"/>
                  <a:pt x="83349" y="18932"/>
                  <a:pt x="83349" y="23732"/>
                </a:cubicBezTo>
                <a:cubicBezTo>
                  <a:pt x="83349" y="28600"/>
                  <a:pt x="85107" y="33652"/>
                  <a:pt x="88622" y="38886"/>
                </a:cubicBezTo>
                <a:cubicBezTo>
                  <a:pt x="92137" y="44121"/>
                  <a:pt x="99083" y="50143"/>
                  <a:pt x="109460" y="56953"/>
                </a:cubicBezTo>
                <a:moveTo>
                  <a:pt x="89375" y="77980"/>
                </a:moveTo>
                <a:cubicBezTo>
                  <a:pt x="87299" y="79859"/>
                  <a:pt x="85827" y="81570"/>
                  <a:pt x="84956" y="83114"/>
                </a:cubicBezTo>
                <a:cubicBezTo>
                  <a:pt x="83617" y="85463"/>
                  <a:pt x="82412" y="88887"/>
                  <a:pt x="81341" y="93386"/>
                </a:cubicBezTo>
                <a:cubicBezTo>
                  <a:pt x="80270" y="97884"/>
                  <a:pt x="79734" y="102583"/>
                  <a:pt x="79734" y="107483"/>
                </a:cubicBezTo>
                <a:cubicBezTo>
                  <a:pt x="79734" y="113793"/>
                  <a:pt x="80538" y="119079"/>
                  <a:pt x="82144" y="123340"/>
                </a:cubicBezTo>
                <a:cubicBezTo>
                  <a:pt x="83751" y="127602"/>
                  <a:pt x="86044" y="130673"/>
                  <a:pt x="89023" y="132554"/>
                </a:cubicBezTo>
                <a:cubicBezTo>
                  <a:pt x="92003" y="134433"/>
                  <a:pt x="95066" y="135372"/>
                  <a:pt x="98212" y="135372"/>
                </a:cubicBezTo>
                <a:cubicBezTo>
                  <a:pt x="103100" y="135372"/>
                  <a:pt x="107217" y="133578"/>
                  <a:pt x="110564" y="129990"/>
                </a:cubicBezTo>
                <a:cubicBezTo>
                  <a:pt x="113912" y="126400"/>
                  <a:pt x="115586" y="121486"/>
                  <a:pt x="115586" y="115247"/>
                </a:cubicBezTo>
                <a:cubicBezTo>
                  <a:pt x="115586" y="102231"/>
                  <a:pt x="106849" y="89809"/>
                  <a:pt x="89375" y="77980"/>
                </a:cubicBezTo>
                <a:close/>
                <a:moveTo>
                  <a:pt x="184177" y="42379"/>
                </a:moveTo>
                <a:cubicBezTo>
                  <a:pt x="188797" y="42379"/>
                  <a:pt x="192730" y="44003"/>
                  <a:pt x="195977" y="47250"/>
                </a:cubicBezTo>
                <a:cubicBezTo>
                  <a:pt x="199224" y="50497"/>
                  <a:pt x="200848" y="54430"/>
                  <a:pt x="200848" y="59050"/>
                </a:cubicBezTo>
                <a:cubicBezTo>
                  <a:pt x="200848" y="63669"/>
                  <a:pt x="199224" y="67603"/>
                  <a:pt x="195977" y="70850"/>
                </a:cubicBezTo>
                <a:cubicBezTo>
                  <a:pt x="192730" y="74097"/>
                  <a:pt x="188797" y="75720"/>
                  <a:pt x="184177" y="75720"/>
                </a:cubicBezTo>
                <a:cubicBezTo>
                  <a:pt x="179558" y="75720"/>
                  <a:pt x="175624" y="74097"/>
                  <a:pt x="172377" y="70850"/>
                </a:cubicBezTo>
                <a:cubicBezTo>
                  <a:pt x="169130" y="67603"/>
                  <a:pt x="167507" y="63669"/>
                  <a:pt x="167507" y="59050"/>
                </a:cubicBezTo>
                <a:cubicBezTo>
                  <a:pt x="167507" y="54430"/>
                  <a:pt x="169130" y="50497"/>
                  <a:pt x="172377" y="47250"/>
                </a:cubicBezTo>
                <a:cubicBezTo>
                  <a:pt x="175624" y="44003"/>
                  <a:pt x="179558" y="42379"/>
                  <a:pt x="184177" y="42379"/>
                </a:cubicBezTo>
                <a:moveTo>
                  <a:pt x="184077" y="108057"/>
                </a:moveTo>
                <a:cubicBezTo>
                  <a:pt x="188763" y="108057"/>
                  <a:pt x="192730" y="109702"/>
                  <a:pt x="195977" y="112993"/>
                </a:cubicBezTo>
                <a:cubicBezTo>
                  <a:pt x="199224" y="116282"/>
                  <a:pt x="200848" y="120244"/>
                  <a:pt x="200848" y="124878"/>
                </a:cubicBezTo>
                <a:cubicBezTo>
                  <a:pt x="200848" y="129512"/>
                  <a:pt x="199207" y="133458"/>
                  <a:pt x="195927" y="136716"/>
                </a:cubicBezTo>
                <a:cubicBezTo>
                  <a:pt x="192646" y="139971"/>
                  <a:pt x="188696" y="141599"/>
                  <a:pt x="184077" y="141599"/>
                </a:cubicBezTo>
                <a:cubicBezTo>
                  <a:pt x="179457" y="141599"/>
                  <a:pt x="175524" y="139971"/>
                  <a:pt x="172277" y="136716"/>
                </a:cubicBezTo>
                <a:cubicBezTo>
                  <a:pt x="169030" y="133458"/>
                  <a:pt x="167406" y="129512"/>
                  <a:pt x="167406" y="124878"/>
                </a:cubicBezTo>
                <a:cubicBezTo>
                  <a:pt x="167406" y="120244"/>
                  <a:pt x="169030" y="116282"/>
                  <a:pt x="172277" y="112993"/>
                </a:cubicBezTo>
                <a:cubicBezTo>
                  <a:pt x="175524" y="109702"/>
                  <a:pt x="179457" y="108057"/>
                  <a:pt x="184077" y="108057"/>
                </a:cubicBezTo>
                <a:close/>
                <a:moveTo>
                  <a:pt x="313621" y="70900"/>
                </a:moveTo>
                <a:cubicBezTo>
                  <a:pt x="313621" y="84491"/>
                  <a:pt x="311713" y="97178"/>
                  <a:pt x="307897" y="108961"/>
                </a:cubicBezTo>
                <a:cubicBezTo>
                  <a:pt x="305621" y="116191"/>
                  <a:pt x="302558" y="122116"/>
                  <a:pt x="298708" y="126736"/>
                </a:cubicBezTo>
                <a:cubicBezTo>
                  <a:pt x="294859" y="131355"/>
                  <a:pt x="290490" y="135021"/>
                  <a:pt x="285603" y="137732"/>
                </a:cubicBezTo>
                <a:cubicBezTo>
                  <a:pt x="280715" y="140444"/>
                  <a:pt x="275393" y="141800"/>
                  <a:pt x="269635" y="141800"/>
                </a:cubicBezTo>
                <a:cubicBezTo>
                  <a:pt x="263074" y="141800"/>
                  <a:pt x="257149" y="140126"/>
                  <a:pt x="251860" y="136778"/>
                </a:cubicBezTo>
                <a:cubicBezTo>
                  <a:pt x="246571" y="133431"/>
                  <a:pt x="241885" y="128644"/>
                  <a:pt x="237801" y="122418"/>
                </a:cubicBezTo>
                <a:cubicBezTo>
                  <a:pt x="234855" y="117865"/>
                  <a:pt x="232277" y="111806"/>
                  <a:pt x="230068" y="104241"/>
                </a:cubicBezTo>
                <a:cubicBezTo>
                  <a:pt x="227189" y="93997"/>
                  <a:pt x="225750" y="83419"/>
                  <a:pt x="225750" y="72507"/>
                </a:cubicBezTo>
                <a:cubicBezTo>
                  <a:pt x="225750" y="57711"/>
                  <a:pt x="227825" y="44120"/>
                  <a:pt x="231976" y="31734"/>
                </a:cubicBezTo>
                <a:cubicBezTo>
                  <a:pt x="235390" y="21491"/>
                  <a:pt x="240579" y="13641"/>
                  <a:pt x="247542" y="8185"/>
                </a:cubicBezTo>
                <a:cubicBezTo>
                  <a:pt x="254505" y="2728"/>
                  <a:pt x="261869" y="0"/>
                  <a:pt x="269635" y="0"/>
                </a:cubicBezTo>
                <a:cubicBezTo>
                  <a:pt x="277535" y="0"/>
                  <a:pt x="284917" y="2695"/>
                  <a:pt x="291779" y="8084"/>
                </a:cubicBezTo>
                <a:cubicBezTo>
                  <a:pt x="298641" y="13474"/>
                  <a:pt x="303679" y="20721"/>
                  <a:pt x="306893" y="29826"/>
                </a:cubicBezTo>
                <a:cubicBezTo>
                  <a:pt x="311378" y="42346"/>
                  <a:pt x="313621" y="56037"/>
                  <a:pt x="313621" y="70900"/>
                </a:cubicBezTo>
                <a:moveTo>
                  <a:pt x="282690" y="70699"/>
                </a:moveTo>
                <a:cubicBezTo>
                  <a:pt x="282690" y="46903"/>
                  <a:pt x="282557" y="33032"/>
                  <a:pt x="282289" y="29089"/>
                </a:cubicBezTo>
                <a:cubicBezTo>
                  <a:pt x="281619" y="19797"/>
                  <a:pt x="280012" y="13513"/>
                  <a:pt x="277468" y="10237"/>
                </a:cubicBezTo>
                <a:cubicBezTo>
                  <a:pt x="275795" y="8099"/>
                  <a:pt x="273083" y="7030"/>
                  <a:pt x="269334" y="7030"/>
                </a:cubicBezTo>
                <a:cubicBezTo>
                  <a:pt x="266455" y="7030"/>
                  <a:pt x="264179" y="7832"/>
                  <a:pt x="262505" y="9437"/>
                </a:cubicBezTo>
                <a:cubicBezTo>
                  <a:pt x="260028" y="11776"/>
                  <a:pt x="258354" y="15904"/>
                  <a:pt x="257484" y="21820"/>
                </a:cubicBezTo>
                <a:cubicBezTo>
                  <a:pt x="256614" y="27735"/>
                  <a:pt x="256178" y="48372"/>
                  <a:pt x="256178" y="83732"/>
                </a:cubicBezTo>
                <a:cubicBezTo>
                  <a:pt x="256178" y="102984"/>
                  <a:pt x="256848" y="115886"/>
                  <a:pt x="258187" y="122437"/>
                </a:cubicBezTo>
                <a:cubicBezTo>
                  <a:pt x="259191" y="127182"/>
                  <a:pt x="260630" y="130356"/>
                  <a:pt x="262505" y="131961"/>
                </a:cubicBezTo>
                <a:cubicBezTo>
                  <a:pt x="264380" y="133566"/>
                  <a:pt x="266857" y="134368"/>
                  <a:pt x="269937" y="134368"/>
                </a:cubicBezTo>
                <a:cubicBezTo>
                  <a:pt x="273284" y="134368"/>
                  <a:pt x="275795" y="133299"/>
                  <a:pt x="277468" y="131161"/>
                </a:cubicBezTo>
                <a:cubicBezTo>
                  <a:pt x="280280" y="127416"/>
                  <a:pt x="281887" y="121633"/>
                  <a:pt x="282289" y="113813"/>
                </a:cubicBezTo>
                <a:lnTo>
                  <a:pt x="282690" y="70699"/>
                </a:lnTo>
                <a:close/>
                <a:moveTo>
                  <a:pt x="368254" y="2812"/>
                </a:moveTo>
                <a:lnTo>
                  <a:pt x="368254" y="176547"/>
                </a:lnTo>
                <a:lnTo>
                  <a:pt x="327883" y="176547"/>
                </a:lnTo>
                <a:lnTo>
                  <a:pt x="327883" y="172730"/>
                </a:lnTo>
                <a:lnTo>
                  <a:pt x="332402" y="172730"/>
                </a:lnTo>
                <a:cubicBezTo>
                  <a:pt x="336821" y="172730"/>
                  <a:pt x="339783" y="172295"/>
                  <a:pt x="341290" y="171425"/>
                </a:cubicBezTo>
                <a:cubicBezTo>
                  <a:pt x="342796" y="170555"/>
                  <a:pt x="343934" y="169216"/>
                  <a:pt x="344704" y="167408"/>
                </a:cubicBezTo>
                <a:cubicBezTo>
                  <a:pt x="345474" y="165600"/>
                  <a:pt x="345859" y="161349"/>
                  <a:pt x="345859" y="154654"/>
                </a:cubicBezTo>
                <a:lnTo>
                  <a:pt x="345859" y="24905"/>
                </a:lnTo>
                <a:cubicBezTo>
                  <a:pt x="345859" y="18478"/>
                  <a:pt x="345725" y="14796"/>
                  <a:pt x="345457" y="13859"/>
                </a:cubicBezTo>
                <a:cubicBezTo>
                  <a:pt x="344855" y="11515"/>
                  <a:pt x="343733" y="9758"/>
                  <a:pt x="342093" y="8586"/>
                </a:cubicBezTo>
                <a:cubicBezTo>
                  <a:pt x="340453" y="7415"/>
                  <a:pt x="337222" y="6829"/>
                  <a:pt x="332402" y="6829"/>
                </a:cubicBezTo>
                <a:lnTo>
                  <a:pt x="327883" y="6829"/>
                </a:lnTo>
                <a:lnTo>
                  <a:pt x="327883" y="2812"/>
                </a:lnTo>
                <a:lnTo>
                  <a:pt x="368254" y="2812"/>
                </a:lnTo>
                <a:close/>
              </a:path>
            </a:pathLst>
          </a:custGeom>
          <a:solidFill xmlns:a="http://schemas.openxmlformats.org/drawingml/2006/main">
            <a:srgbClr val="8B4D4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31A8BF-8873-46F3-840B-87F233F69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5044" y="1052143"/>
            <a:ext cx="117526" cy="30358"/>
          </a:xfrm>
          <a:custGeom xmlns:a="http://schemas.openxmlformats.org/drawingml/2006/main">
            <a:pathLst>
              <a:path w="117526" h="30358" fill="none">
                <a:moveTo>
                  <a:pt x="0" y="0"/>
                </a:moveTo>
                <a:lnTo>
                  <a:pt x="117526" y="0"/>
                </a:lnTo>
                <a:lnTo>
                  <a:pt x="117526" y="30358"/>
                </a:lnTo>
              </a:path>
            </a:pathLst>
          </a:custGeom>
          <a:noFill xmlns:a="http://schemas.openxmlformats.org/drawingml/2006/main"/>
          <a:ln xmlns:a="http://schemas.openxmlformats.org/drawingml/2006/main" w="22036" cap="rnd">
            <a:solidFill>
              <a:srgbClr val="000000"/>
            </a:solidFill>
            <a:round/>
          </a:ln>
        </p:spPr>
      </p:sp>
      <p:sp>
        <p:nvSpPr>
          <p:cNvPr id="2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793139-2B93-41FE-824B-AB0B07C85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027" y="1082503"/>
            <a:ext cx="29088" cy="38783"/>
          </a:xfrm>
          <a:custGeom xmlns:a="http://schemas.openxmlformats.org/drawingml/2006/main">
            <a:pathLst>
              <a:path w="29088" h="38783">
                <a:moveTo>
                  <a:pt x="14544" y="38783"/>
                </a:moveTo>
                <a:lnTo>
                  <a:pt x="29088" y="0"/>
                </a:lnTo>
                <a:lnTo>
                  <a:pt x="0" y="0"/>
                </a:lnTo>
                <a:lnTo>
                  <a:pt x="14544" y="38783"/>
                </a:lnTo>
                <a:close/>
                <a:moveTo>
                  <a:pt x="14544" y="3878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77FF5F-DA5D-49F2-9354-74AB37212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026" y="1082501"/>
            <a:ext cx="29088" cy="38783"/>
          </a:xfrm>
          <a:custGeom xmlns:a="http://schemas.openxmlformats.org/drawingml/2006/main">
            <a:pathLst>
              <a:path w="29088" h="38783" fill="none">
                <a:moveTo>
                  <a:pt x="14544" y="38783"/>
                </a:moveTo>
                <a:lnTo>
                  <a:pt x="29088" y="0"/>
                </a:lnTo>
                <a:lnTo>
                  <a:pt x="0" y="0"/>
                </a:lnTo>
                <a:lnTo>
                  <a:pt x="14544" y="38783"/>
                </a:lnTo>
                <a:close/>
                <a:moveTo>
                  <a:pt x="14544" y="38783"/>
                </a:moveTo>
              </a:path>
            </a:pathLst>
          </a:custGeom>
          <a:noFill xmlns:a="http://schemas.openxmlformats.org/drawingml/2006/main"/>
          <a:ln xmlns:a="http://schemas.openxmlformats.org/drawingml/2006/main" w="22036" cap="flat">
            <a:solidFill>
              <a:srgbClr val="000000"/>
            </a:solidFill>
            <a:miter/>
          </a:ln>
        </p:spPr>
      </p:sp>
      <p:sp>
        <p:nvSpPr>
          <p:cNvPr id="2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711D49-953B-4657-AD16-EFA69B145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5044" y="1321661"/>
            <a:ext cx="117526" cy="30357"/>
          </a:xfrm>
          <a:custGeom xmlns:a="http://schemas.openxmlformats.org/drawingml/2006/main">
            <a:pathLst>
              <a:path w="117526" h="30357" fill="none">
                <a:moveTo>
                  <a:pt x="0" y="30357"/>
                </a:moveTo>
                <a:lnTo>
                  <a:pt x="117526" y="30357"/>
                </a:lnTo>
                <a:lnTo>
                  <a:pt x="1175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036" cap="rnd">
            <a:solidFill>
              <a:srgbClr val="000000"/>
            </a:solidFill>
            <a:round/>
          </a:ln>
        </p:spPr>
      </p:sp>
      <p:sp>
        <p:nvSpPr>
          <p:cNvPr id="2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F08D3B-A8B9-4263-92B8-20BDE2977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027" y="1282879"/>
            <a:ext cx="29088" cy="38783"/>
          </a:xfrm>
          <a:custGeom xmlns:a="http://schemas.openxmlformats.org/drawingml/2006/main">
            <a:pathLst>
              <a:path w="29088" h="38783">
                <a:moveTo>
                  <a:pt x="14544" y="0"/>
                </a:moveTo>
                <a:lnTo>
                  <a:pt x="0" y="38783"/>
                </a:lnTo>
                <a:lnTo>
                  <a:pt x="29088" y="38783"/>
                </a:lnTo>
                <a:lnTo>
                  <a:pt x="14544" y="0"/>
                </a:lnTo>
                <a:close/>
                <a:moveTo>
                  <a:pt x="14544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2C5051-EB6A-48F6-ACC9-CA96A3C0A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026" y="1282878"/>
            <a:ext cx="29088" cy="38783"/>
          </a:xfrm>
          <a:custGeom xmlns:a="http://schemas.openxmlformats.org/drawingml/2006/main">
            <a:pathLst>
              <a:path w="29088" h="38783" fill="none">
                <a:moveTo>
                  <a:pt x="14544" y="0"/>
                </a:moveTo>
                <a:lnTo>
                  <a:pt x="0" y="38783"/>
                </a:lnTo>
                <a:lnTo>
                  <a:pt x="29088" y="38783"/>
                </a:lnTo>
                <a:lnTo>
                  <a:pt x="14544" y="0"/>
                </a:lnTo>
                <a:close/>
                <a:moveTo>
                  <a:pt x="14544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22036" cap="flat">
            <a:solidFill>
              <a:srgbClr val="000000"/>
            </a:solidFill>
            <a:miter/>
          </a:ln>
        </p:spPr>
      </p:sp>
      <p:sp>
        <p:nvSpPr>
          <p:cNvPr id="2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F3C23F-DEDB-4BFF-9F6E-FA9A88C7A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787" y="1203588"/>
            <a:ext cx="73453" cy="10"/>
          </a:xfrm>
          <a:custGeom xmlns:a="http://schemas.openxmlformats.org/drawingml/2006/main">
            <a:pathLst>
              <a:path w="73453" h="1" fill="none">
                <a:moveTo>
                  <a:pt x="0" y="0"/>
                </a:moveTo>
                <a:lnTo>
                  <a:pt x="73453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036" cap="rnd">
            <a:solidFill>
              <a:srgbClr val="8B4D4D"/>
            </a:solidFill>
            <a:round/>
          </a:ln>
        </p:spPr>
      </p:sp>
      <p:sp>
        <p:nvSpPr>
          <p:cNvPr id="2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CD196F-8579-4DBF-A63A-B7B60BC42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2236" y="1179350"/>
            <a:ext cx="64639" cy="48479"/>
          </a:xfrm>
          <a:custGeom xmlns:a="http://schemas.openxmlformats.org/drawingml/2006/main">
            <a:pathLst>
              <a:path w="64639" h="48479">
                <a:moveTo>
                  <a:pt x="64639" y="24240"/>
                </a:moveTo>
                <a:lnTo>
                  <a:pt x="0" y="0"/>
                </a:lnTo>
                <a:lnTo>
                  <a:pt x="0" y="48479"/>
                </a:lnTo>
                <a:lnTo>
                  <a:pt x="64639" y="24240"/>
                </a:lnTo>
                <a:close/>
                <a:moveTo>
                  <a:pt x="64639" y="24240"/>
                </a:moveTo>
              </a:path>
            </a:pathLst>
          </a:custGeom>
          <a:solidFill xmlns:a="http://schemas.openxmlformats.org/drawingml/2006/main">
            <a:srgbClr val="8B4D4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C24B20-53E5-413A-8E57-028E0FADE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2240" y="1179348"/>
            <a:ext cx="64639" cy="48479"/>
          </a:xfrm>
          <a:custGeom xmlns:a="http://schemas.openxmlformats.org/drawingml/2006/main">
            <a:pathLst>
              <a:path w="64639" h="48479" fill="none">
                <a:moveTo>
                  <a:pt x="64639" y="24240"/>
                </a:moveTo>
                <a:lnTo>
                  <a:pt x="0" y="0"/>
                </a:lnTo>
                <a:lnTo>
                  <a:pt x="0" y="48479"/>
                </a:lnTo>
                <a:lnTo>
                  <a:pt x="64639" y="24240"/>
                </a:lnTo>
                <a:close/>
                <a:moveTo>
                  <a:pt x="64639" y="24240"/>
                </a:moveTo>
              </a:path>
            </a:pathLst>
          </a:custGeom>
          <a:noFill xmlns:a="http://schemas.openxmlformats.org/drawingml/2006/main"/>
          <a:ln xmlns:a="http://schemas.openxmlformats.org/drawingml/2006/main" w="22036" cap="flat">
            <a:solidFill>
              <a:srgbClr val="8B4D4D"/>
            </a:solidFill>
            <a:miter/>
          </a:ln>
        </p:spPr>
      </p:sp>
      <p:sp>
        <p:nvSpPr>
          <p:cNvPr id="2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CBA4C1-6871-489B-B2E6-803E0CF0D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224" y="517428"/>
            <a:ext cx="1645358" cy="32202"/>
          </a:xfrm>
          <a:custGeom xmlns:a="http://schemas.openxmlformats.org/drawingml/2006/main">
            <a:pathLst>
              <a:path w="1645358" h="32202" fill="none">
                <a:moveTo>
                  <a:pt x="0" y="0"/>
                </a:moveTo>
                <a:lnTo>
                  <a:pt x="215001" y="32202"/>
                </a:lnTo>
                <a:lnTo>
                  <a:pt x="1452160" y="32202"/>
                </a:lnTo>
                <a:lnTo>
                  <a:pt x="1645358" y="1034"/>
                </a:lnTo>
              </a:path>
            </a:pathLst>
          </a:custGeom>
          <a:noFill xmlns:a="http://schemas.openxmlformats.org/drawingml/2006/main"/>
          <a:ln xmlns:a="http://schemas.openxmlformats.org/drawingml/2006/main" w="22036" cap="rnd">
            <a:solidFill>
              <a:srgbClr val="000000"/>
            </a:solidFill>
            <a:round/>
          </a:ln>
        </p:spPr>
      </p:sp>
      <p:sp>
        <p:nvSpPr>
          <p:cNvPr id="2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254211-3EEA-4B84-9E7C-6E1B2C765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76" y="517428"/>
            <a:ext cx="1087111" cy="32202"/>
          </a:xfrm>
          <a:custGeom xmlns:a="http://schemas.openxmlformats.org/drawingml/2006/main">
            <a:pathLst>
              <a:path w="1087111" h="32202" fill="none">
                <a:moveTo>
                  <a:pt x="0" y="0"/>
                </a:moveTo>
                <a:lnTo>
                  <a:pt x="142055" y="32202"/>
                </a:lnTo>
                <a:lnTo>
                  <a:pt x="953044" y="32202"/>
                </a:lnTo>
                <a:lnTo>
                  <a:pt x="1087111" y="1034"/>
                </a:lnTo>
              </a:path>
            </a:pathLst>
          </a:custGeom>
          <a:noFill xmlns:a="http://schemas.openxmlformats.org/drawingml/2006/main"/>
          <a:ln xmlns:a="http://schemas.openxmlformats.org/drawingml/2006/main" w="22036" cap="rnd">
            <a:solidFill>
              <a:srgbClr val="000000"/>
            </a:solidFill>
            <a:round/>
          </a:ln>
        </p:spPr>
      </p:sp>
      <p:sp>
        <p:nvSpPr>
          <p:cNvPr id="2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BA1B2F-91DE-467A-ABEF-0BD4847F7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3241" y="517428"/>
            <a:ext cx="1101799" cy="32202"/>
          </a:xfrm>
          <a:custGeom xmlns:a="http://schemas.openxmlformats.org/drawingml/2006/main">
            <a:pathLst>
              <a:path w="1101799" h="32202" fill="none">
                <a:moveTo>
                  <a:pt x="0" y="0"/>
                </a:moveTo>
                <a:lnTo>
                  <a:pt x="143975" y="32202"/>
                </a:lnTo>
                <a:lnTo>
                  <a:pt x="965925" y="32202"/>
                </a:lnTo>
                <a:lnTo>
                  <a:pt x="1101799" y="1034"/>
                </a:lnTo>
              </a:path>
            </a:pathLst>
          </a:custGeom>
          <a:noFill xmlns:a="http://schemas.openxmlformats.org/drawingml/2006/main"/>
          <a:ln xmlns:a="http://schemas.openxmlformats.org/drawingml/2006/main" w="22036" cap="rnd">
            <a:solidFill>
              <a:srgbClr val="000000"/>
            </a:solidFill>
            <a:round/>
          </a:ln>
        </p:spPr>
      </p:sp>
      <p:sp>
        <p:nvSpPr>
          <p:cNvPr id="2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FB3FD2-DB35-48F1-9152-193CF4DC7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498" y="549630"/>
            <a:ext cx="1695741" cy="239166"/>
          </a:xfrm>
          <a:custGeom xmlns:a="http://schemas.openxmlformats.org/drawingml/2006/main">
            <a:pathLst>
              <a:path w="1695741" h="239166" fill="none">
                <a:moveTo>
                  <a:pt x="0" y="0"/>
                </a:moveTo>
                <a:lnTo>
                  <a:pt x="73" y="239166"/>
                </a:lnTo>
                <a:lnTo>
                  <a:pt x="1695741" y="239166"/>
                </a:lnTo>
              </a:path>
            </a:pathLst>
          </a:custGeom>
          <a:noFill xmlns:a="http://schemas.openxmlformats.org/drawingml/2006/main"/>
          <a:ln xmlns:a="http://schemas.openxmlformats.org/drawingml/2006/main" w="22036" cap="rnd">
            <a:solidFill>
              <a:srgbClr val="000000"/>
            </a:solidFill>
            <a:round/>
          </a:ln>
        </p:spPr>
      </p:sp>
      <p:sp>
        <p:nvSpPr>
          <p:cNvPr id="2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263AD2-2FB4-42AB-AAE2-13FE02507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8240" y="774254"/>
            <a:ext cx="38783" cy="29088"/>
          </a:xfrm>
          <a:custGeom xmlns:a="http://schemas.openxmlformats.org/drawingml/2006/main">
            <a:pathLst>
              <a:path w="38783" h="29088">
                <a:moveTo>
                  <a:pt x="38783" y="14544"/>
                </a:moveTo>
                <a:lnTo>
                  <a:pt x="0" y="0"/>
                </a:lnTo>
                <a:lnTo>
                  <a:pt x="0" y="29088"/>
                </a:lnTo>
                <a:lnTo>
                  <a:pt x="38783" y="14544"/>
                </a:lnTo>
                <a:close/>
                <a:moveTo>
                  <a:pt x="38783" y="1454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739D07-4518-494D-BAA6-A7F8259C9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8239" y="774252"/>
            <a:ext cx="38783" cy="29088"/>
          </a:xfrm>
          <a:custGeom xmlns:a="http://schemas.openxmlformats.org/drawingml/2006/main">
            <a:pathLst>
              <a:path w="38783" h="29088" fill="none">
                <a:moveTo>
                  <a:pt x="38783" y="14544"/>
                </a:moveTo>
                <a:lnTo>
                  <a:pt x="0" y="0"/>
                </a:lnTo>
                <a:lnTo>
                  <a:pt x="0" y="29088"/>
                </a:lnTo>
                <a:lnTo>
                  <a:pt x="38783" y="14544"/>
                </a:lnTo>
                <a:close/>
                <a:moveTo>
                  <a:pt x="38783" y="14544"/>
                </a:moveTo>
              </a:path>
            </a:pathLst>
          </a:custGeom>
          <a:noFill xmlns:a="http://schemas.openxmlformats.org/drawingml/2006/main"/>
          <a:ln xmlns:a="http://schemas.openxmlformats.org/drawingml/2006/main" w="22036" cap="flat">
            <a:solidFill>
              <a:srgbClr val="000000"/>
            </a:solidFill>
            <a:miter/>
          </a:ln>
        </p:spPr>
      </p:sp>
      <p:sp>
        <p:nvSpPr>
          <p:cNvPr id="2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F7DD5F-2E48-4515-91A8-08C4BD06B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0710" y="555924"/>
            <a:ext cx="10" cy="105739"/>
          </a:xfrm>
          <a:custGeom xmlns:a="http://schemas.openxmlformats.org/drawingml/2006/main">
            <a:pathLst>
              <a:path w="1" h="105739" fill="none">
                <a:moveTo>
                  <a:pt x="0" y="0"/>
                </a:moveTo>
                <a:lnTo>
                  <a:pt x="0" y="105739"/>
                </a:lnTo>
              </a:path>
            </a:pathLst>
          </a:custGeom>
          <a:noFill xmlns:a="http://schemas.openxmlformats.org/drawingml/2006/main"/>
          <a:ln xmlns:a="http://schemas.openxmlformats.org/drawingml/2006/main" w="22036" cap="rnd">
            <a:solidFill>
              <a:srgbClr val="000000"/>
            </a:solidFill>
            <a:round/>
          </a:ln>
        </p:spPr>
      </p:sp>
      <p:sp>
        <p:nvSpPr>
          <p:cNvPr id="2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19E376-AD32-4A97-8CF4-0245F4968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6167" y="661665"/>
            <a:ext cx="29088" cy="38783"/>
          </a:xfrm>
          <a:custGeom xmlns:a="http://schemas.openxmlformats.org/drawingml/2006/main">
            <a:pathLst>
              <a:path w="29088" h="38783">
                <a:moveTo>
                  <a:pt x="14544" y="38783"/>
                </a:moveTo>
                <a:lnTo>
                  <a:pt x="29088" y="0"/>
                </a:lnTo>
                <a:lnTo>
                  <a:pt x="0" y="0"/>
                </a:lnTo>
                <a:lnTo>
                  <a:pt x="14544" y="38783"/>
                </a:lnTo>
                <a:close/>
                <a:moveTo>
                  <a:pt x="14544" y="3878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4F63A1-2685-4F0E-BB90-4B2B9FD94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6166" y="661663"/>
            <a:ext cx="29088" cy="38783"/>
          </a:xfrm>
          <a:custGeom xmlns:a="http://schemas.openxmlformats.org/drawingml/2006/main">
            <a:pathLst>
              <a:path w="29088" h="38783" fill="none">
                <a:moveTo>
                  <a:pt x="14544" y="38783"/>
                </a:moveTo>
                <a:lnTo>
                  <a:pt x="29088" y="0"/>
                </a:lnTo>
                <a:lnTo>
                  <a:pt x="0" y="0"/>
                </a:lnTo>
                <a:lnTo>
                  <a:pt x="14544" y="38783"/>
                </a:lnTo>
                <a:close/>
                <a:moveTo>
                  <a:pt x="14544" y="38783"/>
                </a:moveTo>
              </a:path>
            </a:pathLst>
          </a:custGeom>
          <a:noFill xmlns:a="http://schemas.openxmlformats.org/drawingml/2006/main"/>
          <a:ln xmlns:a="http://schemas.openxmlformats.org/drawingml/2006/main" w="22036" cap="flat">
            <a:solidFill>
              <a:srgbClr val="000000"/>
            </a:solidFill>
            <a:miter/>
          </a:ln>
        </p:spPr>
      </p:sp>
      <p:sp>
        <p:nvSpPr>
          <p:cNvPr id="2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D2CAE1-80B7-4F57-B3C8-DD0181D82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4240" y="729864"/>
            <a:ext cx="112924" cy="112924"/>
          </a:xfrm>
          <a:custGeom xmlns:a="http://schemas.openxmlformats.org/drawingml/2006/main">
            <a:pathLst>
              <a:path w="112924" h="112924">
                <a:moveTo>
                  <a:pt x="92766" y="20050"/>
                </a:moveTo>
                <a:cubicBezTo>
                  <a:pt x="112876" y="40100"/>
                  <a:pt x="112924" y="72656"/>
                  <a:pt x="92875" y="92764"/>
                </a:cubicBezTo>
                <a:cubicBezTo>
                  <a:pt x="72825" y="112874"/>
                  <a:pt x="40270" y="112924"/>
                  <a:pt x="20160" y="92875"/>
                </a:cubicBezTo>
                <a:cubicBezTo>
                  <a:pt x="50" y="72825"/>
                  <a:pt x="0" y="40269"/>
                  <a:pt x="20050" y="20160"/>
                </a:cubicBezTo>
                <a:cubicBezTo>
                  <a:pt x="40100" y="50"/>
                  <a:pt x="72656" y="0"/>
                  <a:pt x="92766" y="20050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899064-BF7A-4821-ADEE-D7675C38A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4239" y="729862"/>
            <a:ext cx="112924" cy="112924"/>
          </a:xfrm>
          <a:custGeom xmlns:a="http://schemas.openxmlformats.org/drawingml/2006/main">
            <a:pathLst>
              <a:path w="112924" h="112924" fill="none">
                <a:moveTo>
                  <a:pt x="92766" y="20050"/>
                </a:moveTo>
                <a:cubicBezTo>
                  <a:pt x="112876" y="40100"/>
                  <a:pt x="112924" y="72656"/>
                  <a:pt x="92875" y="92764"/>
                </a:cubicBezTo>
                <a:cubicBezTo>
                  <a:pt x="72825" y="112874"/>
                  <a:pt x="40270" y="112924"/>
                  <a:pt x="20160" y="92875"/>
                </a:cubicBezTo>
                <a:cubicBezTo>
                  <a:pt x="50" y="72825"/>
                  <a:pt x="0" y="40269"/>
                  <a:pt x="20050" y="20160"/>
                </a:cubicBezTo>
                <a:cubicBezTo>
                  <a:pt x="40100" y="50"/>
                  <a:pt x="72656" y="0"/>
                  <a:pt x="92766" y="20050"/>
                </a:cubicBezTo>
              </a:path>
            </a:pathLst>
          </a:custGeom>
          <a:noFill xmlns:a="http://schemas.openxmlformats.org/drawingml/2006/main"/>
          <a:ln xmlns:a="http://schemas.openxmlformats.org/drawingml/2006/main" w="22036" cap="rnd">
            <a:solidFill>
              <a:srgbClr val="000000"/>
            </a:solidFill>
            <a:round/>
          </a:ln>
        </p:spPr>
      </p:sp>
      <p:sp>
        <p:nvSpPr>
          <p:cNvPr id="2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10C994-E75A-4F24-A097-9187413B6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1853" y="786665"/>
            <a:ext cx="96253" cy="144"/>
          </a:xfrm>
          <a:custGeom xmlns:a="http://schemas.openxmlformats.org/drawingml/2006/main">
            <a:pathLst>
              <a:path w="96253" h="144" fill="none">
                <a:moveTo>
                  <a:pt x="0" y="144"/>
                </a:moveTo>
                <a:lnTo>
                  <a:pt x="96253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036" cap="rnd">
            <a:solidFill>
              <a:srgbClr val="000000"/>
            </a:solidFill>
            <a:round/>
          </a:ln>
        </p:spPr>
      </p:sp>
      <p:sp>
        <p:nvSpPr>
          <p:cNvPr id="2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D44FAC-34CF-4532-9669-71A7FE040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1944" y="738196"/>
            <a:ext cx="145" cy="96253"/>
          </a:xfrm>
          <a:custGeom xmlns:a="http://schemas.openxmlformats.org/drawingml/2006/main">
            <a:pathLst>
              <a:path w="145" h="96253" fill="none">
                <a:moveTo>
                  <a:pt x="0" y="0"/>
                </a:moveTo>
                <a:lnTo>
                  <a:pt x="145" y="96253"/>
                </a:lnTo>
              </a:path>
            </a:pathLst>
          </a:custGeom>
          <a:noFill xmlns:a="http://schemas.openxmlformats.org/drawingml/2006/main"/>
          <a:ln xmlns:a="http://schemas.openxmlformats.org/drawingml/2006/main" w="22036" cap="rnd">
            <a:solidFill>
              <a:srgbClr val="000000"/>
            </a:solidFill>
            <a:round/>
          </a:ln>
        </p:spPr>
      </p:sp>
      <p:sp>
        <p:nvSpPr>
          <p:cNvPr id="2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CCB93B-06D7-40F6-A78C-679E8A818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3412" y="551042"/>
            <a:ext cx="1965021" cy="268342"/>
          </a:xfrm>
          <a:custGeom xmlns:a="http://schemas.openxmlformats.org/drawingml/2006/main">
            <a:pathLst>
              <a:path w="1965021" h="268342" fill="none">
                <a:moveTo>
                  <a:pt x="1965021" y="0"/>
                </a:moveTo>
                <a:lnTo>
                  <a:pt x="1965021" y="268342"/>
                </a:lnTo>
                <a:lnTo>
                  <a:pt x="0" y="268342"/>
                </a:lnTo>
              </a:path>
            </a:pathLst>
          </a:custGeom>
          <a:noFill xmlns:a="http://schemas.openxmlformats.org/drawingml/2006/main"/>
          <a:ln xmlns:a="http://schemas.openxmlformats.org/drawingml/2006/main" w="22036" cap="rnd">
            <a:solidFill>
              <a:srgbClr val="000000"/>
            </a:solidFill>
            <a:round/>
          </a:ln>
        </p:spPr>
      </p:sp>
      <p:sp>
        <p:nvSpPr>
          <p:cNvPr id="2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814BEB-FD11-4C33-AA41-95BB2CB4C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4630" y="804842"/>
            <a:ext cx="38783" cy="29088"/>
          </a:xfrm>
          <a:custGeom xmlns:a="http://schemas.openxmlformats.org/drawingml/2006/main">
            <a:pathLst>
              <a:path w="38783" h="29088">
                <a:moveTo>
                  <a:pt x="0" y="14544"/>
                </a:moveTo>
                <a:lnTo>
                  <a:pt x="38783" y="29088"/>
                </a:lnTo>
                <a:lnTo>
                  <a:pt x="38783" y="0"/>
                </a:lnTo>
                <a:lnTo>
                  <a:pt x="0" y="14544"/>
                </a:lnTo>
                <a:close/>
                <a:moveTo>
                  <a:pt x="0" y="1454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40F52D-3353-48BC-9FB4-A297DDF2D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4629" y="804840"/>
            <a:ext cx="38783" cy="29088"/>
          </a:xfrm>
          <a:custGeom xmlns:a="http://schemas.openxmlformats.org/drawingml/2006/main">
            <a:pathLst>
              <a:path w="38783" h="29088" fill="none">
                <a:moveTo>
                  <a:pt x="0" y="14544"/>
                </a:moveTo>
                <a:lnTo>
                  <a:pt x="38783" y="29088"/>
                </a:lnTo>
                <a:lnTo>
                  <a:pt x="38783" y="0"/>
                </a:lnTo>
                <a:lnTo>
                  <a:pt x="0" y="14544"/>
                </a:lnTo>
                <a:close/>
                <a:moveTo>
                  <a:pt x="0" y="14544"/>
                </a:moveTo>
              </a:path>
            </a:pathLst>
          </a:custGeom>
          <a:noFill xmlns:a="http://schemas.openxmlformats.org/drawingml/2006/main"/>
          <a:ln xmlns:a="http://schemas.openxmlformats.org/drawingml/2006/main" w="22036" cap="flat">
            <a:solidFill>
              <a:srgbClr val="000000"/>
            </a:solidFill>
            <a:miter/>
          </a:ln>
        </p:spPr>
      </p:sp>
      <p:sp>
        <p:nvSpPr>
          <p:cNvPr id="2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727E13-F10F-4C78-ADB6-BF4342434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0710" y="837819"/>
            <a:ext cx="10" cy="35723"/>
          </a:xfrm>
          <a:custGeom xmlns:a="http://schemas.openxmlformats.org/drawingml/2006/main">
            <a:pathLst>
              <a:path w="1" h="35723" fill="none">
                <a:moveTo>
                  <a:pt x="0" y="0"/>
                </a:moveTo>
                <a:lnTo>
                  <a:pt x="0" y="35723"/>
                </a:lnTo>
              </a:path>
            </a:pathLst>
          </a:custGeom>
          <a:noFill xmlns:a="http://schemas.openxmlformats.org/drawingml/2006/main"/>
          <a:ln xmlns:a="http://schemas.openxmlformats.org/drawingml/2006/main" w="22036" cap="rnd">
            <a:solidFill>
              <a:srgbClr val="000000"/>
            </a:solidFill>
            <a:round/>
          </a:ln>
        </p:spPr>
      </p:sp>
      <p:sp>
        <p:nvSpPr>
          <p:cNvPr id="2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44E5BF-5827-4DA2-B9C6-D5470625F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6167" y="873544"/>
            <a:ext cx="29088" cy="38783"/>
          </a:xfrm>
          <a:custGeom xmlns:a="http://schemas.openxmlformats.org/drawingml/2006/main">
            <a:pathLst>
              <a:path w="29088" h="38783">
                <a:moveTo>
                  <a:pt x="14544" y="38783"/>
                </a:moveTo>
                <a:lnTo>
                  <a:pt x="29088" y="0"/>
                </a:lnTo>
                <a:lnTo>
                  <a:pt x="0" y="0"/>
                </a:lnTo>
                <a:lnTo>
                  <a:pt x="14544" y="38783"/>
                </a:lnTo>
                <a:close/>
                <a:moveTo>
                  <a:pt x="14544" y="3878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575C08-8175-4749-A03C-C59EBD7B0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6166" y="873542"/>
            <a:ext cx="29088" cy="38783"/>
          </a:xfrm>
          <a:custGeom xmlns:a="http://schemas.openxmlformats.org/drawingml/2006/main">
            <a:pathLst>
              <a:path w="29088" h="38783" fill="none">
                <a:moveTo>
                  <a:pt x="14544" y="38783"/>
                </a:moveTo>
                <a:lnTo>
                  <a:pt x="29088" y="0"/>
                </a:lnTo>
                <a:lnTo>
                  <a:pt x="0" y="0"/>
                </a:lnTo>
                <a:lnTo>
                  <a:pt x="14544" y="38783"/>
                </a:lnTo>
                <a:close/>
                <a:moveTo>
                  <a:pt x="14544" y="38783"/>
                </a:moveTo>
              </a:path>
            </a:pathLst>
          </a:custGeom>
          <a:noFill xmlns:a="http://schemas.openxmlformats.org/drawingml/2006/main"/>
          <a:ln xmlns:a="http://schemas.openxmlformats.org/drawingml/2006/main" w="22036" cap="flat">
            <a:solidFill>
              <a:srgbClr val="000000"/>
            </a:solidFill>
            <a:miter/>
          </a:ln>
        </p:spPr>
      </p:sp>
      <p:sp>
        <p:nvSpPr>
          <p:cNvPr id="2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484100-6766-4122-82AA-F75793984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7629" y="572753"/>
            <a:ext cx="73453" cy="53668"/>
          </a:xfrm>
          <a:custGeom xmlns:a="http://schemas.openxmlformats.org/drawingml/2006/main">
            <a:pathLst>
              <a:path w="73453" h="53668" fill="none">
                <a:moveTo>
                  <a:pt x="73453" y="0"/>
                </a:moveTo>
                <a:lnTo>
                  <a:pt x="0" y="53668"/>
                </a:lnTo>
              </a:path>
            </a:pathLst>
          </a:custGeom>
          <a:noFill xmlns:a="http://schemas.openxmlformats.org/drawingml/2006/main"/>
          <a:ln xmlns:a="http://schemas.openxmlformats.org/drawingml/2006/main" w="22036" cap="rnd">
            <a:solidFill>
              <a:srgbClr val="000000"/>
            </a:solidFill>
            <a:round/>
          </a:ln>
        </p:spPr>
      </p:sp>
      <p:sp>
        <p:nvSpPr>
          <p:cNvPr id="230" name="Text 9">
            <a:extLst xmlns:a="http://schemas.openxmlformats.org/drawingml/2006/main">
              <a:ext uri="{FF2B5EF4-FFF2-40B4-BE49-F238E27FC236}">
                <a16:creationId xmlns:a16="http://schemas.microsoft.com/office/drawing/2014/main" id="{0720BC28-53ED-439E-9FD5-1942E4590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0313" y="570676"/>
            <a:ext cx="76438" cy="121543"/>
          </a:xfrm>
          <a:custGeom xmlns:a="http://schemas.openxmlformats.org/drawingml/2006/main">
            <a:pathLst>
              <a:path w="76438" h="121543">
                <a:moveTo>
                  <a:pt x="0" y="121543"/>
                </a:moveTo>
                <a:lnTo>
                  <a:pt x="0" y="119132"/>
                </a:lnTo>
                <a:cubicBezTo>
                  <a:pt x="9526" y="116950"/>
                  <a:pt x="17603" y="113734"/>
                  <a:pt x="24231" y="109484"/>
                </a:cubicBezTo>
                <a:cubicBezTo>
                  <a:pt x="30859" y="105233"/>
                  <a:pt x="36110" y="99978"/>
                  <a:pt x="39983" y="93718"/>
                </a:cubicBezTo>
                <a:cubicBezTo>
                  <a:pt x="43857" y="87457"/>
                  <a:pt x="46568" y="80249"/>
                  <a:pt x="48118" y="72093"/>
                </a:cubicBezTo>
                <a:cubicBezTo>
                  <a:pt x="44560" y="73912"/>
                  <a:pt x="41533" y="75177"/>
                  <a:pt x="39037" y="75889"/>
                </a:cubicBezTo>
                <a:cubicBezTo>
                  <a:pt x="36540" y="76599"/>
                  <a:pt x="33915" y="76954"/>
                  <a:pt x="31160" y="76954"/>
                </a:cubicBezTo>
                <a:cubicBezTo>
                  <a:pt x="22323" y="76954"/>
                  <a:pt x="14963" y="73773"/>
                  <a:pt x="9081" y="67410"/>
                </a:cubicBezTo>
                <a:cubicBezTo>
                  <a:pt x="3199" y="61047"/>
                  <a:pt x="258" y="52335"/>
                  <a:pt x="258" y="41272"/>
                </a:cubicBezTo>
                <a:cubicBezTo>
                  <a:pt x="258" y="33591"/>
                  <a:pt x="1851" y="26555"/>
                  <a:pt x="5036" y="20164"/>
                </a:cubicBezTo>
                <a:cubicBezTo>
                  <a:pt x="8220" y="13773"/>
                  <a:pt x="12768" y="8814"/>
                  <a:pt x="18679" y="5288"/>
                </a:cubicBezTo>
                <a:cubicBezTo>
                  <a:pt x="24590" y="1763"/>
                  <a:pt x="30730" y="0"/>
                  <a:pt x="37100" y="0"/>
                </a:cubicBezTo>
                <a:cubicBezTo>
                  <a:pt x="43929" y="0"/>
                  <a:pt x="50384" y="1951"/>
                  <a:pt x="56467" y="5853"/>
                </a:cubicBezTo>
                <a:cubicBezTo>
                  <a:pt x="62550" y="9756"/>
                  <a:pt x="67399" y="15408"/>
                  <a:pt x="71015" y="22811"/>
                </a:cubicBezTo>
                <a:cubicBezTo>
                  <a:pt x="74630" y="30213"/>
                  <a:pt x="76438" y="38649"/>
                  <a:pt x="76438" y="48118"/>
                </a:cubicBezTo>
                <a:cubicBezTo>
                  <a:pt x="76438" y="60398"/>
                  <a:pt x="73497" y="72162"/>
                  <a:pt x="67614" y="83410"/>
                </a:cubicBezTo>
                <a:cubicBezTo>
                  <a:pt x="61732" y="94657"/>
                  <a:pt x="52967" y="103681"/>
                  <a:pt x="41318" y="110481"/>
                </a:cubicBezTo>
                <a:cubicBezTo>
                  <a:pt x="29668" y="117282"/>
                  <a:pt x="15896" y="120969"/>
                  <a:pt x="0" y="121543"/>
                </a:cubicBezTo>
                <a:moveTo>
                  <a:pt x="49409" y="64903"/>
                </a:moveTo>
                <a:cubicBezTo>
                  <a:pt x="49983" y="58476"/>
                  <a:pt x="50270" y="52823"/>
                  <a:pt x="50270" y="47946"/>
                </a:cubicBezTo>
                <a:cubicBezTo>
                  <a:pt x="50270" y="37501"/>
                  <a:pt x="49065" y="27775"/>
                  <a:pt x="46654" y="18765"/>
                </a:cubicBezTo>
                <a:cubicBezTo>
                  <a:pt x="45277" y="13773"/>
                  <a:pt x="43240" y="10100"/>
                  <a:pt x="40543" y="7747"/>
                </a:cubicBezTo>
                <a:cubicBezTo>
                  <a:pt x="39108" y="6485"/>
                  <a:pt x="37243" y="5853"/>
                  <a:pt x="34948" y="5853"/>
                </a:cubicBezTo>
                <a:cubicBezTo>
                  <a:pt x="32079" y="5853"/>
                  <a:pt x="29840" y="7087"/>
                  <a:pt x="28234" y="9555"/>
                </a:cubicBezTo>
                <a:cubicBezTo>
                  <a:pt x="25996" y="12940"/>
                  <a:pt x="24877" y="19396"/>
                  <a:pt x="24877" y="28922"/>
                </a:cubicBezTo>
                <a:cubicBezTo>
                  <a:pt x="24877" y="44818"/>
                  <a:pt x="26770" y="55779"/>
                  <a:pt x="30558" y="61804"/>
                </a:cubicBezTo>
                <a:cubicBezTo>
                  <a:pt x="33025" y="65706"/>
                  <a:pt x="36354" y="67658"/>
                  <a:pt x="40543" y="67658"/>
                </a:cubicBezTo>
                <a:cubicBezTo>
                  <a:pt x="42781" y="67658"/>
                  <a:pt x="45736" y="66739"/>
                  <a:pt x="49409" y="6490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972B71-C42E-495D-88DA-AD78A6222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102" y="622127"/>
            <a:ext cx="117758" cy="86039"/>
          </a:xfrm>
          <a:custGeom xmlns:a="http://schemas.openxmlformats.org/drawingml/2006/main">
            <a:pathLst>
              <a:path w="117758" h="86039" fill="none">
                <a:moveTo>
                  <a:pt x="117758" y="0"/>
                </a:moveTo>
                <a:lnTo>
                  <a:pt x="0" y="86039"/>
                </a:lnTo>
              </a:path>
            </a:pathLst>
          </a:custGeom>
          <a:noFill xmlns:a="http://schemas.openxmlformats.org/drawingml/2006/main"/>
          <a:ln xmlns:a="http://schemas.openxmlformats.org/drawingml/2006/main" w="22036" cap="rnd">
            <a:solidFill>
              <a:srgbClr val="000000"/>
            </a:solidFill>
            <a:round/>
          </a:ln>
        </p:spPr>
      </p:sp>
      <p:sp>
        <p:nvSpPr>
          <p:cNvPr id="232" name="Text 9">
            <a:extLst xmlns:a="http://schemas.openxmlformats.org/drawingml/2006/main">
              <a:ext uri="{FF2B5EF4-FFF2-40B4-BE49-F238E27FC236}">
                <a16:creationId xmlns:a16="http://schemas.microsoft.com/office/drawing/2014/main" id="{C995E45F-02D5-442A-B5A7-7C1F62F9C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271" y="607979"/>
            <a:ext cx="76438" cy="121543"/>
          </a:xfrm>
          <a:custGeom xmlns:a="http://schemas.openxmlformats.org/drawingml/2006/main">
            <a:pathLst>
              <a:path w="76438" h="121543">
                <a:moveTo>
                  <a:pt x="0" y="121543"/>
                </a:moveTo>
                <a:lnTo>
                  <a:pt x="0" y="119132"/>
                </a:lnTo>
                <a:cubicBezTo>
                  <a:pt x="9526" y="116950"/>
                  <a:pt x="17603" y="113734"/>
                  <a:pt x="24231" y="109484"/>
                </a:cubicBezTo>
                <a:cubicBezTo>
                  <a:pt x="30859" y="105233"/>
                  <a:pt x="36110" y="99978"/>
                  <a:pt x="39983" y="93718"/>
                </a:cubicBezTo>
                <a:cubicBezTo>
                  <a:pt x="43857" y="87457"/>
                  <a:pt x="46568" y="80249"/>
                  <a:pt x="48118" y="72093"/>
                </a:cubicBezTo>
                <a:cubicBezTo>
                  <a:pt x="44560" y="73912"/>
                  <a:pt x="41533" y="75177"/>
                  <a:pt x="39037" y="75889"/>
                </a:cubicBezTo>
                <a:cubicBezTo>
                  <a:pt x="36540" y="76599"/>
                  <a:pt x="33915" y="76954"/>
                  <a:pt x="31160" y="76954"/>
                </a:cubicBezTo>
                <a:cubicBezTo>
                  <a:pt x="22323" y="76954"/>
                  <a:pt x="14963" y="73773"/>
                  <a:pt x="9081" y="67410"/>
                </a:cubicBezTo>
                <a:cubicBezTo>
                  <a:pt x="3199" y="61047"/>
                  <a:pt x="258" y="52335"/>
                  <a:pt x="258" y="41272"/>
                </a:cubicBezTo>
                <a:cubicBezTo>
                  <a:pt x="258" y="33591"/>
                  <a:pt x="1851" y="26555"/>
                  <a:pt x="5036" y="20164"/>
                </a:cubicBezTo>
                <a:cubicBezTo>
                  <a:pt x="8220" y="13773"/>
                  <a:pt x="12768" y="8814"/>
                  <a:pt x="18679" y="5288"/>
                </a:cubicBezTo>
                <a:cubicBezTo>
                  <a:pt x="24590" y="1763"/>
                  <a:pt x="30730" y="0"/>
                  <a:pt x="37100" y="0"/>
                </a:cubicBezTo>
                <a:cubicBezTo>
                  <a:pt x="43929" y="0"/>
                  <a:pt x="50384" y="1951"/>
                  <a:pt x="56467" y="5853"/>
                </a:cubicBezTo>
                <a:cubicBezTo>
                  <a:pt x="62550" y="9756"/>
                  <a:pt x="67399" y="15408"/>
                  <a:pt x="71015" y="22811"/>
                </a:cubicBezTo>
                <a:cubicBezTo>
                  <a:pt x="74630" y="30213"/>
                  <a:pt x="76438" y="38649"/>
                  <a:pt x="76438" y="48118"/>
                </a:cubicBezTo>
                <a:cubicBezTo>
                  <a:pt x="76438" y="60398"/>
                  <a:pt x="73497" y="72162"/>
                  <a:pt x="67614" y="83410"/>
                </a:cubicBezTo>
                <a:cubicBezTo>
                  <a:pt x="61732" y="94657"/>
                  <a:pt x="52967" y="103681"/>
                  <a:pt x="41318" y="110481"/>
                </a:cubicBezTo>
                <a:cubicBezTo>
                  <a:pt x="29668" y="117282"/>
                  <a:pt x="15896" y="120969"/>
                  <a:pt x="0" y="121543"/>
                </a:cubicBezTo>
                <a:moveTo>
                  <a:pt x="49409" y="64903"/>
                </a:moveTo>
                <a:cubicBezTo>
                  <a:pt x="49983" y="58476"/>
                  <a:pt x="50270" y="52823"/>
                  <a:pt x="50270" y="47946"/>
                </a:cubicBezTo>
                <a:cubicBezTo>
                  <a:pt x="50270" y="37501"/>
                  <a:pt x="49065" y="27775"/>
                  <a:pt x="46654" y="18765"/>
                </a:cubicBezTo>
                <a:cubicBezTo>
                  <a:pt x="45277" y="13773"/>
                  <a:pt x="43240" y="10100"/>
                  <a:pt x="40543" y="7747"/>
                </a:cubicBezTo>
                <a:cubicBezTo>
                  <a:pt x="39108" y="6485"/>
                  <a:pt x="37243" y="5853"/>
                  <a:pt x="34948" y="5853"/>
                </a:cubicBezTo>
                <a:cubicBezTo>
                  <a:pt x="32079" y="5853"/>
                  <a:pt x="29840" y="7087"/>
                  <a:pt x="28234" y="9555"/>
                </a:cubicBezTo>
                <a:cubicBezTo>
                  <a:pt x="25996" y="12940"/>
                  <a:pt x="24877" y="19396"/>
                  <a:pt x="24877" y="28922"/>
                </a:cubicBezTo>
                <a:cubicBezTo>
                  <a:pt x="24877" y="44818"/>
                  <a:pt x="26770" y="55779"/>
                  <a:pt x="30558" y="61804"/>
                </a:cubicBezTo>
                <a:cubicBezTo>
                  <a:pt x="33025" y="65706"/>
                  <a:pt x="36354" y="67658"/>
                  <a:pt x="40543" y="67658"/>
                </a:cubicBezTo>
                <a:cubicBezTo>
                  <a:pt x="42781" y="67658"/>
                  <a:pt x="45736" y="66739"/>
                  <a:pt x="49409" y="6490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D34546-6BC3-47D3-B84A-9F76B2A04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5259" y="622127"/>
            <a:ext cx="117761" cy="86039"/>
          </a:xfrm>
          <a:custGeom xmlns:a="http://schemas.openxmlformats.org/drawingml/2006/main">
            <a:pathLst>
              <a:path w="117761" h="86039" fill="none">
                <a:moveTo>
                  <a:pt x="117761" y="0"/>
                </a:moveTo>
                <a:lnTo>
                  <a:pt x="0" y="86039"/>
                </a:lnTo>
              </a:path>
            </a:pathLst>
          </a:custGeom>
          <a:noFill xmlns:a="http://schemas.openxmlformats.org/drawingml/2006/main"/>
          <a:ln xmlns:a="http://schemas.openxmlformats.org/drawingml/2006/main" w="22036" cap="rnd">
            <a:solidFill>
              <a:srgbClr val="000000"/>
            </a:solidFill>
            <a:round/>
          </a:ln>
        </p:spPr>
      </p:sp>
      <p:sp>
        <p:nvSpPr>
          <p:cNvPr id="234" name="Text 6">
            <a:extLst xmlns:a="http://schemas.openxmlformats.org/drawingml/2006/main">
              <a:ext uri="{FF2B5EF4-FFF2-40B4-BE49-F238E27FC236}">
                <a16:creationId xmlns:a16="http://schemas.microsoft.com/office/drawing/2014/main" id="{C49F0073-84EA-44D5-BFE1-7E2F77EAD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9484" y="607979"/>
            <a:ext cx="76265" cy="121543"/>
          </a:xfrm>
          <a:custGeom xmlns:a="http://schemas.openxmlformats.org/drawingml/2006/main">
            <a:pathLst>
              <a:path w="76265" h="121543">
                <a:moveTo>
                  <a:pt x="76265" y="0"/>
                </a:moveTo>
                <a:lnTo>
                  <a:pt x="76265" y="2410"/>
                </a:lnTo>
                <a:cubicBezTo>
                  <a:pt x="65879" y="5043"/>
                  <a:pt x="57543" y="8434"/>
                  <a:pt x="51260" y="12584"/>
                </a:cubicBezTo>
                <a:cubicBezTo>
                  <a:pt x="44976" y="16733"/>
                  <a:pt x="40012" y="21771"/>
                  <a:pt x="36368" y="27696"/>
                </a:cubicBezTo>
                <a:cubicBezTo>
                  <a:pt x="32724" y="33619"/>
                  <a:pt x="29898" y="40959"/>
                  <a:pt x="27889" y="49716"/>
                </a:cubicBezTo>
                <a:cubicBezTo>
                  <a:pt x="30414" y="47978"/>
                  <a:pt x="32509" y="46848"/>
                  <a:pt x="34173" y="46326"/>
                </a:cubicBezTo>
                <a:cubicBezTo>
                  <a:pt x="37903" y="45168"/>
                  <a:pt x="41662" y="44589"/>
                  <a:pt x="45449" y="44589"/>
                </a:cubicBezTo>
                <a:cubicBezTo>
                  <a:pt x="54172" y="44589"/>
                  <a:pt x="61446" y="47766"/>
                  <a:pt x="67270" y="54122"/>
                </a:cubicBezTo>
                <a:cubicBezTo>
                  <a:pt x="73095" y="60477"/>
                  <a:pt x="76007" y="69148"/>
                  <a:pt x="76007" y="80134"/>
                </a:cubicBezTo>
                <a:cubicBezTo>
                  <a:pt x="76007" y="87839"/>
                  <a:pt x="74429" y="94913"/>
                  <a:pt x="71273" y="101354"/>
                </a:cubicBezTo>
                <a:cubicBezTo>
                  <a:pt x="68117" y="107796"/>
                  <a:pt x="63641" y="112772"/>
                  <a:pt x="57845" y="116281"/>
                </a:cubicBezTo>
                <a:cubicBezTo>
                  <a:pt x="52049" y="119789"/>
                  <a:pt x="45851" y="121543"/>
                  <a:pt x="39252" y="121543"/>
                </a:cubicBezTo>
                <a:cubicBezTo>
                  <a:pt x="32079" y="121543"/>
                  <a:pt x="25450" y="119577"/>
                  <a:pt x="19368" y="115646"/>
                </a:cubicBezTo>
                <a:cubicBezTo>
                  <a:pt x="13285" y="111715"/>
                  <a:pt x="8536" y="105962"/>
                  <a:pt x="5122" y="98387"/>
                </a:cubicBezTo>
                <a:cubicBezTo>
                  <a:pt x="1707" y="90813"/>
                  <a:pt x="0" y="82578"/>
                  <a:pt x="0" y="73683"/>
                </a:cubicBezTo>
                <a:cubicBezTo>
                  <a:pt x="0" y="60599"/>
                  <a:pt x="3142" y="48419"/>
                  <a:pt x="9426" y="37143"/>
                </a:cubicBezTo>
                <a:cubicBezTo>
                  <a:pt x="15709" y="25867"/>
                  <a:pt x="24633" y="16886"/>
                  <a:pt x="36196" y="10200"/>
                </a:cubicBezTo>
                <a:cubicBezTo>
                  <a:pt x="47759" y="3515"/>
                  <a:pt x="61116" y="115"/>
                  <a:pt x="76265" y="0"/>
                </a:cubicBezTo>
                <a:moveTo>
                  <a:pt x="26770" y="56734"/>
                </a:moveTo>
                <a:cubicBezTo>
                  <a:pt x="26311" y="64674"/>
                  <a:pt x="26082" y="70486"/>
                  <a:pt x="26082" y="74170"/>
                </a:cubicBezTo>
                <a:cubicBezTo>
                  <a:pt x="26082" y="82111"/>
                  <a:pt x="26842" y="89793"/>
                  <a:pt x="28363" y="97217"/>
                </a:cubicBezTo>
                <a:cubicBezTo>
                  <a:pt x="29884" y="104640"/>
                  <a:pt x="31964" y="109848"/>
                  <a:pt x="34603" y="112841"/>
                </a:cubicBezTo>
                <a:cubicBezTo>
                  <a:pt x="36497" y="114969"/>
                  <a:pt x="38735" y="116034"/>
                  <a:pt x="41318" y="116034"/>
                </a:cubicBezTo>
                <a:cubicBezTo>
                  <a:pt x="43957" y="116034"/>
                  <a:pt x="46310" y="114494"/>
                  <a:pt x="48376" y="111415"/>
                </a:cubicBezTo>
                <a:cubicBezTo>
                  <a:pt x="50442" y="108336"/>
                  <a:pt x="51475" y="102078"/>
                  <a:pt x="51475" y="92642"/>
                </a:cubicBezTo>
                <a:cubicBezTo>
                  <a:pt x="51475" y="76759"/>
                  <a:pt x="49552" y="65796"/>
                  <a:pt x="45708" y="59754"/>
                </a:cubicBezTo>
                <a:cubicBezTo>
                  <a:pt x="43240" y="55841"/>
                  <a:pt x="39912" y="53885"/>
                  <a:pt x="35722" y="53885"/>
                </a:cubicBezTo>
                <a:cubicBezTo>
                  <a:pt x="33427" y="53885"/>
                  <a:pt x="30443" y="54835"/>
                  <a:pt x="26770" y="5673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F2119A-5E31-4A84-8EE0-AF0CB9DE7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5245" y="517428"/>
            <a:ext cx="337886" cy="32202"/>
          </a:xfrm>
          <a:custGeom xmlns:a="http://schemas.openxmlformats.org/drawingml/2006/main">
            <a:pathLst>
              <a:path w="337886" h="32202" fill="none">
                <a:moveTo>
                  <a:pt x="0" y="0"/>
                </a:moveTo>
                <a:lnTo>
                  <a:pt x="44153" y="32202"/>
                </a:lnTo>
                <a:lnTo>
                  <a:pt x="296216" y="32202"/>
                </a:lnTo>
                <a:lnTo>
                  <a:pt x="337886" y="1034"/>
                </a:lnTo>
              </a:path>
            </a:pathLst>
          </a:custGeom>
          <a:noFill xmlns:a="http://schemas.openxmlformats.org/drawingml/2006/main"/>
          <a:ln xmlns:a="http://schemas.openxmlformats.org/drawingml/2006/main" w="22036" cap="rnd">
            <a:solidFill>
              <a:srgbClr val="000000"/>
            </a:solidFill>
            <a:round/>
          </a:ln>
        </p:spPr>
      </p:sp>
      <p:sp>
        <p:nvSpPr>
          <p:cNvPr id="236" name="Text 9">
            <a:extLst xmlns:a="http://schemas.openxmlformats.org/drawingml/2006/main">
              <a:ext uri="{FF2B5EF4-FFF2-40B4-BE49-F238E27FC236}">
                <a16:creationId xmlns:a16="http://schemas.microsoft.com/office/drawing/2014/main" id="{4727BA10-CF85-4C7E-95A7-F1D500846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7647" y="587487"/>
            <a:ext cx="76438" cy="121543"/>
          </a:xfrm>
          <a:custGeom xmlns:a="http://schemas.openxmlformats.org/drawingml/2006/main">
            <a:pathLst>
              <a:path w="76438" h="121543">
                <a:moveTo>
                  <a:pt x="0" y="121543"/>
                </a:moveTo>
                <a:lnTo>
                  <a:pt x="0" y="119132"/>
                </a:lnTo>
                <a:cubicBezTo>
                  <a:pt x="9526" y="116950"/>
                  <a:pt x="17603" y="113734"/>
                  <a:pt x="24231" y="109484"/>
                </a:cubicBezTo>
                <a:cubicBezTo>
                  <a:pt x="30859" y="105233"/>
                  <a:pt x="36110" y="99978"/>
                  <a:pt x="39983" y="93718"/>
                </a:cubicBezTo>
                <a:cubicBezTo>
                  <a:pt x="43857" y="87457"/>
                  <a:pt x="46568" y="80249"/>
                  <a:pt x="48118" y="72093"/>
                </a:cubicBezTo>
                <a:cubicBezTo>
                  <a:pt x="44560" y="73912"/>
                  <a:pt x="41533" y="75177"/>
                  <a:pt x="39037" y="75889"/>
                </a:cubicBezTo>
                <a:cubicBezTo>
                  <a:pt x="36540" y="76599"/>
                  <a:pt x="33915" y="76954"/>
                  <a:pt x="31160" y="76954"/>
                </a:cubicBezTo>
                <a:cubicBezTo>
                  <a:pt x="22323" y="76954"/>
                  <a:pt x="14963" y="73773"/>
                  <a:pt x="9081" y="67410"/>
                </a:cubicBezTo>
                <a:cubicBezTo>
                  <a:pt x="3199" y="61047"/>
                  <a:pt x="258" y="52335"/>
                  <a:pt x="258" y="41272"/>
                </a:cubicBezTo>
                <a:cubicBezTo>
                  <a:pt x="258" y="33591"/>
                  <a:pt x="1851" y="26555"/>
                  <a:pt x="5036" y="20164"/>
                </a:cubicBezTo>
                <a:cubicBezTo>
                  <a:pt x="8220" y="13773"/>
                  <a:pt x="12768" y="8814"/>
                  <a:pt x="18679" y="5288"/>
                </a:cubicBezTo>
                <a:cubicBezTo>
                  <a:pt x="24590" y="1763"/>
                  <a:pt x="30730" y="0"/>
                  <a:pt x="37100" y="0"/>
                </a:cubicBezTo>
                <a:cubicBezTo>
                  <a:pt x="43929" y="0"/>
                  <a:pt x="50384" y="1951"/>
                  <a:pt x="56467" y="5853"/>
                </a:cubicBezTo>
                <a:cubicBezTo>
                  <a:pt x="62550" y="9756"/>
                  <a:pt x="67399" y="15408"/>
                  <a:pt x="71015" y="22811"/>
                </a:cubicBezTo>
                <a:cubicBezTo>
                  <a:pt x="74630" y="30213"/>
                  <a:pt x="76438" y="38649"/>
                  <a:pt x="76438" y="48118"/>
                </a:cubicBezTo>
                <a:cubicBezTo>
                  <a:pt x="76438" y="60398"/>
                  <a:pt x="73497" y="72162"/>
                  <a:pt x="67614" y="83410"/>
                </a:cubicBezTo>
                <a:cubicBezTo>
                  <a:pt x="61732" y="94657"/>
                  <a:pt x="52967" y="103681"/>
                  <a:pt x="41318" y="110481"/>
                </a:cubicBezTo>
                <a:cubicBezTo>
                  <a:pt x="29668" y="117282"/>
                  <a:pt x="15896" y="120969"/>
                  <a:pt x="0" y="121543"/>
                </a:cubicBezTo>
                <a:moveTo>
                  <a:pt x="49409" y="64903"/>
                </a:moveTo>
                <a:cubicBezTo>
                  <a:pt x="49983" y="58476"/>
                  <a:pt x="50270" y="52823"/>
                  <a:pt x="50270" y="47946"/>
                </a:cubicBezTo>
                <a:cubicBezTo>
                  <a:pt x="50270" y="37501"/>
                  <a:pt x="49065" y="27775"/>
                  <a:pt x="46654" y="18765"/>
                </a:cubicBezTo>
                <a:cubicBezTo>
                  <a:pt x="45277" y="13773"/>
                  <a:pt x="43240" y="10100"/>
                  <a:pt x="40543" y="7747"/>
                </a:cubicBezTo>
                <a:cubicBezTo>
                  <a:pt x="39108" y="6485"/>
                  <a:pt x="37243" y="5853"/>
                  <a:pt x="34948" y="5853"/>
                </a:cubicBezTo>
                <a:cubicBezTo>
                  <a:pt x="32079" y="5853"/>
                  <a:pt x="29840" y="7087"/>
                  <a:pt x="28234" y="9555"/>
                </a:cubicBezTo>
                <a:cubicBezTo>
                  <a:pt x="25996" y="12940"/>
                  <a:pt x="24877" y="19396"/>
                  <a:pt x="24877" y="28922"/>
                </a:cubicBezTo>
                <a:cubicBezTo>
                  <a:pt x="24877" y="44818"/>
                  <a:pt x="26770" y="55779"/>
                  <a:pt x="30558" y="61804"/>
                </a:cubicBezTo>
                <a:cubicBezTo>
                  <a:pt x="33025" y="65706"/>
                  <a:pt x="36354" y="67658"/>
                  <a:pt x="40543" y="67658"/>
                </a:cubicBezTo>
                <a:cubicBezTo>
                  <a:pt x="42781" y="67658"/>
                  <a:pt x="45736" y="66739"/>
                  <a:pt x="49409" y="6490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570934-C2F0-433A-9E40-8B0D6E95F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4376" y="549630"/>
            <a:ext cx="928969" cy="203939"/>
          </a:xfrm>
          <a:custGeom xmlns:a="http://schemas.openxmlformats.org/drawingml/2006/main">
            <a:pathLst>
              <a:path w="928969" h="203939" fill="none">
                <a:moveTo>
                  <a:pt x="928969" y="0"/>
                </a:moveTo>
                <a:lnTo>
                  <a:pt x="928969" y="203939"/>
                </a:lnTo>
                <a:lnTo>
                  <a:pt x="0" y="203939"/>
                </a:lnTo>
              </a:path>
            </a:pathLst>
          </a:custGeom>
          <a:noFill xmlns:a="http://schemas.openxmlformats.org/drawingml/2006/main"/>
          <a:ln xmlns:a="http://schemas.openxmlformats.org/drawingml/2006/main" w="22036" cap="rnd">
            <a:solidFill>
              <a:srgbClr val="000000"/>
            </a:solidFill>
            <a:round/>
          </a:ln>
        </p:spPr>
      </p:sp>
      <p:sp>
        <p:nvSpPr>
          <p:cNvPr id="2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C666C1-E914-4C31-BDA9-F3F6D9C77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5593" y="739028"/>
            <a:ext cx="38783" cy="29088"/>
          </a:xfrm>
          <a:custGeom xmlns:a="http://schemas.openxmlformats.org/drawingml/2006/main">
            <a:pathLst>
              <a:path w="38783" h="29088">
                <a:moveTo>
                  <a:pt x="0" y="14544"/>
                </a:moveTo>
                <a:lnTo>
                  <a:pt x="38783" y="29088"/>
                </a:lnTo>
                <a:lnTo>
                  <a:pt x="38783" y="0"/>
                </a:lnTo>
                <a:lnTo>
                  <a:pt x="0" y="14544"/>
                </a:lnTo>
                <a:close/>
                <a:moveTo>
                  <a:pt x="0" y="1454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F28235-37DE-4A87-81AC-14451D9CD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5593" y="739026"/>
            <a:ext cx="38783" cy="29088"/>
          </a:xfrm>
          <a:custGeom xmlns:a="http://schemas.openxmlformats.org/drawingml/2006/main">
            <a:pathLst>
              <a:path w="38783" h="29088" fill="none">
                <a:moveTo>
                  <a:pt x="0" y="14544"/>
                </a:moveTo>
                <a:lnTo>
                  <a:pt x="38783" y="29088"/>
                </a:lnTo>
                <a:lnTo>
                  <a:pt x="38783" y="0"/>
                </a:lnTo>
                <a:lnTo>
                  <a:pt x="0" y="14544"/>
                </a:lnTo>
                <a:close/>
                <a:moveTo>
                  <a:pt x="0" y="14544"/>
                </a:moveTo>
              </a:path>
            </a:pathLst>
          </a:custGeom>
          <a:noFill xmlns:a="http://schemas.openxmlformats.org/drawingml/2006/main"/>
          <a:ln xmlns:a="http://schemas.openxmlformats.org/drawingml/2006/main" w="22036" cap="flat">
            <a:solidFill>
              <a:srgbClr val="000000"/>
            </a:solidFill>
            <a:miter/>
          </a:ln>
        </p:spPr>
      </p:sp>
      <p:sp>
        <p:nvSpPr>
          <p:cNvPr id="2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BAC9D6-85D4-4828-80D2-3745DDB8B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5309" y="608581"/>
            <a:ext cx="117758" cy="86038"/>
          </a:xfrm>
          <a:custGeom xmlns:a="http://schemas.openxmlformats.org/drawingml/2006/main">
            <a:pathLst>
              <a:path w="117758" h="86038" fill="none">
                <a:moveTo>
                  <a:pt x="117758" y="0"/>
                </a:moveTo>
                <a:lnTo>
                  <a:pt x="0" y="86038"/>
                </a:lnTo>
              </a:path>
            </a:pathLst>
          </a:custGeom>
          <a:noFill xmlns:a="http://schemas.openxmlformats.org/drawingml/2006/main"/>
          <a:ln xmlns:a="http://schemas.openxmlformats.org/drawingml/2006/main" w="22036" cap="rnd">
            <a:solidFill>
              <a:srgbClr val="000000"/>
            </a:solidFill>
            <a:round/>
          </a:ln>
        </p:spPr>
      </p:sp>
      <p:sp>
        <p:nvSpPr>
          <p:cNvPr id="2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A93B4D-04D5-45C6-B8F1-06E763615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625" y="2041873"/>
            <a:ext cx="1645358" cy="32202"/>
          </a:xfrm>
          <a:custGeom xmlns:a="http://schemas.openxmlformats.org/drawingml/2006/main">
            <a:pathLst>
              <a:path w="1645358" h="32202" fill="none">
                <a:moveTo>
                  <a:pt x="0" y="32202"/>
                </a:moveTo>
                <a:lnTo>
                  <a:pt x="215003" y="0"/>
                </a:lnTo>
                <a:lnTo>
                  <a:pt x="1452160" y="0"/>
                </a:lnTo>
                <a:lnTo>
                  <a:pt x="1645358" y="31168"/>
                </a:lnTo>
              </a:path>
            </a:pathLst>
          </a:custGeom>
          <a:noFill xmlns:a="http://schemas.openxmlformats.org/drawingml/2006/main"/>
          <a:ln xmlns:a="http://schemas.openxmlformats.org/drawingml/2006/main" w="22036" cap="rnd">
            <a:solidFill>
              <a:srgbClr val="000000"/>
            </a:solidFill>
            <a:round/>
          </a:ln>
        </p:spPr>
      </p:sp>
      <p:sp>
        <p:nvSpPr>
          <p:cNvPr id="2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5C6E34-5FA1-4C2F-ABDE-6799C586E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6179" y="2041873"/>
            <a:ext cx="1087111" cy="32202"/>
          </a:xfrm>
          <a:custGeom xmlns:a="http://schemas.openxmlformats.org/drawingml/2006/main">
            <a:pathLst>
              <a:path w="1087111" h="32202" fill="none">
                <a:moveTo>
                  <a:pt x="0" y="32202"/>
                </a:moveTo>
                <a:lnTo>
                  <a:pt x="142055" y="0"/>
                </a:lnTo>
                <a:lnTo>
                  <a:pt x="953043" y="0"/>
                </a:lnTo>
                <a:lnTo>
                  <a:pt x="1087111" y="31168"/>
                </a:lnTo>
              </a:path>
            </a:pathLst>
          </a:custGeom>
          <a:noFill xmlns:a="http://schemas.openxmlformats.org/drawingml/2006/main"/>
          <a:ln xmlns:a="http://schemas.openxmlformats.org/drawingml/2006/main" w="22036" cap="rnd">
            <a:solidFill>
              <a:srgbClr val="000000"/>
            </a:solidFill>
            <a:round/>
          </a:ln>
        </p:spPr>
      </p:sp>
      <p:sp>
        <p:nvSpPr>
          <p:cNvPr id="2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D14989-A69F-4C42-9EC1-B2671DBFB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7643" y="2041873"/>
            <a:ext cx="1101806" cy="32202"/>
          </a:xfrm>
          <a:custGeom xmlns:a="http://schemas.openxmlformats.org/drawingml/2006/main">
            <a:pathLst>
              <a:path w="1101806" h="32202" fill="none">
                <a:moveTo>
                  <a:pt x="0" y="32202"/>
                </a:moveTo>
                <a:lnTo>
                  <a:pt x="143975" y="0"/>
                </a:lnTo>
                <a:lnTo>
                  <a:pt x="965917" y="0"/>
                </a:lnTo>
                <a:lnTo>
                  <a:pt x="1101806" y="31168"/>
                </a:lnTo>
              </a:path>
            </a:pathLst>
          </a:custGeom>
          <a:noFill xmlns:a="http://schemas.openxmlformats.org/drawingml/2006/main"/>
          <a:ln xmlns:a="http://schemas.openxmlformats.org/drawingml/2006/main" w="22036" cap="rnd">
            <a:solidFill>
              <a:srgbClr val="000000"/>
            </a:solidFill>
            <a:round/>
          </a:ln>
        </p:spPr>
      </p:sp>
      <p:sp>
        <p:nvSpPr>
          <p:cNvPr id="2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2A2164-D4CA-4B6A-AED5-BCC2D3246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901" y="1882950"/>
            <a:ext cx="1698413" cy="158922"/>
          </a:xfrm>
          <a:custGeom xmlns:a="http://schemas.openxmlformats.org/drawingml/2006/main">
            <a:pathLst>
              <a:path w="1698413" h="158922" fill="none">
                <a:moveTo>
                  <a:pt x="0" y="158922"/>
                </a:moveTo>
                <a:lnTo>
                  <a:pt x="73" y="0"/>
                </a:lnTo>
                <a:lnTo>
                  <a:pt x="16984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036" cap="rnd">
            <a:solidFill>
              <a:srgbClr val="000000"/>
            </a:solidFill>
            <a:round/>
          </a:ln>
        </p:spPr>
      </p:sp>
      <p:sp>
        <p:nvSpPr>
          <p:cNvPr id="2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613B7C-0D62-4EC1-A1B1-84121BF85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5315" y="1868409"/>
            <a:ext cx="38783" cy="29088"/>
          </a:xfrm>
          <a:custGeom xmlns:a="http://schemas.openxmlformats.org/drawingml/2006/main">
            <a:pathLst>
              <a:path w="38783" h="29088">
                <a:moveTo>
                  <a:pt x="38783" y="14544"/>
                </a:moveTo>
                <a:lnTo>
                  <a:pt x="0" y="0"/>
                </a:lnTo>
                <a:lnTo>
                  <a:pt x="0" y="29088"/>
                </a:lnTo>
                <a:lnTo>
                  <a:pt x="38783" y="14544"/>
                </a:lnTo>
                <a:close/>
                <a:moveTo>
                  <a:pt x="38783" y="1454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F89DE4-07A2-4F8A-B152-21EB1AB04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5314" y="1868406"/>
            <a:ext cx="38783" cy="29088"/>
          </a:xfrm>
          <a:custGeom xmlns:a="http://schemas.openxmlformats.org/drawingml/2006/main">
            <a:pathLst>
              <a:path w="38783" h="29088" fill="none">
                <a:moveTo>
                  <a:pt x="38783" y="14544"/>
                </a:moveTo>
                <a:lnTo>
                  <a:pt x="0" y="0"/>
                </a:lnTo>
                <a:lnTo>
                  <a:pt x="0" y="29088"/>
                </a:lnTo>
                <a:lnTo>
                  <a:pt x="38783" y="14544"/>
                </a:lnTo>
                <a:close/>
                <a:moveTo>
                  <a:pt x="38783" y="14544"/>
                </a:moveTo>
              </a:path>
            </a:pathLst>
          </a:custGeom>
          <a:noFill xmlns:a="http://schemas.openxmlformats.org/drawingml/2006/main"/>
          <a:ln xmlns:a="http://schemas.openxmlformats.org/drawingml/2006/main" w="22036" cap="flat">
            <a:solidFill>
              <a:srgbClr val="000000"/>
            </a:solidFill>
            <a:miter/>
          </a:ln>
        </p:spPr>
      </p:sp>
      <p:sp>
        <p:nvSpPr>
          <p:cNvPr id="2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55C29D-BFDD-4ECE-A4D9-9EC627718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11" y="2010083"/>
            <a:ext cx="10" cy="30358"/>
          </a:xfrm>
          <a:custGeom xmlns:a="http://schemas.openxmlformats.org/drawingml/2006/main">
            <a:pathLst>
              <a:path w="1" h="30358" fill="none">
                <a:moveTo>
                  <a:pt x="0" y="3035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036" cap="rnd">
            <a:solidFill>
              <a:srgbClr val="000000"/>
            </a:solidFill>
            <a:round/>
          </a:ln>
        </p:spPr>
      </p:sp>
      <p:sp>
        <p:nvSpPr>
          <p:cNvPr id="2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CA1FAF-B878-418F-8D89-6D7CD2F1E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0568" y="1971302"/>
            <a:ext cx="29088" cy="38783"/>
          </a:xfrm>
          <a:custGeom xmlns:a="http://schemas.openxmlformats.org/drawingml/2006/main">
            <a:pathLst>
              <a:path w="29088" h="38783">
                <a:moveTo>
                  <a:pt x="14544" y="0"/>
                </a:moveTo>
                <a:lnTo>
                  <a:pt x="0" y="38783"/>
                </a:lnTo>
                <a:lnTo>
                  <a:pt x="29088" y="38783"/>
                </a:lnTo>
                <a:lnTo>
                  <a:pt x="14544" y="0"/>
                </a:lnTo>
                <a:close/>
                <a:moveTo>
                  <a:pt x="14544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824DFF-CF6A-4B9F-BFCB-AED0F4E9A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0567" y="1971300"/>
            <a:ext cx="29088" cy="38783"/>
          </a:xfrm>
          <a:custGeom xmlns:a="http://schemas.openxmlformats.org/drawingml/2006/main">
            <a:pathLst>
              <a:path w="29088" h="38783" fill="none">
                <a:moveTo>
                  <a:pt x="14544" y="0"/>
                </a:moveTo>
                <a:lnTo>
                  <a:pt x="0" y="38783"/>
                </a:lnTo>
                <a:lnTo>
                  <a:pt x="29088" y="38783"/>
                </a:lnTo>
                <a:lnTo>
                  <a:pt x="14544" y="0"/>
                </a:lnTo>
                <a:close/>
                <a:moveTo>
                  <a:pt x="14544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22036" cap="flat">
            <a:solidFill>
              <a:srgbClr val="000000"/>
            </a:solidFill>
            <a:miter/>
          </a:ln>
        </p:spPr>
      </p:sp>
      <p:sp>
        <p:nvSpPr>
          <p:cNvPr id="2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416456-2E6A-4284-B9B9-B78492F65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328" y="1828964"/>
            <a:ext cx="112923" cy="112924"/>
          </a:xfrm>
          <a:custGeom xmlns:a="http://schemas.openxmlformats.org/drawingml/2006/main">
            <a:pathLst>
              <a:path w="112923" h="112924">
                <a:moveTo>
                  <a:pt x="92764" y="92874"/>
                </a:moveTo>
                <a:cubicBezTo>
                  <a:pt x="112874" y="72825"/>
                  <a:pt x="112923" y="40269"/>
                  <a:pt x="92873" y="20159"/>
                </a:cubicBezTo>
                <a:cubicBezTo>
                  <a:pt x="72823" y="49"/>
                  <a:pt x="40269" y="0"/>
                  <a:pt x="20159" y="20050"/>
                </a:cubicBezTo>
                <a:cubicBezTo>
                  <a:pt x="48" y="40099"/>
                  <a:pt x="0" y="72655"/>
                  <a:pt x="20048" y="92765"/>
                </a:cubicBezTo>
                <a:cubicBezTo>
                  <a:pt x="40098" y="112875"/>
                  <a:pt x="72654" y="112924"/>
                  <a:pt x="92764" y="92874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743720-500D-425D-8CA3-9DF358128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327" y="1828962"/>
            <a:ext cx="112923" cy="112923"/>
          </a:xfrm>
          <a:custGeom xmlns:a="http://schemas.openxmlformats.org/drawingml/2006/main">
            <a:pathLst>
              <a:path w="112923" h="112923" fill="none">
                <a:moveTo>
                  <a:pt x="92764" y="92873"/>
                </a:moveTo>
                <a:cubicBezTo>
                  <a:pt x="112874" y="72825"/>
                  <a:pt x="112923" y="40269"/>
                  <a:pt x="92873" y="20159"/>
                </a:cubicBezTo>
                <a:cubicBezTo>
                  <a:pt x="72823" y="48"/>
                  <a:pt x="40269" y="0"/>
                  <a:pt x="20159" y="20050"/>
                </a:cubicBezTo>
                <a:cubicBezTo>
                  <a:pt x="48" y="40098"/>
                  <a:pt x="0" y="72654"/>
                  <a:pt x="20048" y="92764"/>
                </a:cubicBezTo>
                <a:cubicBezTo>
                  <a:pt x="40098" y="112874"/>
                  <a:pt x="72654" y="112923"/>
                  <a:pt x="92764" y="92873"/>
                </a:cubicBezTo>
              </a:path>
            </a:pathLst>
          </a:custGeom>
          <a:noFill xmlns:a="http://schemas.openxmlformats.org/drawingml/2006/main"/>
          <a:ln xmlns:a="http://schemas.openxmlformats.org/drawingml/2006/main" w="22036" cap="rnd">
            <a:solidFill>
              <a:srgbClr val="000000"/>
            </a:solidFill>
            <a:round/>
          </a:ln>
        </p:spPr>
      </p:sp>
      <p:sp>
        <p:nvSpPr>
          <p:cNvPr id="2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C0775E-C1B6-412A-9184-E35BDBA67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4941" y="1884938"/>
            <a:ext cx="96253" cy="145"/>
          </a:xfrm>
          <a:custGeom xmlns:a="http://schemas.openxmlformats.org/drawingml/2006/main">
            <a:pathLst>
              <a:path w="96253" h="145" fill="none">
                <a:moveTo>
                  <a:pt x="0" y="0"/>
                </a:moveTo>
                <a:lnTo>
                  <a:pt x="96253" y="145"/>
                </a:lnTo>
              </a:path>
            </a:pathLst>
          </a:custGeom>
          <a:noFill xmlns:a="http://schemas.openxmlformats.org/drawingml/2006/main"/>
          <a:ln xmlns:a="http://schemas.openxmlformats.org/drawingml/2006/main" w="22036" cap="rnd">
            <a:solidFill>
              <a:srgbClr val="000000"/>
            </a:solidFill>
            <a:round/>
          </a:ln>
        </p:spPr>
      </p:sp>
      <p:sp>
        <p:nvSpPr>
          <p:cNvPr id="2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48BD0A-F4AC-41CB-B76B-89663E127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030" y="1837299"/>
            <a:ext cx="145" cy="96253"/>
          </a:xfrm>
          <a:custGeom xmlns:a="http://schemas.openxmlformats.org/drawingml/2006/main">
            <a:pathLst>
              <a:path w="145" h="96253" fill="none">
                <a:moveTo>
                  <a:pt x="0" y="96253"/>
                </a:moveTo>
                <a:lnTo>
                  <a:pt x="14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036" cap="rnd">
            <a:solidFill>
              <a:srgbClr val="000000"/>
            </a:solidFill>
            <a:round/>
          </a:ln>
        </p:spPr>
      </p:sp>
      <p:sp>
        <p:nvSpPr>
          <p:cNvPr id="2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E58CE9-A3F3-47D9-BF28-F76EF44FE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3248" y="1846454"/>
            <a:ext cx="2009098" cy="193206"/>
          </a:xfrm>
          <a:custGeom xmlns:a="http://schemas.openxmlformats.org/drawingml/2006/main">
            <a:pathLst>
              <a:path w="2009098" h="193206" fill="none">
                <a:moveTo>
                  <a:pt x="2009098" y="193206"/>
                </a:moveTo>
                <a:lnTo>
                  <a:pt x="2009098" y="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036" cap="rnd">
            <a:solidFill>
              <a:srgbClr val="000000"/>
            </a:solidFill>
            <a:round/>
          </a:ln>
        </p:spPr>
      </p:sp>
      <p:sp>
        <p:nvSpPr>
          <p:cNvPr id="2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D90912-F098-47EE-B9AB-9132BB876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4465" y="1831913"/>
            <a:ext cx="38783" cy="29088"/>
          </a:xfrm>
          <a:custGeom xmlns:a="http://schemas.openxmlformats.org/drawingml/2006/main">
            <a:pathLst>
              <a:path w="38783" h="29088">
                <a:moveTo>
                  <a:pt x="0" y="14544"/>
                </a:moveTo>
                <a:lnTo>
                  <a:pt x="38783" y="29088"/>
                </a:lnTo>
                <a:lnTo>
                  <a:pt x="38783" y="0"/>
                </a:lnTo>
                <a:lnTo>
                  <a:pt x="0" y="14544"/>
                </a:lnTo>
                <a:close/>
                <a:moveTo>
                  <a:pt x="0" y="1454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6F312B-5F68-4583-8883-EA84725A3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4464" y="1831910"/>
            <a:ext cx="38783" cy="29088"/>
          </a:xfrm>
          <a:custGeom xmlns:a="http://schemas.openxmlformats.org/drawingml/2006/main">
            <a:pathLst>
              <a:path w="38783" h="29088" fill="none">
                <a:moveTo>
                  <a:pt x="0" y="14544"/>
                </a:moveTo>
                <a:lnTo>
                  <a:pt x="38783" y="29088"/>
                </a:lnTo>
                <a:lnTo>
                  <a:pt x="38783" y="0"/>
                </a:lnTo>
                <a:lnTo>
                  <a:pt x="0" y="14544"/>
                </a:lnTo>
                <a:close/>
                <a:moveTo>
                  <a:pt x="0" y="14544"/>
                </a:moveTo>
              </a:path>
            </a:pathLst>
          </a:custGeom>
          <a:noFill xmlns:a="http://schemas.openxmlformats.org/drawingml/2006/main"/>
          <a:ln xmlns:a="http://schemas.openxmlformats.org/drawingml/2006/main" w="22036" cap="flat">
            <a:solidFill>
              <a:srgbClr val="000000"/>
            </a:solidFill>
            <a:miter/>
          </a:ln>
        </p:spPr>
      </p:sp>
      <p:sp>
        <p:nvSpPr>
          <p:cNvPr id="2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50A145-BB55-4B0A-8AFA-FD21530BF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11" y="1798204"/>
            <a:ext cx="10" cy="35725"/>
          </a:xfrm>
          <a:custGeom xmlns:a="http://schemas.openxmlformats.org/drawingml/2006/main">
            <a:pathLst>
              <a:path w="1" h="35725" fill="none">
                <a:moveTo>
                  <a:pt x="0" y="357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036" cap="rnd">
            <a:solidFill>
              <a:srgbClr val="000000"/>
            </a:solidFill>
            <a:round/>
          </a:ln>
        </p:spPr>
      </p:sp>
      <p:sp>
        <p:nvSpPr>
          <p:cNvPr id="2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ECDE5F-1CA3-4FD8-BFDE-3E028F04E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0568" y="1759423"/>
            <a:ext cx="29088" cy="38783"/>
          </a:xfrm>
          <a:custGeom xmlns:a="http://schemas.openxmlformats.org/drawingml/2006/main">
            <a:pathLst>
              <a:path w="29088" h="38783">
                <a:moveTo>
                  <a:pt x="14544" y="0"/>
                </a:moveTo>
                <a:lnTo>
                  <a:pt x="0" y="38783"/>
                </a:lnTo>
                <a:lnTo>
                  <a:pt x="29088" y="38783"/>
                </a:lnTo>
                <a:lnTo>
                  <a:pt x="14544" y="0"/>
                </a:lnTo>
                <a:close/>
                <a:moveTo>
                  <a:pt x="14544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FE7D7B-D659-478B-95BF-D2B430404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0567" y="1759421"/>
            <a:ext cx="29088" cy="38783"/>
          </a:xfrm>
          <a:custGeom xmlns:a="http://schemas.openxmlformats.org/drawingml/2006/main">
            <a:pathLst>
              <a:path w="29088" h="38783" fill="none">
                <a:moveTo>
                  <a:pt x="14544" y="0"/>
                </a:moveTo>
                <a:lnTo>
                  <a:pt x="0" y="38783"/>
                </a:lnTo>
                <a:lnTo>
                  <a:pt x="29088" y="38783"/>
                </a:lnTo>
                <a:lnTo>
                  <a:pt x="14544" y="0"/>
                </a:lnTo>
                <a:close/>
                <a:moveTo>
                  <a:pt x="14544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22036" cap="flat">
            <a:solidFill>
              <a:srgbClr val="000000"/>
            </a:solidFill>
            <a:miter/>
          </a:ln>
        </p:spPr>
      </p:sp>
      <p:sp>
        <p:nvSpPr>
          <p:cNvPr id="2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0FDF36-AC74-467F-97B1-060B17072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2226" y="2043841"/>
            <a:ext cx="337886" cy="32201"/>
          </a:xfrm>
          <a:custGeom xmlns:a="http://schemas.openxmlformats.org/drawingml/2006/main">
            <a:pathLst>
              <a:path w="337886" h="32201" fill="none">
                <a:moveTo>
                  <a:pt x="0" y="32201"/>
                </a:moveTo>
                <a:lnTo>
                  <a:pt x="44153" y="0"/>
                </a:lnTo>
                <a:lnTo>
                  <a:pt x="296217" y="0"/>
                </a:lnTo>
                <a:lnTo>
                  <a:pt x="337886" y="31168"/>
                </a:lnTo>
              </a:path>
            </a:pathLst>
          </a:custGeom>
          <a:noFill xmlns:a="http://schemas.openxmlformats.org/drawingml/2006/main"/>
          <a:ln xmlns:a="http://schemas.openxmlformats.org/drawingml/2006/main" w="22036" cap="rnd">
            <a:solidFill>
              <a:srgbClr val="000000"/>
            </a:solidFill>
            <a:round/>
          </a:ln>
        </p:spPr>
      </p:sp>
      <p:sp>
        <p:nvSpPr>
          <p:cNvPr id="2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B505F8-3A14-4FF7-A3A4-2E30CE816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6086" y="1911675"/>
            <a:ext cx="951369" cy="128805"/>
          </a:xfrm>
          <a:custGeom xmlns:a="http://schemas.openxmlformats.org/drawingml/2006/main">
            <a:pathLst>
              <a:path w="951369" h="128805" fill="none">
                <a:moveTo>
                  <a:pt x="951369" y="128805"/>
                </a:moveTo>
                <a:lnTo>
                  <a:pt x="951369" y="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036" cap="rnd">
            <a:solidFill>
              <a:srgbClr val="000000"/>
            </a:solidFill>
            <a:round/>
          </a:ln>
        </p:spPr>
      </p:sp>
      <p:sp>
        <p:nvSpPr>
          <p:cNvPr id="2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0DAA77-11C0-4D44-A1B2-AC22BE230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7304" y="1897134"/>
            <a:ext cx="38783" cy="29088"/>
          </a:xfrm>
          <a:custGeom xmlns:a="http://schemas.openxmlformats.org/drawingml/2006/main">
            <a:pathLst>
              <a:path w="38783" h="29088">
                <a:moveTo>
                  <a:pt x="0" y="14544"/>
                </a:moveTo>
                <a:lnTo>
                  <a:pt x="38783" y="29088"/>
                </a:lnTo>
                <a:lnTo>
                  <a:pt x="38783" y="0"/>
                </a:lnTo>
                <a:lnTo>
                  <a:pt x="0" y="14544"/>
                </a:lnTo>
                <a:close/>
                <a:moveTo>
                  <a:pt x="0" y="1454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AA1284-4A66-47A2-AA26-AD5366674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7303" y="1897131"/>
            <a:ext cx="38783" cy="29088"/>
          </a:xfrm>
          <a:custGeom xmlns:a="http://schemas.openxmlformats.org/drawingml/2006/main">
            <a:pathLst>
              <a:path w="38783" h="29088" fill="none">
                <a:moveTo>
                  <a:pt x="0" y="14544"/>
                </a:moveTo>
                <a:lnTo>
                  <a:pt x="38783" y="29088"/>
                </a:lnTo>
                <a:lnTo>
                  <a:pt x="38783" y="0"/>
                </a:lnTo>
                <a:lnTo>
                  <a:pt x="0" y="14544"/>
                </a:lnTo>
                <a:close/>
                <a:moveTo>
                  <a:pt x="0" y="14544"/>
                </a:moveTo>
              </a:path>
            </a:pathLst>
          </a:custGeom>
          <a:noFill xmlns:a="http://schemas.openxmlformats.org/drawingml/2006/main"/>
          <a:ln xmlns:a="http://schemas.openxmlformats.org/drawingml/2006/main" w="22036" cap="flat">
            <a:solidFill>
              <a:srgbClr val="000000"/>
            </a:solidFill>
            <a:miter/>
          </a:ln>
        </p:spPr>
      </p:sp>
      <p:sp>
        <p:nvSpPr>
          <p:cNvPr id="264" name="Text PHREvenBits">
            <a:extLst xmlns:a="http://schemas.openxmlformats.org/drawingml/2006/main">
              <a:ext uri="{FF2B5EF4-FFF2-40B4-BE49-F238E27FC236}">
                <a16:creationId xmlns:a16="http://schemas.microsoft.com/office/drawing/2014/main" id="{CAA30679-43C3-4A14-A519-00006F079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9848" y="108812"/>
            <a:ext cx="1312940" cy="142000"/>
          </a:xfrm>
          <a:custGeom xmlns:a="http://schemas.openxmlformats.org/drawingml/2006/main">
            <a:pathLst>
              <a:path w="1312940" h="142000">
                <a:moveTo>
                  <a:pt x="50313" y="77528"/>
                </a:moveTo>
                <a:lnTo>
                  <a:pt x="50313" y="115288"/>
                </a:lnTo>
                <a:cubicBezTo>
                  <a:pt x="50313" y="122690"/>
                  <a:pt x="50765" y="127350"/>
                  <a:pt x="51668" y="129269"/>
                </a:cubicBezTo>
                <a:cubicBezTo>
                  <a:pt x="52572" y="131185"/>
                  <a:pt x="54179" y="132715"/>
                  <a:pt x="56489" y="133860"/>
                </a:cubicBezTo>
                <a:cubicBezTo>
                  <a:pt x="58799" y="135002"/>
                  <a:pt x="63033" y="135573"/>
                  <a:pt x="69193" y="135573"/>
                </a:cubicBezTo>
                <a:lnTo>
                  <a:pt x="69193" y="139189"/>
                </a:lnTo>
                <a:lnTo>
                  <a:pt x="0" y="139189"/>
                </a:lnTo>
                <a:lnTo>
                  <a:pt x="0" y="135573"/>
                </a:lnTo>
                <a:cubicBezTo>
                  <a:pt x="6293" y="135573"/>
                  <a:pt x="10561" y="134984"/>
                  <a:pt x="12804" y="133806"/>
                </a:cubicBezTo>
                <a:cubicBezTo>
                  <a:pt x="15047" y="132629"/>
                  <a:pt x="16620" y="131098"/>
                  <a:pt x="17524" y="129215"/>
                </a:cubicBezTo>
                <a:cubicBezTo>
                  <a:pt x="18428" y="127332"/>
                  <a:pt x="18880" y="122690"/>
                  <a:pt x="18880" y="115288"/>
                </a:cubicBezTo>
                <a:lnTo>
                  <a:pt x="18880" y="26914"/>
                </a:lnTo>
                <a:cubicBezTo>
                  <a:pt x="18880" y="19512"/>
                  <a:pt x="18428" y="14852"/>
                  <a:pt x="17524" y="12936"/>
                </a:cubicBezTo>
                <a:cubicBezTo>
                  <a:pt x="16620" y="11017"/>
                  <a:pt x="15030" y="9487"/>
                  <a:pt x="12754" y="8345"/>
                </a:cubicBezTo>
                <a:cubicBezTo>
                  <a:pt x="10478" y="7200"/>
                  <a:pt x="6226" y="6628"/>
                  <a:pt x="0" y="6628"/>
                </a:cubicBezTo>
                <a:lnTo>
                  <a:pt x="0" y="3013"/>
                </a:lnTo>
                <a:lnTo>
                  <a:pt x="59351" y="3013"/>
                </a:lnTo>
                <a:cubicBezTo>
                  <a:pt x="78900" y="3013"/>
                  <a:pt x="92926" y="6494"/>
                  <a:pt x="101429" y="13457"/>
                </a:cubicBezTo>
                <a:cubicBezTo>
                  <a:pt x="109932" y="20420"/>
                  <a:pt x="114183" y="29123"/>
                  <a:pt x="114183" y="39567"/>
                </a:cubicBezTo>
                <a:cubicBezTo>
                  <a:pt x="114183" y="48405"/>
                  <a:pt x="111438" y="55970"/>
                  <a:pt x="105948" y="62263"/>
                </a:cubicBezTo>
                <a:cubicBezTo>
                  <a:pt x="100458" y="68557"/>
                  <a:pt x="92893" y="72841"/>
                  <a:pt x="83252" y="75118"/>
                </a:cubicBezTo>
                <a:cubicBezTo>
                  <a:pt x="76758" y="76724"/>
                  <a:pt x="65778" y="77528"/>
                  <a:pt x="50313" y="77528"/>
                </a:cubicBezTo>
                <a:moveTo>
                  <a:pt x="50313" y="10846"/>
                </a:moveTo>
                <a:lnTo>
                  <a:pt x="50313" y="69695"/>
                </a:lnTo>
                <a:cubicBezTo>
                  <a:pt x="52522" y="69829"/>
                  <a:pt x="54196" y="69896"/>
                  <a:pt x="55334" y="69896"/>
                </a:cubicBezTo>
                <a:cubicBezTo>
                  <a:pt x="63502" y="69896"/>
                  <a:pt x="69795" y="67469"/>
                  <a:pt x="74214" y="62615"/>
                </a:cubicBezTo>
                <a:cubicBezTo>
                  <a:pt x="78633" y="57761"/>
                  <a:pt x="80842" y="50246"/>
                  <a:pt x="80842" y="40069"/>
                </a:cubicBezTo>
                <a:cubicBezTo>
                  <a:pt x="80842" y="29960"/>
                  <a:pt x="78633" y="22562"/>
                  <a:pt x="74214" y="17876"/>
                </a:cubicBezTo>
                <a:cubicBezTo>
                  <a:pt x="69795" y="13189"/>
                  <a:pt x="63201" y="10846"/>
                  <a:pt x="54430" y="10846"/>
                </a:cubicBezTo>
                <a:lnTo>
                  <a:pt x="50313" y="10846"/>
                </a:lnTo>
                <a:close/>
                <a:moveTo>
                  <a:pt x="176639" y="73712"/>
                </a:moveTo>
                <a:lnTo>
                  <a:pt x="176639" y="115890"/>
                </a:lnTo>
                <a:cubicBezTo>
                  <a:pt x="176639" y="122888"/>
                  <a:pt x="177024" y="127263"/>
                  <a:pt x="177794" y="129014"/>
                </a:cubicBezTo>
                <a:cubicBezTo>
                  <a:pt x="178564" y="130763"/>
                  <a:pt x="180070" y="132294"/>
                  <a:pt x="182313" y="133606"/>
                </a:cubicBezTo>
                <a:cubicBezTo>
                  <a:pt x="184556" y="134917"/>
                  <a:pt x="187585" y="135573"/>
                  <a:pt x="191402" y="135573"/>
                </a:cubicBezTo>
                <a:lnTo>
                  <a:pt x="195921" y="135573"/>
                </a:lnTo>
                <a:lnTo>
                  <a:pt x="195921" y="139189"/>
                </a:lnTo>
                <a:lnTo>
                  <a:pt x="124720" y="139189"/>
                </a:lnTo>
                <a:lnTo>
                  <a:pt x="124720" y="135573"/>
                </a:lnTo>
                <a:lnTo>
                  <a:pt x="129239" y="135573"/>
                </a:lnTo>
                <a:cubicBezTo>
                  <a:pt x="133189" y="135573"/>
                  <a:pt x="136369" y="134867"/>
                  <a:pt x="138779" y="133455"/>
                </a:cubicBezTo>
                <a:cubicBezTo>
                  <a:pt x="140520" y="132511"/>
                  <a:pt x="141859" y="130896"/>
                  <a:pt x="142796" y="128609"/>
                </a:cubicBezTo>
                <a:cubicBezTo>
                  <a:pt x="143533" y="126994"/>
                  <a:pt x="143901" y="122755"/>
                  <a:pt x="143901" y="115890"/>
                </a:cubicBezTo>
                <a:lnTo>
                  <a:pt x="143901" y="26311"/>
                </a:lnTo>
                <a:cubicBezTo>
                  <a:pt x="143901" y="19313"/>
                  <a:pt x="143533" y="14939"/>
                  <a:pt x="142796" y="13190"/>
                </a:cubicBezTo>
                <a:cubicBezTo>
                  <a:pt x="142060" y="11439"/>
                  <a:pt x="140570" y="9908"/>
                  <a:pt x="138327" y="8596"/>
                </a:cubicBezTo>
                <a:cubicBezTo>
                  <a:pt x="136084" y="7284"/>
                  <a:pt x="133055" y="6628"/>
                  <a:pt x="129239" y="6628"/>
                </a:cubicBezTo>
                <a:lnTo>
                  <a:pt x="124720" y="6628"/>
                </a:lnTo>
                <a:lnTo>
                  <a:pt x="124720" y="3013"/>
                </a:lnTo>
                <a:lnTo>
                  <a:pt x="195921" y="3013"/>
                </a:lnTo>
                <a:lnTo>
                  <a:pt x="195921" y="6628"/>
                </a:lnTo>
                <a:lnTo>
                  <a:pt x="191402" y="6628"/>
                </a:lnTo>
                <a:cubicBezTo>
                  <a:pt x="187452" y="6628"/>
                  <a:pt x="184271" y="7334"/>
                  <a:pt x="181861" y="8746"/>
                </a:cubicBezTo>
                <a:cubicBezTo>
                  <a:pt x="180121" y="9690"/>
                  <a:pt x="178748" y="11305"/>
                  <a:pt x="177744" y="13592"/>
                </a:cubicBezTo>
                <a:cubicBezTo>
                  <a:pt x="177007" y="15207"/>
                  <a:pt x="176639" y="19447"/>
                  <a:pt x="176639" y="26311"/>
                </a:cubicBezTo>
                <a:lnTo>
                  <a:pt x="176639" y="64874"/>
                </a:lnTo>
                <a:lnTo>
                  <a:pt x="224743" y="64874"/>
                </a:lnTo>
                <a:lnTo>
                  <a:pt x="224743" y="26311"/>
                </a:lnTo>
                <a:cubicBezTo>
                  <a:pt x="224743" y="19313"/>
                  <a:pt x="224374" y="14939"/>
                  <a:pt x="223638" y="13190"/>
                </a:cubicBezTo>
                <a:cubicBezTo>
                  <a:pt x="222901" y="11439"/>
                  <a:pt x="221395" y="9908"/>
                  <a:pt x="219119" y="8596"/>
                </a:cubicBezTo>
                <a:cubicBezTo>
                  <a:pt x="216843" y="7284"/>
                  <a:pt x="213796" y="6628"/>
                  <a:pt x="209980" y="6628"/>
                </a:cubicBezTo>
                <a:lnTo>
                  <a:pt x="205561" y="6628"/>
                </a:lnTo>
                <a:lnTo>
                  <a:pt x="205561" y="3013"/>
                </a:lnTo>
                <a:lnTo>
                  <a:pt x="276662" y="3013"/>
                </a:lnTo>
                <a:lnTo>
                  <a:pt x="276662" y="6628"/>
                </a:lnTo>
                <a:lnTo>
                  <a:pt x="272243" y="6628"/>
                </a:lnTo>
                <a:cubicBezTo>
                  <a:pt x="268226" y="6628"/>
                  <a:pt x="265046" y="7334"/>
                  <a:pt x="262703" y="8746"/>
                </a:cubicBezTo>
                <a:cubicBezTo>
                  <a:pt x="260962" y="9690"/>
                  <a:pt x="259590" y="11305"/>
                  <a:pt x="258586" y="13592"/>
                </a:cubicBezTo>
                <a:cubicBezTo>
                  <a:pt x="257849" y="15207"/>
                  <a:pt x="257481" y="19447"/>
                  <a:pt x="257481" y="26311"/>
                </a:cubicBezTo>
                <a:lnTo>
                  <a:pt x="257481" y="115890"/>
                </a:lnTo>
                <a:cubicBezTo>
                  <a:pt x="257481" y="122888"/>
                  <a:pt x="257849" y="127263"/>
                  <a:pt x="258586" y="129014"/>
                </a:cubicBezTo>
                <a:cubicBezTo>
                  <a:pt x="259322" y="130763"/>
                  <a:pt x="260829" y="132294"/>
                  <a:pt x="263105" y="133606"/>
                </a:cubicBezTo>
                <a:cubicBezTo>
                  <a:pt x="265381" y="134917"/>
                  <a:pt x="268427" y="135573"/>
                  <a:pt x="272243" y="135573"/>
                </a:cubicBezTo>
                <a:lnTo>
                  <a:pt x="276662" y="135573"/>
                </a:lnTo>
                <a:lnTo>
                  <a:pt x="276662" y="139189"/>
                </a:lnTo>
                <a:lnTo>
                  <a:pt x="205561" y="139189"/>
                </a:lnTo>
                <a:lnTo>
                  <a:pt x="205561" y="135573"/>
                </a:lnTo>
                <a:lnTo>
                  <a:pt x="209980" y="135573"/>
                </a:lnTo>
                <a:cubicBezTo>
                  <a:pt x="213997" y="135573"/>
                  <a:pt x="217177" y="134867"/>
                  <a:pt x="219521" y="133455"/>
                </a:cubicBezTo>
                <a:cubicBezTo>
                  <a:pt x="221261" y="132511"/>
                  <a:pt x="222634" y="130896"/>
                  <a:pt x="223638" y="128609"/>
                </a:cubicBezTo>
                <a:cubicBezTo>
                  <a:pt x="224374" y="126994"/>
                  <a:pt x="224743" y="122755"/>
                  <a:pt x="224743" y="115890"/>
                </a:cubicBezTo>
                <a:lnTo>
                  <a:pt x="224743" y="73712"/>
                </a:lnTo>
                <a:lnTo>
                  <a:pt x="176639" y="73712"/>
                </a:lnTo>
                <a:close/>
                <a:moveTo>
                  <a:pt x="335002" y="77126"/>
                </a:moveTo>
                <a:lnTo>
                  <a:pt x="335002" y="115488"/>
                </a:lnTo>
                <a:cubicBezTo>
                  <a:pt x="335002" y="122815"/>
                  <a:pt x="335454" y="127428"/>
                  <a:pt x="336358" y="129328"/>
                </a:cubicBezTo>
                <a:cubicBezTo>
                  <a:pt x="337261" y="131226"/>
                  <a:pt x="338851" y="132742"/>
                  <a:pt x="341128" y="133875"/>
                </a:cubicBezTo>
                <a:cubicBezTo>
                  <a:pt x="343404" y="135007"/>
                  <a:pt x="347655" y="135573"/>
                  <a:pt x="353882" y="135573"/>
                </a:cubicBezTo>
                <a:lnTo>
                  <a:pt x="353882" y="139189"/>
                </a:lnTo>
                <a:lnTo>
                  <a:pt x="284187" y="139189"/>
                </a:lnTo>
                <a:lnTo>
                  <a:pt x="284187" y="135573"/>
                </a:lnTo>
                <a:cubicBezTo>
                  <a:pt x="290480" y="135573"/>
                  <a:pt x="294748" y="134991"/>
                  <a:pt x="296991" y="133825"/>
                </a:cubicBezTo>
                <a:cubicBezTo>
                  <a:pt x="299234" y="132660"/>
                  <a:pt x="300807" y="131144"/>
                  <a:pt x="301711" y="129278"/>
                </a:cubicBezTo>
                <a:cubicBezTo>
                  <a:pt x="302615" y="127412"/>
                  <a:pt x="303067" y="122815"/>
                  <a:pt x="303067" y="115488"/>
                </a:cubicBezTo>
                <a:lnTo>
                  <a:pt x="303067" y="26713"/>
                </a:lnTo>
                <a:cubicBezTo>
                  <a:pt x="303067" y="19386"/>
                  <a:pt x="302615" y="14774"/>
                  <a:pt x="301711" y="12876"/>
                </a:cubicBezTo>
                <a:cubicBezTo>
                  <a:pt x="300807" y="10977"/>
                  <a:pt x="299217" y="9461"/>
                  <a:pt x="296941" y="8329"/>
                </a:cubicBezTo>
                <a:cubicBezTo>
                  <a:pt x="294665" y="7195"/>
                  <a:pt x="290413" y="6628"/>
                  <a:pt x="284187" y="6628"/>
                </a:cubicBezTo>
                <a:lnTo>
                  <a:pt x="284187" y="3013"/>
                </a:lnTo>
                <a:lnTo>
                  <a:pt x="347454" y="3013"/>
                </a:lnTo>
                <a:cubicBezTo>
                  <a:pt x="363924" y="3013"/>
                  <a:pt x="375975" y="4150"/>
                  <a:pt x="383607" y="6424"/>
                </a:cubicBezTo>
                <a:cubicBezTo>
                  <a:pt x="391240" y="8698"/>
                  <a:pt x="397466" y="12895"/>
                  <a:pt x="402286" y="19015"/>
                </a:cubicBezTo>
                <a:cubicBezTo>
                  <a:pt x="407107" y="25134"/>
                  <a:pt x="409517" y="32307"/>
                  <a:pt x="409517" y="40534"/>
                </a:cubicBezTo>
                <a:cubicBezTo>
                  <a:pt x="409517" y="50568"/>
                  <a:pt x="405902" y="58862"/>
                  <a:pt x="398671" y="65417"/>
                </a:cubicBezTo>
                <a:cubicBezTo>
                  <a:pt x="394052" y="69564"/>
                  <a:pt x="387591" y="72674"/>
                  <a:pt x="379289" y="74747"/>
                </a:cubicBezTo>
                <a:lnTo>
                  <a:pt x="412028" y="120955"/>
                </a:lnTo>
                <a:cubicBezTo>
                  <a:pt x="416312" y="126855"/>
                  <a:pt x="419359" y="130534"/>
                  <a:pt x="421166" y="131993"/>
                </a:cubicBezTo>
                <a:cubicBezTo>
                  <a:pt x="423911" y="134047"/>
                  <a:pt x="427091" y="135174"/>
                  <a:pt x="430707" y="135372"/>
                </a:cubicBezTo>
                <a:lnTo>
                  <a:pt x="430707" y="139189"/>
                </a:lnTo>
                <a:lnTo>
                  <a:pt x="387825" y="139189"/>
                </a:lnTo>
                <a:lnTo>
                  <a:pt x="343940" y="77126"/>
                </a:lnTo>
                <a:lnTo>
                  <a:pt x="335002" y="77126"/>
                </a:lnTo>
                <a:moveTo>
                  <a:pt x="335002" y="10645"/>
                </a:moveTo>
                <a:lnTo>
                  <a:pt x="335002" y="69896"/>
                </a:lnTo>
                <a:lnTo>
                  <a:pt x="340726" y="69896"/>
                </a:lnTo>
                <a:cubicBezTo>
                  <a:pt x="350032" y="69896"/>
                  <a:pt x="356995" y="69048"/>
                  <a:pt x="361614" y="67354"/>
                </a:cubicBezTo>
                <a:cubicBezTo>
                  <a:pt x="366234" y="65657"/>
                  <a:pt x="369866" y="62598"/>
                  <a:pt x="372510" y="58177"/>
                </a:cubicBezTo>
                <a:cubicBezTo>
                  <a:pt x="375155" y="53754"/>
                  <a:pt x="376477" y="47985"/>
                  <a:pt x="376477" y="40870"/>
                </a:cubicBezTo>
                <a:cubicBezTo>
                  <a:pt x="376477" y="30562"/>
                  <a:pt x="374050" y="22947"/>
                  <a:pt x="369196" y="18026"/>
                </a:cubicBezTo>
                <a:cubicBezTo>
                  <a:pt x="364343" y="13105"/>
                  <a:pt x="356526" y="10645"/>
                  <a:pt x="345747" y="10645"/>
                </a:cubicBezTo>
                <a:lnTo>
                  <a:pt x="335002" y="10645"/>
                </a:lnTo>
                <a:close/>
                <a:moveTo>
                  <a:pt x="536360" y="10846"/>
                </a:moveTo>
                <a:lnTo>
                  <a:pt x="536360" y="66079"/>
                </a:lnTo>
                <a:lnTo>
                  <a:pt x="539071" y="66079"/>
                </a:lnTo>
                <a:cubicBezTo>
                  <a:pt x="547708" y="66079"/>
                  <a:pt x="553967" y="63368"/>
                  <a:pt x="557851" y="57945"/>
                </a:cubicBezTo>
                <a:cubicBezTo>
                  <a:pt x="561734" y="52522"/>
                  <a:pt x="564211" y="44522"/>
                  <a:pt x="565282" y="33944"/>
                </a:cubicBezTo>
                <a:lnTo>
                  <a:pt x="569098" y="33944"/>
                </a:lnTo>
                <a:lnTo>
                  <a:pt x="569098" y="105446"/>
                </a:lnTo>
                <a:lnTo>
                  <a:pt x="565282" y="105446"/>
                </a:lnTo>
                <a:cubicBezTo>
                  <a:pt x="564479" y="97655"/>
                  <a:pt x="562788" y="91275"/>
                  <a:pt x="560210" y="86306"/>
                </a:cubicBezTo>
                <a:cubicBezTo>
                  <a:pt x="557633" y="81335"/>
                  <a:pt x="554637" y="77993"/>
                  <a:pt x="551222" y="76282"/>
                </a:cubicBezTo>
                <a:cubicBezTo>
                  <a:pt x="547808" y="74568"/>
                  <a:pt x="542854" y="73712"/>
                  <a:pt x="536360" y="73712"/>
                </a:cubicBezTo>
                <a:lnTo>
                  <a:pt x="536360" y="112074"/>
                </a:lnTo>
                <a:cubicBezTo>
                  <a:pt x="536360" y="119572"/>
                  <a:pt x="536678" y="124158"/>
                  <a:pt x="537314" y="125832"/>
                </a:cubicBezTo>
                <a:cubicBezTo>
                  <a:pt x="537950" y="127506"/>
                  <a:pt x="539138" y="128878"/>
                  <a:pt x="540879" y="129950"/>
                </a:cubicBezTo>
                <a:cubicBezTo>
                  <a:pt x="542619" y="131021"/>
                  <a:pt x="545431" y="131556"/>
                  <a:pt x="549314" y="131556"/>
                </a:cubicBezTo>
                <a:lnTo>
                  <a:pt x="557449" y="131556"/>
                </a:lnTo>
                <a:cubicBezTo>
                  <a:pt x="570169" y="131556"/>
                  <a:pt x="580362" y="128627"/>
                  <a:pt x="588028" y="122769"/>
                </a:cubicBezTo>
                <a:cubicBezTo>
                  <a:pt x="595694" y="116911"/>
                  <a:pt x="601200" y="107957"/>
                  <a:pt x="604548" y="95906"/>
                </a:cubicBezTo>
                <a:lnTo>
                  <a:pt x="608264" y="95906"/>
                </a:lnTo>
                <a:lnTo>
                  <a:pt x="602138" y="139189"/>
                </a:lnTo>
                <a:lnTo>
                  <a:pt x="484440" y="139189"/>
                </a:lnTo>
                <a:lnTo>
                  <a:pt x="484440" y="135573"/>
                </a:lnTo>
                <a:lnTo>
                  <a:pt x="488959" y="135573"/>
                </a:lnTo>
                <a:cubicBezTo>
                  <a:pt x="492909" y="135573"/>
                  <a:pt x="496089" y="134867"/>
                  <a:pt x="498500" y="133455"/>
                </a:cubicBezTo>
                <a:cubicBezTo>
                  <a:pt x="500240" y="132511"/>
                  <a:pt x="501579" y="130896"/>
                  <a:pt x="502517" y="128609"/>
                </a:cubicBezTo>
                <a:cubicBezTo>
                  <a:pt x="503253" y="126994"/>
                  <a:pt x="503621" y="122755"/>
                  <a:pt x="503621" y="115890"/>
                </a:cubicBezTo>
                <a:lnTo>
                  <a:pt x="503621" y="26311"/>
                </a:lnTo>
                <a:cubicBezTo>
                  <a:pt x="503621" y="20120"/>
                  <a:pt x="503454" y="16318"/>
                  <a:pt x="503119" y="14904"/>
                </a:cubicBezTo>
                <a:cubicBezTo>
                  <a:pt x="502450" y="12550"/>
                  <a:pt x="501211" y="10734"/>
                  <a:pt x="499403" y="9456"/>
                </a:cubicBezTo>
                <a:cubicBezTo>
                  <a:pt x="496859" y="7571"/>
                  <a:pt x="493378" y="6628"/>
                  <a:pt x="488959" y="6628"/>
                </a:cubicBezTo>
                <a:lnTo>
                  <a:pt x="484440" y="6628"/>
                </a:lnTo>
                <a:lnTo>
                  <a:pt x="484440" y="3013"/>
                </a:lnTo>
                <a:lnTo>
                  <a:pt x="598422" y="3013"/>
                </a:lnTo>
                <a:lnTo>
                  <a:pt x="598422" y="43383"/>
                </a:lnTo>
                <a:lnTo>
                  <a:pt x="594606" y="43383"/>
                </a:lnTo>
                <a:cubicBezTo>
                  <a:pt x="592664" y="33510"/>
                  <a:pt x="589936" y="26425"/>
                  <a:pt x="586421" y="22128"/>
                </a:cubicBezTo>
                <a:cubicBezTo>
                  <a:pt x="582906" y="17831"/>
                  <a:pt x="577935" y="14675"/>
                  <a:pt x="571508" y="12660"/>
                </a:cubicBezTo>
                <a:cubicBezTo>
                  <a:pt x="567759" y="11451"/>
                  <a:pt x="560729" y="10846"/>
                  <a:pt x="550419" y="10846"/>
                </a:cubicBezTo>
                <a:lnTo>
                  <a:pt x="536360" y="10846"/>
                </a:lnTo>
                <a:close/>
                <a:moveTo>
                  <a:pt x="666813" y="142000"/>
                </a:moveTo>
                <a:lnTo>
                  <a:pt x="635180" y="69149"/>
                </a:lnTo>
                <a:cubicBezTo>
                  <a:pt x="631364" y="60309"/>
                  <a:pt x="628384" y="54709"/>
                  <a:pt x="626242" y="52349"/>
                </a:cubicBezTo>
                <a:cubicBezTo>
                  <a:pt x="624702" y="50594"/>
                  <a:pt x="622426" y="49413"/>
                  <a:pt x="619413" y="48806"/>
                </a:cubicBezTo>
                <a:lnTo>
                  <a:pt x="619413" y="45191"/>
                </a:lnTo>
                <a:lnTo>
                  <a:pt x="669324" y="45191"/>
                </a:lnTo>
                <a:lnTo>
                  <a:pt x="669324" y="48806"/>
                </a:lnTo>
                <a:cubicBezTo>
                  <a:pt x="666177" y="48806"/>
                  <a:pt x="664035" y="49379"/>
                  <a:pt x="662897" y="50523"/>
                </a:cubicBezTo>
                <a:cubicBezTo>
                  <a:pt x="661290" y="52006"/>
                  <a:pt x="660487" y="53758"/>
                  <a:pt x="660487" y="55776"/>
                </a:cubicBezTo>
                <a:cubicBezTo>
                  <a:pt x="660487" y="58268"/>
                  <a:pt x="661960" y="62950"/>
                  <a:pt x="664905" y="69820"/>
                </a:cubicBezTo>
                <a:lnTo>
                  <a:pt x="680371" y="105107"/>
                </a:lnTo>
                <a:lnTo>
                  <a:pt x="692723" y="74647"/>
                </a:lnTo>
                <a:cubicBezTo>
                  <a:pt x="696271" y="65899"/>
                  <a:pt x="698046" y="59709"/>
                  <a:pt x="698046" y="56075"/>
                </a:cubicBezTo>
                <a:cubicBezTo>
                  <a:pt x="698046" y="53989"/>
                  <a:pt x="697292" y="52290"/>
                  <a:pt x="695786" y="50978"/>
                </a:cubicBezTo>
                <a:cubicBezTo>
                  <a:pt x="694280" y="49664"/>
                  <a:pt x="691618" y="48940"/>
                  <a:pt x="687802" y="48806"/>
                </a:cubicBezTo>
                <a:lnTo>
                  <a:pt x="687802" y="45191"/>
                </a:lnTo>
                <a:lnTo>
                  <a:pt x="718532" y="45191"/>
                </a:lnTo>
                <a:lnTo>
                  <a:pt x="718532" y="48806"/>
                </a:lnTo>
                <a:cubicBezTo>
                  <a:pt x="715586" y="49210"/>
                  <a:pt x="713176" y="50320"/>
                  <a:pt x="711302" y="52136"/>
                </a:cubicBezTo>
                <a:cubicBezTo>
                  <a:pt x="709427" y="53952"/>
                  <a:pt x="706615" y="59299"/>
                  <a:pt x="702866" y="68176"/>
                </a:cubicBezTo>
                <a:lnTo>
                  <a:pt x="671533" y="142000"/>
                </a:lnTo>
                <a:lnTo>
                  <a:pt x="666813" y="142000"/>
                </a:lnTo>
                <a:close/>
                <a:moveTo>
                  <a:pt x="806805" y="88775"/>
                </a:moveTo>
                <a:lnTo>
                  <a:pt x="755287" y="88775"/>
                </a:lnTo>
                <a:cubicBezTo>
                  <a:pt x="755890" y="101262"/>
                  <a:pt x="759204" y="111129"/>
                  <a:pt x="765229" y="118379"/>
                </a:cubicBezTo>
                <a:cubicBezTo>
                  <a:pt x="769849" y="123950"/>
                  <a:pt x="775406" y="126736"/>
                  <a:pt x="781900" y="126736"/>
                </a:cubicBezTo>
                <a:cubicBezTo>
                  <a:pt x="785917" y="126736"/>
                  <a:pt x="789566" y="125615"/>
                  <a:pt x="792846" y="123372"/>
                </a:cubicBezTo>
                <a:cubicBezTo>
                  <a:pt x="796127" y="121129"/>
                  <a:pt x="799641" y="117095"/>
                  <a:pt x="803391" y="111271"/>
                </a:cubicBezTo>
                <a:lnTo>
                  <a:pt x="806805" y="113480"/>
                </a:lnTo>
                <a:cubicBezTo>
                  <a:pt x="801717" y="123857"/>
                  <a:pt x="796093" y="131205"/>
                  <a:pt x="789934" y="135523"/>
                </a:cubicBezTo>
                <a:cubicBezTo>
                  <a:pt x="783774" y="139841"/>
                  <a:pt x="776644" y="142000"/>
                  <a:pt x="768543" y="142000"/>
                </a:cubicBezTo>
                <a:cubicBezTo>
                  <a:pt x="754618" y="142000"/>
                  <a:pt x="744073" y="136639"/>
                  <a:pt x="736910" y="125917"/>
                </a:cubicBezTo>
                <a:cubicBezTo>
                  <a:pt x="731152" y="117272"/>
                  <a:pt x="728273" y="106550"/>
                  <a:pt x="728273" y="93750"/>
                </a:cubicBezTo>
                <a:cubicBezTo>
                  <a:pt x="728273" y="78067"/>
                  <a:pt x="732508" y="65585"/>
                  <a:pt x="740977" y="56304"/>
                </a:cubicBezTo>
                <a:cubicBezTo>
                  <a:pt x="749446" y="47021"/>
                  <a:pt x="759371" y="42379"/>
                  <a:pt x="770753" y="42379"/>
                </a:cubicBezTo>
                <a:cubicBezTo>
                  <a:pt x="780260" y="42379"/>
                  <a:pt x="788511" y="46279"/>
                  <a:pt x="795507" y="54079"/>
                </a:cubicBezTo>
                <a:cubicBezTo>
                  <a:pt x="802504" y="61878"/>
                  <a:pt x="806270" y="73444"/>
                  <a:pt x="806805" y="88775"/>
                </a:cubicBezTo>
                <a:moveTo>
                  <a:pt x="782101" y="82147"/>
                </a:moveTo>
                <a:cubicBezTo>
                  <a:pt x="782101" y="71368"/>
                  <a:pt x="781515" y="63971"/>
                  <a:pt x="780343" y="59954"/>
                </a:cubicBezTo>
                <a:cubicBezTo>
                  <a:pt x="779172" y="55937"/>
                  <a:pt x="777347" y="52890"/>
                  <a:pt x="774870" y="50815"/>
                </a:cubicBezTo>
                <a:cubicBezTo>
                  <a:pt x="773464" y="49610"/>
                  <a:pt x="771590" y="49007"/>
                  <a:pt x="769246" y="49007"/>
                </a:cubicBezTo>
                <a:cubicBezTo>
                  <a:pt x="765765" y="49007"/>
                  <a:pt x="762920" y="50714"/>
                  <a:pt x="760710" y="54129"/>
                </a:cubicBezTo>
                <a:cubicBezTo>
                  <a:pt x="756760" y="60087"/>
                  <a:pt x="754785" y="68255"/>
                  <a:pt x="754785" y="78633"/>
                </a:cubicBezTo>
                <a:lnTo>
                  <a:pt x="754785" y="82147"/>
                </a:lnTo>
                <a:lnTo>
                  <a:pt x="782101" y="82147"/>
                </a:lnTo>
                <a:close/>
                <a:moveTo>
                  <a:pt x="856907" y="45191"/>
                </a:moveTo>
                <a:lnTo>
                  <a:pt x="856907" y="57443"/>
                </a:lnTo>
                <a:cubicBezTo>
                  <a:pt x="861728" y="52185"/>
                  <a:pt x="866347" y="48361"/>
                  <a:pt x="870766" y="45969"/>
                </a:cubicBezTo>
                <a:cubicBezTo>
                  <a:pt x="875185" y="43576"/>
                  <a:pt x="879938" y="42379"/>
                  <a:pt x="885026" y="42379"/>
                </a:cubicBezTo>
                <a:cubicBezTo>
                  <a:pt x="891119" y="42379"/>
                  <a:pt x="896173" y="44072"/>
                  <a:pt x="900190" y="47457"/>
                </a:cubicBezTo>
                <a:cubicBezTo>
                  <a:pt x="904207" y="50842"/>
                  <a:pt x="906885" y="55048"/>
                  <a:pt x="908224" y="60076"/>
                </a:cubicBezTo>
                <a:cubicBezTo>
                  <a:pt x="909296" y="63898"/>
                  <a:pt x="909831" y="71240"/>
                  <a:pt x="909831" y="82100"/>
                </a:cubicBezTo>
                <a:lnTo>
                  <a:pt x="909831" y="118702"/>
                </a:lnTo>
                <a:cubicBezTo>
                  <a:pt x="909831" y="125933"/>
                  <a:pt x="910484" y="130435"/>
                  <a:pt x="911789" y="132209"/>
                </a:cubicBezTo>
                <a:cubicBezTo>
                  <a:pt x="913095" y="133983"/>
                  <a:pt x="915823" y="135105"/>
                  <a:pt x="919974" y="135573"/>
                </a:cubicBezTo>
                <a:lnTo>
                  <a:pt x="919974" y="139189"/>
                </a:lnTo>
                <a:lnTo>
                  <a:pt x="872473" y="139189"/>
                </a:lnTo>
                <a:lnTo>
                  <a:pt x="872473" y="135573"/>
                </a:lnTo>
                <a:cubicBezTo>
                  <a:pt x="876021" y="135105"/>
                  <a:pt x="878566" y="133632"/>
                  <a:pt x="880105" y="131155"/>
                </a:cubicBezTo>
                <a:cubicBezTo>
                  <a:pt x="881177" y="129481"/>
                  <a:pt x="881712" y="125330"/>
                  <a:pt x="881712" y="118702"/>
                </a:cubicBezTo>
                <a:lnTo>
                  <a:pt x="881712" y="76925"/>
                </a:lnTo>
                <a:cubicBezTo>
                  <a:pt x="881712" y="69226"/>
                  <a:pt x="881411" y="64372"/>
                  <a:pt x="880808" y="62364"/>
                </a:cubicBezTo>
                <a:cubicBezTo>
                  <a:pt x="880206" y="60355"/>
                  <a:pt x="879185" y="58799"/>
                  <a:pt x="877745" y="57694"/>
                </a:cubicBezTo>
                <a:cubicBezTo>
                  <a:pt x="876306" y="56589"/>
                  <a:pt x="874716" y="56037"/>
                  <a:pt x="872975" y="56037"/>
                </a:cubicBezTo>
                <a:cubicBezTo>
                  <a:pt x="867218" y="56037"/>
                  <a:pt x="861862" y="60188"/>
                  <a:pt x="856907" y="68490"/>
                </a:cubicBezTo>
                <a:lnTo>
                  <a:pt x="856907" y="118702"/>
                </a:lnTo>
                <a:cubicBezTo>
                  <a:pt x="856907" y="125732"/>
                  <a:pt x="857560" y="130184"/>
                  <a:pt x="858866" y="132058"/>
                </a:cubicBezTo>
                <a:cubicBezTo>
                  <a:pt x="860171" y="133933"/>
                  <a:pt x="862598" y="135105"/>
                  <a:pt x="866146" y="135573"/>
                </a:cubicBezTo>
                <a:lnTo>
                  <a:pt x="866146" y="139189"/>
                </a:lnTo>
                <a:lnTo>
                  <a:pt x="818646" y="139189"/>
                </a:lnTo>
                <a:lnTo>
                  <a:pt x="818646" y="135573"/>
                </a:lnTo>
                <a:cubicBezTo>
                  <a:pt x="822596" y="135172"/>
                  <a:pt x="825407" y="133900"/>
                  <a:pt x="827081" y="131757"/>
                </a:cubicBezTo>
                <a:cubicBezTo>
                  <a:pt x="828219" y="130284"/>
                  <a:pt x="828788" y="125933"/>
                  <a:pt x="828788" y="118702"/>
                </a:cubicBezTo>
                <a:lnTo>
                  <a:pt x="828788" y="65678"/>
                </a:lnTo>
                <a:cubicBezTo>
                  <a:pt x="828788" y="58495"/>
                  <a:pt x="828136" y="54023"/>
                  <a:pt x="826830" y="52262"/>
                </a:cubicBezTo>
                <a:cubicBezTo>
                  <a:pt x="825525" y="50500"/>
                  <a:pt x="822796" y="49348"/>
                  <a:pt x="818646" y="48806"/>
                </a:cubicBezTo>
                <a:lnTo>
                  <a:pt x="818646" y="45191"/>
                </a:lnTo>
                <a:lnTo>
                  <a:pt x="856907" y="45191"/>
                </a:lnTo>
                <a:close/>
                <a:moveTo>
                  <a:pt x="1068914" y="66983"/>
                </a:moveTo>
                <a:cubicBezTo>
                  <a:pt x="1081835" y="69996"/>
                  <a:pt x="1090907" y="73645"/>
                  <a:pt x="1096129" y="77930"/>
                </a:cubicBezTo>
                <a:cubicBezTo>
                  <a:pt x="1103627" y="84022"/>
                  <a:pt x="1107377" y="91922"/>
                  <a:pt x="1107377" y="101630"/>
                </a:cubicBezTo>
                <a:cubicBezTo>
                  <a:pt x="1107377" y="111873"/>
                  <a:pt x="1103259" y="120342"/>
                  <a:pt x="1095024" y="127037"/>
                </a:cubicBezTo>
                <a:cubicBezTo>
                  <a:pt x="1084915" y="135138"/>
                  <a:pt x="1070219" y="139189"/>
                  <a:pt x="1050938" y="139189"/>
                </a:cubicBezTo>
                <a:lnTo>
                  <a:pt x="981745" y="139189"/>
                </a:lnTo>
                <a:lnTo>
                  <a:pt x="981745" y="135573"/>
                </a:lnTo>
                <a:cubicBezTo>
                  <a:pt x="988039" y="135573"/>
                  <a:pt x="992307" y="134984"/>
                  <a:pt x="994549" y="133806"/>
                </a:cubicBezTo>
                <a:cubicBezTo>
                  <a:pt x="996792" y="132629"/>
                  <a:pt x="998366" y="131098"/>
                  <a:pt x="999269" y="129215"/>
                </a:cubicBezTo>
                <a:cubicBezTo>
                  <a:pt x="1000173" y="127332"/>
                  <a:pt x="1000625" y="122690"/>
                  <a:pt x="1000625" y="115288"/>
                </a:cubicBezTo>
                <a:lnTo>
                  <a:pt x="1000625" y="26914"/>
                </a:lnTo>
                <a:cubicBezTo>
                  <a:pt x="1000625" y="19512"/>
                  <a:pt x="1000173" y="14852"/>
                  <a:pt x="999269" y="12936"/>
                </a:cubicBezTo>
                <a:cubicBezTo>
                  <a:pt x="998366" y="11017"/>
                  <a:pt x="996776" y="9487"/>
                  <a:pt x="994499" y="8345"/>
                </a:cubicBezTo>
                <a:cubicBezTo>
                  <a:pt x="992223" y="7200"/>
                  <a:pt x="987972" y="6628"/>
                  <a:pt x="981745" y="6628"/>
                </a:cubicBezTo>
                <a:lnTo>
                  <a:pt x="981745" y="3013"/>
                </a:lnTo>
                <a:lnTo>
                  <a:pt x="1047021" y="3013"/>
                </a:lnTo>
                <a:cubicBezTo>
                  <a:pt x="1062621" y="3013"/>
                  <a:pt x="1073667" y="4402"/>
                  <a:pt x="1080162" y="7180"/>
                </a:cubicBezTo>
                <a:cubicBezTo>
                  <a:pt x="1086656" y="9959"/>
                  <a:pt x="1091777" y="14110"/>
                  <a:pt x="1095526" y="19633"/>
                </a:cubicBezTo>
                <a:cubicBezTo>
                  <a:pt x="1099276" y="25156"/>
                  <a:pt x="1101150" y="31031"/>
                  <a:pt x="1101150" y="37258"/>
                </a:cubicBezTo>
                <a:cubicBezTo>
                  <a:pt x="1101150" y="43819"/>
                  <a:pt x="1098774" y="49660"/>
                  <a:pt x="1094020" y="54782"/>
                </a:cubicBezTo>
                <a:cubicBezTo>
                  <a:pt x="1089267" y="59903"/>
                  <a:pt x="1080898" y="63971"/>
                  <a:pt x="1068914" y="66983"/>
                </a:cubicBezTo>
                <a:moveTo>
                  <a:pt x="1032359" y="64272"/>
                </a:moveTo>
                <a:cubicBezTo>
                  <a:pt x="1041866" y="64272"/>
                  <a:pt x="1048879" y="63201"/>
                  <a:pt x="1053398" y="61058"/>
                </a:cubicBezTo>
                <a:cubicBezTo>
                  <a:pt x="1057917" y="58916"/>
                  <a:pt x="1061382" y="55903"/>
                  <a:pt x="1063792" y="52020"/>
                </a:cubicBezTo>
                <a:cubicBezTo>
                  <a:pt x="1066202" y="48137"/>
                  <a:pt x="1067408" y="43183"/>
                  <a:pt x="1067408" y="37157"/>
                </a:cubicBezTo>
                <a:cubicBezTo>
                  <a:pt x="1067408" y="31132"/>
                  <a:pt x="1066219" y="26194"/>
                  <a:pt x="1063843" y="22344"/>
                </a:cubicBezTo>
                <a:cubicBezTo>
                  <a:pt x="1061466" y="18495"/>
                  <a:pt x="1058068" y="15566"/>
                  <a:pt x="1053649" y="13557"/>
                </a:cubicBezTo>
                <a:cubicBezTo>
                  <a:pt x="1049231" y="11549"/>
                  <a:pt x="1042134" y="10578"/>
                  <a:pt x="1032359" y="10645"/>
                </a:cubicBezTo>
                <a:lnTo>
                  <a:pt x="1032359" y="64272"/>
                </a:lnTo>
                <a:moveTo>
                  <a:pt x="1032359" y="72105"/>
                </a:moveTo>
                <a:lnTo>
                  <a:pt x="1032359" y="115790"/>
                </a:lnTo>
                <a:lnTo>
                  <a:pt x="1032259" y="120748"/>
                </a:lnTo>
                <a:cubicBezTo>
                  <a:pt x="1032259" y="124317"/>
                  <a:pt x="1033180" y="127011"/>
                  <a:pt x="1035021" y="128829"/>
                </a:cubicBezTo>
                <a:cubicBezTo>
                  <a:pt x="1036862" y="130647"/>
                  <a:pt x="1039590" y="131556"/>
                  <a:pt x="1043205" y="131556"/>
                </a:cubicBezTo>
                <a:cubicBezTo>
                  <a:pt x="1048561" y="131556"/>
                  <a:pt x="1053499" y="130372"/>
                  <a:pt x="1058018" y="128004"/>
                </a:cubicBezTo>
                <a:cubicBezTo>
                  <a:pt x="1062537" y="125635"/>
                  <a:pt x="1066002" y="122199"/>
                  <a:pt x="1068412" y="117695"/>
                </a:cubicBezTo>
                <a:cubicBezTo>
                  <a:pt x="1070822" y="113190"/>
                  <a:pt x="1072027" y="108169"/>
                  <a:pt x="1072027" y="102631"/>
                </a:cubicBezTo>
                <a:cubicBezTo>
                  <a:pt x="1072027" y="96294"/>
                  <a:pt x="1070554" y="90606"/>
                  <a:pt x="1067608" y="85568"/>
                </a:cubicBezTo>
                <a:cubicBezTo>
                  <a:pt x="1064663" y="80530"/>
                  <a:pt x="1060612" y="77010"/>
                  <a:pt x="1055457" y="75008"/>
                </a:cubicBezTo>
                <a:cubicBezTo>
                  <a:pt x="1050302" y="73006"/>
                  <a:pt x="1042603" y="72038"/>
                  <a:pt x="1032359" y="72105"/>
                </a:cubicBezTo>
                <a:close/>
                <a:moveTo>
                  <a:pt x="1144133" y="0"/>
                </a:moveTo>
                <a:cubicBezTo>
                  <a:pt x="1148485" y="0"/>
                  <a:pt x="1152167" y="1528"/>
                  <a:pt x="1155180" y="4585"/>
                </a:cubicBezTo>
                <a:cubicBezTo>
                  <a:pt x="1158193" y="7640"/>
                  <a:pt x="1159699" y="11317"/>
                  <a:pt x="1159699" y="15616"/>
                </a:cubicBezTo>
                <a:cubicBezTo>
                  <a:pt x="1159699" y="19915"/>
                  <a:pt x="1158176" y="23577"/>
                  <a:pt x="1155130" y="26600"/>
                </a:cubicBezTo>
                <a:cubicBezTo>
                  <a:pt x="1152084" y="29621"/>
                  <a:pt x="1148418" y="31132"/>
                  <a:pt x="1144133" y="31132"/>
                </a:cubicBezTo>
                <a:cubicBezTo>
                  <a:pt x="1139849" y="31132"/>
                  <a:pt x="1136200" y="29621"/>
                  <a:pt x="1133187" y="26600"/>
                </a:cubicBezTo>
                <a:cubicBezTo>
                  <a:pt x="1130174" y="23577"/>
                  <a:pt x="1128668" y="19915"/>
                  <a:pt x="1128668" y="15616"/>
                </a:cubicBezTo>
                <a:cubicBezTo>
                  <a:pt x="1128668" y="11317"/>
                  <a:pt x="1130174" y="7640"/>
                  <a:pt x="1133187" y="4585"/>
                </a:cubicBezTo>
                <a:cubicBezTo>
                  <a:pt x="1136200" y="1528"/>
                  <a:pt x="1139849" y="0"/>
                  <a:pt x="1144133" y="0"/>
                </a:cubicBezTo>
                <a:moveTo>
                  <a:pt x="1158193" y="45191"/>
                </a:moveTo>
                <a:lnTo>
                  <a:pt x="1158193" y="119706"/>
                </a:lnTo>
                <a:cubicBezTo>
                  <a:pt x="1158193" y="126334"/>
                  <a:pt x="1158963" y="130569"/>
                  <a:pt x="1160503" y="132410"/>
                </a:cubicBezTo>
                <a:cubicBezTo>
                  <a:pt x="1162042" y="134251"/>
                  <a:pt x="1165055" y="135305"/>
                  <a:pt x="1169541" y="135573"/>
                </a:cubicBezTo>
                <a:lnTo>
                  <a:pt x="1169541" y="139189"/>
                </a:lnTo>
                <a:lnTo>
                  <a:pt x="1118826" y="139189"/>
                </a:lnTo>
                <a:lnTo>
                  <a:pt x="1118826" y="135573"/>
                </a:lnTo>
                <a:cubicBezTo>
                  <a:pt x="1122977" y="135439"/>
                  <a:pt x="1126057" y="134234"/>
                  <a:pt x="1128065" y="131958"/>
                </a:cubicBezTo>
                <a:cubicBezTo>
                  <a:pt x="1129404" y="130418"/>
                  <a:pt x="1130074" y="126334"/>
                  <a:pt x="1130074" y="119706"/>
                </a:cubicBezTo>
                <a:lnTo>
                  <a:pt x="1130074" y="64874"/>
                </a:lnTo>
                <a:cubicBezTo>
                  <a:pt x="1130074" y="58163"/>
                  <a:pt x="1129304" y="53875"/>
                  <a:pt x="1127764" y="52011"/>
                </a:cubicBezTo>
                <a:cubicBezTo>
                  <a:pt x="1126224" y="50146"/>
                  <a:pt x="1123245" y="49078"/>
                  <a:pt x="1118826" y="48806"/>
                </a:cubicBezTo>
                <a:lnTo>
                  <a:pt x="1118826" y="45191"/>
                </a:lnTo>
                <a:lnTo>
                  <a:pt x="1158193" y="45191"/>
                </a:lnTo>
                <a:close/>
                <a:moveTo>
                  <a:pt x="1215931" y="10645"/>
                </a:moveTo>
                <a:lnTo>
                  <a:pt x="1215931" y="45191"/>
                </a:lnTo>
                <a:lnTo>
                  <a:pt x="1238225" y="45191"/>
                </a:lnTo>
                <a:lnTo>
                  <a:pt x="1238225" y="55033"/>
                </a:lnTo>
                <a:lnTo>
                  <a:pt x="1215931" y="55033"/>
                </a:lnTo>
                <a:lnTo>
                  <a:pt x="1215931" y="113135"/>
                </a:lnTo>
                <a:cubicBezTo>
                  <a:pt x="1215931" y="118572"/>
                  <a:pt x="1216182" y="122080"/>
                  <a:pt x="1216684" y="123657"/>
                </a:cubicBezTo>
                <a:cubicBezTo>
                  <a:pt x="1217186" y="125235"/>
                  <a:pt x="1218073" y="126511"/>
                  <a:pt x="1219345" y="127486"/>
                </a:cubicBezTo>
                <a:cubicBezTo>
                  <a:pt x="1220617" y="128459"/>
                  <a:pt x="1221789" y="128945"/>
                  <a:pt x="1222860" y="128945"/>
                </a:cubicBezTo>
                <a:cubicBezTo>
                  <a:pt x="1227212" y="128945"/>
                  <a:pt x="1231329" y="125598"/>
                  <a:pt x="1235212" y="118903"/>
                </a:cubicBezTo>
                <a:lnTo>
                  <a:pt x="1238225" y="121134"/>
                </a:lnTo>
                <a:cubicBezTo>
                  <a:pt x="1232802" y="134108"/>
                  <a:pt x="1223998" y="140595"/>
                  <a:pt x="1211813" y="140595"/>
                </a:cubicBezTo>
                <a:cubicBezTo>
                  <a:pt x="1205855" y="140595"/>
                  <a:pt x="1200817" y="138932"/>
                  <a:pt x="1196699" y="135608"/>
                </a:cubicBezTo>
                <a:cubicBezTo>
                  <a:pt x="1192582" y="132281"/>
                  <a:pt x="1189954" y="128569"/>
                  <a:pt x="1188816" y="124470"/>
                </a:cubicBezTo>
                <a:cubicBezTo>
                  <a:pt x="1188147" y="122185"/>
                  <a:pt x="1187812" y="116004"/>
                  <a:pt x="1187812" y="105926"/>
                </a:cubicBezTo>
                <a:lnTo>
                  <a:pt x="1187812" y="55033"/>
                </a:lnTo>
                <a:lnTo>
                  <a:pt x="1175560" y="55033"/>
                </a:lnTo>
                <a:lnTo>
                  <a:pt x="1175560" y="51508"/>
                </a:lnTo>
                <a:cubicBezTo>
                  <a:pt x="1183996" y="45537"/>
                  <a:pt x="1191176" y="39264"/>
                  <a:pt x="1197101" y="32688"/>
                </a:cubicBezTo>
                <a:cubicBezTo>
                  <a:pt x="1203026" y="26113"/>
                  <a:pt x="1208198" y="18765"/>
                  <a:pt x="1212617" y="10645"/>
                </a:cubicBezTo>
                <a:lnTo>
                  <a:pt x="1215931" y="10645"/>
                </a:lnTo>
                <a:close/>
                <a:moveTo>
                  <a:pt x="1306512" y="42781"/>
                </a:moveTo>
                <a:lnTo>
                  <a:pt x="1308019" y="74917"/>
                </a:lnTo>
                <a:lnTo>
                  <a:pt x="1304604" y="74917"/>
                </a:lnTo>
                <a:cubicBezTo>
                  <a:pt x="1300520" y="65333"/>
                  <a:pt x="1296286" y="58786"/>
                  <a:pt x="1291901" y="55278"/>
                </a:cubicBezTo>
                <a:cubicBezTo>
                  <a:pt x="1287515" y="51767"/>
                  <a:pt x="1283147" y="50011"/>
                  <a:pt x="1278795" y="50011"/>
                </a:cubicBezTo>
                <a:cubicBezTo>
                  <a:pt x="1276050" y="50011"/>
                  <a:pt x="1273707" y="50932"/>
                  <a:pt x="1271765" y="52773"/>
                </a:cubicBezTo>
                <a:cubicBezTo>
                  <a:pt x="1269824" y="54614"/>
                  <a:pt x="1268853" y="56740"/>
                  <a:pt x="1268853" y="59150"/>
                </a:cubicBezTo>
                <a:cubicBezTo>
                  <a:pt x="1268853" y="60958"/>
                  <a:pt x="1269523" y="62698"/>
                  <a:pt x="1270862" y="64372"/>
                </a:cubicBezTo>
                <a:cubicBezTo>
                  <a:pt x="1273004" y="67117"/>
                  <a:pt x="1278996" y="71820"/>
                  <a:pt x="1288838" y="78482"/>
                </a:cubicBezTo>
                <a:cubicBezTo>
                  <a:pt x="1298679" y="85143"/>
                  <a:pt x="1305157" y="90801"/>
                  <a:pt x="1308270" y="95454"/>
                </a:cubicBezTo>
                <a:cubicBezTo>
                  <a:pt x="1311383" y="100107"/>
                  <a:pt x="1312940" y="105312"/>
                  <a:pt x="1312940" y="111070"/>
                </a:cubicBezTo>
                <a:cubicBezTo>
                  <a:pt x="1312940" y="116292"/>
                  <a:pt x="1311634" y="121413"/>
                  <a:pt x="1309023" y="126435"/>
                </a:cubicBezTo>
                <a:cubicBezTo>
                  <a:pt x="1306412" y="131456"/>
                  <a:pt x="1302730" y="135305"/>
                  <a:pt x="1297976" y="137983"/>
                </a:cubicBezTo>
                <a:cubicBezTo>
                  <a:pt x="1293223" y="140661"/>
                  <a:pt x="1287967" y="142000"/>
                  <a:pt x="1282210" y="142000"/>
                </a:cubicBezTo>
                <a:cubicBezTo>
                  <a:pt x="1277724" y="142000"/>
                  <a:pt x="1271732" y="140568"/>
                  <a:pt x="1264234" y="137704"/>
                </a:cubicBezTo>
                <a:cubicBezTo>
                  <a:pt x="1262225" y="136953"/>
                  <a:pt x="1260853" y="136578"/>
                  <a:pt x="1260116" y="136578"/>
                </a:cubicBezTo>
                <a:cubicBezTo>
                  <a:pt x="1257907" y="136578"/>
                  <a:pt x="1256066" y="138251"/>
                  <a:pt x="1254593" y="141599"/>
                </a:cubicBezTo>
                <a:lnTo>
                  <a:pt x="1251279" y="141599"/>
                </a:lnTo>
                <a:lnTo>
                  <a:pt x="1249672" y="107856"/>
                </a:lnTo>
                <a:lnTo>
                  <a:pt x="1253086" y="107856"/>
                </a:lnTo>
                <a:cubicBezTo>
                  <a:pt x="1256099" y="116693"/>
                  <a:pt x="1260233" y="123321"/>
                  <a:pt x="1265489" y="127740"/>
                </a:cubicBezTo>
                <a:cubicBezTo>
                  <a:pt x="1270744" y="132159"/>
                  <a:pt x="1275716" y="134368"/>
                  <a:pt x="1280402" y="134368"/>
                </a:cubicBezTo>
                <a:cubicBezTo>
                  <a:pt x="1283616" y="134368"/>
                  <a:pt x="1286243" y="133381"/>
                  <a:pt x="1288285" y="131406"/>
                </a:cubicBezTo>
                <a:cubicBezTo>
                  <a:pt x="1290327" y="129431"/>
                  <a:pt x="1291348" y="127037"/>
                  <a:pt x="1291348" y="124225"/>
                </a:cubicBezTo>
                <a:cubicBezTo>
                  <a:pt x="1291348" y="121012"/>
                  <a:pt x="1290344" y="118233"/>
                  <a:pt x="1288336" y="115890"/>
                </a:cubicBezTo>
                <a:cubicBezTo>
                  <a:pt x="1286327" y="113547"/>
                  <a:pt x="1281841" y="109998"/>
                  <a:pt x="1274879" y="105245"/>
                </a:cubicBezTo>
                <a:cubicBezTo>
                  <a:pt x="1264635" y="98148"/>
                  <a:pt x="1258007" y="92725"/>
                  <a:pt x="1254995" y="88976"/>
                </a:cubicBezTo>
                <a:cubicBezTo>
                  <a:pt x="1250576" y="83486"/>
                  <a:pt x="1248367" y="77427"/>
                  <a:pt x="1248367" y="70799"/>
                </a:cubicBezTo>
                <a:cubicBezTo>
                  <a:pt x="1248367" y="63569"/>
                  <a:pt x="1250860" y="57024"/>
                  <a:pt x="1255848" y="51166"/>
                </a:cubicBezTo>
                <a:cubicBezTo>
                  <a:pt x="1260836" y="45308"/>
                  <a:pt x="1268050" y="42379"/>
                  <a:pt x="1277490" y="42379"/>
                </a:cubicBezTo>
                <a:cubicBezTo>
                  <a:pt x="1282578" y="42379"/>
                  <a:pt x="1287499" y="43666"/>
                  <a:pt x="1292252" y="46239"/>
                </a:cubicBezTo>
                <a:cubicBezTo>
                  <a:pt x="1294060" y="47281"/>
                  <a:pt x="1295533" y="47802"/>
                  <a:pt x="1296671" y="47802"/>
                </a:cubicBezTo>
                <a:cubicBezTo>
                  <a:pt x="1297876" y="47802"/>
                  <a:pt x="1298847" y="47551"/>
                  <a:pt x="1299583" y="47049"/>
                </a:cubicBezTo>
                <a:cubicBezTo>
                  <a:pt x="1300320" y="46547"/>
                  <a:pt x="1301491" y="45124"/>
                  <a:pt x="1303098" y="42781"/>
                </a:cubicBezTo>
                <a:lnTo>
                  <a:pt x="1306512" y="4278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5" name="Text PHROddBits">
            <a:extLst xmlns:a="http://schemas.openxmlformats.org/drawingml/2006/main">
              <a:ext uri="{FF2B5EF4-FFF2-40B4-BE49-F238E27FC236}">
                <a16:creationId xmlns:a16="http://schemas.microsoft.com/office/drawing/2014/main" id="{4DEE5FFA-4C4C-40AF-BA87-8154428EB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9848" y="2339737"/>
            <a:ext cx="1256010" cy="142201"/>
          </a:xfrm>
          <a:custGeom xmlns:a="http://schemas.openxmlformats.org/drawingml/2006/main">
            <a:pathLst>
              <a:path w="1256010" h="142201">
                <a:moveTo>
                  <a:pt x="50313" y="77528"/>
                </a:moveTo>
                <a:lnTo>
                  <a:pt x="50313" y="115288"/>
                </a:lnTo>
                <a:cubicBezTo>
                  <a:pt x="50313" y="122690"/>
                  <a:pt x="50765" y="127350"/>
                  <a:pt x="51668" y="129269"/>
                </a:cubicBezTo>
                <a:cubicBezTo>
                  <a:pt x="52572" y="131185"/>
                  <a:pt x="54179" y="132715"/>
                  <a:pt x="56489" y="133860"/>
                </a:cubicBezTo>
                <a:cubicBezTo>
                  <a:pt x="58799" y="135002"/>
                  <a:pt x="63033" y="135573"/>
                  <a:pt x="69193" y="135573"/>
                </a:cubicBezTo>
                <a:lnTo>
                  <a:pt x="69193" y="139189"/>
                </a:lnTo>
                <a:lnTo>
                  <a:pt x="0" y="139189"/>
                </a:lnTo>
                <a:lnTo>
                  <a:pt x="0" y="135573"/>
                </a:lnTo>
                <a:cubicBezTo>
                  <a:pt x="6293" y="135573"/>
                  <a:pt x="10561" y="134984"/>
                  <a:pt x="12804" y="133806"/>
                </a:cubicBezTo>
                <a:cubicBezTo>
                  <a:pt x="15047" y="132629"/>
                  <a:pt x="16620" y="131098"/>
                  <a:pt x="17524" y="129215"/>
                </a:cubicBezTo>
                <a:cubicBezTo>
                  <a:pt x="18428" y="127332"/>
                  <a:pt x="18880" y="122690"/>
                  <a:pt x="18880" y="115288"/>
                </a:cubicBezTo>
                <a:lnTo>
                  <a:pt x="18880" y="26914"/>
                </a:lnTo>
                <a:cubicBezTo>
                  <a:pt x="18880" y="19512"/>
                  <a:pt x="18428" y="14852"/>
                  <a:pt x="17524" y="12936"/>
                </a:cubicBezTo>
                <a:cubicBezTo>
                  <a:pt x="16620" y="11017"/>
                  <a:pt x="15030" y="9487"/>
                  <a:pt x="12754" y="8345"/>
                </a:cubicBezTo>
                <a:cubicBezTo>
                  <a:pt x="10478" y="7200"/>
                  <a:pt x="6226" y="6628"/>
                  <a:pt x="0" y="6628"/>
                </a:cubicBezTo>
                <a:lnTo>
                  <a:pt x="0" y="3013"/>
                </a:lnTo>
                <a:lnTo>
                  <a:pt x="59351" y="3013"/>
                </a:lnTo>
                <a:cubicBezTo>
                  <a:pt x="78900" y="3013"/>
                  <a:pt x="92926" y="6494"/>
                  <a:pt x="101429" y="13457"/>
                </a:cubicBezTo>
                <a:cubicBezTo>
                  <a:pt x="109932" y="20420"/>
                  <a:pt x="114183" y="29123"/>
                  <a:pt x="114183" y="39567"/>
                </a:cubicBezTo>
                <a:cubicBezTo>
                  <a:pt x="114183" y="48405"/>
                  <a:pt x="111438" y="55970"/>
                  <a:pt x="105948" y="62263"/>
                </a:cubicBezTo>
                <a:cubicBezTo>
                  <a:pt x="100458" y="68557"/>
                  <a:pt x="92893" y="72841"/>
                  <a:pt x="83252" y="75118"/>
                </a:cubicBezTo>
                <a:cubicBezTo>
                  <a:pt x="76758" y="76724"/>
                  <a:pt x="65778" y="77528"/>
                  <a:pt x="50313" y="77528"/>
                </a:cubicBezTo>
                <a:moveTo>
                  <a:pt x="50313" y="10846"/>
                </a:moveTo>
                <a:lnTo>
                  <a:pt x="50313" y="69695"/>
                </a:lnTo>
                <a:cubicBezTo>
                  <a:pt x="52522" y="69829"/>
                  <a:pt x="54196" y="69896"/>
                  <a:pt x="55334" y="69896"/>
                </a:cubicBezTo>
                <a:cubicBezTo>
                  <a:pt x="63502" y="69896"/>
                  <a:pt x="69795" y="67469"/>
                  <a:pt x="74214" y="62615"/>
                </a:cubicBezTo>
                <a:cubicBezTo>
                  <a:pt x="78633" y="57761"/>
                  <a:pt x="80842" y="50246"/>
                  <a:pt x="80842" y="40069"/>
                </a:cubicBezTo>
                <a:cubicBezTo>
                  <a:pt x="80842" y="29960"/>
                  <a:pt x="78633" y="22562"/>
                  <a:pt x="74214" y="17876"/>
                </a:cubicBezTo>
                <a:cubicBezTo>
                  <a:pt x="69795" y="13189"/>
                  <a:pt x="63201" y="10846"/>
                  <a:pt x="54430" y="10846"/>
                </a:cubicBezTo>
                <a:lnTo>
                  <a:pt x="50313" y="10846"/>
                </a:lnTo>
                <a:close/>
                <a:moveTo>
                  <a:pt x="176639" y="73712"/>
                </a:moveTo>
                <a:lnTo>
                  <a:pt x="176639" y="115890"/>
                </a:lnTo>
                <a:cubicBezTo>
                  <a:pt x="176639" y="122888"/>
                  <a:pt x="177024" y="127263"/>
                  <a:pt x="177794" y="129014"/>
                </a:cubicBezTo>
                <a:cubicBezTo>
                  <a:pt x="178564" y="130763"/>
                  <a:pt x="180070" y="132294"/>
                  <a:pt x="182313" y="133606"/>
                </a:cubicBezTo>
                <a:cubicBezTo>
                  <a:pt x="184556" y="134917"/>
                  <a:pt x="187585" y="135573"/>
                  <a:pt x="191402" y="135573"/>
                </a:cubicBezTo>
                <a:lnTo>
                  <a:pt x="195921" y="135573"/>
                </a:lnTo>
                <a:lnTo>
                  <a:pt x="195921" y="139189"/>
                </a:lnTo>
                <a:lnTo>
                  <a:pt x="124720" y="139189"/>
                </a:lnTo>
                <a:lnTo>
                  <a:pt x="124720" y="135573"/>
                </a:lnTo>
                <a:lnTo>
                  <a:pt x="129239" y="135573"/>
                </a:lnTo>
                <a:cubicBezTo>
                  <a:pt x="133189" y="135573"/>
                  <a:pt x="136369" y="134867"/>
                  <a:pt x="138779" y="133455"/>
                </a:cubicBezTo>
                <a:cubicBezTo>
                  <a:pt x="140520" y="132511"/>
                  <a:pt x="141859" y="130896"/>
                  <a:pt x="142796" y="128609"/>
                </a:cubicBezTo>
                <a:cubicBezTo>
                  <a:pt x="143533" y="126994"/>
                  <a:pt x="143901" y="122755"/>
                  <a:pt x="143901" y="115890"/>
                </a:cubicBezTo>
                <a:lnTo>
                  <a:pt x="143901" y="26311"/>
                </a:lnTo>
                <a:cubicBezTo>
                  <a:pt x="143901" y="19313"/>
                  <a:pt x="143533" y="14939"/>
                  <a:pt x="142796" y="13190"/>
                </a:cubicBezTo>
                <a:cubicBezTo>
                  <a:pt x="142060" y="11439"/>
                  <a:pt x="140570" y="9908"/>
                  <a:pt x="138327" y="8596"/>
                </a:cubicBezTo>
                <a:cubicBezTo>
                  <a:pt x="136084" y="7284"/>
                  <a:pt x="133055" y="6628"/>
                  <a:pt x="129239" y="6628"/>
                </a:cubicBezTo>
                <a:lnTo>
                  <a:pt x="124720" y="6628"/>
                </a:lnTo>
                <a:lnTo>
                  <a:pt x="124720" y="3013"/>
                </a:lnTo>
                <a:lnTo>
                  <a:pt x="195921" y="3013"/>
                </a:lnTo>
                <a:lnTo>
                  <a:pt x="195921" y="6628"/>
                </a:lnTo>
                <a:lnTo>
                  <a:pt x="191402" y="6628"/>
                </a:lnTo>
                <a:cubicBezTo>
                  <a:pt x="187452" y="6628"/>
                  <a:pt x="184271" y="7334"/>
                  <a:pt x="181861" y="8746"/>
                </a:cubicBezTo>
                <a:cubicBezTo>
                  <a:pt x="180121" y="9690"/>
                  <a:pt x="178748" y="11305"/>
                  <a:pt x="177744" y="13592"/>
                </a:cubicBezTo>
                <a:cubicBezTo>
                  <a:pt x="177007" y="15207"/>
                  <a:pt x="176639" y="19447"/>
                  <a:pt x="176639" y="26311"/>
                </a:cubicBezTo>
                <a:lnTo>
                  <a:pt x="176639" y="64874"/>
                </a:lnTo>
                <a:lnTo>
                  <a:pt x="224743" y="64874"/>
                </a:lnTo>
                <a:lnTo>
                  <a:pt x="224743" y="26311"/>
                </a:lnTo>
                <a:cubicBezTo>
                  <a:pt x="224743" y="19313"/>
                  <a:pt x="224374" y="14939"/>
                  <a:pt x="223638" y="13190"/>
                </a:cubicBezTo>
                <a:cubicBezTo>
                  <a:pt x="222901" y="11439"/>
                  <a:pt x="221395" y="9908"/>
                  <a:pt x="219119" y="8596"/>
                </a:cubicBezTo>
                <a:cubicBezTo>
                  <a:pt x="216843" y="7284"/>
                  <a:pt x="213796" y="6628"/>
                  <a:pt x="209980" y="6628"/>
                </a:cubicBezTo>
                <a:lnTo>
                  <a:pt x="205561" y="6628"/>
                </a:lnTo>
                <a:lnTo>
                  <a:pt x="205561" y="3013"/>
                </a:lnTo>
                <a:lnTo>
                  <a:pt x="276662" y="3013"/>
                </a:lnTo>
                <a:lnTo>
                  <a:pt x="276662" y="6628"/>
                </a:lnTo>
                <a:lnTo>
                  <a:pt x="272243" y="6628"/>
                </a:lnTo>
                <a:cubicBezTo>
                  <a:pt x="268226" y="6628"/>
                  <a:pt x="265046" y="7334"/>
                  <a:pt x="262703" y="8746"/>
                </a:cubicBezTo>
                <a:cubicBezTo>
                  <a:pt x="260962" y="9690"/>
                  <a:pt x="259590" y="11305"/>
                  <a:pt x="258586" y="13592"/>
                </a:cubicBezTo>
                <a:cubicBezTo>
                  <a:pt x="257849" y="15207"/>
                  <a:pt x="257481" y="19447"/>
                  <a:pt x="257481" y="26311"/>
                </a:cubicBezTo>
                <a:lnTo>
                  <a:pt x="257481" y="115890"/>
                </a:lnTo>
                <a:cubicBezTo>
                  <a:pt x="257481" y="122888"/>
                  <a:pt x="257849" y="127263"/>
                  <a:pt x="258586" y="129014"/>
                </a:cubicBezTo>
                <a:cubicBezTo>
                  <a:pt x="259322" y="130763"/>
                  <a:pt x="260829" y="132294"/>
                  <a:pt x="263105" y="133606"/>
                </a:cubicBezTo>
                <a:cubicBezTo>
                  <a:pt x="265381" y="134917"/>
                  <a:pt x="268427" y="135573"/>
                  <a:pt x="272243" y="135573"/>
                </a:cubicBezTo>
                <a:lnTo>
                  <a:pt x="276662" y="135573"/>
                </a:lnTo>
                <a:lnTo>
                  <a:pt x="276662" y="139189"/>
                </a:lnTo>
                <a:lnTo>
                  <a:pt x="205561" y="139189"/>
                </a:lnTo>
                <a:lnTo>
                  <a:pt x="205561" y="135573"/>
                </a:lnTo>
                <a:lnTo>
                  <a:pt x="209980" y="135573"/>
                </a:lnTo>
                <a:cubicBezTo>
                  <a:pt x="213997" y="135573"/>
                  <a:pt x="217177" y="134867"/>
                  <a:pt x="219521" y="133455"/>
                </a:cubicBezTo>
                <a:cubicBezTo>
                  <a:pt x="221261" y="132511"/>
                  <a:pt x="222634" y="130896"/>
                  <a:pt x="223638" y="128609"/>
                </a:cubicBezTo>
                <a:cubicBezTo>
                  <a:pt x="224374" y="126994"/>
                  <a:pt x="224743" y="122755"/>
                  <a:pt x="224743" y="115890"/>
                </a:cubicBezTo>
                <a:lnTo>
                  <a:pt x="224743" y="73712"/>
                </a:lnTo>
                <a:lnTo>
                  <a:pt x="176639" y="73712"/>
                </a:lnTo>
                <a:close/>
                <a:moveTo>
                  <a:pt x="335002" y="77126"/>
                </a:moveTo>
                <a:lnTo>
                  <a:pt x="335002" y="115488"/>
                </a:lnTo>
                <a:cubicBezTo>
                  <a:pt x="335002" y="122815"/>
                  <a:pt x="335454" y="127428"/>
                  <a:pt x="336358" y="129328"/>
                </a:cubicBezTo>
                <a:cubicBezTo>
                  <a:pt x="337261" y="131226"/>
                  <a:pt x="338851" y="132742"/>
                  <a:pt x="341128" y="133875"/>
                </a:cubicBezTo>
                <a:cubicBezTo>
                  <a:pt x="343404" y="135007"/>
                  <a:pt x="347655" y="135573"/>
                  <a:pt x="353882" y="135573"/>
                </a:cubicBezTo>
                <a:lnTo>
                  <a:pt x="353882" y="139189"/>
                </a:lnTo>
                <a:lnTo>
                  <a:pt x="284187" y="139189"/>
                </a:lnTo>
                <a:lnTo>
                  <a:pt x="284187" y="135573"/>
                </a:lnTo>
                <a:cubicBezTo>
                  <a:pt x="290480" y="135573"/>
                  <a:pt x="294748" y="134991"/>
                  <a:pt x="296991" y="133825"/>
                </a:cubicBezTo>
                <a:cubicBezTo>
                  <a:pt x="299234" y="132660"/>
                  <a:pt x="300807" y="131144"/>
                  <a:pt x="301711" y="129278"/>
                </a:cubicBezTo>
                <a:cubicBezTo>
                  <a:pt x="302615" y="127412"/>
                  <a:pt x="303067" y="122815"/>
                  <a:pt x="303067" y="115488"/>
                </a:cubicBezTo>
                <a:lnTo>
                  <a:pt x="303067" y="26713"/>
                </a:lnTo>
                <a:cubicBezTo>
                  <a:pt x="303067" y="19386"/>
                  <a:pt x="302615" y="14774"/>
                  <a:pt x="301711" y="12876"/>
                </a:cubicBezTo>
                <a:cubicBezTo>
                  <a:pt x="300807" y="10977"/>
                  <a:pt x="299217" y="9461"/>
                  <a:pt x="296941" y="8329"/>
                </a:cubicBezTo>
                <a:cubicBezTo>
                  <a:pt x="294665" y="7195"/>
                  <a:pt x="290413" y="6628"/>
                  <a:pt x="284187" y="6628"/>
                </a:cubicBezTo>
                <a:lnTo>
                  <a:pt x="284187" y="3013"/>
                </a:lnTo>
                <a:lnTo>
                  <a:pt x="347454" y="3013"/>
                </a:lnTo>
                <a:cubicBezTo>
                  <a:pt x="363924" y="3013"/>
                  <a:pt x="375975" y="4150"/>
                  <a:pt x="383607" y="6424"/>
                </a:cubicBezTo>
                <a:cubicBezTo>
                  <a:pt x="391240" y="8698"/>
                  <a:pt x="397466" y="12895"/>
                  <a:pt x="402286" y="19015"/>
                </a:cubicBezTo>
                <a:cubicBezTo>
                  <a:pt x="407107" y="25134"/>
                  <a:pt x="409517" y="32307"/>
                  <a:pt x="409517" y="40534"/>
                </a:cubicBezTo>
                <a:cubicBezTo>
                  <a:pt x="409517" y="50568"/>
                  <a:pt x="405902" y="58862"/>
                  <a:pt x="398671" y="65417"/>
                </a:cubicBezTo>
                <a:cubicBezTo>
                  <a:pt x="394052" y="69564"/>
                  <a:pt x="387591" y="72674"/>
                  <a:pt x="379289" y="74747"/>
                </a:cubicBezTo>
                <a:lnTo>
                  <a:pt x="412028" y="120955"/>
                </a:lnTo>
                <a:cubicBezTo>
                  <a:pt x="416312" y="126855"/>
                  <a:pt x="419359" y="130534"/>
                  <a:pt x="421166" y="131993"/>
                </a:cubicBezTo>
                <a:cubicBezTo>
                  <a:pt x="423911" y="134047"/>
                  <a:pt x="427091" y="135174"/>
                  <a:pt x="430707" y="135372"/>
                </a:cubicBezTo>
                <a:lnTo>
                  <a:pt x="430707" y="139189"/>
                </a:lnTo>
                <a:lnTo>
                  <a:pt x="387825" y="139189"/>
                </a:lnTo>
                <a:lnTo>
                  <a:pt x="343940" y="77126"/>
                </a:lnTo>
                <a:lnTo>
                  <a:pt x="335002" y="77126"/>
                </a:lnTo>
                <a:moveTo>
                  <a:pt x="335002" y="10645"/>
                </a:moveTo>
                <a:lnTo>
                  <a:pt x="335002" y="69896"/>
                </a:lnTo>
                <a:lnTo>
                  <a:pt x="340726" y="69896"/>
                </a:lnTo>
                <a:cubicBezTo>
                  <a:pt x="350032" y="69896"/>
                  <a:pt x="356995" y="69048"/>
                  <a:pt x="361614" y="67354"/>
                </a:cubicBezTo>
                <a:cubicBezTo>
                  <a:pt x="366234" y="65657"/>
                  <a:pt x="369866" y="62598"/>
                  <a:pt x="372510" y="58177"/>
                </a:cubicBezTo>
                <a:cubicBezTo>
                  <a:pt x="375155" y="53754"/>
                  <a:pt x="376477" y="47985"/>
                  <a:pt x="376477" y="40870"/>
                </a:cubicBezTo>
                <a:cubicBezTo>
                  <a:pt x="376477" y="30562"/>
                  <a:pt x="374050" y="22947"/>
                  <a:pt x="369196" y="18026"/>
                </a:cubicBezTo>
                <a:cubicBezTo>
                  <a:pt x="364343" y="13105"/>
                  <a:pt x="356526" y="10645"/>
                  <a:pt x="345747" y="10645"/>
                </a:cubicBezTo>
                <a:lnTo>
                  <a:pt x="335002" y="10645"/>
                </a:lnTo>
                <a:close/>
                <a:moveTo>
                  <a:pt x="559759" y="1004"/>
                </a:moveTo>
                <a:cubicBezTo>
                  <a:pt x="581450" y="201"/>
                  <a:pt x="599075" y="6528"/>
                  <a:pt x="612632" y="19985"/>
                </a:cubicBezTo>
                <a:cubicBezTo>
                  <a:pt x="626189" y="33441"/>
                  <a:pt x="632968" y="50279"/>
                  <a:pt x="632968" y="70498"/>
                </a:cubicBezTo>
                <a:cubicBezTo>
                  <a:pt x="632968" y="87771"/>
                  <a:pt x="627913" y="102969"/>
                  <a:pt x="617804" y="116091"/>
                </a:cubicBezTo>
                <a:cubicBezTo>
                  <a:pt x="604414" y="133498"/>
                  <a:pt x="585501" y="142201"/>
                  <a:pt x="561064" y="142201"/>
                </a:cubicBezTo>
                <a:cubicBezTo>
                  <a:pt x="536560" y="142201"/>
                  <a:pt x="517614" y="133900"/>
                  <a:pt x="504224" y="117296"/>
                </a:cubicBezTo>
                <a:cubicBezTo>
                  <a:pt x="493646" y="104174"/>
                  <a:pt x="488357" y="88608"/>
                  <a:pt x="488357" y="70599"/>
                </a:cubicBezTo>
                <a:cubicBezTo>
                  <a:pt x="488357" y="50380"/>
                  <a:pt x="495236" y="33525"/>
                  <a:pt x="508994" y="20035"/>
                </a:cubicBezTo>
                <a:cubicBezTo>
                  <a:pt x="522752" y="6544"/>
                  <a:pt x="539674" y="201"/>
                  <a:pt x="559759" y="1004"/>
                </a:cubicBezTo>
                <a:moveTo>
                  <a:pt x="560964" y="7431"/>
                </a:moveTo>
                <a:cubicBezTo>
                  <a:pt x="548511" y="7431"/>
                  <a:pt x="539038" y="13786"/>
                  <a:pt x="532543" y="26496"/>
                </a:cubicBezTo>
                <a:cubicBezTo>
                  <a:pt x="527254" y="36932"/>
                  <a:pt x="524610" y="51917"/>
                  <a:pt x="524610" y="71452"/>
                </a:cubicBezTo>
                <a:cubicBezTo>
                  <a:pt x="524610" y="94665"/>
                  <a:pt x="528694" y="111824"/>
                  <a:pt x="536862" y="122929"/>
                </a:cubicBezTo>
                <a:cubicBezTo>
                  <a:pt x="542552" y="130689"/>
                  <a:pt x="550520" y="134569"/>
                  <a:pt x="560763" y="134569"/>
                </a:cubicBezTo>
                <a:cubicBezTo>
                  <a:pt x="567659" y="134569"/>
                  <a:pt x="573416" y="132896"/>
                  <a:pt x="578036" y="129551"/>
                </a:cubicBezTo>
                <a:cubicBezTo>
                  <a:pt x="583927" y="125270"/>
                  <a:pt x="588514" y="118431"/>
                  <a:pt x="591794" y="109033"/>
                </a:cubicBezTo>
                <a:cubicBezTo>
                  <a:pt x="595075" y="99633"/>
                  <a:pt x="596715" y="87374"/>
                  <a:pt x="596715" y="72256"/>
                </a:cubicBezTo>
                <a:cubicBezTo>
                  <a:pt x="596715" y="54259"/>
                  <a:pt x="595041" y="40795"/>
                  <a:pt x="591694" y="31866"/>
                </a:cubicBezTo>
                <a:cubicBezTo>
                  <a:pt x="588346" y="22934"/>
                  <a:pt x="584078" y="16630"/>
                  <a:pt x="578889" y="12952"/>
                </a:cubicBezTo>
                <a:cubicBezTo>
                  <a:pt x="573701" y="9271"/>
                  <a:pt x="567726" y="7431"/>
                  <a:pt x="560964" y="7431"/>
                </a:cubicBezTo>
                <a:close/>
                <a:moveTo>
                  <a:pt x="738508" y="3013"/>
                </a:moveTo>
                <a:lnTo>
                  <a:pt x="738508" y="111070"/>
                </a:lnTo>
                <a:cubicBezTo>
                  <a:pt x="738508" y="118294"/>
                  <a:pt x="738709" y="122568"/>
                  <a:pt x="739111" y="123893"/>
                </a:cubicBezTo>
                <a:cubicBezTo>
                  <a:pt x="739647" y="126081"/>
                  <a:pt x="740668" y="127706"/>
                  <a:pt x="742174" y="128766"/>
                </a:cubicBezTo>
                <a:cubicBezTo>
                  <a:pt x="743680" y="129825"/>
                  <a:pt x="746308" y="130487"/>
                  <a:pt x="750057" y="130753"/>
                </a:cubicBezTo>
                <a:lnTo>
                  <a:pt x="750057" y="134368"/>
                </a:lnTo>
                <a:lnTo>
                  <a:pt x="710390" y="142000"/>
                </a:lnTo>
                <a:lnTo>
                  <a:pt x="710390" y="127138"/>
                </a:lnTo>
                <a:cubicBezTo>
                  <a:pt x="705636" y="132895"/>
                  <a:pt x="701402" y="136812"/>
                  <a:pt x="697686" y="138887"/>
                </a:cubicBezTo>
                <a:cubicBezTo>
                  <a:pt x="693970" y="140963"/>
                  <a:pt x="689769" y="142000"/>
                  <a:pt x="685083" y="142000"/>
                </a:cubicBezTo>
                <a:cubicBezTo>
                  <a:pt x="673099" y="142000"/>
                  <a:pt x="663625" y="136639"/>
                  <a:pt x="656662" y="125917"/>
                </a:cubicBezTo>
                <a:cubicBezTo>
                  <a:pt x="651039" y="117205"/>
                  <a:pt x="648227" y="106516"/>
                  <a:pt x="648227" y="93850"/>
                </a:cubicBezTo>
                <a:cubicBezTo>
                  <a:pt x="648227" y="83730"/>
                  <a:pt x="649967" y="74666"/>
                  <a:pt x="653449" y="66657"/>
                </a:cubicBezTo>
                <a:cubicBezTo>
                  <a:pt x="656930" y="58648"/>
                  <a:pt x="661700" y="52600"/>
                  <a:pt x="667759" y="48511"/>
                </a:cubicBezTo>
                <a:cubicBezTo>
                  <a:pt x="673818" y="44423"/>
                  <a:pt x="680329" y="42379"/>
                  <a:pt x="687292" y="42379"/>
                </a:cubicBezTo>
                <a:cubicBezTo>
                  <a:pt x="691778" y="42379"/>
                  <a:pt x="695761" y="43257"/>
                  <a:pt x="699242" y="45012"/>
                </a:cubicBezTo>
                <a:cubicBezTo>
                  <a:pt x="702724" y="46768"/>
                  <a:pt x="706440" y="49840"/>
                  <a:pt x="710390" y="54229"/>
                </a:cubicBezTo>
                <a:lnTo>
                  <a:pt x="710390" y="25910"/>
                </a:lnTo>
                <a:cubicBezTo>
                  <a:pt x="710390" y="18746"/>
                  <a:pt x="710088" y="14428"/>
                  <a:pt x="709486" y="12955"/>
                </a:cubicBezTo>
                <a:cubicBezTo>
                  <a:pt x="708682" y="11013"/>
                  <a:pt x="707477" y="9574"/>
                  <a:pt x="705870" y="8637"/>
                </a:cubicBezTo>
                <a:cubicBezTo>
                  <a:pt x="704264" y="7699"/>
                  <a:pt x="701251" y="7231"/>
                  <a:pt x="696832" y="7231"/>
                </a:cubicBezTo>
                <a:lnTo>
                  <a:pt x="696832" y="3013"/>
                </a:lnTo>
                <a:lnTo>
                  <a:pt x="738508" y="3013"/>
                </a:lnTo>
                <a:moveTo>
                  <a:pt x="710390" y="66481"/>
                </a:moveTo>
                <a:cubicBezTo>
                  <a:pt x="705435" y="57108"/>
                  <a:pt x="699376" y="52422"/>
                  <a:pt x="692213" y="52422"/>
                </a:cubicBezTo>
                <a:cubicBezTo>
                  <a:pt x="689736" y="52422"/>
                  <a:pt x="687694" y="53091"/>
                  <a:pt x="686087" y="54430"/>
                </a:cubicBezTo>
                <a:cubicBezTo>
                  <a:pt x="683610" y="56506"/>
                  <a:pt x="681584" y="60154"/>
                  <a:pt x="680011" y="65376"/>
                </a:cubicBezTo>
                <a:cubicBezTo>
                  <a:pt x="678438" y="70599"/>
                  <a:pt x="677651" y="78599"/>
                  <a:pt x="677651" y="89378"/>
                </a:cubicBezTo>
                <a:cubicBezTo>
                  <a:pt x="677651" y="101228"/>
                  <a:pt x="678521" y="109998"/>
                  <a:pt x="680262" y="115689"/>
                </a:cubicBezTo>
                <a:cubicBezTo>
                  <a:pt x="682003" y="121380"/>
                  <a:pt x="684380" y="125497"/>
                  <a:pt x="687392" y="128041"/>
                </a:cubicBezTo>
                <a:cubicBezTo>
                  <a:pt x="688932" y="129313"/>
                  <a:pt x="691041" y="129950"/>
                  <a:pt x="693719" y="129950"/>
                </a:cubicBezTo>
                <a:cubicBezTo>
                  <a:pt x="699611" y="129950"/>
                  <a:pt x="705168" y="125315"/>
                  <a:pt x="710390" y="116047"/>
                </a:cubicBezTo>
                <a:lnTo>
                  <a:pt x="710390" y="66481"/>
                </a:lnTo>
                <a:close/>
                <a:moveTo>
                  <a:pt x="852902" y="3013"/>
                </a:moveTo>
                <a:lnTo>
                  <a:pt x="852902" y="111070"/>
                </a:lnTo>
                <a:cubicBezTo>
                  <a:pt x="852902" y="118294"/>
                  <a:pt x="853103" y="122568"/>
                  <a:pt x="853504" y="123893"/>
                </a:cubicBezTo>
                <a:cubicBezTo>
                  <a:pt x="854040" y="126081"/>
                  <a:pt x="855061" y="127706"/>
                  <a:pt x="856567" y="128766"/>
                </a:cubicBezTo>
                <a:cubicBezTo>
                  <a:pt x="858074" y="129825"/>
                  <a:pt x="860701" y="130487"/>
                  <a:pt x="864451" y="130753"/>
                </a:cubicBezTo>
                <a:lnTo>
                  <a:pt x="864451" y="134368"/>
                </a:lnTo>
                <a:lnTo>
                  <a:pt x="824783" y="142000"/>
                </a:lnTo>
                <a:lnTo>
                  <a:pt x="824783" y="127138"/>
                </a:lnTo>
                <a:cubicBezTo>
                  <a:pt x="820029" y="132895"/>
                  <a:pt x="815795" y="136812"/>
                  <a:pt x="812079" y="138887"/>
                </a:cubicBezTo>
                <a:cubicBezTo>
                  <a:pt x="808363" y="140963"/>
                  <a:pt x="804162" y="142000"/>
                  <a:pt x="799476" y="142000"/>
                </a:cubicBezTo>
                <a:cubicBezTo>
                  <a:pt x="787492" y="142000"/>
                  <a:pt x="778018" y="136639"/>
                  <a:pt x="771056" y="125917"/>
                </a:cubicBezTo>
                <a:cubicBezTo>
                  <a:pt x="765432" y="117205"/>
                  <a:pt x="762620" y="106516"/>
                  <a:pt x="762620" y="93850"/>
                </a:cubicBezTo>
                <a:cubicBezTo>
                  <a:pt x="762620" y="83730"/>
                  <a:pt x="764361" y="74666"/>
                  <a:pt x="767842" y="66657"/>
                </a:cubicBezTo>
                <a:cubicBezTo>
                  <a:pt x="771323" y="58648"/>
                  <a:pt x="776094" y="52600"/>
                  <a:pt x="782153" y="48511"/>
                </a:cubicBezTo>
                <a:cubicBezTo>
                  <a:pt x="788211" y="44423"/>
                  <a:pt x="794722" y="42379"/>
                  <a:pt x="801685" y="42379"/>
                </a:cubicBezTo>
                <a:cubicBezTo>
                  <a:pt x="806171" y="42379"/>
                  <a:pt x="810154" y="43257"/>
                  <a:pt x="813636" y="45012"/>
                </a:cubicBezTo>
                <a:cubicBezTo>
                  <a:pt x="817117" y="46768"/>
                  <a:pt x="820833" y="49840"/>
                  <a:pt x="824783" y="54229"/>
                </a:cubicBezTo>
                <a:lnTo>
                  <a:pt x="824783" y="25910"/>
                </a:lnTo>
                <a:cubicBezTo>
                  <a:pt x="824783" y="18746"/>
                  <a:pt x="824482" y="14428"/>
                  <a:pt x="823879" y="12955"/>
                </a:cubicBezTo>
                <a:cubicBezTo>
                  <a:pt x="823076" y="11013"/>
                  <a:pt x="821870" y="9574"/>
                  <a:pt x="820264" y="8637"/>
                </a:cubicBezTo>
                <a:cubicBezTo>
                  <a:pt x="818657" y="7699"/>
                  <a:pt x="815644" y="7231"/>
                  <a:pt x="811225" y="7231"/>
                </a:cubicBezTo>
                <a:lnTo>
                  <a:pt x="811225" y="3013"/>
                </a:lnTo>
                <a:lnTo>
                  <a:pt x="852902" y="3013"/>
                </a:lnTo>
                <a:moveTo>
                  <a:pt x="824783" y="66481"/>
                </a:moveTo>
                <a:cubicBezTo>
                  <a:pt x="819829" y="57108"/>
                  <a:pt x="813770" y="52422"/>
                  <a:pt x="806606" y="52422"/>
                </a:cubicBezTo>
                <a:cubicBezTo>
                  <a:pt x="804129" y="52422"/>
                  <a:pt x="802087" y="53091"/>
                  <a:pt x="800480" y="54430"/>
                </a:cubicBezTo>
                <a:cubicBezTo>
                  <a:pt x="798003" y="56506"/>
                  <a:pt x="795978" y="60154"/>
                  <a:pt x="794404" y="65376"/>
                </a:cubicBezTo>
                <a:cubicBezTo>
                  <a:pt x="792831" y="70599"/>
                  <a:pt x="792044" y="78599"/>
                  <a:pt x="792044" y="89378"/>
                </a:cubicBezTo>
                <a:cubicBezTo>
                  <a:pt x="792044" y="101228"/>
                  <a:pt x="792915" y="109998"/>
                  <a:pt x="794655" y="115689"/>
                </a:cubicBezTo>
                <a:cubicBezTo>
                  <a:pt x="796396" y="121380"/>
                  <a:pt x="798773" y="125497"/>
                  <a:pt x="801786" y="128041"/>
                </a:cubicBezTo>
                <a:cubicBezTo>
                  <a:pt x="803325" y="129313"/>
                  <a:pt x="805434" y="129950"/>
                  <a:pt x="808112" y="129950"/>
                </a:cubicBezTo>
                <a:cubicBezTo>
                  <a:pt x="814004" y="129950"/>
                  <a:pt x="819561" y="125315"/>
                  <a:pt x="824783" y="116047"/>
                </a:cubicBezTo>
                <a:lnTo>
                  <a:pt x="824783" y="66481"/>
                </a:lnTo>
                <a:close/>
                <a:moveTo>
                  <a:pt x="1011985" y="66983"/>
                </a:moveTo>
                <a:cubicBezTo>
                  <a:pt x="1024906" y="69996"/>
                  <a:pt x="1033978" y="73645"/>
                  <a:pt x="1039200" y="77930"/>
                </a:cubicBezTo>
                <a:cubicBezTo>
                  <a:pt x="1046698" y="84022"/>
                  <a:pt x="1050447" y="91922"/>
                  <a:pt x="1050447" y="101630"/>
                </a:cubicBezTo>
                <a:cubicBezTo>
                  <a:pt x="1050447" y="111873"/>
                  <a:pt x="1046330" y="120342"/>
                  <a:pt x="1038095" y="127037"/>
                </a:cubicBezTo>
                <a:cubicBezTo>
                  <a:pt x="1027986" y="135138"/>
                  <a:pt x="1013290" y="139189"/>
                  <a:pt x="994009" y="139189"/>
                </a:cubicBezTo>
                <a:lnTo>
                  <a:pt x="924816" y="139189"/>
                </a:lnTo>
                <a:lnTo>
                  <a:pt x="924816" y="135573"/>
                </a:lnTo>
                <a:cubicBezTo>
                  <a:pt x="931109" y="135573"/>
                  <a:pt x="935377" y="134984"/>
                  <a:pt x="937620" y="133806"/>
                </a:cubicBezTo>
                <a:cubicBezTo>
                  <a:pt x="939863" y="132629"/>
                  <a:pt x="941436" y="131098"/>
                  <a:pt x="942340" y="129215"/>
                </a:cubicBezTo>
                <a:cubicBezTo>
                  <a:pt x="943244" y="127332"/>
                  <a:pt x="943696" y="122690"/>
                  <a:pt x="943696" y="115288"/>
                </a:cubicBezTo>
                <a:lnTo>
                  <a:pt x="943696" y="26914"/>
                </a:lnTo>
                <a:cubicBezTo>
                  <a:pt x="943696" y="19512"/>
                  <a:pt x="943244" y="14852"/>
                  <a:pt x="942340" y="12936"/>
                </a:cubicBezTo>
                <a:cubicBezTo>
                  <a:pt x="941436" y="11017"/>
                  <a:pt x="939846" y="9487"/>
                  <a:pt x="937570" y="8345"/>
                </a:cubicBezTo>
                <a:cubicBezTo>
                  <a:pt x="935294" y="7200"/>
                  <a:pt x="931042" y="6628"/>
                  <a:pt x="924816" y="6628"/>
                </a:cubicBezTo>
                <a:lnTo>
                  <a:pt x="924816" y="3013"/>
                </a:lnTo>
                <a:lnTo>
                  <a:pt x="990092" y="3013"/>
                </a:lnTo>
                <a:cubicBezTo>
                  <a:pt x="1005691" y="3013"/>
                  <a:pt x="1016738" y="4402"/>
                  <a:pt x="1023232" y="7180"/>
                </a:cubicBezTo>
                <a:cubicBezTo>
                  <a:pt x="1029726" y="9959"/>
                  <a:pt x="1034848" y="14110"/>
                  <a:pt x="1038597" y="19633"/>
                </a:cubicBezTo>
                <a:cubicBezTo>
                  <a:pt x="1042346" y="25156"/>
                  <a:pt x="1044221" y="31031"/>
                  <a:pt x="1044221" y="37258"/>
                </a:cubicBezTo>
                <a:cubicBezTo>
                  <a:pt x="1044221" y="43819"/>
                  <a:pt x="1041844" y="49660"/>
                  <a:pt x="1037091" y="54782"/>
                </a:cubicBezTo>
                <a:cubicBezTo>
                  <a:pt x="1032337" y="59903"/>
                  <a:pt x="1023969" y="63971"/>
                  <a:pt x="1011985" y="66983"/>
                </a:cubicBezTo>
                <a:moveTo>
                  <a:pt x="975430" y="64272"/>
                </a:moveTo>
                <a:cubicBezTo>
                  <a:pt x="984937" y="64272"/>
                  <a:pt x="991950" y="63201"/>
                  <a:pt x="996469" y="61058"/>
                </a:cubicBezTo>
                <a:cubicBezTo>
                  <a:pt x="1000988" y="58916"/>
                  <a:pt x="1004453" y="55903"/>
                  <a:pt x="1006863" y="52020"/>
                </a:cubicBezTo>
                <a:cubicBezTo>
                  <a:pt x="1009273" y="48137"/>
                  <a:pt x="1010478" y="43183"/>
                  <a:pt x="1010478" y="37157"/>
                </a:cubicBezTo>
                <a:cubicBezTo>
                  <a:pt x="1010478" y="31132"/>
                  <a:pt x="1009290" y="26194"/>
                  <a:pt x="1006913" y="22344"/>
                </a:cubicBezTo>
                <a:cubicBezTo>
                  <a:pt x="1004536" y="18495"/>
                  <a:pt x="1001139" y="15566"/>
                  <a:pt x="996720" y="13557"/>
                </a:cubicBezTo>
                <a:cubicBezTo>
                  <a:pt x="992301" y="11549"/>
                  <a:pt x="985205" y="10578"/>
                  <a:pt x="975430" y="10645"/>
                </a:cubicBezTo>
                <a:lnTo>
                  <a:pt x="975430" y="64272"/>
                </a:lnTo>
                <a:moveTo>
                  <a:pt x="975430" y="72105"/>
                </a:moveTo>
                <a:lnTo>
                  <a:pt x="975430" y="115790"/>
                </a:lnTo>
                <a:lnTo>
                  <a:pt x="975330" y="120748"/>
                </a:lnTo>
                <a:cubicBezTo>
                  <a:pt x="975330" y="124317"/>
                  <a:pt x="976250" y="127011"/>
                  <a:pt x="978091" y="128829"/>
                </a:cubicBezTo>
                <a:cubicBezTo>
                  <a:pt x="979932" y="130647"/>
                  <a:pt x="982661" y="131556"/>
                  <a:pt x="986276" y="131556"/>
                </a:cubicBezTo>
                <a:cubicBezTo>
                  <a:pt x="991632" y="131556"/>
                  <a:pt x="996569" y="130372"/>
                  <a:pt x="1001088" y="128004"/>
                </a:cubicBezTo>
                <a:cubicBezTo>
                  <a:pt x="1005608" y="125635"/>
                  <a:pt x="1009072" y="122199"/>
                  <a:pt x="1011482" y="117695"/>
                </a:cubicBezTo>
                <a:cubicBezTo>
                  <a:pt x="1013893" y="113190"/>
                  <a:pt x="1015098" y="108169"/>
                  <a:pt x="1015098" y="102631"/>
                </a:cubicBezTo>
                <a:cubicBezTo>
                  <a:pt x="1015098" y="96294"/>
                  <a:pt x="1013625" y="90606"/>
                  <a:pt x="1010679" y="85568"/>
                </a:cubicBezTo>
                <a:cubicBezTo>
                  <a:pt x="1007733" y="80530"/>
                  <a:pt x="1003683" y="77010"/>
                  <a:pt x="998528" y="75008"/>
                </a:cubicBezTo>
                <a:cubicBezTo>
                  <a:pt x="993373" y="73006"/>
                  <a:pt x="985673" y="72038"/>
                  <a:pt x="975430" y="72105"/>
                </a:cubicBezTo>
                <a:close/>
                <a:moveTo>
                  <a:pt x="1087204" y="0"/>
                </a:moveTo>
                <a:cubicBezTo>
                  <a:pt x="1091556" y="0"/>
                  <a:pt x="1095238" y="1528"/>
                  <a:pt x="1098251" y="4585"/>
                </a:cubicBezTo>
                <a:cubicBezTo>
                  <a:pt x="1101264" y="7640"/>
                  <a:pt x="1102770" y="11317"/>
                  <a:pt x="1102770" y="15616"/>
                </a:cubicBezTo>
                <a:cubicBezTo>
                  <a:pt x="1102770" y="19915"/>
                  <a:pt x="1101247" y="23577"/>
                  <a:pt x="1098201" y="26600"/>
                </a:cubicBezTo>
                <a:cubicBezTo>
                  <a:pt x="1095154" y="29621"/>
                  <a:pt x="1091489" y="31132"/>
                  <a:pt x="1087204" y="31132"/>
                </a:cubicBezTo>
                <a:cubicBezTo>
                  <a:pt x="1082919" y="31132"/>
                  <a:pt x="1079271" y="29621"/>
                  <a:pt x="1076258" y="26600"/>
                </a:cubicBezTo>
                <a:cubicBezTo>
                  <a:pt x="1073245" y="23577"/>
                  <a:pt x="1071739" y="19915"/>
                  <a:pt x="1071739" y="15616"/>
                </a:cubicBezTo>
                <a:cubicBezTo>
                  <a:pt x="1071739" y="11317"/>
                  <a:pt x="1073245" y="7640"/>
                  <a:pt x="1076258" y="4585"/>
                </a:cubicBezTo>
                <a:cubicBezTo>
                  <a:pt x="1079271" y="1528"/>
                  <a:pt x="1082919" y="0"/>
                  <a:pt x="1087204" y="0"/>
                </a:cubicBezTo>
                <a:moveTo>
                  <a:pt x="1101264" y="45191"/>
                </a:moveTo>
                <a:lnTo>
                  <a:pt x="1101264" y="119706"/>
                </a:lnTo>
                <a:cubicBezTo>
                  <a:pt x="1101264" y="126334"/>
                  <a:pt x="1102034" y="130569"/>
                  <a:pt x="1103573" y="132410"/>
                </a:cubicBezTo>
                <a:cubicBezTo>
                  <a:pt x="1105113" y="134251"/>
                  <a:pt x="1108126" y="135305"/>
                  <a:pt x="1112612" y="135573"/>
                </a:cubicBezTo>
                <a:lnTo>
                  <a:pt x="1112612" y="139189"/>
                </a:lnTo>
                <a:lnTo>
                  <a:pt x="1061897" y="139189"/>
                </a:lnTo>
                <a:lnTo>
                  <a:pt x="1061897" y="135573"/>
                </a:lnTo>
                <a:cubicBezTo>
                  <a:pt x="1066048" y="135439"/>
                  <a:pt x="1069128" y="134234"/>
                  <a:pt x="1071136" y="131958"/>
                </a:cubicBezTo>
                <a:cubicBezTo>
                  <a:pt x="1072475" y="130418"/>
                  <a:pt x="1073145" y="126334"/>
                  <a:pt x="1073145" y="119706"/>
                </a:cubicBezTo>
                <a:lnTo>
                  <a:pt x="1073145" y="64874"/>
                </a:lnTo>
                <a:cubicBezTo>
                  <a:pt x="1073145" y="58163"/>
                  <a:pt x="1072375" y="53875"/>
                  <a:pt x="1070835" y="52011"/>
                </a:cubicBezTo>
                <a:cubicBezTo>
                  <a:pt x="1069295" y="50146"/>
                  <a:pt x="1066316" y="49078"/>
                  <a:pt x="1061897" y="48806"/>
                </a:cubicBezTo>
                <a:lnTo>
                  <a:pt x="1061897" y="45191"/>
                </a:lnTo>
                <a:lnTo>
                  <a:pt x="1101264" y="45191"/>
                </a:lnTo>
                <a:close/>
                <a:moveTo>
                  <a:pt x="1159002" y="10645"/>
                </a:moveTo>
                <a:lnTo>
                  <a:pt x="1159002" y="45191"/>
                </a:lnTo>
                <a:lnTo>
                  <a:pt x="1181296" y="45191"/>
                </a:lnTo>
                <a:lnTo>
                  <a:pt x="1181296" y="55033"/>
                </a:lnTo>
                <a:lnTo>
                  <a:pt x="1159002" y="55033"/>
                </a:lnTo>
                <a:lnTo>
                  <a:pt x="1159002" y="113135"/>
                </a:lnTo>
                <a:cubicBezTo>
                  <a:pt x="1159002" y="118572"/>
                  <a:pt x="1159253" y="122080"/>
                  <a:pt x="1159755" y="123657"/>
                </a:cubicBezTo>
                <a:cubicBezTo>
                  <a:pt x="1160258" y="125235"/>
                  <a:pt x="1161145" y="126511"/>
                  <a:pt x="1162417" y="127486"/>
                </a:cubicBezTo>
                <a:cubicBezTo>
                  <a:pt x="1163689" y="128459"/>
                  <a:pt x="1164860" y="128945"/>
                  <a:pt x="1165932" y="128945"/>
                </a:cubicBezTo>
                <a:cubicBezTo>
                  <a:pt x="1170283" y="128945"/>
                  <a:pt x="1174401" y="125598"/>
                  <a:pt x="1178284" y="118903"/>
                </a:cubicBezTo>
                <a:lnTo>
                  <a:pt x="1181296" y="121134"/>
                </a:lnTo>
                <a:cubicBezTo>
                  <a:pt x="1175874" y="134108"/>
                  <a:pt x="1167070" y="140595"/>
                  <a:pt x="1154885" y="140595"/>
                </a:cubicBezTo>
                <a:cubicBezTo>
                  <a:pt x="1148926" y="140595"/>
                  <a:pt x="1143888" y="138932"/>
                  <a:pt x="1139771" y="135608"/>
                </a:cubicBezTo>
                <a:cubicBezTo>
                  <a:pt x="1135653" y="132281"/>
                  <a:pt x="1133026" y="128569"/>
                  <a:pt x="1131888" y="124470"/>
                </a:cubicBezTo>
                <a:cubicBezTo>
                  <a:pt x="1131218" y="122185"/>
                  <a:pt x="1130883" y="116004"/>
                  <a:pt x="1130883" y="105926"/>
                </a:cubicBezTo>
                <a:lnTo>
                  <a:pt x="1130883" y="55033"/>
                </a:lnTo>
                <a:lnTo>
                  <a:pt x="1118631" y="55033"/>
                </a:lnTo>
                <a:lnTo>
                  <a:pt x="1118631" y="51508"/>
                </a:lnTo>
                <a:cubicBezTo>
                  <a:pt x="1127067" y="45537"/>
                  <a:pt x="1134248" y="39264"/>
                  <a:pt x="1140173" y="32688"/>
                </a:cubicBezTo>
                <a:cubicBezTo>
                  <a:pt x="1146098" y="26113"/>
                  <a:pt x="1151270" y="18765"/>
                  <a:pt x="1155688" y="10645"/>
                </a:cubicBezTo>
                <a:lnTo>
                  <a:pt x="1159002" y="10645"/>
                </a:lnTo>
                <a:close/>
                <a:moveTo>
                  <a:pt x="1249583" y="42781"/>
                </a:moveTo>
                <a:lnTo>
                  <a:pt x="1251089" y="74917"/>
                </a:lnTo>
                <a:lnTo>
                  <a:pt x="1247675" y="74917"/>
                </a:lnTo>
                <a:cubicBezTo>
                  <a:pt x="1243591" y="65333"/>
                  <a:pt x="1239356" y="58786"/>
                  <a:pt x="1234971" y="55278"/>
                </a:cubicBezTo>
                <a:cubicBezTo>
                  <a:pt x="1230586" y="51767"/>
                  <a:pt x="1226218" y="50011"/>
                  <a:pt x="1221866" y="50011"/>
                </a:cubicBezTo>
                <a:cubicBezTo>
                  <a:pt x="1219121" y="50011"/>
                  <a:pt x="1216778" y="50932"/>
                  <a:pt x="1214836" y="52773"/>
                </a:cubicBezTo>
                <a:cubicBezTo>
                  <a:pt x="1212895" y="54614"/>
                  <a:pt x="1211924" y="56740"/>
                  <a:pt x="1211924" y="59150"/>
                </a:cubicBezTo>
                <a:cubicBezTo>
                  <a:pt x="1211924" y="60958"/>
                  <a:pt x="1212593" y="62698"/>
                  <a:pt x="1213932" y="64372"/>
                </a:cubicBezTo>
                <a:cubicBezTo>
                  <a:pt x="1216075" y="67117"/>
                  <a:pt x="1222067" y="71820"/>
                  <a:pt x="1231908" y="78482"/>
                </a:cubicBezTo>
                <a:cubicBezTo>
                  <a:pt x="1241750" y="85143"/>
                  <a:pt x="1248227" y="90801"/>
                  <a:pt x="1251340" y="95454"/>
                </a:cubicBezTo>
                <a:cubicBezTo>
                  <a:pt x="1254454" y="100107"/>
                  <a:pt x="1256010" y="105312"/>
                  <a:pt x="1256010" y="111070"/>
                </a:cubicBezTo>
                <a:cubicBezTo>
                  <a:pt x="1256010" y="116292"/>
                  <a:pt x="1254705" y="121413"/>
                  <a:pt x="1252094" y="126435"/>
                </a:cubicBezTo>
                <a:cubicBezTo>
                  <a:pt x="1249483" y="131456"/>
                  <a:pt x="1245800" y="135305"/>
                  <a:pt x="1241047" y="137983"/>
                </a:cubicBezTo>
                <a:cubicBezTo>
                  <a:pt x="1236294" y="140661"/>
                  <a:pt x="1231038" y="142000"/>
                  <a:pt x="1225280" y="142000"/>
                </a:cubicBezTo>
                <a:cubicBezTo>
                  <a:pt x="1220795" y="142000"/>
                  <a:pt x="1214803" y="140568"/>
                  <a:pt x="1207304" y="137704"/>
                </a:cubicBezTo>
                <a:cubicBezTo>
                  <a:pt x="1205296" y="136953"/>
                  <a:pt x="1203923" y="136578"/>
                  <a:pt x="1203187" y="136578"/>
                </a:cubicBezTo>
                <a:cubicBezTo>
                  <a:pt x="1200977" y="136578"/>
                  <a:pt x="1199136" y="138251"/>
                  <a:pt x="1197663" y="141599"/>
                </a:cubicBezTo>
                <a:lnTo>
                  <a:pt x="1194349" y="141599"/>
                </a:lnTo>
                <a:lnTo>
                  <a:pt x="1192743" y="107856"/>
                </a:lnTo>
                <a:lnTo>
                  <a:pt x="1196157" y="107856"/>
                </a:lnTo>
                <a:cubicBezTo>
                  <a:pt x="1199170" y="116693"/>
                  <a:pt x="1203304" y="123321"/>
                  <a:pt x="1208560" y="127740"/>
                </a:cubicBezTo>
                <a:cubicBezTo>
                  <a:pt x="1213815" y="132159"/>
                  <a:pt x="1218786" y="134368"/>
                  <a:pt x="1223473" y="134368"/>
                </a:cubicBezTo>
                <a:cubicBezTo>
                  <a:pt x="1226686" y="134368"/>
                  <a:pt x="1229314" y="133381"/>
                  <a:pt x="1231356" y="131406"/>
                </a:cubicBezTo>
                <a:cubicBezTo>
                  <a:pt x="1233398" y="129431"/>
                  <a:pt x="1234419" y="127037"/>
                  <a:pt x="1234419" y="124225"/>
                </a:cubicBezTo>
                <a:cubicBezTo>
                  <a:pt x="1234419" y="121012"/>
                  <a:pt x="1233415" y="118233"/>
                  <a:pt x="1231406" y="115890"/>
                </a:cubicBezTo>
                <a:cubicBezTo>
                  <a:pt x="1229398" y="113547"/>
                  <a:pt x="1224912" y="109998"/>
                  <a:pt x="1217949" y="105245"/>
                </a:cubicBezTo>
                <a:cubicBezTo>
                  <a:pt x="1207706" y="98148"/>
                  <a:pt x="1201078" y="92725"/>
                  <a:pt x="1198065" y="88976"/>
                </a:cubicBezTo>
                <a:cubicBezTo>
                  <a:pt x="1193646" y="83486"/>
                  <a:pt x="1191437" y="77427"/>
                  <a:pt x="1191437" y="70799"/>
                </a:cubicBezTo>
                <a:cubicBezTo>
                  <a:pt x="1191437" y="63569"/>
                  <a:pt x="1193931" y="57024"/>
                  <a:pt x="1198919" y="51166"/>
                </a:cubicBezTo>
                <a:cubicBezTo>
                  <a:pt x="1203907" y="45308"/>
                  <a:pt x="1211120" y="42379"/>
                  <a:pt x="1220560" y="42379"/>
                </a:cubicBezTo>
                <a:cubicBezTo>
                  <a:pt x="1225648" y="42379"/>
                  <a:pt x="1230569" y="43666"/>
                  <a:pt x="1235323" y="46239"/>
                </a:cubicBezTo>
                <a:cubicBezTo>
                  <a:pt x="1237130" y="47281"/>
                  <a:pt x="1238603" y="47802"/>
                  <a:pt x="1239741" y="47802"/>
                </a:cubicBezTo>
                <a:cubicBezTo>
                  <a:pt x="1240947" y="47802"/>
                  <a:pt x="1241917" y="47551"/>
                  <a:pt x="1242654" y="47049"/>
                </a:cubicBezTo>
                <a:cubicBezTo>
                  <a:pt x="1243390" y="46547"/>
                  <a:pt x="1244562" y="45124"/>
                  <a:pt x="1246169" y="42781"/>
                </a:cubicBezTo>
                <a:lnTo>
                  <a:pt x="1249583" y="4278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</p:spTree>
    <p:extLst>
      <p:ext uri="{BB962C8B-B14F-4D97-AF65-F5344CB8AC3E}">
        <p14:creationId xmlns:p14="http://schemas.microsoft.com/office/powerpoint/2010/main" val="358818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2026-09-08T03:06:46.3330000Z</dcterms:created>
  <dcterms:modified xsi:type="dcterms:W3CDTF">2026-09-08T03:06:46.3330000Z</dcterms:modified>
</coreProperties>
</file>